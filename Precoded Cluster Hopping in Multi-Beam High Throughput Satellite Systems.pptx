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29"/>
  </p:notesMasterIdLst>
  <p:sldIdLst>
    <p:sldId id="256" r:id="rId2"/>
    <p:sldId id="257" r:id="rId3"/>
    <p:sldId id="286" r:id="rId4"/>
    <p:sldId id="287" r:id="rId5"/>
    <p:sldId id="288" r:id="rId6"/>
    <p:sldId id="290" r:id="rId7"/>
    <p:sldId id="258" r:id="rId8"/>
    <p:sldId id="264" r:id="rId9"/>
    <p:sldId id="259" r:id="rId10"/>
    <p:sldId id="301" r:id="rId11"/>
    <p:sldId id="298" r:id="rId12"/>
    <p:sldId id="302" r:id="rId13"/>
    <p:sldId id="299" r:id="rId14"/>
    <p:sldId id="291" r:id="rId15"/>
    <p:sldId id="292" r:id="rId16"/>
    <p:sldId id="294" r:id="rId17"/>
    <p:sldId id="295" r:id="rId18"/>
    <p:sldId id="260" r:id="rId19"/>
    <p:sldId id="261" r:id="rId20"/>
    <p:sldId id="296" r:id="rId21"/>
    <p:sldId id="262" r:id="rId22"/>
    <p:sldId id="297" r:id="rId23"/>
    <p:sldId id="263" r:id="rId24"/>
    <p:sldId id="300" r:id="rId25"/>
    <p:sldId id="267" r:id="rId26"/>
    <p:sldId id="268" r:id="rId27"/>
    <p:sldId id="279" r:id="rId28"/>
  </p:sldIdLst>
  <p:sldSz cx="9144000" cy="5143500" type="screen16x9"/>
  <p:notesSz cx="6858000" cy="9144000"/>
  <p:embeddedFontLst>
    <p:embeddedFont>
      <p:font typeface="Cambria Math" panose="02040503050406030204" pitchFamily="18" charset="0"/>
      <p:regular r:id="rId30"/>
    </p:embeddedFont>
    <p:embeddedFont>
      <p:font typeface="Dosis" panose="02020500000000000000" charset="0"/>
      <p:regular r:id="rId31"/>
      <p:bold r:id="rId32"/>
    </p:embeddedFont>
    <p:embeddedFont>
      <p:font typeface="Dosis ExtraLight" panose="02020500000000000000" charset="0"/>
      <p:regular r:id="rId33"/>
      <p:bold r:id="rId34"/>
    </p:embeddedFont>
    <p:embeddedFont>
      <p:font typeface="Titillium Web Light" panose="02020500000000000000"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CEC0432-F7E4-46DE-892C-E2017EF582BC}">
  <a:tblStyle styleId="{ECEC0432-F7E4-46DE-892C-E2017EF582BC}"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698" autoAdjust="0"/>
  </p:normalViewPr>
  <p:slideViewPr>
    <p:cSldViewPr snapToGrid="0">
      <p:cViewPr varScale="1">
        <p:scale>
          <a:sx n="116" d="100"/>
          <a:sy n="116" d="100"/>
        </p:scale>
        <p:origin x="146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2"/>
        <p:cNvGrpSpPr/>
        <p:nvPr/>
      </p:nvGrpSpPr>
      <p:grpSpPr>
        <a:xfrm>
          <a:off x="0" y="0"/>
          <a:ext cx="0" cy="0"/>
          <a:chOff x="0" y="0"/>
          <a:chExt cx="0" cy="0"/>
        </a:xfrm>
      </p:grpSpPr>
      <p:sp>
        <p:nvSpPr>
          <p:cNvPr id="3833" name="Google Shape;3833;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4" name="Google Shape;3834;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這篇主要是作者提出了</a:t>
            </a:r>
            <a:r>
              <a:rPr lang="en-US" altLang="zh-TW" dirty="0"/>
              <a:t>cluster hopping</a:t>
            </a:r>
            <a:r>
              <a:rPr lang="zh-TW" altLang="en-US" dirty="0"/>
              <a:t>的概念，並應用在有</a:t>
            </a:r>
            <a:r>
              <a:rPr lang="en-US" altLang="zh-TW" dirty="0"/>
              <a:t>multi-beam </a:t>
            </a:r>
            <a:r>
              <a:rPr lang="zh-TW" altLang="en-US" dirty="0"/>
              <a:t>的</a:t>
            </a:r>
            <a:r>
              <a:rPr lang="en-US" altLang="zh-TW" dirty="0"/>
              <a:t>satellite</a:t>
            </a:r>
            <a:r>
              <a:rPr lang="zh-TW" altLang="en-US" dirty="0"/>
              <a:t>上面，同時加入</a:t>
            </a:r>
            <a:r>
              <a:rPr lang="en-US" altLang="zh-TW" dirty="0"/>
              <a:t>precoding</a:t>
            </a:r>
            <a:r>
              <a:rPr lang="zh-TW" altLang="en-US" dirty="0"/>
              <a:t> 減少干擾 以達到</a:t>
            </a:r>
            <a:r>
              <a:rPr lang="en-US" altLang="zh-TW" dirty="0"/>
              <a:t>frequency reuse</a:t>
            </a:r>
            <a:r>
              <a:rPr lang="zh-TW" altLang="en-US" dirty="0"/>
              <a:t>、</a:t>
            </a:r>
            <a:r>
              <a:rPr lang="en-US" altLang="zh-TW" dirty="0"/>
              <a:t>high throughput</a:t>
            </a:r>
            <a:r>
              <a:rPr lang="zh-TW" altLang="en-US" dirty="0"/>
              <a:t>的效果</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7"/>
        <p:cNvGrpSpPr/>
        <p:nvPr/>
      </p:nvGrpSpPr>
      <p:grpSpPr>
        <a:xfrm>
          <a:off x="0" y="0"/>
          <a:ext cx="0" cy="0"/>
          <a:chOff x="0" y="0"/>
          <a:chExt cx="0" cy="0"/>
        </a:xfrm>
      </p:grpSpPr>
      <p:sp>
        <p:nvSpPr>
          <p:cNvPr id="3838" name="Google Shape;3838;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9" name="Google Shape;3839;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衛星在不同時間時，覆蓋的區域不是均勻的，因為若總是</a:t>
            </a:r>
            <a:r>
              <a:rPr lang="zh-TW" altLang="en-US" sz="1100" b="0" i="0" u="none" strike="noStrike" cap="none" dirty="0">
                <a:solidFill>
                  <a:srgbClr val="000000"/>
                </a:solidFill>
                <a:latin typeface="Arial"/>
                <a:ea typeface="Arial"/>
                <a:cs typeface="Arial"/>
                <a:sym typeface="Arial"/>
              </a:rPr>
              <a:t>在整個覆蓋範圍內提供相同級別的服務或容量代表我們只能低效率地利用資源。 像是高負擔的</a:t>
            </a:r>
            <a:r>
              <a:rPr lang="en-US" altLang="zh-TW" sz="1100" b="0" i="0" u="none" strike="noStrike" cap="none" dirty="0">
                <a:solidFill>
                  <a:srgbClr val="000000"/>
                </a:solidFill>
                <a:latin typeface="Arial"/>
                <a:ea typeface="Arial"/>
                <a:cs typeface="Arial"/>
                <a:sym typeface="Arial"/>
              </a:rPr>
              <a:t>beams </a:t>
            </a:r>
            <a:r>
              <a:rPr lang="zh-TW" altLang="en-US" sz="1100" b="0" i="0" u="none" strike="noStrike" cap="none" dirty="0">
                <a:solidFill>
                  <a:srgbClr val="000000"/>
                </a:solidFill>
                <a:latin typeface="Arial"/>
                <a:ea typeface="Arial"/>
                <a:cs typeface="Arial"/>
                <a:sym typeface="Arial"/>
              </a:rPr>
              <a:t>以及低負擔的</a:t>
            </a:r>
            <a:r>
              <a:rPr lang="en-US" altLang="zh-TW" sz="1100" b="0" i="0" u="none" strike="noStrike" cap="none" dirty="0">
                <a:solidFill>
                  <a:srgbClr val="000000"/>
                </a:solidFill>
                <a:latin typeface="Arial"/>
                <a:ea typeface="Arial"/>
                <a:cs typeface="Arial"/>
                <a:sym typeface="Arial"/>
              </a:rPr>
              <a:t>beams </a:t>
            </a:r>
            <a:r>
              <a:rPr lang="zh-TW" altLang="en-US" sz="1100" b="0" i="0" u="none" strike="noStrike" cap="none" dirty="0">
                <a:solidFill>
                  <a:srgbClr val="000000"/>
                </a:solidFill>
                <a:latin typeface="Arial"/>
                <a:ea typeface="Arial"/>
                <a:cs typeface="Arial"/>
                <a:sym typeface="Arial"/>
              </a:rPr>
              <a:t>若是以同樣</a:t>
            </a:r>
            <a:r>
              <a:rPr lang="en-US" altLang="zh-TW" sz="1100" b="0" i="0" u="none" strike="noStrike" cap="none" dirty="0">
                <a:solidFill>
                  <a:srgbClr val="000000"/>
                </a:solidFill>
                <a:latin typeface="Arial"/>
                <a:ea typeface="Arial"/>
                <a:cs typeface="Arial"/>
                <a:sym typeface="Arial"/>
              </a:rPr>
              <a:t>level</a:t>
            </a:r>
            <a:r>
              <a:rPr lang="zh-TW" altLang="en-US" sz="1100" b="0" i="0" u="none" strike="noStrike" cap="none" dirty="0">
                <a:solidFill>
                  <a:srgbClr val="000000"/>
                </a:solidFill>
                <a:latin typeface="Arial"/>
                <a:ea typeface="Arial"/>
                <a:cs typeface="Arial"/>
                <a:sym typeface="Arial"/>
              </a:rPr>
              <a:t>來服務，可能會導致資源不足以及浪費的情況產生，因此作者認為衛星在分配</a:t>
            </a:r>
            <a:r>
              <a:rPr lang="en-US" altLang="zh-TW" sz="1100" b="0" i="0" u="none" strike="noStrike" cap="none" dirty="0">
                <a:solidFill>
                  <a:srgbClr val="000000"/>
                </a:solidFill>
                <a:latin typeface="Arial"/>
                <a:ea typeface="Arial"/>
                <a:cs typeface="Arial"/>
                <a:sym typeface="Arial"/>
              </a:rPr>
              <a:t>beam</a:t>
            </a:r>
            <a:r>
              <a:rPr lang="zh-TW" altLang="en-US" sz="1100" b="0" i="0" u="none" strike="noStrike" cap="none" dirty="0">
                <a:solidFill>
                  <a:srgbClr val="000000"/>
                </a:solidFill>
                <a:latin typeface="Arial"/>
                <a:ea typeface="Arial"/>
                <a:cs typeface="Arial"/>
                <a:sym typeface="Arial"/>
              </a:rPr>
              <a:t>的資源時應該具有良好的靈活性，才不會浪費在衛星上寶貴的能源。</a:t>
            </a:r>
            <a:endParaRPr lang="en-US" altLang="zh-TW" sz="1100" b="0" i="0" u="none" strike="noStrike" cap="none" dirty="0">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7"/>
        <p:cNvGrpSpPr/>
        <p:nvPr/>
      </p:nvGrpSpPr>
      <p:grpSpPr>
        <a:xfrm>
          <a:off x="0" y="0"/>
          <a:ext cx="0" cy="0"/>
          <a:chOff x="0" y="0"/>
          <a:chExt cx="0" cy="0"/>
        </a:xfrm>
      </p:grpSpPr>
      <p:sp>
        <p:nvSpPr>
          <p:cNvPr id="3838" name="Google Shape;3838;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9" name="Google Shape;3839;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TW" dirty="0"/>
              <a:t>Beam hopping</a:t>
            </a:r>
            <a:r>
              <a:rPr lang="zh-TW" altLang="en-US" dirty="0"/>
              <a:t>提供了一種方法，可以靈活地將衛星所提供的容量彈性分配，以因應時間和空間的變化。在</a:t>
            </a:r>
            <a:r>
              <a:rPr lang="en-US" altLang="zh-TW" dirty="0"/>
              <a:t>beam hopping </a:t>
            </a:r>
            <a:r>
              <a:rPr lang="zh-TW" altLang="en-US" dirty="0"/>
              <a:t>中，在一個時間內，只有部分的</a:t>
            </a:r>
            <a:r>
              <a:rPr lang="en-US" altLang="zh-TW" dirty="0"/>
              <a:t>beam</a:t>
            </a:r>
            <a:r>
              <a:rPr lang="zh-TW" altLang="en-US" dirty="0"/>
              <a:t>是處於</a:t>
            </a:r>
            <a:r>
              <a:rPr lang="en-US" altLang="zh-TW" dirty="0"/>
              <a:t>illuminated</a:t>
            </a:r>
            <a:r>
              <a:rPr lang="zh-TW" altLang="en-US" dirty="0"/>
              <a:t>的狀態。</a:t>
            </a:r>
            <a:r>
              <a:rPr lang="en-US" altLang="zh-TW" dirty="0"/>
              <a:t>Beam hopping</a:t>
            </a:r>
            <a:r>
              <a:rPr lang="zh-TW" altLang="en-US" dirty="0"/>
              <a:t>分配資源的靈活性是來自是通過分配不同的駐留時間來達成的。</a:t>
            </a:r>
            <a:r>
              <a:rPr lang="en-US" altLang="zh-TW" dirty="0"/>
              <a:t>Beam hopping </a:t>
            </a:r>
            <a:r>
              <a:rPr lang="zh-TW" altLang="en-US" dirty="0"/>
              <a:t>的挑戰就是要能設計出一個完全匹配突發數據的需求的</a:t>
            </a:r>
            <a:r>
              <a:rPr lang="en-US" altLang="zh-TW" dirty="0"/>
              <a:t>pattern</a:t>
            </a:r>
            <a:r>
              <a:rPr lang="zh-TW" altLang="en-US" dirty="0"/>
              <a:t>。</a:t>
            </a:r>
            <a:endParaRPr lang="en-US" altLang="zh-TW" sz="11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3796830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7"/>
        <p:cNvGrpSpPr/>
        <p:nvPr/>
      </p:nvGrpSpPr>
      <p:grpSpPr>
        <a:xfrm>
          <a:off x="0" y="0"/>
          <a:ext cx="0" cy="0"/>
          <a:chOff x="0" y="0"/>
          <a:chExt cx="0" cy="0"/>
        </a:xfrm>
      </p:grpSpPr>
      <p:sp>
        <p:nvSpPr>
          <p:cNvPr id="3838" name="Google Shape;3838;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9" name="Google Shape;3839;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那另一方面為了提高頻譜的使用率，有一個主要的挑戰是</a:t>
            </a:r>
            <a:r>
              <a:rPr lang="en-US" altLang="zh-TW" dirty="0"/>
              <a:t>full frequency reuse, </a:t>
            </a:r>
            <a:r>
              <a:rPr lang="zh-TW" altLang="en-US" dirty="0"/>
              <a:t>但是要達到</a:t>
            </a:r>
            <a:r>
              <a:rPr lang="en-US" altLang="zh-TW" dirty="0"/>
              <a:t>frequency reuse</a:t>
            </a:r>
            <a:r>
              <a:rPr lang="zh-TW" altLang="en-US" dirty="0"/>
              <a:t>，就要處理</a:t>
            </a:r>
            <a:r>
              <a:rPr lang="en-US" altLang="zh-TW" dirty="0"/>
              <a:t>beam</a:t>
            </a:r>
            <a:r>
              <a:rPr lang="zh-TW" altLang="en-US" dirty="0"/>
              <a:t>內，以及</a:t>
            </a:r>
            <a:r>
              <a:rPr lang="en-US" altLang="zh-TW" dirty="0"/>
              <a:t>beam</a:t>
            </a:r>
            <a:r>
              <a:rPr lang="zh-TW" altLang="en-US" dirty="0"/>
              <a:t>之間的干擾，而</a:t>
            </a:r>
            <a:r>
              <a:rPr lang="en-US" altLang="zh-TW" dirty="0"/>
              <a:t>beam</a:t>
            </a:r>
            <a:r>
              <a:rPr lang="zh-TW" altLang="en-US" dirty="0"/>
              <a:t>內可以透過</a:t>
            </a:r>
            <a:r>
              <a:rPr lang="en-US" altLang="zh-TW" dirty="0"/>
              <a:t>precoding</a:t>
            </a:r>
            <a:r>
              <a:rPr lang="zh-TW" altLang="en-US" dirty="0"/>
              <a:t>減少干擾，</a:t>
            </a:r>
            <a:endParaRPr lang="en-US" altLang="zh-TW" sz="11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4860496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7"/>
        <p:cNvGrpSpPr/>
        <p:nvPr/>
      </p:nvGrpSpPr>
      <p:grpSpPr>
        <a:xfrm>
          <a:off x="0" y="0"/>
          <a:ext cx="0" cy="0"/>
          <a:chOff x="0" y="0"/>
          <a:chExt cx="0" cy="0"/>
        </a:xfrm>
      </p:grpSpPr>
      <p:sp>
        <p:nvSpPr>
          <p:cNvPr id="3838" name="Google Shape;3838;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9" name="Google Shape;3839;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所以根據剛剛所提到的</a:t>
            </a:r>
            <a:r>
              <a:rPr lang="en-US" altLang="zh-TW" dirty="0"/>
              <a:t>Beam hopping</a:t>
            </a:r>
            <a:r>
              <a:rPr lang="zh-TW" altLang="en-US" dirty="0"/>
              <a:t>，他可以靈活的將</a:t>
            </a:r>
            <a:r>
              <a:rPr lang="en-US" altLang="zh-TW" dirty="0"/>
              <a:t>capacity</a:t>
            </a:r>
            <a:r>
              <a:rPr lang="zh-TW" altLang="en-US" dirty="0"/>
              <a:t>因應時空變化，第二個是</a:t>
            </a:r>
            <a:r>
              <a:rPr lang="en-US" altLang="zh-TW" dirty="0"/>
              <a:t>precoding</a:t>
            </a:r>
            <a:r>
              <a:rPr lang="zh-TW" altLang="en-US" dirty="0"/>
              <a:t>，他可以減少</a:t>
            </a:r>
            <a:r>
              <a:rPr lang="en-US" altLang="zh-TW" dirty="0"/>
              <a:t>beam</a:t>
            </a:r>
            <a:r>
              <a:rPr lang="zh-TW" altLang="en-US" dirty="0"/>
              <a:t>內干擾，並增加頻譜使用率，以達到</a:t>
            </a:r>
            <a:r>
              <a:rPr lang="en-US" altLang="zh-TW" dirty="0"/>
              <a:t>high throughput</a:t>
            </a:r>
            <a:r>
              <a:rPr lang="zh-TW" altLang="en-US" dirty="0"/>
              <a:t>，作者認為這兩個優點可以結合起來，提出了一個新的想法 叫做 </a:t>
            </a:r>
            <a:r>
              <a:rPr lang="en-US" altLang="zh-TW" dirty="0"/>
              <a:t>cluster hopping</a:t>
            </a:r>
            <a:endParaRPr lang="en-US" altLang="zh-TW" sz="11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42287551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7"/>
        <p:cNvGrpSpPr/>
        <p:nvPr/>
      </p:nvGrpSpPr>
      <p:grpSpPr>
        <a:xfrm>
          <a:off x="0" y="0"/>
          <a:ext cx="0" cy="0"/>
          <a:chOff x="0" y="0"/>
          <a:chExt cx="0" cy="0"/>
        </a:xfrm>
      </p:grpSpPr>
      <p:sp>
        <p:nvSpPr>
          <p:cNvPr id="3838" name="Google Shape;3838;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9" name="Google Shape;3839;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TW" sz="1100" b="0" i="0" u="none" strike="noStrike" cap="none" dirty="0">
                <a:solidFill>
                  <a:srgbClr val="000000"/>
                </a:solidFill>
                <a:latin typeface="Arial"/>
                <a:ea typeface="Arial"/>
                <a:cs typeface="Arial"/>
                <a:sym typeface="Arial"/>
              </a:rPr>
              <a:t>Cluster </a:t>
            </a:r>
            <a:r>
              <a:rPr lang="zh-TW" altLang="en-US" sz="1100" b="0" i="0" u="none" strike="noStrike" cap="none" dirty="0">
                <a:solidFill>
                  <a:srgbClr val="000000"/>
                </a:solidFill>
                <a:latin typeface="Arial"/>
                <a:ea typeface="Arial"/>
                <a:cs typeface="Arial"/>
                <a:sym typeface="Arial"/>
              </a:rPr>
              <a:t>是將所有</a:t>
            </a:r>
            <a:r>
              <a:rPr lang="en-US" altLang="zh-TW" sz="1100" b="0" i="0" u="none" strike="noStrike" cap="none" dirty="0">
                <a:solidFill>
                  <a:srgbClr val="000000"/>
                </a:solidFill>
                <a:latin typeface="Arial"/>
                <a:ea typeface="Arial"/>
                <a:cs typeface="Arial"/>
                <a:sym typeface="Arial"/>
              </a:rPr>
              <a:t>beam</a:t>
            </a:r>
            <a:r>
              <a:rPr lang="zh-TW" altLang="en-US" sz="1100" b="0" i="0" u="none" strike="noStrike" cap="none" dirty="0">
                <a:solidFill>
                  <a:srgbClr val="000000"/>
                </a:solidFill>
                <a:latin typeface="Arial"/>
                <a:ea typeface="Arial"/>
                <a:cs typeface="Arial"/>
                <a:sym typeface="Arial"/>
              </a:rPr>
              <a:t>分群， 然後同個</a:t>
            </a:r>
            <a:r>
              <a:rPr lang="en-US" altLang="zh-TW" sz="1100" b="0" i="0" u="none" strike="noStrike" cap="none" dirty="0">
                <a:solidFill>
                  <a:srgbClr val="000000"/>
                </a:solidFill>
                <a:latin typeface="Arial"/>
                <a:ea typeface="Arial"/>
                <a:cs typeface="Arial"/>
                <a:sym typeface="Arial"/>
              </a:rPr>
              <a:t>cluster</a:t>
            </a:r>
            <a:r>
              <a:rPr lang="zh-TW" altLang="en-US" sz="1100" b="0" i="0" u="none" strike="noStrike" cap="none" dirty="0">
                <a:solidFill>
                  <a:srgbClr val="000000"/>
                </a:solidFill>
                <a:latin typeface="Arial"/>
                <a:ea typeface="Arial"/>
                <a:cs typeface="Arial"/>
                <a:sym typeface="Arial"/>
              </a:rPr>
              <a:t>的</a:t>
            </a:r>
            <a:r>
              <a:rPr lang="en-US" altLang="zh-TW" sz="1100" b="0" i="0" u="none" strike="noStrike" cap="none" dirty="0">
                <a:solidFill>
                  <a:srgbClr val="000000"/>
                </a:solidFill>
                <a:latin typeface="Arial"/>
                <a:ea typeface="Arial"/>
                <a:cs typeface="Arial"/>
                <a:sym typeface="Arial"/>
              </a:rPr>
              <a:t>beam</a:t>
            </a:r>
            <a:r>
              <a:rPr lang="zh-TW" altLang="en-US" sz="1100" b="0" i="0" u="none" strike="noStrike" cap="none" dirty="0">
                <a:solidFill>
                  <a:srgbClr val="000000"/>
                </a:solidFill>
                <a:latin typeface="Arial"/>
                <a:ea typeface="Arial"/>
                <a:cs typeface="Arial"/>
                <a:sym typeface="Arial"/>
              </a:rPr>
              <a:t>將會同時運作或休息。</a:t>
            </a:r>
            <a:endParaRPr lang="en-US" altLang="zh-TW" sz="1100" b="0" i="0" u="none" strike="noStrike" cap="none" dirty="0">
              <a:solidFill>
                <a:srgbClr val="000000"/>
              </a:solidFill>
              <a:latin typeface="Arial"/>
              <a:ea typeface="Arial"/>
              <a:cs typeface="Arial"/>
              <a:sym typeface="Arial"/>
            </a:endParaRPr>
          </a:p>
          <a:p>
            <a:pPr marL="0" lvl="0" indent="0" algn="l" rtl="0">
              <a:spcBef>
                <a:spcPts val="0"/>
              </a:spcBef>
              <a:spcAft>
                <a:spcPts val="0"/>
              </a:spcAft>
              <a:buNone/>
            </a:pPr>
            <a:r>
              <a:rPr lang="en-US" altLang="zh-TW" sz="1100" b="0" i="0" u="none" strike="noStrike" cap="none" dirty="0">
                <a:solidFill>
                  <a:srgbClr val="000000"/>
                </a:solidFill>
                <a:latin typeface="Arial"/>
                <a:ea typeface="Arial"/>
                <a:cs typeface="Arial"/>
                <a:sym typeface="Arial"/>
              </a:rPr>
              <a:t>Cluster </a:t>
            </a:r>
            <a:r>
              <a:rPr lang="zh-TW" altLang="en-US" sz="1100" b="0" i="0" u="none" strike="noStrike" cap="none" dirty="0">
                <a:solidFill>
                  <a:srgbClr val="000000"/>
                </a:solidFill>
                <a:latin typeface="Arial"/>
                <a:ea typeface="Arial"/>
                <a:cs typeface="Arial"/>
                <a:sym typeface="Arial"/>
              </a:rPr>
              <a:t>跟</a:t>
            </a:r>
            <a:r>
              <a:rPr lang="en-US" altLang="zh-TW" sz="1100" b="0" i="0" u="none" strike="noStrike" cap="none" dirty="0">
                <a:solidFill>
                  <a:srgbClr val="000000"/>
                </a:solidFill>
                <a:latin typeface="Arial"/>
                <a:ea typeface="Arial"/>
                <a:cs typeface="Arial"/>
                <a:sym typeface="Arial"/>
              </a:rPr>
              <a:t>cluster </a:t>
            </a:r>
            <a:r>
              <a:rPr lang="zh-TW" altLang="en-US" sz="1100" b="0" i="0" u="none" strike="noStrike" cap="none" dirty="0">
                <a:solidFill>
                  <a:srgbClr val="000000"/>
                </a:solidFill>
                <a:latin typeface="Arial"/>
                <a:ea typeface="Arial"/>
                <a:cs typeface="Arial"/>
                <a:sym typeface="Arial"/>
              </a:rPr>
              <a:t>是相連的，作者將這邊限制說有運作的</a:t>
            </a:r>
            <a:r>
              <a:rPr lang="en-US" altLang="zh-TW" sz="1100" b="0" i="0" u="none" strike="noStrike" cap="none" dirty="0">
                <a:solidFill>
                  <a:srgbClr val="000000"/>
                </a:solidFill>
                <a:latin typeface="Arial"/>
                <a:ea typeface="Arial"/>
                <a:cs typeface="Arial"/>
                <a:sym typeface="Arial"/>
              </a:rPr>
              <a:t>cluster</a:t>
            </a:r>
            <a:r>
              <a:rPr lang="zh-TW" altLang="en-US" sz="1100" b="0" i="0" u="none" strike="noStrike" cap="none" dirty="0">
                <a:solidFill>
                  <a:srgbClr val="000000"/>
                </a:solidFill>
                <a:latin typeface="Arial"/>
                <a:ea typeface="Arial"/>
                <a:cs typeface="Arial"/>
                <a:sym typeface="Arial"/>
              </a:rPr>
              <a:t>之間夾著沒有在運作的</a:t>
            </a:r>
            <a:r>
              <a:rPr lang="en-US" altLang="zh-TW" sz="1100" b="0" i="0" u="none" strike="noStrike" cap="none" dirty="0">
                <a:solidFill>
                  <a:srgbClr val="000000"/>
                </a:solidFill>
                <a:latin typeface="Arial"/>
                <a:ea typeface="Arial"/>
                <a:cs typeface="Arial"/>
                <a:sym typeface="Arial"/>
              </a:rPr>
              <a:t>cluster</a:t>
            </a:r>
            <a:r>
              <a:rPr lang="zh-TW" altLang="en-US" sz="1100" b="0" i="0" u="none" strike="noStrike" cap="none" dirty="0">
                <a:solidFill>
                  <a:srgbClr val="000000"/>
                </a:solidFill>
                <a:latin typeface="Arial"/>
                <a:ea typeface="Arial"/>
                <a:cs typeface="Arial"/>
                <a:sym typeface="Arial"/>
              </a:rPr>
              <a:t>，這樣就能把沒有在運作的</a:t>
            </a:r>
            <a:r>
              <a:rPr lang="en-US" altLang="zh-TW" sz="1100" b="0" i="0" u="none" strike="noStrike" cap="none" dirty="0">
                <a:solidFill>
                  <a:srgbClr val="000000"/>
                </a:solidFill>
                <a:latin typeface="Arial"/>
                <a:ea typeface="Arial"/>
                <a:cs typeface="Arial"/>
                <a:sym typeface="Arial"/>
              </a:rPr>
              <a:t>cluster</a:t>
            </a:r>
            <a:r>
              <a:rPr lang="zh-TW" altLang="en-US" sz="1100" b="0" i="0" u="none" strike="noStrike" cap="none" dirty="0">
                <a:solidFill>
                  <a:srgbClr val="000000"/>
                </a:solidFill>
                <a:latin typeface="Arial"/>
                <a:ea typeface="Arial"/>
                <a:cs typeface="Arial"/>
                <a:sym typeface="Arial"/>
              </a:rPr>
              <a:t>變成一個</a:t>
            </a:r>
            <a:endParaRPr lang="en-US" altLang="zh-TW" sz="1100" b="0" i="0" u="none" strike="noStrike" cap="none" dirty="0">
              <a:solidFill>
                <a:srgbClr val="000000"/>
              </a:solidFill>
              <a:latin typeface="Arial"/>
              <a:ea typeface="Arial"/>
              <a:cs typeface="Arial"/>
              <a:sym typeface="Arial"/>
            </a:endParaRPr>
          </a:p>
          <a:p>
            <a:pPr marL="0" lvl="0" indent="0" algn="l" rtl="0">
              <a:spcBef>
                <a:spcPts val="0"/>
              </a:spcBef>
              <a:spcAft>
                <a:spcPts val="0"/>
              </a:spcAft>
              <a:buNone/>
            </a:pPr>
            <a:r>
              <a:rPr lang="en-US" altLang="zh-TW" sz="1100" b="0" i="0" u="none" strike="noStrike" cap="none" dirty="0">
                <a:solidFill>
                  <a:srgbClr val="000000"/>
                </a:solidFill>
                <a:latin typeface="Arial"/>
                <a:ea typeface="Arial"/>
                <a:cs typeface="Arial"/>
                <a:sym typeface="Arial"/>
              </a:rPr>
              <a:t>Barrier</a:t>
            </a:r>
            <a:r>
              <a:rPr lang="zh-TW" altLang="en-US" sz="1100" b="0" i="0" u="none" strike="noStrike" cap="none" dirty="0">
                <a:solidFill>
                  <a:srgbClr val="000000"/>
                </a:solidFill>
                <a:latin typeface="Arial"/>
                <a:ea typeface="Arial"/>
                <a:cs typeface="Arial"/>
                <a:sym typeface="Arial"/>
              </a:rPr>
              <a:t> ，這樣</a:t>
            </a:r>
            <a:r>
              <a:rPr lang="en-US" altLang="zh-TW" sz="1100" b="0" i="0" u="none" strike="noStrike" cap="none" dirty="0">
                <a:solidFill>
                  <a:srgbClr val="000000"/>
                </a:solidFill>
                <a:latin typeface="Arial"/>
                <a:ea typeface="Arial"/>
                <a:cs typeface="Arial"/>
                <a:sym typeface="Arial"/>
              </a:rPr>
              <a:t>cluster</a:t>
            </a:r>
            <a:r>
              <a:rPr lang="zh-TW" altLang="en-US" sz="1100" b="0" i="0" u="none" strike="noStrike" cap="none" dirty="0">
                <a:solidFill>
                  <a:srgbClr val="000000"/>
                </a:solidFill>
                <a:latin typeface="Arial"/>
                <a:ea typeface="Arial"/>
                <a:cs typeface="Arial"/>
                <a:sym typeface="Arial"/>
              </a:rPr>
              <a:t>之間的干擾就能減少。</a:t>
            </a:r>
            <a:endParaRPr lang="en-US" altLang="zh-TW" sz="1100" b="0" i="0" u="none" strike="noStrike" cap="none" dirty="0">
              <a:solidFill>
                <a:srgbClr val="000000"/>
              </a:solidFill>
              <a:latin typeface="Arial"/>
              <a:ea typeface="Arial"/>
              <a:cs typeface="Arial"/>
              <a:sym typeface="Arial"/>
            </a:endParaRPr>
          </a:p>
          <a:p>
            <a:pPr marL="0" lvl="0" indent="0" algn="l" rtl="0">
              <a:spcBef>
                <a:spcPts val="0"/>
              </a:spcBef>
              <a:spcAft>
                <a:spcPts val="0"/>
              </a:spcAft>
              <a:buNone/>
            </a:pPr>
            <a:endParaRPr lang="en-US" altLang="zh-TW" sz="11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5138575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6"/>
        <p:cNvGrpSpPr/>
        <p:nvPr/>
      </p:nvGrpSpPr>
      <p:grpSpPr>
        <a:xfrm>
          <a:off x="0" y="0"/>
          <a:ext cx="0" cy="0"/>
          <a:chOff x="0" y="0"/>
          <a:chExt cx="0" cy="0"/>
        </a:xfrm>
      </p:grpSpPr>
      <p:sp>
        <p:nvSpPr>
          <p:cNvPr id="3847" name="Google Shape;3847;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8" name="Google Shape;3848;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接下來的工作就是要去決策</a:t>
            </a:r>
            <a:r>
              <a:rPr lang="en-US" altLang="zh-TW" dirty="0"/>
              <a:t>cluster</a:t>
            </a:r>
            <a:r>
              <a:rPr lang="zh-TW" altLang="en-US" dirty="0"/>
              <a:t>該怎麼分，以及在哪個時候那些</a:t>
            </a:r>
            <a:r>
              <a:rPr lang="en-US" altLang="zh-TW" dirty="0"/>
              <a:t>cluster</a:t>
            </a:r>
            <a:r>
              <a:rPr lang="zh-TW" altLang="en-US" dirty="0"/>
              <a:t>該運作，又可以運作多久，然後也要考慮</a:t>
            </a:r>
            <a:r>
              <a:rPr lang="en-US" altLang="zh-TW" dirty="0"/>
              <a:t>power</a:t>
            </a:r>
            <a:r>
              <a:rPr lang="zh-TW" altLang="en-US" dirty="0"/>
              <a:t>的限制。</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1"/>
        <p:cNvGrpSpPr/>
        <p:nvPr/>
      </p:nvGrpSpPr>
      <p:grpSpPr>
        <a:xfrm>
          <a:off x="0" y="0"/>
          <a:ext cx="0" cy="0"/>
          <a:chOff x="0" y="0"/>
          <a:chExt cx="0" cy="0"/>
        </a:xfrm>
      </p:grpSpPr>
      <p:sp>
        <p:nvSpPr>
          <p:cNvPr id="3902" name="Google Shape;3902;g35f391192_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3" name="Google Shape;3903;g35f391192_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Cluster</a:t>
            </a:r>
            <a:r>
              <a:rPr lang="zh-TW" altLang="en-US" dirty="0"/>
              <a:t>定義是一群相鄰並且</a:t>
            </a:r>
            <a:r>
              <a:rPr lang="en-US" altLang="zh-TW" dirty="0"/>
              <a:t>active</a:t>
            </a:r>
            <a:r>
              <a:rPr lang="zh-TW" altLang="en-US" dirty="0"/>
              <a:t>的</a:t>
            </a:r>
            <a:r>
              <a:rPr lang="en-US" altLang="zh-TW" dirty="0"/>
              <a:t>beams</a:t>
            </a:r>
            <a:r>
              <a:rPr lang="zh-TW" altLang="en-US" dirty="0"/>
              <a:t>，</a:t>
            </a:r>
            <a:r>
              <a:rPr lang="en-US" altLang="zh-TW" dirty="0"/>
              <a:t>cluster</a:t>
            </a:r>
            <a:r>
              <a:rPr lang="zh-TW" altLang="en-US" dirty="0"/>
              <a:t>的形狀沒有限制。</a:t>
            </a:r>
            <a:endParaRPr lang="en-US" altLang="zh-TW" dirty="0"/>
          </a:p>
          <a:p>
            <a:pPr marL="0" lvl="0" indent="0" algn="l" rtl="0">
              <a:spcBef>
                <a:spcPts val="0"/>
              </a:spcBef>
              <a:spcAft>
                <a:spcPts val="0"/>
              </a:spcAft>
              <a:buNone/>
            </a:pPr>
            <a:r>
              <a:rPr lang="en-US" altLang="zh-TW" dirty="0"/>
              <a:t>Snap-shot</a:t>
            </a:r>
            <a:r>
              <a:rPr lang="zh-TW" altLang="en-US" dirty="0"/>
              <a:t>代表著所有</a:t>
            </a:r>
            <a:r>
              <a:rPr lang="en-US" altLang="zh-TW" dirty="0"/>
              <a:t>active cluster </a:t>
            </a:r>
            <a:r>
              <a:rPr lang="zh-TW" altLang="en-US" dirty="0"/>
              <a:t>跟</a:t>
            </a:r>
            <a:r>
              <a:rPr lang="en-US" altLang="zh-TW" dirty="0"/>
              <a:t>inactive</a:t>
            </a:r>
            <a:r>
              <a:rPr lang="zh-TW" altLang="en-US" dirty="0"/>
              <a:t> </a:t>
            </a:r>
            <a:r>
              <a:rPr lang="en-US" altLang="zh-TW" dirty="0"/>
              <a:t>cluster </a:t>
            </a:r>
            <a:r>
              <a:rPr lang="zh-TW" altLang="en-US" dirty="0"/>
              <a:t>的其中一個狀態 也就是所有</a:t>
            </a:r>
            <a:r>
              <a:rPr lang="en-US" altLang="zh-TW" dirty="0"/>
              <a:t>beams</a:t>
            </a:r>
            <a:r>
              <a:rPr lang="zh-TW" altLang="en-US" dirty="0"/>
              <a:t>可能分成什麼</a:t>
            </a:r>
            <a:r>
              <a:rPr lang="en-US" altLang="zh-TW" dirty="0"/>
              <a:t>cluster</a:t>
            </a:r>
            <a:r>
              <a:rPr lang="zh-TW" altLang="en-US" dirty="0"/>
              <a:t>的樣子 ，</a:t>
            </a:r>
            <a:r>
              <a:rPr lang="en-US" altLang="zh-TW" dirty="0"/>
              <a:t>N</a:t>
            </a:r>
            <a:r>
              <a:rPr lang="zh-TW" altLang="en-US" dirty="0"/>
              <a:t>個</a:t>
            </a:r>
            <a:r>
              <a:rPr lang="en-US" altLang="zh-TW" dirty="0"/>
              <a:t>beam</a:t>
            </a:r>
            <a:r>
              <a:rPr lang="zh-TW" altLang="en-US" dirty="0"/>
              <a:t>共可以產生</a:t>
            </a:r>
            <a:r>
              <a:rPr lang="en-US" altLang="zh-TW" dirty="0"/>
              <a:t>2^N</a:t>
            </a:r>
            <a:r>
              <a:rPr lang="zh-TW" altLang="en-US" dirty="0"/>
              <a:t>個</a:t>
            </a:r>
            <a:r>
              <a:rPr lang="en-US" altLang="zh-TW" dirty="0"/>
              <a:t>snap shot</a:t>
            </a:r>
            <a:r>
              <a:rPr lang="zh-TW" altLang="en-US" dirty="0"/>
              <a:t>，但不是每一個</a:t>
            </a:r>
            <a:r>
              <a:rPr lang="en-US" altLang="zh-TW" dirty="0"/>
              <a:t>snap-shot</a:t>
            </a:r>
            <a:r>
              <a:rPr lang="zh-TW" altLang="en-US" dirty="0"/>
              <a:t>都是合法的，因為總</a:t>
            </a:r>
            <a:r>
              <a:rPr lang="en-US" altLang="zh-TW" dirty="0"/>
              <a:t>payload </a:t>
            </a:r>
            <a:r>
              <a:rPr lang="zh-TW" altLang="en-US" dirty="0"/>
              <a:t>有限制，同時也要減少</a:t>
            </a:r>
            <a:r>
              <a:rPr lang="en-US" altLang="zh-TW" dirty="0"/>
              <a:t>cluster</a:t>
            </a:r>
            <a:r>
              <a:rPr lang="zh-TW" altLang="en-US" dirty="0"/>
              <a:t>之間得干擾，所以只有部分的</a:t>
            </a:r>
            <a:r>
              <a:rPr lang="en-US" altLang="zh-TW" dirty="0"/>
              <a:t>snap-shot</a:t>
            </a:r>
            <a:r>
              <a:rPr lang="zh-TW" altLang="en-US" dirty="0"/>
              <a:t>才合法。</a:t>
            </a:r>
            <a:endParaRPr lang="en-US" altLang="zh-TW" dirty="0"/>
          </a:p>
          <a:p>
            <a:pPr marL="0" lvl="0" indent="0" algn="l" rtl="0">
              <a:spcBef>
                <a:spcPts val="0"/>
              </a:spcBef>
              <a:spcAft>
                <a:spcPts val="0"/>
              </a:spcAft>
              <a:buNone/>
            </a:pPr>
            <a:r>
              <a:rPr lang="en-US" altLang="zh-TW" dirty="0"/>
              <a:t>Slot-time</a:t>
            </a:r>
            <a:r>
              <a:rPr lang="zh-TW" altLang="en-US" dirty="0"/>
              <a:t> </a:t>
            </a:r>
            <a:r>
              <a:rPr lang="en-US" altLang="zh-TW" dirty="0"/>
              <a:t>: </a:t>
            </a:r>
            <a:r>
              <a:rPr lang="zh-TW" altLang="en-US" dirty="0"/>
              <a:t>就是一個</a:t>
            </a:r>
            <a:r>
              <a:rPr lang="en-US" altLang="zh-TW" dirty="0"/>
              <a:t>slot</a:t>
            </a:r>
            <a:r>
              <a:rPr lang="zh-TW" altLang="en-US" dirty="0"/>
              <a:t>所經過的時間，一個</a:t>
            </a:r>
            <a:r>
              <a:rPr lang="en-US" altLang="zh-TW" dirty="0"/>
              <a:t>slot</a:t>
            </a:r>
            <a:r>
              <a:rPr lang="zh-TW" altLang="en-US" dirty="0"/>
              <a:t>是</a:t>
            </a:r>
            <a:r>
              <a:rPr lang="en-US" altLang="zh-TW" dirty="0"/>
              <a:t>hopping</a:t>
            </a:r>
            <a:r>
              <a:rPr lang="zh-TW" altLang="en-US" dirty="0"/>
              <a:t>的最小單位時間，也就是一個</a:t>
            </a:r>
            <a:r>
              <a:rPr lang="en-US" altLang="zh-TW" dirty="0"/>
              <a:t>snap-shot</a:t>
            </a:r>
            <a:r>
              <a:rPr lang="zh-TW" altLang="en-US" dirty="0"/>
              <a:t>維持的最短的時間就是一個</a:t>
            </a:r>
            <a:r>
              <a:rPr lang="en-US" altLang="zh-TW" dirty="0"/>
              <a:t>slot-time.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4"/>
        <p:cNvGrpSpPr/>
        <p:nvPr/>
      </p:nvGrpSpPr>
      <p:grpSpPr>
        <a:xfrm>
          <a:off x="0" y="0"/>
          <a:ext cx="0" cy="0"/>
          <a:chOff x="0" y="0"/>
          <a:chExt cx="0" cy="0"/>
        </a:xfrm>
      </p:grpSpPr>
      <p:sp>
        <p:nvSpPr>
          <p:cNvPr id="3855" name="Google Shape;3855;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56" name="Google Shape;3856;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這邊是一個衛星所有的</a:t>
            </a:r>
            <a:r>
              <a:rPr lang="en-US" altLang="zh-TW" dirty="0"/>
              <a:t>beams</a:t>
            </a:r>
            <a:r>
              <a:rPr lang="zh-TW" altLang="en-US" dirty="0"/>
              <a:t>，共有</a:t>
            </a:r>
            <a:r>
              <a:rPr lang="en-US" altLang="zh-TW" dirty="0"/>
              <a:t>71</a:t>
            </a:r>
            <a:r>
              <a:rPr lang="zh-TW" altLang="en-US" dirty="0"/>
              <a:t>個，上面同個顏色的就是同一個</a:t>
            </a:r>
            <a:r>
              <a:rPr lang="en-US" altLang="zh-TW" dirty="0"/>
              <a:t>cluster</a:t>
            </a:r>
            <a:r>
              <a:rPr lang="zh-TW" altLang="en-US" dirty="0"/>
              <a:t>，所以像這張圖上就有</a:t>
            </a:r>
            <a:r>
              <a:rPr lang="en-US" altLang="zh-TW" dirty="0"/>
              <a:t>12</a:t>
            </a:r>
            <a:r>
              <a:rPr lang="zh-TW" altLang="en-US" dirty="0"/>
              <a:t>個</a:t>
            </a:r>
            <a:r>
              <a:rPr lang="en-US" altLang="zh-TW" dirty="0"/>
              <a:t>cluster</a:t>
            </a:r>
            <a:r>
              <a:rPr lang="zh-TW" altLang="en-US" dirty="0"/>
              <a:t>， 每個</a:t>
            </a:r>
            <a:r>
              <a:rPr lang="en-US" altLang="zh-TW" dirty="0"/>
              <a:t>cluster</a:t>
            </a:r>
            <a:r>
              <a:rPr lang="zh-TW" altLang="en-US" dirty="0"/>
              <a:t>都有</a:t>
            </a:r>
            <a:r>
              <a:rPr lang="en-US" altLang="zh-TW" dirty="0"/>
              <a:t>6</a:t>
            </a:r>
            <a:r>
              <a:rPr lang="zh-TW" altLang="en-US" dirty="0"/>
              <a:t>個</a:t>
            </a:r>
            <a:r>
              <a:rPr lang="en-US" altLang="zh-TW" dirty="0"/>
              <a:t>beams</a:t>
            </a:r>
            <a:r>
              <a:rPr lang="zh-TW" altLang="en-US" dirty="0"/>
              <a:t>，只有</a:t>
            </a:r>
            <a:r>
              <a:rPr lang="en-US" altLang="zh-TW" dirty="0"/>
              <a:t>1</a:t>
            </a:r>
            <a:r>
              <a:rPr lang="zh-TW" altLang="en-US" dirty="0"/>
              <a:t>個是</a:t>
            </a:r>
            <a:r>
              <a:rPr lang="en-US" altLang="zh-TW" dirty="0"/>
              <a:t>5</a:t>
            </a:r>
            <a:r>
              <a:rPr lang="zh-TW" altLang="en-US" dirty="0"/>
              <a:t>個</a:t>
            </a:r>
            <a:r>
              <a:rPr lang="en-US" altLang="zh-TW" dirty="0"/>
              <a:t>beams</a:t>
            </a:r>
            <a:r>
              <a:rPr lang="zh-TW" altLang="en-US" dirty="0"/>
              <a:t>。 </a:t>
            </a:r>
            <a:endParaRPr lang="en-US" altLang="zh-TW"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1"/>
        <p:cNvGrpSpPr/>
        <p:nvPr/>
      </p:nvGrpSpPr>
      <p:grpSpPr>
        <a:xfrm>
          <a:off x="0" y="0"/>
          <a:ext cx="0" cy="0"/>
          <a:chOff x="0" y="0"/>
          <a:chExt cx="0" cy="0"/>
        </a:xfrm>
      </p:grpSpPr>
      <p:sp>
        <p:nvSpPr>
          <p:cNvPr id="3902" name="Google Shape;3902;g35f391192_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3" name="Google Shape;3903;g35f391192_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Cluster</a:t>
            </a:r>
            <a:r>
              <a:rPr lang="zh-TW" altLang="en-US" dirty="0"/>
              <a:t>定義是一群相鄰並且</a:t>
            </a:r>
            <a:r>
              <a:rPr lang="en-US" altLang="zh-TW" dirty="0"/>
              <a:t>active</a:t>
            </a:r>
            <a:r>
              <a:rPr lang="zh-TW" altLang="en-US" dirty="0"/>
              <a:t>的</a:t>
            </a:r>
            <a:r>
              <a:rPr lang="en-US" altLang="zh-TW" dirty="0"/>
              <a:t>beams</a:t>
            </a:r>
            <a:r>
              <a:rPr lang="zh-TW" altLang="en-US" dirty="0"/>
              <a:t>，</a:t>
            </a:r>
            <a:r>
              <a:rPr lang="en-US" altLang="zh-TW" dirty="0"/>
              <a:t>cluster</a:t>
            </a:r>
            <a:r>
              <a:rPr lang="zh-TW" altLang="en-US" dirty="0"/>
              <a:t>的形狀沒有限制。</a:t>
            </a:r>
            <a:endParaRPr lang="en-US" altLang="zh-TW" dirty="0"/>
          </a:p>
          <a:p>
            <a:pPr marL="0" lvl="0" indent="0" algn="l" rtl="0">
              <a:spcBef>
                <a:spcPts val="0"/>
              </a:spcBef>
              <a:spcAft>
                <a:spcPts val="0"/>
              </a:spcAft>
              <a:buNone/>
            </a:pPr>
            <a:r>
              <a:rPr lang="en-US" altLang="zh-TW" dirty="0"/>
              <a:t>Snap-shot</a:t>
            </a:r>
            <a:r>
              <a:rPr lang="zh-TW" altLang="en-US" dirty="0"/>
              <a:t>代表著所有</a:t>
            </a:r>
            <a:r>
              <a:rPr lang="en-US" altLang="zh-TW" dirty="0"/>
              <a:t>active cluster </a:t>
            </a:r>
            <a:r>
              <a:rPr lang="zh-TW" altLang="en-US" dirty="0"/>
              <a:t>跟</a:t>
            </a:r>
            <a:r>
              <a:rPr lang="en-US" altLang="zh-TW" dirty="0"/>
              <a:t>inactive</a:t>
            </a:r>
            <a:r>
              <a:rPr lang="zh-TW" altLang="en-US" dirty="0"/>
              <a:t> </a:t>
            </a:r>
            <a:r>
              <a:rPr lang="en-US" altLang="zh-TW" dirty="0"/>
              <a:t>cluster </a:t>
            </a:r>
            <a:r>
              <a:rPr lang="zh-TW" altLang="en-US" dirty="0"/>
              <a:t>的其中一個狀態 也就是所有</a:t>
            </a:r>
            <a:r>
              <a:rPr lang="en-US" altLang="zh-TW" dirty="0"/>
              <a:t>beams</a:t>
            </a:r>
            <a:r>
              <a:rPr lang="zh-TW" altLang="en-US" dirty="0"/>
              <a:t>可能分成什麼</a:t>
            </a:r>
            <a:r>
              <a:rPr lang="en-US" altLang="zh-TW" dirty="0"/>
              <a:t>cluster</a:t>
            </a:r>
            <a:r>
              <a:rPr lang="zh-TW" altLang="en-US" dirty="0"/>
              <a:t>的樣子 ，</a:t>
            </a:r>
            <a:r>
              <a:rPr lang="en-US" altLang="zh-TW" dirty="0"/>
              <a:t>N</a:t>
            </a:r>
            <a:r>
              <a:rPr lang="zh-TW" altLang="en-US" dirty="0"/>
              <a:t>個</a:t>
            </a:r>
            <a:r>
              <a:rPr lang="en-US" altLang="zh-TW" dirty="0"/>
              <a:t>beam</a:t>
            </a:r>
            <a:r>
              <a:rPr lang="zh-TW" altLang="en-US" dirty="0"/>
              <a:t>共可以產生</a:t>
            </a:r>
            <a:r>
              <a:rPr lang="en-US" altLang="zh-TW" dirty="0"/>
              <a:t>2^N</a:t>
            </a:r>
            <a:r>
              <a:rPr lang="zh-TW" altLang="en-US" dirty="0"/>
              <a:t>個</a:t>
            </a:r>
            <a:r>
              <a:rPr lang="en-US" altLang="zh-TW" dirty="0"/>
              <a:t>snap shot</a:t>
            </a:r>
            <a:r>
              <a:rPr lang="zh-TW" altLang="en-US" dirty="0"/>
              <a:t>，但不是每一個</a:t>
            </a:r>
            <a:r>
              <a:rPr lang="en-US" altLang="zh-TW" dirty="0"/>
              <a:t>snap-shot</a:t>
            </a:r>
            <a:r>
              <a:rPr lang="zh-TW" altLang="en-US" dirty="0"/>
              <a:t>都是合法的，因為總</a:t>
            </a:r>
            <a:r>
              <a:rPr lang="en-US" altLang="zh-TW" dirty="0"/>
              <a:t>payload </a:t>
            </a:r>
            <a:r>
              <a:rPr lang="zh-TW" altLang="en-US" dirty="0"/>
              <a:t>有限制，同時也要減少</a:t>
            </a:r>
            <a:r>
              <a:rPr lang="en-US" altLang="zh-TW" dirty="0"/>
              <a:t>cluster</a:t>
            </a:r>
            <a:r>
              <a:rPr lang="zh-TW" altLang="en-US" dirty="0"/>
              <a:t>之間得干擾，所以只有部分的</a:t>
            </a:r>
            <a:r>
              <a:rPr lang="en-US" altLang="zh-TW" dirty="0"/>
              <a:t>snap-shot</a:t>
            </a:r>
            <a:r>
              <a:rPr lang="zh-TW" altLang="en-US" dirty="0"/>
              <a:t>才合法。</a:t>
            </a:r>
            <a:endParaRPr lang="en-US" altLang="zh-TW" dirty="0"/>
          </a:p>
          <a:p>
            <a:pPr marL="0" lvl="0" indent="0" algn="l" rtl="0">
              <a:spcBef>
                <a:spcPts val="0"/>
              </a:spcBef>
              <a:spcAft>
                <a:spcPts val="0"/>
              </a:spcAft>
              <a:buNone/>
            </a:pPr>
            <a:r>
              <a:rPr lang="en-US" altLang="zh-TW" dirty="0"/>
              <a:t>Slot-time</a:t>
            </a:r>
            <a:r>
              <a:rPr lang="zh-TW" altLang="en-US" dirty="0"/>
              <a:t> </a:t>
            </a:r>
            <a:r>
              <a:rPr lang="en-US" altLang="zh-TW" dirty="0"/>
              <a:t>: </a:t>
            </a:r>
            <a:r>
              <a:rPr lang="zh-TW" altLang="en-US" dirty="0"/>
              <a:t>就是一個</a:t>
            </a:r>
            <a:r>
              <a:rPr lang="en-US" altLang="zh-TW" dirty="0"/>
              <a:t>slot</a:t>
            </a:r>
            <a:r>
              <a:rPr lang="zh-TW" altLang="en-US" dirty="0"/>
              <a:t>所經過的時間，一個</a:t>
            </a:r>
            <a:r>
              <a:rPr lang="en-US" altLang="zh-TW" dirty="0"/>
              <a:t>slot</a:t>
            </a:r>
            <a:r>
              <a:rPr lang="zh-TW" altLang="en-US" dirty="0"/>
              <a:t>是</a:t>
            </a:r>
            <a:r>
              <a:rPr lang="en-US" altLang="zh-TW" dirty="0"/>
              <a:t>hopping</a:t>
            </a:r>
            <a:r>
              <a:rPr lang="zh-TW" altLang="en-US" dirty="0"/>
              <a:t>的最小單位時間，也就是一個</a:t>
            </a:r>
            <a:r>
              <a:rPr lang="en-US" altLang="zh-TW" dirty="0"/>
              <a:t>snap-shot</a:t>
            </a:r>
            <a:r>
              <a:rPr lang="zh-TW" altLang="en-US" dirty="0"/>
              <a:t>維持的最短的時間就是一個</a:t>
            </a:r>
            <a:r>
              <a:rPr lang="en-US" altLang="zh-TW" dirty="0"/>
              <a:t>slot-time.</a:t>
            </a:r>
          </a:p>
        </p:txBody>
      </p:sp>
    </p:spTree>
    <p:extLst>
      <p:ext uri="{BB962C8B-B14F-4D97-AF65-F5344CB8AC3E}">
        <p14:creationId xmlns:p14="http://schemas.microsoft.com/office/powerpoint/2010/main" val="19315937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39700" indent="0">
              <a:buNone/>
            </a:pPr>
            <a:r>
              <a:rPr lang="zh-TW" altLang="en-US" dirty="0"/>
              <a:t>這邊有上實心顏色的</a:t>
            </a:r>
            <a:r>
              <a:rPr lang="en-US" altLang="zh-TW" dirty="0"/>
              <a:t>cluster</a:t>
            </a:r>
            <a:r>
              <a:rPr lang="zh-TW" altLang="en-US" dirty="0"/>
              <a:t>代表是</a:t>
            </a:r>
            <a:r>
              <a:rPr lang="en-US" altLang="zh-TW" dirty="0"/>
              <a:t>active</a:t>
            </a:r>
            <a:r>
              <a:rPr lang="zh-TW" altLang="en-US" dirty="0"/>
              <a:t>的 ，只有線的代表</a:t>
            </a:r>
            <a:r>
              <a:rPr lang="en-US" altLang="zh-TW" dirty="0"/>
              <a:t>inactive</a:t>
            </a:r>
            <a:r>
              <a:rPr lang="zh-TW" altLang="en-US" dirty="0"/>
              <a:t>，這邊</a:t>
            </a:r>
            <a:r>
              <a:rPr lang="en-US" altLang="zh-TW" dirty="0"/>
              <a:t>4</a:t>
            </a:r>
            <a:r>
              <a:rPr lang="zh-TW" altLang="en-US" dirty="0"/>
              <a:t>張圖都是合法的</a:t>
            </a:r>
            <a:r>
              <a:rPr lang="en-US" altLang="zh-TW" dirty="0"/>
              <a:t>snap-shot</a:t>
            </a:r>
            <a:r>
              <a:rPr lang="zh-TW" altLang="en-US" dirty="0"/>
              <a:t>， 因為圖上</a:t>
            </a:r>
            <a:r>
              <a:rPr lang="en-US" altLang="zh-TW" dirty="0"/>
              <a:t>active</a:t>
            </a:r>
            <a:r>
              <a:rPr lang="zh-TW" altLang="en-US" dirty="0"/>
              <a:t>的</a:t>
            </a:r>
            <a:r>
              <a:rPr lang="en-US" altLang="zh-TW" dirty="0"/>
              <a:t>cluster</a:t>
            </a:r>
            <a:r>
              <a:rPr lang="zh-TW" altLang="en-US" dirty="0"/>
              <a:t>之間沒有相連，中間都有至少一個</a:t>
            </a:r>
            <a:r>
              <a:rPr lang="en-US" altLang="zh-TW" dirty="0"/>
              <a:t>inactive cluster</a:t>
            </a:r>
            <a:endParaRPr lang="zh-TW" altLang="en-US" dirty="0"/>
          </a:p>
        </p:txBody>
      </p:sp>
    </p:spTree>
    <p:extLst>
      <p:ext uri="{BB962C8B-B14F-4D97-AF65-F5344CB8AC3E}">
        <p14:creationId xmlns:p14="http://schemas.microsoft.com/office/powerpoint/2010/main" val="24642771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1"/>
        <p:cNvGrpSpPr/>
        <p:nvPr/>
      </p:nvGrpSpPr>
      <p:grpSpPr>
        <a:xfrm>
          <a:off x="0" y="0"/>
          <a:ext cx="0" cy="0"/>
          <a:chOff x="0" y="0"/>
          <a:chExt cx="0" cy="0"/>
        </a:xfrm>
      </p:grpSpPr>
      <p:sp>
        <p:nvSpPr>
          <p:cNvPr id="3902" name="Google Shape;3902;g35f391192_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3" name="Google Shape;3903;g35f391192_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Cluster</a:t>
            </a:r>
            <a:r>
              <a:rPr lang="zh-TW" altLang="en-US" dirty="0"/>
              <a:t>定義是一群相鄰並且</a:t>
            </a:r>
            <a:r>
              <a:rPr lang="en-US" altLang="zh-TW" dirty="0"/>
              <a:t>active</a:t>
            </a:r>
            <a:r>
              <a:rPr lang="zh-TW" altLang="en-US" dirty="0"/>
              <a:t>的</a:t>
            </a:r>
            <a:r>
              <a:rPr lang="en-US" altLang="zh-TW" dirty="0"/>
              <a:t>beams</a:t>
            </a:r>
            <a:r>
              <a:rPr lang="zh-TW" altLang="en-US" dirty="0"/>
              <a:t>，</a:t>
            </a:r>
            <a:r>
              <a:rPr lang="en-US" altLang="zh-TW" dirty="0"/>
              <a:t>cluster</a:t>
            </a:r>
            <a:r>
              <a:rPr lang="zh-TW" altLang="en-US" dirty="0"/>
              <a:t>的形狀沒有限制。</a:t>
            </a:r>
            <a:endParaRPr lang="en-US" altLang="zh-TW" dirty="0"/>
          </a:p>
          <a:p>
            <a:pPr marL="0" lvl="0" indent="0" algn="l" rtl="0">
              <a:spcBef>
                <a:spcPts val="0"/>
              </a:spcBef>
              <a:spcAft>
                <a:spcPts val="0"/>
              </a:spcAft>
              <a:buNone/>
            </a:pPr>
            <a:r>
              <a:rPr lang="en-US" altLang="zh-TW" dirty="0"/>
              <a:t>Snap-shot</a:t>
            </a:r>
            <a:r>
              <a:rPr lang="zh-TW" altLang="en-US" dirty="0"/>
              <a:t>代表著所有</a:t>
            </a:r>
            <a:r>
              <a:rPr lang="en-US" altLang="zh-TW" dirty="0"/>
              <a:t>active cluster </a:t>
            </a:r>
            <a:r>
              <a:rPr lang="zh-TW" altLang="en-US" dirty="0"/>
              <a:t>跟</a:t>
            </a:r>
            <a:r>
              <a:rPr lang="en-US" altLang="zh-TW" dirty="0"/>
              <a:t>inactive</a:t>
            </a:r>
            <a:r>
              <a:rPr lang="zh-TW" altLang="en-US" dirty="0"/>
              <a:t> </a:t>
            </a:r>
            <a:r>
              <a:rPr lang="en-US" altLang="zh-TW" dirty="0"/>
              <a:t>cluster </a:t>
            </a:r>
            <a:r>
              <a:rPr lang="zh-TW" altLang="en-US" dirty="0"/>
              <a:t>的其中一個狀態 也就是所有</a:t>
            </a:r>
            <a:r>
              <a:rPr lang="en-US" altLang="zh-TW" dirty="0"/>
              <a:t>beams</a:t>
            </a:r>
            <a:r>
              <a:rPr lang="zh-TW" altLang="en-US" dirty="0"/>
              <a:t>可能分成什麼</a:t>
            </a:r>
            <a:r>
              <a:rPr lang="en-US" altLang="zh-TW" dirty="0"/>
              <a:t>cluster</a:t>
            </a:r>
            <a:r>
              <a:rPr lang="zh-TW" altLang="en-US" dirty="0"/>
              <a:t>的樣子 ，</a:t>
            </a:r>
            <a:r>
              <a:rPr lang="en-US" altLang="zh-TW" dirty="0"/>
              <a:t>N</a:t>
            </a:r>
            <a:r>
              <a:rPr lang="zh-TW" altLang="en-US" dirty="0"/>
              <a:t>個</a:t>
            </a:r>
            <a:r>
              <a:rPr lang="en-US" altLang="zh-TW" dirty="0"/>
              <a:t>beam</a:t>
            </a:r>
            <a:r>
              <a:rPr lang="zh-TW" altLang="en-US" dirty="0"/>
              <a:t>共可以產生</a:t>
            </a:r>
            <a:r>
              <a:rPr lang="en-US" altLang="zh-TW" dirty="0"/>
              <a:t>2^N</a:t>
            </a:r>
            <a:r>
              <a:rPr lang="zh-TW" altLang="en-US" dirty="0"/>
              <a:t>個</a:t>
            </a:r>
            <a:r>
              <a:rPr lang="en-US" altLang="zh-TW" dirty="0"/>
              <a:t>snap shot</a:t>
            </a:r>
            <a:r>
              <a:rPr lang="zh-TW" altLang="en-US" dirty="0"/>
              <a:t>，但不是每一個</a:t>
            </a:r>
            <a:r>
              <a:rPr lang="en-US" altLang="zh-TW" dirty="0"/>
              <a:t>snap-shot</a:t>
            </a:r>
            <a:r>
              <a:rPr lang="zh-TW" altLang="en-US" dirty="0"/>
              <a:t>都是合法的，因為總</a:t>
            </a:r>
            <a:r>
              <a:rPr lang="en-US" altLang="zh-TW" dirty="0"/>
              <a:t>payload </a:t>
            </a:r>
            <a:r>
              <a:rPr lang="zh-TW" altLang="en-US" dirty="0"/>
              <a:t>有限制，同時也要減少</a:t>
            </a:r>
            <a:r>
              <a:rPr lang="en-US" altLang="zh-TW" dirty="0"/>
              <a:t>cluster</a:t>
            </a:r>
            <a:r>
              <a:rPr lang="zh-TW" altLang="en-US" dirty="0"/>
              <a:t>之間得干擾，所以只有部分的</a:t>
            </a:r>
            <a:r>
              <a:rPr lang="en-US" altLang="zh-TW" dirty="0"/>
              <a:t>snap-shot</a:t>
            </a:r>
            <a:r>
              <a:rPr lang="zh-TW" altLang="en-US" dirty="0"/>
              <a:t>才合法。</a:t>
            </a:r>
            <a:endParaRPr lang="en-US" altLang="zh-TW" dirty="0"/>
          </a:p>
          <a:p>
            <a:pPr marL="0" lvl="0" indent="0" algn="l" rtl="0">
              <a:spcBef>
                <a:spcPts val="0"/>
              </a:spcBef>
              <a:spcAft>
                <a:spcPts val="0"/>
              </a:spcAft>
              <a:buNone/>
            </a:pPr>
            <a:r>
              <a:rPr lang="en-US" altLang="zh-TW" dirty="0"/>
              <a:t>Slot-time</a:t>
            </a:r>
            <a:r>
              <a:rPr lang="zh-TW" altLang="en-US" dirty="0"/>
              <a:t> </a:t>
            </a:r>
            <a:r>
              <a:rPr lang="en-US" altLang="zh-TW" dirty="0"/>
              <a:t>: </a:t>
            </a:r>
            <a:r>
              <a:rPr lang="zh-TW" altLang="en-US" dirty="0"/>
              <a:t>就是一個</a:t>
            </a:r>
            <a:r>
              <a:rPr lang="en-US" altLang="zh-TW" dirty="0"/>
              <a:t>slot</a:t>
            </a:r>
            <a:r>
              <a:rPr lang="zh-TW" altLang="en-US" dirty="0"/>
              <a:t>所經過的時間，一個</a:t>
            </a:r>
            <a:r>
              <a:rPr lang="en-US" altLang="zh-TW" dirty="0"/>
              <a:t>slot</a:t>
            </a:r>
            <a:r>
              <a:rPr lang="zh-TW" altLang="en-US" dirty="0"/>
              <a:t>是</a:t>
            </a:r>
            <a:r>
              <a:rPr lang="en-US" altLang="zh-TW" dirty="0"/>
              <a:t>hopping</a:t>
            </a:r>
            <a:r>
              <a:rPr lang="zh-TW" altLang="en-US" dirty="0"/>
              <a:t>的最小</a:t>
            </a:r>
            <a:r>
              <a:rPr lang="zh-TW" altLang="en-US"/>
              <a:t>單位時間。</a:t>
            </a:r>
            <a:endParaRPr lang="en-US" altLang="zh-TW" dirty="0"/>
          </a:p>
        </p:txBody>
      </p:sp>
    </p:spTree>
    <p:extLst>
      <p:ext uri="{BB962C8B-B14F-4D97-AF65-F5344CB8AC3E}">
        <p14:creationId xmlns:p14="http://schemas.microsoft.com/office/powerpoint/2010/main" val="23121533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lang="zh-TW" altLang="en-US" dirty="0"/>
              <a:t>每一格都是一個</a:t>
            </a:r>
            <a:r>
              <a:rPr lang="en-US" altLang="zh-TW" dirty="0"/>
              <a:t>time slot</a:t>
            </a:r>
            <a:r>
              <a:rPr lang="zh-TW" altLang="en-US" dirty="0"/>
              <a:t>， 不同顏色就代表著她換了一個</a:t>
            </a:r>
            <a:r>
              <a:rPr lang="en-US" altLang="zh-TW" dirty="0"/>
              <a:t>snap shot</a:t>
            </a:r>
            <a:r>
              <a:rPr lang="zh-TW" altLang="en-US" dirty="0"/>
              <a:t>， </a:t>
            </a:r>
          </a:p>
        </p:txBody>
      </p:sp>
    </p:spTree>
    <p:extLst>
      <p:ext uri="{BB962C8B-B14F-4D97-AF65-F5344CB8AC3E}">
        <p14:creationId xmlns:p14="http://schemas.microsoft.com/office/powerpoint/2010/main" val="25505439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4"/>
        <p:cNvGrpSpPr/>
        <p:nvPr/>
      </p:nvGrpSpPr>
      <p:grpSpPr>
        <a:xfrm>
          <a:off x="0" y="0"/>
          <a:ext cx="0" cy="0"/>
          <a:chOff x="0" y="0"/>
          <a:chExt cx="0" cy="0"/>
        </a:xfrm>
      </p:grpSpPr>
      <p:sp>
        <p:nvSpPr>
          <p:cNvPr id="3855" name="Google Shape;3855;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56" name="Google Shape;3856;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每個</a:t>
            </a:r>
            <a:r>
              <a:rPr lang="en-US" altLang="zh-TW" dirty="0"/>
              <a:t>beam </a:t>
            </a:r>
            <a:r>
              <a:rPr lang="zh-TW" altLang="en-US" dirty="0"/>
              <a:t>都有一個</a:t>
            </a:r>
            <a:r>
              <a:rPr lang="en-US" altLang="zh-TW" dirty="0"/>
              <a:t>demand capacity</a:t>
            </a:r>
            <a:r>
              <a:rPr lang="zh-TW" altLang="en-US" dirty="0"/>
              <a:t>， 那一個</a:t>
            </a:r>
            <a:r>
              <a:rPr lang="en-US" altLang="zh-TW" dirty="0"/>
              <a:t>cluster </a:t>
            </a:r>
            <a:r>
              <a:rPr lang="zh-TW" altLang="en-US" dirty="0"/>
              <a:t>的總和</a:t>
            </a:r>
            <a:r>
              <a:rPr lang="en-US" altLang="zh-TW" dirty="0"/>
              <a:t>demand capacity </a:t>
            </a:r>
            <a:r>
              <a:rPr lang="zh-TW" altLang="en-US" dirty="0"/>
              <a:t>就是將</a:t>
            </a:r>
            <a:r>
              <a:rPr lang="en-US" altLang="zh-TW" dirty="0"/>
              <a:t>cluster</a:t>
            </a:r>
            <a:r>
              <a:rPr lang="zh-TW" altLang="en-US" dirty="0"/>
              <a:t>裡所有的</a:t>
            </a:r>
            <a:r>
              <a:rPr lang="en-US" altLang="zh-TW" dirty="0"/>
              <a:t>beam</a:t>
            </a:r>
            <a:r>
              <a:rPr lang="zh-TW" altLang="en-US" dirty="0"/>
              <a:t>全部加總。</a:t>
            </a:r>
            <a:endParaRPr lang="en-US" altLang="zh-TW" dirty="0"/>
          </a:p>
          <a:p>
            <a:pPr marL="0" lvl="0" indent="0" algn="l" rtl="0">
              <a:spcBef>
                <a:spcPts val="0"/>
              </a:spcBef>
              <a:spcAft>
                <a:spcPts val="0"/>
              </a:spcAft>
              <a:buNone/>
            </a:pPr>
            <a:r>
              <a:rPr lang="en-US" altLang="zh-TW" dirty="0"/>
              <a:t>Hopping window</a:t>
            </a:r>
            <a:r>
              <a:rPr lang="zh-TW" altLang="en-US" dirty="0"/>
              <a:t>是指整個完整的輪替需要的時間</a:t>
            </a:r>
            <a:endParaRPr lang="en-US" altLang="zh-TW" dirty="0"/>
          </a:p>
          <a:p>
            <a:pPr marL="0" lvl="0" indent="0" algn="l" rtl="0">
              <a:spcBef>
                <a:spcPts val="0"/>
              </a:spcBef>
              <a:spcAft>
                <a:spcPts val="0"/>
              </a:spcAft>
              <a:buNone/>
            </a:pPr>
            <a:endParaRPr lang="en-US" altLang="zh-TW" dirty="0"/>
          </a:p>
          <a:p>
            <a:pPr marL="0" lvl="0" indent="0" algn="l" rtl="0">
              <a:spcBef>
                <a:spcPts val="0"/>
              </a:spcBef>
              <a:spcAft>
                <a:spcPts val="0"/>
              </a:spcAft>
              <a:buNone/>
            </a:pPr>
            <a:r>
              <a:rPr lang="en-US" altLang="zh-TW" dirty="0"/>
              <a:t>-</a:t>
            </a:r>
            <a:endParaRPr dirty="0"/>
          </a:p>
        </p:txBody>
      </p:sp>
    </p:spTree>
    <p:extLst>
      <p:ext uri="{BB962C8B-B14F-4D97-AF65-F5344CB8AC3E}">
        <p14:creationId xmlns:p14="http://schemas.microsoft.com/office/powerpoint/2010/main" val="4543625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4"/>
        <p:cNvGrpSpPr/>
        <p:nvPr/>
      </p:nvGrpSpPr>
      <p:grpSpPr>
        <a:xfrm>
          <a:off x="0" y="0"/>
          <a:ext cx="0" cy="0"/>
          <a:chOff x="0" y="0"/>
          <a:chExt cx="0" cy="0"/>
        </a:xfrm>
      </p:grpSpPr>
      <p:sp>
        <p:nvSpPr>
          <p:cNvPr id="3855" name="Google Shape;3855;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56" name="Google Shape;3856;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sz="1100" b="0" i="0" u="none" strike="noStrike" cap="none" dirty="0">
                <a:solidFill>
                  <a:srgbClr val="000000"/>
                </a:solidFill>
                <a:latin typeface="Arial"/>
                <a:ea typeface="Arial"/>
                <a:cs typeface="Arial"/>
                <a:sym typeface="Arial"/>
              </a:rPr>
              <a:t>目的是在不同的跳頻事件中找到</a:t>
            </a:r>
            <a:r>
              <a:rPr lang="en-US" altLang="zh-TW" sz="1100" b="0" i="0" u="none" strike="noStrike" cap="none" dirty="0">
                <a:solidFill>
                  <a:srgbClr val="000000"/>
                </a:solidFill>
                <a:latin typeface="Arial"/>
                <a:ea typeface="Arial"/>
                <a:cs typeface="Arial"/>
                <a:sym typeface="Arial"/>
              </a:rPr>
              <a:t>snap-shot</a:t>
            </a:r>
            <a:r>
              <a:rPr lang="zh-TW" altLang="en-US" sz="1100" b="0" i="0" u="none" strike="noStrike" cap="none" dirty="0">
                <a:solidFill>
                  <a:srgbClr val="000000"/>
                </a:solidFill>
                <a:latin typeface="Arial"/>
                <a:ea typeface="Arial"/>
                <a:cs typeface="Arial"/>
                <a:sym typeface="Arial"/>
              </a:rPr>
              <a:t>，以便公平地滿足用戶的需求，</a:t>
            </a:r>
            <a:endParaRPr lang="en-US" altLang="zh-TW" sz="1100" b="0" i="0" u="none" strike="noStrike" cap="none" dirty="0">
              <a:solidFill>
                <a:srgbClr val="000000"/>
              </a:solidFill>
              <a:latin typeface="Arial"/>
              <a:ea typeface="Arial"/>
              <a:cs typeface="Arial"/>
              <a:sym typeface="Arial"/>
            </a:endParaRPr>
          </a:p>
          <a:p>
            <a:pPr marL="0" lvl="0" indent="0" algn="l" rtl="0">
              <a:spcBef>
                <a:spcPts val="0"/>
              </a:spcBef>
              <a:spcAft>
                <a:spcPts val="0"/>
              </a:spcAft>
              <a:buNone/>
            </a:pPr>
            <a:endParaRPr lang="en-US" altLang="zh-TW" sz="1100" b="0" i="0" u="none" strike="noStrike" cap="none" dirty="0">
              <a:solidFill>
                <a:srgbClr val="000000"/>
              </a:solidFill>
              <a:latin typeface="Arial"/>
              <a:ea typeface="Arial"/>
              <a:cs typeface="Arial"/>
              <a:sym typeface="Arial"/>
            </a:endParaRPr>
          </a:p>
          <a:p>
            <a:pPr marL="0" lvl="0" indent="0" algn="l" rtl="0">
              <a:spcBef>
                <a:spcPts val="0"/>
              </a:spcBef>
              <a:spcAft>
                <a:spcPts val="0"/>
              </a:spcAft>
              <a:buNone/>
            </a:pPr>
            <a:r>
              <a:rPr lang="en-US" altLang="zh-TW" sz="1100" b="0" i="0" u="none" strike="noStrike" cap="none" baseline="0" dirty="0">
                <a:solidFill>
                  <a:srgbClr val="000000"/>
                </a:solidFill>
                <a:latin typeface="Arial"/>
                <a:ea typeface="Arial"/>
                <a:cs typeface="Arial"/>
                <a:sym typeface="Arial"/>
              </a:rPr>
              <a:t>C</a:t>
            </a:r>
            <a:r>
              <a:rPr lang="zh-TW" altLang="en-US" sz="1100" b="0" i="0" u="none" strike="noStrike" cap="none" baseline="0" dirty="0">
                <a:solidFill>
                  <a:srgbClr val="000000"/>
                </a:solidFill>
                <a:latin typeface="Arial"/>
                <a:ea typeface="Arial"/>
                <a:cs typeface="Arial"/>
                <a:sym typeface="Arial"/>
              </a:rPr>
              <a:t>是</a:t>
            </a:r>
            <a:r>
              <a:rPr lang="en-US" altLang="zh-TW" sz="1100" b="0" i="0" u="none" strike="noStrike" cap="none" baseline="0" dirty="0">
                <a:solidFill>
                  <a:srgbClr val="000000"/>
                </a:solidFill>
                <a:latin typeface="Arial"/>
                <a:ea typeface="Arial"/>
                <a:cs typeface="Arial"/>
                <a:sym typeface="Arial"/>
              </a:rPr>
              <a:t>cluster </a:t>
            </a:r>
            <a:r>
              <a:rPr lang="en-US" altLang="zh-TW" sz="1100" b="0" i="1" u="none" strike="noStrike" cap="none" baseline="0" dirty="0">
                <a:solidFill>
                  <a:srgbClr val="000000"/>
                </a:solidFill>
                <a:latin typeface="Arial"/>
                <a:ea typeface="Arial"/>
                <a:cs typeface="Arial"/>
                <a:sym typeface="Arial"/>
              </a:rPr>
              <a:t>j</a:t>
            </a:r>
            <a:r>
              <a:rPr lang="zh-TW" altLang="en-US" sz="1100" b="0" i="0" u="none" strike="noStrike" cap="none" baseline="0" dirty="0">
                <a:solidFill>
                  <a:srgbClr val="000000"/>
                </a:solidFill>
                <a:latin typeface="Arial"/>
                <a:ea typeface="Arial"/>
                <a:cs typeface="Arial"/>
                <a:sym typeface="Arial"/>
              </a:rPr>
              <a:t> 的 </a:t>
            </a:r>
            <a:r>
              <a:rPr lang="en-US" altLang="zh-TW" sz="1100" b="0" i="0" u="none" strike="noStrike" cap="none" baseline="0" dirty="0">
                <a:solidFill>
                  <a:srgbClr val="000000"/>
                </a:solidFill>
                <a:latin typeface="Arial"/>
                <a:ea typeface="Arial"/>
                <a:cs typeface="Arial"/>
                <a:sym typeface="Arial"/>
              </a:rPr>
              <a:t>capacity </a:t>
            </a:r>
            <a:r>
              <a:rPr lang="zh-TW" altLang="en-US" sz="1100" b="0" i="0" u="none" strike="noStrike" cap="none" baseline="0" dirty="0">
                <a:solidFill>
                  <a:srgbClr val="000000"/>
                </a:solidFill>
                <a:latin typeface="Arial"/>
                <a:ea typeface="Arial"/>
                <a:cs typeface="Arial"/>
                <a:sym typeface="Arial"/>
              </a:rPr>
              <a:t>旋轉矩陣</a:t>
            </a:r>
            <a:endParaRPr lang="en-US" altLang="zh-TW" sz="1100" b="0" i="0" u="none" strike="noStrike" cap="none" baseline="0" dirty="0">
              <a:solidFill>
                <a:srgbClr val="000000"/>
              </a:solidFill>
              <a:latin typeface="Arial"/>
              <a:ea typeface="Arial"/>
              <a:cs typeface="Arial"/>
              <a:sym typeface="Arial"/>
            </a:endParaRPr>
          </a:p>
          <a:p>
            <a:pPr marL="0" lvl="0" indent="0" algn="l" rtl="0">
              <a:spcBef>
                <a:spcPts val="0"/>
              </a:spcBef>
              <a:spcAft>
                <a:spcPts val="0"/>
              </a:spcAft>
              <a:buNone/>
            </a:pPr>
            <a:endParaRPr lang="en-US" altLang="zh-TW" sz="1100" b="0" i="0" u="none" strike="noStrike" cap="none" baseline="0" dirty="0">
              <a:solidFill>
                <a:srgbClr val="000000"/>
              </a:solidFill>
              <a:latin typeface="Arial"/>
              <a:ea typeface="Arial"/>
              <a:cs typeface="Arial"/>
              <a:sym typeface="Arial"/>
            </a:endParaRPr>
          </a:p>
          <a:p>
            <a:pPr marL="0" lvl="0" indent="0" algn="l" rtl="0">
              <a:spcBef>
                <a:spcPts val="0"/>
              </a:spcBef>
              <a:spcAft>
                <a:spcPts val="0"/>
              </a:spcAft>
              <a:buNone/>
            </a:pPr>
            <a:r>
              <a:rPr lang="zh-TW" altLang="en-US" sz="1100" b="0" i="0" u="none" strike="noStrike" cap="none" baseline="0" dirty="0">
                <a:solidFill>
                  <a:srgbClr val="000000"/>
                </a:solidFill>
                <a:latin typeface="Arial"/>
                <a:ea typeface="Arial"/>
                <a:cs typeface="Arial"/>
                <a:sym typeface="Arial"/>
              </a:rPr>
              <a:t>在這個問題中為了要找出最佳解，我們用</a:t>
            </a:r>
            <a:r>
              <a:rPr lang="en-US" altLang="zh-TW" sz="1100" b="0" i="0" u="none" strike="noStrike" cap="none" baseline="0" dirty="0">
                <a:solidFill>
                  <a:srgbClr val="000000"/>
                </a:solidFill>
                <a:latin typeface="Arial"/>
                <a:ea typeface="Arial"/>
                <a:cs typeface="Arial"/>
                <a:sym typeface="Arial"/>
              </a:rPr>
              <a:t>m</a:t>
            </a:r>
            <a:r>
              <a:rPr lang="zh-TW" altLang="en-US" sz="1100" b="0" i="0" u="none" strike="noStrike" cap="none" baseline="0" dirty="0">
                <a:solidFill>
                  <a:srgbClr val="000000"/>
                </a:solidFill>
                <a:latin typeface="Arial"/>
                <a:ea typeface="Arial"/>
                <a:cs typeface="Arial"/>
                <a:sym typeface="Arial"/>
              </a:rPr>
              <a:t>，</a:t>
            </a:r>
            <a:r>
              <a:rPr lang="en-US" altLang="zh-TW" sz="1100" b="0" i="0" u="none" strike="noStrike" cap="none" baseline="0" dirty="0">
                <a:solidFill>
                  <a:srgbClr val="000000"/>
                </a:solidFill>
                <a:latin typeface="Arial"/>
                <a:ea typeface="Arial"/>
                <a:cs typeface="Arial"/>
                <a:sym typeface="Arial"/>
              </a:rPr>
              <a:t>p </a:t>
            </a:r>
            <a:r>
              <a:rPr lang="zh-TW" altLang="en-US" sz="1100" b="0" i="0" u="none" strike="noStrike" cap="none" baseline="0" dirty="0">
                <a:solidFill>
                  <a:srgbClr val="000000"/>
                </a:solidFill>
                <a:latin typeface="Arial"/>
                <a:ea typeface="Arial"/>
                <a:cs typeface="Arial"/>
                <a:sym typeface="Arial"/>
              </a:rPr>
              <a:t>代表</a:t>
            </a:r>
            <a:r>
              <a:rPr lang="en-US" altLang="zh-TW" sz="1100" b="0" i="0" u="none" strike="noStrike" cap="none" baseline="0" dirty="0">
                <a:solidFill>
                  <a:srgbClr val="000000"/>
                </a:solidFill>
                <a:latin typeface="Arial"/>
                <a:ea typeface="Arial"/>
                <a:cs typeface="Arial"/>
                <a:sym typeface="Arial"/>
              </a:rPr>
              <a:t>cluster</a:t>
            </a:r>
            <a:r>
              <a:rPr lang="zh-TW" altLang="en-US" sz="1100" b="0" i="0" u="none" strike="noStrike" cap="none" baseline="0" dirty="0">
                <a:solidFill>
                  <a:srgbClr val="000000"/>
                </a:solidFill>
                <a:latin typeface="Arial"/>
                <a:ea typeface="Arial"/>
                <a:cs typeface="Arial"/>
                <a:sym typeface="Arial"/>
              </a:rPr>
              <a:t> </a:t>
            </a:r>
            <a:r>
              <a:rPr lang="en-US" altLang="zh-TW" sz="1100" b="0" i="0" u="none" strike="noStrike" cap="none" baseline="0" dirty="0">
                <a:solidFill>
                  <a:srgbClr val="000000"/>
                </a:solidFill>
                <a:latin typeface="Arial"/>
                <a:ea typeface="Arial"/>
                <a:cs typeface="Arial"/>
                <a:sym typeface="Arial"/>
              </a:rPr>
              <a:t>j</a:t>
            </a:r>
            <a:r>
              <a:rPr lang="zh-TW" altLang="en-US" sz="1100" b="0" i="0" u="none" strike="noStrike" cap="none" baseline="0" dirty="0">
                <a:solidFill>
                  <a:srgbClr val="000000"/>
                </a:solidFill>
                <a:latin typeface="Arial"/>
                <a:ea typeface="Arial"/>
                <a:cs typeface="Arial"/>
                <a:sym typeface="Arial"/>
              </a:rPr>
              <a:t>需要的</a:t>
            </a:r>
            <a:r>
              <a:rPr lang="en-US" altLang="zh-TW" sz="1100" b="0" i="0" u="none" strike="noStrike" cap="none" baseline="0" dirty="0">
                <a:solidFill>
                  <a:srgbClr val="000000"/>
                </a:solidFill>
                <a:latin typeface="Arial"/>
                <a:ea typeface="Arial"/>
                <a:cs typeface="Arial"/>
                <a:sym typeface="Arial"/>
              </a:rPr>
              <a:t>capacity </a:t>
            </a:r>
            <a:r>
              <a:rPr lang="zh-TW" altLang="en-US" sz="1100" b="0" i="0" u="none" strike="noStrike" cap="none" baseline="0" dirty="0">
                <a:solidFill>
                  <a:srgbClr val="000000"/>
                </a:solidFill>
                <a:latin typeface="Arial"/>
                <a:ea typeface="Arial"/>
                <a:cs typeface="Arial"/>
                <a:sym typeface="Arial"/>
              </a:rPr>
              <a:t>的旋轉矩陣，</a:t>
            </a:r>
            <a:r>
              <a:rPr lang="en-US" altLang="zh-TW" sz="1100" b="0" i="0" u="none" strike="noStrike" cap="none" baseline="0" dirty="0">
                <a:solidFill>
                  <a:srgbClr val="000000"/>
                </a:solidFill>
                <a:latin typeface="Arial"/>
                <a:ea typeface="Arial"/>
                <a:cs typeface="Arial"/>
                <a:sym typeface="Arial"/>
              </a:rPr>
              <a:t>s </a:t>
            </a:r>
            <a:r>
              <a:rPr lang="zh-TW" altLang="en-US" sz="1100" b="0" i="0" u="none" strike="noStrike" cap="none" baseline="0" dirty="0">
                <a:solidFill>
                  <a:srgbClr val="000000"/>
                </a:solidFill>
                <a:latin typeface="Arial"/>
                <a:ea typeface="Arial"/>
                <a:cs typeface="Arial"/>
                <a:sym typeface="Arial"/>
              </a:rPr>
              <a:t>代表</a:t>
            </a:r>
            <a:r>
              <a:rPr lang="en-US" altLang="zh-TW" sz="1100" b="0" i="0" u="none" strike="noStrike" cap="none" baseline="0" dirty="0">
                <a:solidFill>
                  <a:srgbClr val="000000"/>
                </a:solidFill>
                <a:latin typeface="Arial"/>
                <a:ea typeface="Arial"/>
                <a:cs typeface="Arial"/>
                <a:sym typeface="Arial"/>
              </a:rPr>
              <a:t>supply capacity</a:t>
            </a:r>
          </a:p>
          <a:p>
            <a:pPr marL="0" lvl="0" indent="0" algn="l" rtl="0">
              <a:spcBef>
                <a:spcPts val="0"/>
              </a:spcBef>
              <a:spcAft>
                <a:spcPts val="0"/>
              </a:spcAft>
              <a:buNone/>
            </a:pPr>
            <a:endParaRPr lang="en-US" altLang="zh-TW" sz="1100" b="0" i="0" u="none" strike="noStrike" cap="none" dirty="0">
              <a:solidFill>
                <a:srgbClr val="000000"/>
              </a:solidFill>
              <a:latin typeface="Arial"/>
              <a:ea typeface="Arial"/>
              <a:cs typeface="Arial"/>
              <a:sym typeface="Arial"/>
            </a:endParaRPr>
          </a:p>
          <a:p>
            <a:pPr marL="0" lvl="0" indent="0" algn="l" rtl="0">
              <a:spcBef>
                <a:spcPts val="0"/>
              </a:spcBef>
              <a:spcAft>
                <a:spcPts val="0"/>
              </a:spcAft>
              <a:buNone/>
            </a:pPr>
            <a:endParaRPr lang="en-US" altLang="zh-TW" dirty="0"/>
          </a:p>
          <a:p>
            <a:pPr marL="0" lvl="0" indent="0" algn="l" rtl="0">
              <a:spcBef>
                <a:spcPts val="0"/>
              </a:spcBef>
              <a:spcAft>
                <a:spcPts val="0"/>
              </a:spcAft>
              <a:buNone/>
            </a:pPr>
            <a:r>
              <a:rPr lang="en-US" altLang="zh-TW" dirty="0"/>
              <a:t>-</a:t>
            </a:r>
            <a:endParaRPr dirty="0"/>
          </a:p>
        </p:txBody>
      </p:sp>
    </p:spTree>
    <p:extLst>
      <p:ext uri="{BB962C8B-B14F-4D97-AF65-F5344CB8AC3E}">
        <p14:creationId xmlns:p14="http://schemas.microsoft.com/office/powerpoint/2010/main" val="21377069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4"/>
        <p:cNvGrpSpPr/>
        <p:nvPr/>
      </p:nvGrpSpPr>
      <p:grpSpPr>
        <a:xfrm>
          <a:off x="0" y="0"/>
          <a:ext cx="0" cy="0"/>
          <a:chOff x="0" y="0"/>
          <a:chExt cx="0" cy="0"/>
        </a:xfrm>
      </p:grpSpPr>
      <p:sp>
        <p:nvSpPr>
          <p:cNvPr id="3855" name="Google Shape;3855;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56" name="Google Shape;3856;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TW" sz="1100" b="0" i="0" u="none" strike="noStrike" cap="none" baseline="0" dirty="0">
                <a:solidFill>
                  <a:srgbClr val="000000"/>
                </a:solidFill>
                <a:latin typeface="Arial"/>
                <a:ea typeface="Arial"/>
                <a:cs typeface="Arial"/>
                <a:sym typeface="Arial"/>
              </a:rPr>
              <a:t>s</a:t>
            </a:r>
            <a:r>
              <a:rPr lang="zh-TW" altLang="en-US" sz="1100" b="0" i="0" u="none" strike="noStrike" cap="none" baseline="0" dirty="0">
                <a:solidFill>
                  <a:srgbClr val="000000"/>
                </a:solidFill>
                <a:latin typeface="Arial"/>
                <a:ea typeface="Arial"/>
                <a:cs typeface="Arial"/>
                <a:sym typeface="Arial"/>
              </a:rPr>
              <a:t>是</a:t>
            </a:r>
            <a:r>
              <a:rPr lang="en-US" altLang="zh-TW" sz="1100" b="0" i="0" u="none" strike="noStrike" cap="none" baseline="0" dirty="0">
                <a:solidFill>
                  <a:srgbClr val="000000"/>
                </a:solidFill>
                <a:latin typeface="Arial"/>
                <a:ea typeface="Arial"/>
                <a:cs typeface="Arial"/>
                <a:sym typeface="Arial"/>
              </a:rPr>
              <a:t>cluster </a:t>
            </a:r>
            <a:r>
              <a:rPr lang="en-US" altLang="zh-TW" sz="1100" b="0" i="1" u="none" strike="noStrike" cap="none" baseline="0" dirty="0">
                <a:solidFill>
                  <a:srgbClr val="000000"/>
                </a:solidFill>
                <a:latin typeface="Arial"/>
                <a:ea typeface="Arial"/>
                <a:cs typeface="Arial"/>
                <a:sym typeface="Arial"/>
              </a:rPr>
              <a:t>j</a:t>
            </a:r>
            <a:r>
              <a:rPr lang="zh-TW" altLang="en-US" sz="1100" b="0" i="0" u="none" strike="noStrike" cap="none" baseline="0" dirty="0">
                <a:solidFill>
                  <a:srgbClr val="000000"/>
                </a:solidFill>
                <a:latin typeface="Arial"/>
                <a:ea typeface="Arial"/>
                <a:cs typeface="Arial"/>
                <a:sym typeface="Arial"/>
              </a:rPr>
              <a:t> 的供給</a:t>
            </a:r>
            <a:r>
              <a:rPr lang="en-US" altLang="zh-TW" sz="1100" b="0" i="0" u="none" strike="noStrike" cap="none" baseline="0" dirty="0">
                <a:solidFill>
                  <a:srgbClr val="000000"/>
                </a:solidFill>
                <a:latin typeface="Arial"/>
                <a:ea typeface="Arial"/>
                <a:cs typeface="Arial"/>
                <a:sym typeface="Arial"/>
              </a:rPr>
              <a:t>capacity </a:t>
            </a:r>
            <a:r>
              <a:rPr lang="zh-TW" altLang="en-US" sz="1100" b="0" i="0" u="none" strike="noStrike" cap="none" baseline="0" dirty="0">
                <a:solidFill>
                  <a:srgbClr val="000000"/>
                </a:solidFill>
                <a:latin typeface="Arial"/>
                <a:ea typeface="Arial"/>
                <a:cs typeface="Arial"/>
                <a:sym typeface="Arial"/>
              </a:rPr>
              <a:t>旋轉矩陣，</a:t>
            </a:r>
            <a:endParaRPr lang="en-US" altLang="zh-TW" sz="1100" b="0" i="0" u="none" strike="noStrike" cap="none" baseline="0" dirty="0">
              <a:solidFill>
                <a:srgbClr val="000000"/>
              </a:solidFill>
              <a:latin typeface="Arial"/>
              <a:ea typeface="Arial"/>
              <a:cs typeface="Arial"/>
              <a:sym typeface="Arial"/>
            </a:endParaRPr>
          </a:p>
          <a:p>
            <a:pPr marL="0" lvl="0" indent="0" algn="l" rtl="0">
              <a:spcBef>
                <a:spcPts val="0"/>
              </a:spcBef>
              <a:spcAft>
                <a:spcPts val="0"/>
              </a:spcAft>
              <a:buNone/>
            </a:pPr>
            <a:endParaRPr lang="en-US" altLang="zh-TW" sz="1100" b="0" i="0" u="none" strike="noStrike" cap="none" baseline="0" dirty="0">
              <a:solidFill>
                <a:srgbClr val="000000"/>
              </a:solidFill>
              <a:latin typeface="Arial"/>
              <a:ea typeface="Arial"/>
              <a:cs typeface="Arial"/>
              <a:sym typeface="Arial"/>
            </a:endParaRPr>
          </a:p>
          <a:p>
            <a:pPr marL="0" lvl="0" indent="0" algn="l" rtl="0">
              <a:spcBef>
                <a:spcPts val="0"/>
              </a:spcBef>
              <a:spcAft>
                <a:spcPts val="0"/>
              </a:spcAft>
              <a:buNone/>
            </a:pPr>
            <a:r>
              <a:rPr lang="en-US" altLang="zh-TW" sz="1100" dirty="0"/>
              <a:t>The CH illumination pattern design problem </a:t>
            </a:r>
            <a:r>
              <a:rPr lang="zh-TW" altLang="en-US" sz="1100" dirty="0"/>
              <a:t>簡單來說是要最大化  </a:t>
            </a:r>
            <a:r>
              <a:rPr lang="en-US" altLang="zh-TW" sz="1100" dirty="0"/>
              <a:t>supply</a:t>
            </a:r>
            <a:r>
              <a:rPr lang="zh-TW" altLang="en-US" sz="1100" dirty="0"/>
              <a:t> </a:t>
            </a:r>
            <a:r>
              <a:rPr lang="en-US" altLang="zh-TW" sz="1100" dirty="0"/>
              <a:t>capacity </a:t>
            </a:r>
            <a:r>
              <a:rPr lang="zh-TW" altLang="en-US" sz="1100" dirty="0"/>
              <a:t>與 </a:t>
            </a:r>
            <a:r>
              <a:rPr lang="en-US" altLang="zh-TW" sz="1100" dirty="0"/>
              <a:t>demand</a:t>
            </a:r>
            <a:r>
              <a:rPr lang="zh-TW" altLang="en-US" sz="1100" dirty="0"/>
              <a:t> </a:t>
            </a:r>
            <a:r>
              <a:rPr lang="en-US" altLang="zh-TW" sz="1100" dirty="0"/>
              <a:t>capacity</a:t>
            </a:r>
            <a:r>
              <a:rPr lang="zh-TW" altLang="en-US" sz="1100" dirty="0"/>
              <a:t>的比值</a:t>
            </a:r>
            <a:endParaRPr lang="en-US" altLang="zh-TW" sz="1100" dirty="0"/>
          </a:p>
          <a:p>
            <a:pPr marL="0" lvl="0" indent="0" algn="l" rtl="0">
              <a:spcBef>
                <a:spcPts val="0"/>
              </a:spcBef>
              <a:spcAft>
                <a:spcPts val="0"/>
              </a:spcAft>
              <a:buNone/>
            </a:pPr>
            <a:endParaRPr lang="en-US" altLang="zh-TW" sz="1100" b="0" i="0" u="none" strike="noStrike" cap="none" baseline="0" dirty="0">
              <a:solidFill>
                <a:srgbClr val="000000"/>
              </a:solidFill>
              <a:latin typeface="Arial"/>
              <a:ea typeface="Arial"/>
              <a:cs typeface="Arial"/>
              <a:sym typeface="Arial"/>
            </a:endParaRPr>
          </a:p>
          <a:p>
            <a:pPr marL="0" lvl="0" indent="0" algn="l" rtl="0">
              <a:spcBef>
                <a:spcPts val="0"/>
              </a:spcBef>
              <a:spcAft>
                <a:spcPts val="0"/>
              </a:spcAft>
              <a:buNone/>
            </a:pPr>
            <a:endParaRPr lang="en-US" altLang="zh-TW" sz="1100" b="0" i="0" u="none" strike="noStrike" cap="none" baseline="0" dirty="0">
              <a:solidFill>
                <a:srgbClr val="000000"/>
              </a:solidFill>
              <a:latin typeface="Arial"/>
              <a:ea typeface="Arial"/>
              <a:cs typeface="Arial"/>
              <a:sym typeface="Arial"/>
            </a:endParaRPr>
          </a:p>
          <a:p>
            <a:pPr marL="0" lvl="0" indent="0" algn="l" rtl="0">
              <a:spcBef>
                <a:spcPts val="0"/>
              </a:spcBef>
              <a:spcAft>
                <a:spcPts val="0"/>
              </a:spcAft>
              <a:buNone/>
            </a:pPr>
            <a:endParaRPr lang="en-US" altLang="zh-TW" sz="1100" b="0" i="0" u="none" strike="noStrike" cap="none" dirty="0">
              <a:solidFill>
                <a:srgbClr val="000000"/>
              </a:solidFill>
              <a:latin typeface="Arial"/>
              <a:ea typeface="Arial"/>
              <a:cs typeface="Arial"/>
              <a:sym typeface="Arial"/>
            </a:endParaRPr>
          </a:p>
          <a:p>
            <a:pPr marL="0" lvl="0" indent="0" algn="l" rtl="0">
              <a:spcBef>
                <a:spcPts val="0"/>
              </a:spcBef>
              <a:spcAft>
                <a:spcPts val="0"/>
              </a:spcAft>
              <a:buNone/>
            </a:pPr>
            <a:endParaRPr lang="en-US" altLang="zh-TW" dirty="0"/>
          </a:p>
          <a:p>
            <a:pPr marL="0" lvl="0" indent="0" algn="l" rtl="0">
              <a:spcBef>
                <a:spcPts val="0"/>
              </a:spcBef>
              <a:spcAft>
                <a:spcPts val="0"/>
              </a:spcAft>
              <a:buNone/>
            </a:pPr>
            <a:r>
              <a:rPr lang="en-US" altLang="zh-TW" dirty="0"/>
              <a:t>-</a:t>
            </a:r>
            <a:endParaRPr dirty="0"/>
          </a:p>
        </p:txBody>
      </p:sp>
    </p:spTree>
    <p:extLst>
      <p:ext uri="{BB962C8B-B14F-4D97-AF65-F5344CB8AC3E}">
        <p14:creationId xmlns:p14="http://schemas.microsoft.com/office/powerpoint/2010/main" val="2863642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4"/>
        <p:cNvGrpSpPr/>
        <p:nvPr/>
      </p:nvGrpSpPr>
      <p:grpSpPr>
        <a:xfrm>
          <a:off x="0" y="0"/>
          <a:ext cx="0" cy="0"/>
          <a:chOff x="0" y="0"/>
          <a:chExt cx="0" cy="0"/>
        </a:xfrm>
      </p:grpSpPr>
      <p:sp>
        <p:nvSpPr>
          <p:cNvPr id="3855" name="Google Shape;3855;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56" name="Google Shape;3856;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sz="1100" b="0" i="0" u="none" strike="noStrike" cap="none" baseline="0" dirty="0">
                <a:solidFill>
                  <a:srgbClr val="000000"/>
                </a:solidFill>
                <a:latin typeface="Arial"/>
                <a:ea typeface="Arial"/>
                <a:cs typeface="Arial"/>
                <a:sym typeface="Arial"/>
              </a:rPr>
              <a:t>第一行是在限制每個</a:t>
            </a:r>
            <a:r>
              <a:rPr lang="en-US" altLang="zh-TW" sz="1100" b="0" i="0" u="none" strike="noStrike" cap="none" baseline="0" dirty="0">
                <a:solidFill>
                  <a:srgbClr val="000000"/>
                </a:solidFill>
                <a:latin typeface="Arial"/>
                <a:ea typeface="Arial"/>
                <a:cs typeface="Arial"/>
                <a:sym typeface="Arial"/>
              </a:rPr>
              <a:t>time slot</a:t>
            </a:r>
            <a:r>
              <a:rPr lang="zh-TW" altLang="en-US" sz="1100" b="0" i="0" u="none" strike="noStrike" cap="none" baseline="0" dirty="0">
                <a:solidFill>
                  <a:srgbClr val="000000"/>
                </a:solidFill>
                <a:latin typeface="Arial"/>
                <a:ea typeface="Arial"/>
                <a:cs typeface="Arial"/>
                <a:sym typeface="Arial"/>
              </a:rPr>
              <a:t>中的</a:t>
            </a:r>
            <a:r>
              <a:rPr lang="en-US" altLang="zh-TW" sz="1100" b="0" i="0" u="none" strike="noStrike" cap="none" baseline="0" dirty="0">
                <a:solidFill>
                  <a:srgbClr val="000000"/>
                </a:solidFill>
                <a:latin typeface="Arial"/>
                <a:ea typeface="Arial"/>
                <a:cs typeface="Arial"/>
                <a:sym typeface="Arial"/>
              </a:rPr>
              <a:t>cluster </a:t>
            </a:r>
            <a:r>
              <a:rPr lang="zh-TW" altLang="en-US" sz="1100" b="0" i="0" u="none" strike="noStrike" cap="none" baseline="0" dirty="0">
                <a:solidFill>
                  <a:srgbClr val="000000"/>
                </a:solidFill>
                <a:latin typeface="Arial"/>
                <a:ea typeface="Arial"/>
                <a:cs typeface="Arial"/>
                <a:sym typeface="Arial"/>
              </a:rPr>
              <a:t>數量</a:t>
            </a:r>
            <a:endParaRPr lang="en-US" altLang="zh-TW" sz="1100" b="0" i="0" u="none" strike="noStrike" cap="none" baseline="0" dirty="0">
              <a:solidFill>
                <a:srgbClr val="000000"/>
              </a:solidFill>
              <a:latin typeface="Arial"/>
              <a:ea typeface="Arial"/>
              <a:cs typeface="Arial"/>
              <a:sym typeface="Arial"/>
            </a:endParaRPr>
          </a:p>
          <a:p>
            <a:pPr marL="0" lvl="0" indent="0" algn="l" rtl="0">
              <a:spcBef>
                <a:spcPts val="0"/>
              </a:spcBef>
              <a:spcAft>
                <a:spcPts val="0"/>
              </a:spcAft>
              <a:buNone/>
            </a:pPr>
            <a:r>
              <a:rPr lang="zh-TW" altLang="en-US" sz="1100" b="0" i="0" u="none" strike="noStrike" cap="none" baseline="0" dirty="0">
                <a:solidFill>
                  <a:srgbClr val="000000"/>
                </a:solidFill>
                <a:latin typeface="Arial"/>
                <a:ea typeface="Arial"/>
                <a:cs typeface="Arial"/>
                <a:sym typeface="Arial"/>
              </a:rPr>
              <a:t>第二行的限制式，裡面的</a:t>
            </a:r>
            <a:r>
              <a:rPr lang="en-US" altLang="zh-TW" sz="1100" b="0" i="0" u="none" strike="noStrike" cap="none" baseline="0" dirty="0">
                <a:solidFill>
                  <a:srgbClr val="000000"/>
                </a:solidFill>
                <a:latin typeface="Arial"/>
                <a:ea typeface="Arial"/>
                <a:cs typeface="Arial"/>
                <a:sym typeface="Arial"/>
              </a:rPr>
              <a:t>Ui </a:t>
            </a:r>
            <a:r>
              <a:rPr lang="zh-TW" altLang="en-US" sz="1100" b="0" i="0" u="none" strike="noStrike" cap="none" baseline="0" dirty="0">
                <a:solidFill>
                  <a:srgbClr val="000000"/>
                </a:solidFill>
                <a:latin typeface="Arial"/>
                <a:ea typeface="Arial"/>
                <a:cs typeface="Arial"/>
                <a:sym typeface="Arial"/>
              </a:rPr>
              <a:t>是優化變數的</a:t>
            </a:r>
            <a:r>
              <a:rPr lang="en-US" altLang="zh-TW" sz="1100" b="0" i="0" u="none" strike="noStrike" cap="none" baseline="0" dirty="0">
                <a:solidFill>
                  <a:srgbClr val="000000"/>
                </a:solidFill>
                <a:latin typeface="Arial"/>
                <a:ea typeface="Arial"/>
                <a:cs typeface="Arial"/>
                <a:sym typeface="Arial"/>
              </a:rPr>
              <a:t>binary vector</a:t>
            </a:r>
            <a:r>
              <a:rPr lang="zh-TW" altLang="en-US" sz="1100" b="0" i="0" u="none" strike="noStrike" cap="none" baseline="0" dirty="0">
                <a:solidFill>
                  <a:srgbClr val="000000"/>
                </a:solidFill>
                <a:latin typeface="Arial"/>
                <a:ea typeface="Arial"/>
                <a:cs typeface="Arial"/>
                <a:sym typeface="Arial"/>
              </a:rPr>
              <a:t>，  </a:t>
            </a:r>
            <a:r>
              <a:rPr lang="en-US" altLang="zh-TW" sz="1100" b="0" i="0" u="none" strike="noStrike" cap="none" baseline="0" dirty="0">
                <a:solidFill>
                  <a:srgbClr val="000000"/>
                </a:solidFill>
                <a:latin typeface="Arial"/>
                <a:ea typeface="Arial"/>
                <a:cs typeface="Arial"/>
                <a:sym typeface="Arial"/>
              </a:rPr>
              <a:t>A</a:t>
            </a:r>
            <a:r>
              <a:rPr lang="zh-TW" altLang="en-US" sz="1100" b="0" i="0" u="none" strike="noStrike" cap="none" baseline="0" dirty="0">
                <a:solidFill>
                  <a:srgbClr val="000000"/>
                </a:solidFill>
                <a:latin typeface="Arial"/>
                <a:ea typeface="Arial"/>
                <a:cs typeface="Arial"/>
                <a:sym typeface="Arial"/>
              </a:rPr>
              <a:t>是一個</a:t>
            </a:r>
            <a:r>
              <a:rPr lang="en-US" altLang="zh-TW" sz="1100" b="0" i="0" u="none" strike="noStrike" cap="none" baseline="0" dirty="0">
                <a:solidFill>
                  <a:srgbClr val="000000"/>
                </a:solidFill>
                <a:latin typeface="Arial"/>
                <a:ea typeface="Arial"/>
                <a:cs typeface="Arial"/>
                <a:sym typeface="Arial"/>
              </a:rPr>
              <a:t>binary adjacency matrix</a:t>
            </a:r>
            <a:r>
              <a:rPr lang="zh-TW" altLang="en-US" sz="1100" b="0" i="0" u="none" strike="noStrike" cap="none" baseline="0" dirty="0">
                <a:solidFill>
                  <a:srgbClr val="000000"/>
                </a:solidFill>
                <a:latin typeface="Arial"/>
                <a:ea typeface="Arial"/>
                <a:cs typeface="Arial"/>
                <a:sym typeface="Arial"/>
              </a:rPr>
              <a:t> ，表示</a:t>
            </a:r>
            <a:r>
              <a:rPr lang="en-US" altLang="zh-TW" sz="1100" b="0" i="0" u="none" strike="noStrike" cap="none" baseline="0" dirty="0">
                <a:solidFill>
                  <a:srgbClr val="000000"/>
                </a:solidFill>
                <a:latin typeface="Arial"/>
                <a:ea typeface="Arial"/>
                <a:cs typeface="Arial"/>
                <a:sym typeface="Arial"/>
              </a:rPr>
              <a:t>cluster</a:t>
            </a:r>
            <a:r>
              <a:rPr lang="zh-TW" altLang="en-US" sz="1100" b="0" i="0" u="none" strike="noStrike" cap="none" baseline="0" dirty="0">
                <a:solidFill>
                  <a:srgbClr val="000000"/>
                </a:solidFill>
                <a:latin typeface="Arial"/>
                <a:ea typeface="Arial"/>
                <a:cs typeface="Arial"/>
                <a:sym typeface="Arial"/>
              </a:rPr>
              <a:t>之間是否有相連，若是相連就存</a:t>
            </a:r>
            <a:r>
              <a:rPr lang="en-US" altLang="zh-TW" sz="1100" b="0" i="0" u="none" strike="noStrike" cap="none" baseline="0" dirty="0">
                <a:solidFill>
                  <a:srgbClr val="000000"/>
                </a:solidFill>
                <a:latin typeface="Arial"/>
                <a:ea typeface="Arial"/>
                <a:cs typeface="Arial"/>
                <a:sym typeface="Arial"/>
              </a:rPr>
              <a:t>1</a:t>
            </a:r>
            <a:r>
              <a:rPr lang="zh-TW" altLang="en-US" sz="1100" b="0" i="0" u="none" strike="noStrike" cap="none" baseline="0" dirty="0">
                <a:solidFill>
                  <a:srgbClr val="000000"/>
                </a:solidFill>
                <a:latin typeface="Arial"/>
                <a:ea typeface="Arial"/>
                <a:cs typeface="Arial"/>
                <a:sym typeface="Arial"/>
              </a:rPr>
              <a:t>，不相連就存</a:t>
            </a:r>
            <a:r>
              <a:rPr lang="en-US" altLang="zh-TW" sz="1100" b="0" i="0" u="none" strike="noStrike" cap="none" baseline="0" dirty="0">
                <a:solidFill>
                  <a:srgbClr val="000000"/>
                </a:solidFill>
                <a:latin typeface="Arial"/>
                <a:ea typeface="Arial"/>
                <a:cs typeface="Arial"/>
                <a:sym typeface="Arial"/>
              </a:rPr>
              <a:t>0</a:t>
            </a:r>
            <a:r>
              <a:rPr lang="zh-TW" altLang="en-US" sz="1100" b="0" i="0" u="none" strike="noStrike" cap="none" baseline="0" dirty="0">
                <a:solidFill>
                  <a:srgbClr val="000000"/>
                </a:solidFill>
                <a:latin typeface="Arial"/>
                <a:ea typeface="Arial"/>
                <a:cs typeface="Arial"/>
                <a:sym typeface="Arial"/>
              </a:rPr>
              <a:t>， 那這邊規定要等於</a:t>
            </a:r>
            <a:r>
              <a:rPr lang="en-US" altLang="zh-TW" sz="1100" b="0" i="0" u="none" strike="noStrike" cap="none" baseline="0" dirty="0">
                <a:solidFill>
                  <a:srgbClr val="000000"/>
                </a:solidFill>
                <a:latin typeface="Arial"/>
                <a:ea typeface="Arial"/>
                <a:cs typeface="Arial"/>
                <a:sym typeface="Arial"/>
              </a:rPr>
              <a:t>0</a:t>
            </a:r>
            <a:r>
              <a:rPr lang="zh-TW" altLang="en-US" sz="1100" b="0" i="0" u="none" strike="noStrike" cap="none" baseline="0" dirty="0">
                <a:solidFill>
                  <a:srgbClr val="000000"/>
                </a:solidFill>
                <a:latin typeface="Arial"/>
                <a:ea typeface="Arial"/>
                <a:cs typeface="Arial"/>
                <a:sym typeface="Arial"/>
              </a:rPr>
              <a:t> 也就代表</a:t>
            </a:r>
            <a:r>
              <a:rPr lang="en-US" altLang="zh-TW" sz="1100" b="0" i="0" u="none" strike="noStrike" cap="none" baseline="0" dirty="0">
                <a:solidFill>
                  <a:srgbClr val="000000"/>
                </a:solidFill>
                <a:latin typeface="Arial"/>
                <a:ea typeface="Arial"/>
                <a:cs typeface="Arial"/>
                <a:sym typeface="Arial"/>
              </a:rPr>
              <a:t>cluster</a:t>
            </a:r>
            <a:r>
              <a:rPr lang="zh-TW" altLang="en-US" sz="1100" b="0" i="0" u="none" strike="noStrike" cap="none" baseline="0" dirty="0">
                <a:solidFill>
                  <a:srgbClr val="000000"/>
                </a:solidFill>
                <a:latin typeface="Arial"/>
                <a:ea typeface="Arial"/>
                <a:cs typeface="Arial"/>
                <a:sym typeface="Arial"/>
              </a:rPr>
              <a:t>之間不可以相連。</a:t>
            </a:r>
            <a:endParaRPr lang="en-US" altLang="zh-TW" sz="1100" b="0" i="0" u="none" strike="noStrike" cap="none" baseline="0" dirty="0">
              <a:solidFill>
                <a:srgbClr val="000000"/>
              </a:solidFill>
              <a:latin typeface="Arial"/>
              <a:ea typeface="Arial"/>
              <a:cs typeface="Arial"/>
              <a:sym typeface="Arial"/>
            </a:endParaRPr>
          </a:p>
          <a:p>
            <a:pPr marL="0" lvl="0" indent="0" algn="l" rtl="0">
              <a:spcBef>
                <a:spcPts val="0"/>
              </a:spcBef>
              <a:spcAft>
                <a:spcPts val="0"/>
              </a:spcAft>
              <a:buNone/>
            </a:pPr>
            <a:r>
              <a:rPr lang="zh-TW" altLang="en-US" sz="1100" b="0" i="0" u="none" strike="noStrike" cap="none" baseline="0" dirty="0">
                <a:solidFill>
                  <a:srgbClr val="000000"/>
                </a:solidFill>
                <a:latin typeface="Arial"/>
                <a:ea typeface="Arial"/>
                <a:cs typeface="Arial"/>
                <a:sym typeface="Arial"/>
              </a:rPr>
              <a:t>第三行是  </a:t>
            </a:r>
            <a:r>
              <a:rPr lang="en-US" altLang="zh-TW" sz="1100" b="0" i="0" u="none" strike="noStrike" cap="none" baseline="0" dirty="0">
                <a:solidFill>
                  <a:srgbClr val="000000"/>
                </a:solidFill>
                <a:latin typeface="Arial"/>
                <a:ea typeface="Arial"/>
                <a:cs typeface="Arial"/>
                <a:sym typeface="Arial"/>
              </a:rPr>
              <a:t>s</a:t>
            </a:r>
            <a:r>
              <a:rPr lang="zh-TW" altLang="en-US" sz="1100" b="0" i="0" u="none" strike="noStrike" cap="none" baseline="0" dirty="0">
                <a:solidFill>
                  <a:srgbClr val="000000"/>
                </a:solidFill>
                <a:latin typeface="Arial"/>
                <a:ea typeface="Arial"/>
                <a:cs typeface="Arial"/>
                <a:sym typeface="Arial"/>
              </a:rPr>
              <a:t> 是</a:t>
            </a:r>
            <a:r>
              <a:rPr lang="en-US" altLang="zh-TW" sz="1100" b="0" i="0" u="none" strike="noStrike" cap="none" baseline="0" dirty="0">
                <a:solidFill>
                  <a:srgbClr val="000000"/>
                </a:solidFill>
                <a:latin typeface="Arial"/>
                <a:ea typeface="Arial"/>
                <a:cs typeface="Arial"/>
                <a:sym typeface="Arial"/>
              </a:rPr>
              <a:t>supply matrix, u</a:t>
            </a:r>
            <a:r>
              <a:rPr lang="zh-TW" altLang="en-US" sz="1100" b="0" i="0" u="none" strike="noStrike" cap="none" baseline="0" dirty="0">
                <a:solidFill>
                  <a:srgbClr val="000000"/>
                </a:solidFill>
                <a:latin typeface="Arial"/>
                <a:ea typeface="Arial"/>
                <a:cs typeface="Arial"/>
                <a:sym typeface="Arial"/>
              </a:rPr>
              <a:t>跟</a:t>
            </a:r>
            <a:r>
              <a:rPr lang="en-US" altLang="zh-TW" sz="1100" b="0" i="0" u="none" strike="noStrike" cap="none" baseline="0" dirty="0">
                <a:solidFill>
                  <a:srgbClr val="000000"/>
                </a:solidFill>
                <a:latin typeface="Arial"/>
                <a:ea typeface="Arial"/>
                <a:cs typeface="Arial"/>
                <a:sym typeface="Arial"/>
              </a:rPr>
              <a:t>p</a:t>
            </a:r>
            <a:r>
              <a:rPr lang="zh-TW" altLang="en-US" sz="1100" b="0" i="0" u="none" strike="noStrike" cap="none" baseline="0" dirty="0">
                <a:solidFill>
                  <a:srgbClr val="000000"/>
                </a:solidFill>
                <a:latin typeface="Arial"/>
                <a:ea typeface="Arial"/>
                <a:cs typeface="Arial"/>
                <a:sym typeface="Arial"/>
              </a:rPr>
              <a:t>做阿達瑪運算後的結果。</a:t>
            </a:r>
            <a:endParaRPr lang="en-US" altLang="zh-TW" sz="1100" b="0" i="0" u="none" strike="noStrike" cap="none" baseline="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1986362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0"/>
        <p:cNvGrpSpPr/>
        <p:nvPr/>
      </p:nvGrpSpPr>
      <p:grpSpPr>
        <a:xfrm>
          <a:off x="0" y="0"/>
          <a:ext cx="0" cy="0"/>
          <a:chOff x="0" y="0"/>
          <a:chExt cx="0" cy="0"/>
        </a:xfrm>
      </p:grpSpPr>
      <p:sp>
        <p:nvSpPr>
          <p:cNvPr id="3861" name="Google Shape;3861;g35f391192_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2" name="Google Shape;3862;g35f391192_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由於使用</a:t>
            </a:r>
            <a:r>
              <a:rPr lang="en-US" altLang="zh-TW" dirty="0"/>
              <a:t>full frequency reuse</a:t>
            </a:r>
            <a:r>
              <a:rPr lang="zh-TW" altLang="en-US" dirty="0"/>
              <a:t>為每個波束提供服務，因此我們同時必須要解決同通道干擾。因此這邊作者將</a:t>
            </a:r>
            <a:r>
              <a:rPr lang="en-US" altLang="zh-TW" dirty="0"/>
              <a:t>cluster</a:t>
            </a:r>
            <a:r>
              <a:rPr lang="zh-TW" altLang="en-US" dirty="0"/>
              <a:t>內的干擾用</a:t>
            </a:r>
            <a:r>
              <a:rPr lang="en-US" altLang="zh-TW" dirty="0"/>
              <a:t>precoding </a:t>
            </a:r>
            <a:r>
              <a:rPr lang="zh-TW" altLang="en-US" dirty="0"/>
              <a:t>的方式解決。</a:t>
            </a: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6"/>
        <p:cNvGrpSpPr/>
        <p:nvPr/>
      </p:nvGrpSpPr>
      <p:grpSpPr>
        <a:xfrm>
          <a:off x="0" y="0"/>
          <a:ext cx="0" cy="0"/>
          <a:chOff x="0" y="0"/>
          <a:chExt cx="0" cy="0"/>
        </a:xfrm>
      </p:grpSpPr>
      <p:sp>
        <p:nvSpPr>
          <p:cNvPr id="3867" name="Google Shape;386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8" name="Google Shape;386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6"/>
        <p:cNvGrpSpPr/>
        <p:nvPr/>
      </p:nvGrpSpPr>
      <p:grpSpPr>
        <a:xfrm>
          <a:off x="0" y="0"/>
          <a:ext cx="0" cy="0"/>
          <a:chOff x="0" y="0"/>
          <a:chExt cx="0" cy="0"/>
        </a:xfrm>
      </p:grpSpPr>
      <p:sp>
        <p:nvSpPr>
          <p:cNvPr id="3867" name="Google Shape;386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8" name="Google Shape;386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sz="1100" b="0" i="0" u="none" strike="noStrike" cap="none" dirty="0">
                <a:solidFill>
                  <a:srgbClr val="000000"/>
                </a:solidFill>
                <a:effectLst/>
                <a:latin typeface="Arial"/>
                <a:ea typeface="Arial"/>
                <a:cs typeface="Arial"/>
                <a:sym typeface="Arial"/>
              </a:rPr>
              <a:t>作者</a:t>
            </a:r>
            <a:r>
              <a:rPr lang="en-US" altLang="zh-TW" sz="1100" b="0" i="0" u="none" strike="noStrike" cap="none" dirty="0">
                <a:solidFill>
                  <a:srgbClr val="000000"/>
                </a:solidFill>
                <a:effectLst/>
                <a:latin typeface="Arial"/>
                <a:ea typeface="Arial"/>
                <a:cs typeface="Arial"/>
                <a:sym typeface="Arial"/>
              </a:rPr>
              <a:t>precoder</a:t>
            </a:r>
            <a:r>
              <a:rPr lang="zh-TW" altLang="en-US" sz="1100" b="0" i="0" u="none" strike="noStrike" cap="none" dirty="0">
                <a:solidFill>
                  <a:srgbClr val="000000"/>
                </a:solidFill>
                <a:effectLst/>
                <a:latin typeface="Arial"/>
                <a:ea typeface="Arial"/>
                <a:cs typeface="Arial"/>
                <a:sym typeface="Arial"/>
              </a:rPr>
              <a:t>是採用</a:t>
            </a:r>
            <a:r>
              <a:rPr lang="en-US" altLang="zh-TW" sz="1100" b="0" i="0" u="none" strike="noStrike" cap="none" dirty="0">
                <a:solidFill>
                  <a:srgbClr val="000000"/>
                </a:solidFill>
                <a:effectLst/>
                <a:latin typeface="Arial"/>
                <a:ea typeface="Arial"/>
                <a:cs typeface="Arial"/>
                <a:sym typeface="Arial"/>
              </a:rPr>
              <a:t>MMSE</a:t>
            </a:r>
            <a:r>
              <a:rPr lang="zh-TW" altLang="en-US" sz="1100" b="0" i="0" u="none" strike="noStrike" cap="none" dirty="0">
                <a:solidFill>
                  <a:srgbClr val="000000"/>
                </a:solidFill>
                <a:effectLst/>
                <a:latin typeface="Arial"/>
                <a:ea typeface="Arial"/>
                <a:cs typeface="Arial"/>
                <a:sym typeface="Arial"/>
              </a:rPr>
              <a:t> 的方式</a:t>
            </a:r>
            <a:endParaRPr lang="en-US" altLang="zh-TW"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r>
              <a:rPr lang="en-US" altLang="zh-TW" sz="1100" b="0" i="0" u="none" strike="noStrike" cap="none" dirty="0">
                <a:solidFill>
                  <a:srgbClr val="000000"/>
                </a:solidFill>
                <a:effectLst/>
                <a:latin typeface="Arial"/>
                <a:ea typeface="Arial"/>
                <a:cs typeface="Arial"/>
                <a:sym typeface="Arial"/>
              </a:rPr>
              <a:t>MMSE</a:t>
            </a:r>
            <a:r>
              <a:rPr lang="zh-TW" altLang="en-US" sz="1100" b="0" i="0" u="none" strike="noStrike" cap="none" dirty="0">
                <a:solidFill>
                  <a:srgbClr val="000000"/>
                </a:solidFill>
                <a:effectLst/>
                <a:latin typeface="Arial"/>
                <a:ea typeface="Arial"/>
                <a:cs typeface="Arial"/>
                <a:sym typeface="Arial"/>
              </a:rPr>
              <a:t>是讓預測通道信號及實際信號的均方誤差為最小，雖然不能完全消除</a:t>
            </a:r>
            <a:r>
              <a:rPr lang="en-US" altLang="zh-TW" sz="1100" b="0" i="0" u="none" strike="noStrike" cap="none" dirty="0">
                <a:solidFill>
                  <a:srgbClr val="000000"/>
                </a:solidFill>
                <a:effectLst/>
                <a:latin typeface="Arial"/>
                <a:ea typeface="Arial"/>
                <a:cs typeface="Arial"/>
                <a:sym typeface="Arial"/>
              </a:rPr>
              <a:t>ISI (Inter Symbol Interference)</a:t>
            </a:r>
            <a:r>
              <a:rPr lang="zh-TW" altLang="en-US" sz="1100" b="0" i="0" u="none" strike="noStrike" cap="none" dirty="0">
                <a:solidFill>
                  <a:srgbClr val="000000"/>
                </a:solidFill>
                <a:effectLst/>
                <a:latin typeface="Arial"/>
                <a:ea typeface="Arial"/>
                <a:cs typeface="Arial"/>
                <a:sym typeface="Arial"/>
              </a:rPr>
              <a:t>但不會造成高斯白雜訊的放大，因此相較</a:t>
            </a:r>
            <a:r>
              <a:rPr lang="en-US" altLang="zh-TW" sz="1100" b="0" i="0" u="none" strike="noStrike" cap="none">
                <a:solidFill>
                  <a:srgbClr val="000000"/>
                </a:solidFill>
                <a:effectLst/>
                <a:latin typeface="Arial"/>
                <a:ea typeface="Arial"/>
                <a:cs typeface="Arial"/>
                <a:sym typeface="Arial"/>
              </a:rPr>
              <a:t>ZF</a:t>
            </a:r>
            <a:r>
              <a:rPr lang="zh-TW" altLang="en-US" sz="1100" b="0" i="0" u="none" strike="noStrike" cap="none">
                <a:solidFill>
                  <a:srgbClr val="000000"/>
                </a:solidFill>
                <a:effectLst/>
                <a:latin typeface="Arial"/>
                <a:ea typeface="Arial"/>
                <a:cs typeface="Arial"/>
                <a:sym typeface="Arial"/>
              </a:rPr>
              <a:t>可以</a:t>
            </a:r>
            <a:r>
              <a:rPr lang="zh-TW" altLang="en-US" sz="1100" b="0" i="0" u="none" strike="noStrike" cap="none" dirty="0">
                <a:solidFill>
                  <a:srgbClr val="000000"/>
                </a:solidFill>
                <a:effectLst/>
                <a:latin typeface="Arial"/>
                <a:ea typeface="Arial"/>
                <a:cs typeface="Arial"/>
                <a:sym typeface="Arial"/>
              </a:rPr>
              <a:t>得到較好的</a:t>
            </a:r>
            <a:r>
              <a:rPr lang="en-US" altLang="zh-TW" sz="1100" b="0" i="0" u="none" strike="noStrike" cap="none" dirty="0">
                <a:solidFill>
                  <a:srgbClr val="000000"/>
                </a:solidFill>
                <a:effectLst/>
                <a:latin typeface="Arial"/>
                <a:ea typeface="Arial"/>
                <a:cs typeface="Arial"/>
                <a:sym typeface="Arial"/>
              </a:rPr>
              <a:t>SINR</a:t>
            </a:r>
          </a:p>
          <a:p>
            <a:pPr marL="0" lvl="0" indent="0" algn="l" rtl="0">
              <a:spcBef>
                <a:spcPts val="0"/>
              </a:spcBef>
              <a:spcAft>
                <a:spcPts val="0"/>
              </a:spcAft>
              <a:buNone/>
            </a:pPr>
            <a:r>
              <a:rPr lang="el-GR" altLang="zh-TW" i="1" dirty="0"/>
              <a:t>τ</a:t>
            </a:r>
            <a:r>
              <a:rPr lang="en-US" altLang="zh-TW" sz="1100" b="0" i="0" u="none" strike="noStrike" cap="none" dirty="0">
                <a:solidFill>
                  <a:srgbClr val="000000"/>
                </a:solidFill>
                <a:effectLst/>
                <a:latin typeface="Arial"/>
                <a:cs typeface="Arial"/>
                <a:sym typeface="Arial"/>
              </a:rPr>
              <a:t>  vector</a:t>
            </a:r>
            <a:r>
              <a:rPr lang="zh-TW" altLang="en-US" sz="1100" b="0" i="0" u="none" strike="noStrike" cap="none" dirty="0">
                <a:solidFill>
                  <a:srgbClr val="000000"/>
                </a:solidFill>
                <a:effectLst/>
                <a:latin typeface="Arial"/>
                <a:cs typeface="Arial"/>
                <a:sym typeface="Arial"/>
              </a:rPr>
              <a:t>代表 </a:t>
            </a:r>
            <a:r>
              <a:rPr lang="en-US" altLang="zh-TW" sz="1100" b="0" i="0" u="none" strike="noStrike" cap="none" dirty="0">
                <a:solidFill>
                  <a:srgbClr val="000000"/>
                </a:solidFill>
                <a:effectLst/>
                <a:latin typeface="Arial"/>
                <a:cs typeface="Arial"/>
                <a:sym typeface="Arial"/>
              </a:rPr>
              <a:t>cluster j </a:t>
            </a:r>
            <a:r>
              <a:rPr lang="zh-TW" altLang="en-US" sz="1100" b="0" i="0" u="none" strike="noStrike" cap="none" dirty="0">
                <a:solidFill>
                  <a:srgbClr val="000000"/>
                </a:solidFill>
                <a:effectLst/>
                <a:latin typeface="Arial"/>
                <a:cs typeface="Arial"/>
                <a:sym typeface="Arial"/>
              </a:rPr>
              <a:t>的</a:t>
            </a:r>
            <a:r>
              <a:rPr lang="en-US" altLang="zh-TW" sz="1100" b="0" i="0" u="none" strike="noStrike" cap="none" dirty="0">
                <a:solidFill>
                  <a:srgbClr val="000000"/>
                </a:solidFill>
                <a:effectLst/>
                <a:latin typeface="Arial"/>
                <a:cs typeface="Arial"/>
                <a:sym typeface="Arial"/>
              </a:rPr>
              <a:t>noise power</a:t>
            </a:r>
          </a:p>
          <a:p>
            <a:pPr marL="0" lvl="0" indent="0" algn="l" rtl="0">
              <a:spcBef>
                <a:spcPts val="0"/>
              </a:spcBef>
              <a:spcAft>
                <a:spcPts val="0"/>
              </a:spcAft>
              <a:buNone/>
            </a:pPr>
            <a:r>
              <a:rPr lang="en-US" altLang="zh-TW" sz="1100" b="0" i="0" u="none" strike="noStrike" cap="none" dirty="0">
                <a:solidFill>
                  <a:srgbClr val="000000"/>
                </a:solidFill>
                <a:effectLst/>
                <a:latin typeface="Arial"/>
                <a:cs typeface="Arial"/>
                <a:sym typeface="Arial"/>
              </a:rPr>
              <a:t>P = </a:t>
            </a:r>
            <a:r>
              <a:rPr lang="zh-TW" altLang="en-US" sz="1100" b="0" i="0" u="none" strike="noStrike" cap="none" dirty="0">
                <a:solidFill>
                  <a:srgbClr val="000000"/>
                </a:solidFill>
                <a:effectLst/>
                <a:latin typeface="Arial"/>
                <a:cs typeface="Arial"/>
                <a:sym typeface="Arial"/>
              </a:rPr>
              <a:t>每個</a:t>
            </a:r>
            <a:r>
              <a:rPr lang="en-US" altLang="zh-TW" sz="1100" b="0" i="0" u="none" strike="noStrike" cap="none" dirty="0">
                <a:solidFill>
                  <a:srgbClr val="000000"/>
                </a:solidFill>
                <a:effectLst/>
                <a:latin typeface="Arial"/>
                <a:cs typeface="Arial"/>
                <a:sym typeface="Arial"/>
              </a:rPr>
              <a:t>beam</a:t>
            </a:r>
            <a:r>
              <a:rPr lang="zh-TW" altLang="en-US" sz="1100" b="0" i="0" u="none" strike="noStrike" cap="none" dirty="0">
                <a:solidFill>
                  <a:srgbClr val="000000"/>
                </a:solidFill>
                <a:effectLst/>
                <a:latin typeface="Arial"/>
                <a:cs typeface="Arial"/>
                <a:sym typeface="Arial"/>
              </a:rPr>
              <a:t>的傳輸功率</a:t>
            </a:r>
            <a:endParaRPr lang="en-US" altLang="zh-TW" sz="1100" b="0" i="0" u="none" strike="noStrike" cap="none" dirty="0">
              <a:solidFill>
                <a:srgbClr val="000000"/>
              </a:solidFill>
              <a:effectLst/>
              <a:latin typeface="Arial"/>
              <a:cs typeface="Arial"/>
              <a:sym typeface="Arial"/>
            </a:endParaRPr>
          </a:p>
          <a:p>
            <a:pPr marL="0" lvl="0" indent="0" algn="l" rtl="0">
              <a:spcBef>
                <a:spcPts val="0"/>
              </a:spcBef>
              <a:spcAft>
                <a:spcPts val="0"/>
              </a:spcAft>
              <a:buNone/>
            </a:pPr>
            <a:r>
              <a:rPr lang="zh-TW" altLang="en-US" i="1" dirty="0"/>
              <a:t>𝛽 </a:t>
            </a:r>
            <a:r>
              <a:rPr lang="en-US" altLang="zh-TW" i="1" dirty="0"/>
              <a:t>= </a:t>
            </a:r>
            <a:r>
              <a:rPr lang="zh-TW" altLang="en-US" i="0" dirty="0"/>
              <a:t>代表一個</a:t>
            </a:r>
            <a:r>
              <a:rPr lang="en-US" altLang="zh-TW" i="0" dirty="0"/>
              <a:t>scaling vector</a:t>
            </a:r>
            <a:r>
              <a:rPr lang="zh-TW" altLang="en-US" i="0" dirty="0"/>
              <a:t>主要是在限制每個</a:t>
            </a:r>
            <a:r>
              <a:rPr lang="en-US" altLang="zh-TW" i="0" dirty="0"/>
              <a:t>beam</a:t>
            </a:r>
            <a:r>
              <a:rPr lang="zh-TW" altLang="en-US" i="0" dirty="0"/>
              <a:t>最大能打出的</a:t>
            </a:r>
            <a:r>
              <a:rPr lang="en-US" altLang="zh-TW" i="0" dirty="0"/>
              <a:t>power</a:t>
            </a:r>
          </a:p>
          <a:p>
            <a:pPr marL="0" lvl="0" indent="0" algn="l" rtl="0">
              <a:spcBef>
                <a:spcPts val="0"/>
              </a:spcBef>
              <a:spcAft>
                <a:spcPts val="0"/>
              </a:spcAft>
              <a:buNone/>
            </a:pPr>
            <a:endParaRPr lang="en-US" altLang="zh-TW" i="1" dirty="0"/>
          </a:p>
        </p:txBody>
      </p:sp>
    </p:spTree>
    <p:extLst>
      <p:ext uri="{BB962C8B-B14F-4D97-AF65-F5344CB8AC3E}">
        <p14:creationId xmlns:p14="http://schemas.microsoft.com/office/powerpoint/2010/main" val="10163710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3"/>
        <p:cNvGrpSpPr/>
        <p:nvPr/>
      </p:nvGrpSpPr>
      <p:grpSpPr>
        <a:xfrm>
          <a:off x="0" y="0"/>
          <a:ext cx="0" cy="0"/>
          <a:chOff x="0" y="0"/>
          <a:chExt cx="0" cy="0"/>
        </a:xfrm>
      </p:grpSpPr>
      <p:sp>
        <p:nvSpPr>
          <p:cNvPr id="3874" name="Google Shape;3874;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75" name="Google Shape;3875;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3"/>
        <p:cNvGrpSpPr/>
        <p:nvPr/>
      </p:nvGrpSpPr>
      <p:grpSpPr>
        <a:xfrm>
          <a:off x="0" y="0"/>
          <a:ext cx="0" cy="0"/>
          <a:chOff x="0" y="0"/>
          <a:chExt cx="0" cy="0"/>
        </a:xfrm>
      </p:grpSpPr>
      <p:sp>
        <p:nvSpPr>
          <p:cNvPr id="3894" name="Google Shape;3894;g35f391192_0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5" name="Google Shape;3895;g35f391192_0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zh-TW" altLang="en-US" dirty="0"/>
              <a:t>將所提出的基於分時的方案性能與分頻方法的性能進行了比較</a:t>
            </a:r>
            <a:endParaRPr lang="en-US" altLang="zh-TW"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altLang="zh-TW" dirty="0"/>
              <a:t>CH  </a:t>
            </a:r>
            <a:r>
              <a:rPr lang="zh-TW" altLang="en-US" dirty="0"/>
              <a:t>就是這篇提出的</a:t>
            </a:r>
            <a:r>
              <a:rPr lang="en-US" altLang="zh-TW" dirty="0"/>
              <a:t>cluster hopping </a:t>
            </a:r>
            <a:r>
              <a:rPr lang="zh-TW" altLang="en-US" dirty="0"/>
              <a:t>，他是基於分時概念，然後透過分</a:t>
            </a:r>
            <a:r>
              <a:rPr lang="en-US" altLang="zh-TW" dirty="0"/>
              <a:t>cluster </a:t>
            </a:r>
            <a:r>
              <a:rPr lang="zh-TW" altLang="en-US" dirty="0"/>
              <a:t>並且限制同時運作的</a:t>
            </a:r>
            <a:r>
              <a:rPr lang="en-US" altLang="zh-TW" dirty="0"/>
              <a:t>cluster</a:t>
            </a:r>
            <a:r>
              <a:rPr lang="zh-TW" altLang="en-US" dirty="0"/>
              <a:t>不能在隔壁以達到</a:t>
            </a:r>
            <a:r>
              <a:rPr lang="en-US" altLang="zh-TW" dirty="0"/>
              <a:t>frequency reuse</a:t>
            </a:r>
            <a:r>
              <a:rPr lang="zh-TW" altLang="en-US" dirty="0"/>
              <a:t>，加上在</a:t>
            </a:r>
            <a:r>
              <a:rPr lang="en-US" altLang="zh-TW" dirty="0"/>
              <a:t>cluster</a:t>
            </a:r>
            <a:r>
              <a:rPr lang="zh-TW" altLang="en-US" dirty="0"/>
              <a:t>中的</a:t>
            </a:r>
            <a:r>
              <a:rPr lang="en-US" altLang="zh-TW" dirty="0"/>
              <a:t>precoding </a:t>
            </a:r>
            <a:r>
              <a:rPr lang="zh-TW" altLang="en-US" dirty="0"/>
              <a:t>所組合而成的。</a:t>
            </a:r>
            <a:endParaRPr lang="en-US" altLang="zh-TW"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zh-TW" altLang="en-US" dirty="0"/>
              <a:t> </a:t>
            </a:r>
            <a:endParaRPr lang="en-US" altLang="zh-TW"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altLang="zh-TW" dirty="0"/>
              <a:t>4</a:t>
            </a:r>
            <a:r>
              <a:rPr lang="zh-TW" altLang="en-US" dirty="0"/>
              <a:t> </a:t>
            </a:r>
            <a:r>
              <a:rPr lang="en-US" altLang="zh-TW" dirty="0"/>
              <a:t>color </a:t>
            </a:r>
            <a:r>
              <a:rPr lang="zh-TW" altLang="en-US" dirty="0"/>
              <a:t>就是打到地面上的</a:t>
            </a:r>
            <a:r>
              <a:rPr lang="en-US" altLang="zh-TW" dirty="0"/>
              <a:t>beam</a:t>
            </a:r>
            <a:r>
              <a:rPr lang="zh-TW" altLang="en-US" dirty="0"/>
              <a:t>進行分頻 分成</a:t>
            </a:r>
            <a:r>
              <a:rPr lang="en-US" altLang="zh-TW" dirty="0"/>
              <a:t>4</a:t>
            </a:r>
            <a:r>
              <a:rPr lang="zh-TW" altLang="en-US" dirty="0"/>
              <a:t>種</a:t>
            </a:r>
            <a:r>
              <a:rPr lang="en-US" altLang="zh-TW" dirty="0"/>
              <a:t>frequency </a:t>
            </a:r>
            <a:r>
              <a:rPr lang="zh-TW" altLang="en-US" dirty="0"/>
              <a:t>減少</a:t>
            </a:r>
            <a:r>
              <a:rPr lang="en-US" altLang="zh-TW" dirty="0"/>
              <a:t>beam</a:t>
            </a:r>
            <a:r>
              <a:rPr lang="zh-TW" altLang="en-US" dirty="0"/>
              <a:t>之間干擾，</a:t>
            </a:r>
            <a:endParaRPr lang="en-US" altLang="zh-TW"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altLang="zh-TW"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altLang="zh-TW" dirty="0"/>
              <a:t>1</a:t>
            </a:r>
            <a:r>
              <a:rPr lang="zh-TW" altLang="en-US" dirty="0"/>
              <a:t> </a:t>
            </a:r>
            <a:r>
              <a:rPr lang="en-US" altLang="zh-TW" dirty="0"/>
              <a:t>color</a:t>
            </a:r>
            <a:r>
              <a:rPr lang="zh-TW" altLang="en-US" dirty="0"/>
              <a:t>就是完全的</a:t>
            </a:r>
            <a:r>
              <a:rPr lang="en-US" altLang="zh-TW" dirty="0"/>
              <a:t>full frequency reuse </a:t>
            </a:r>
            <a:r>
              <a:rPr lang="zh-TW" altLang="en-US" dirty="0"/>
              <a:t>，看是要透過分時還是</a:t>
            </a:r>
            <a:r>
              <a:rPr lang="en-US" altLang="zh-TW" dirty="0"/>
              <a:t>precoding </a:t>
            </a:r>
            <a:r>
              <a:rPr lang="zh-TW" altLang="en-US" dirty="0"/>
              <a:t>或是</a:t>
            </a:r>
            <a:r>
              <a:rPr lang="en-US" altLang="zh-TW" dirty="0"/>
              <a:t>beam hopping</a:t>
            </a:r>
            <a:r>
              <a:rPr lang="zh-TW" altLang="en-US" dirty="0"/>
              <a:t>的方式進行傳輸</a:t>
            </a:r>
            <a:endParaRPr lang="en-US" altLang="zh-TW"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zh-TW" altLang="en-US" dirty="0"/>
          </a:p>
          <a:p>
            <a:pPr marL="0" lvl="0" indent="0" algn="l" rtl="0">
              <a:spcBef>
                <a:spcPts val="0"/>
              </a:spcBef>
              <a:spcAft>
                <a:spcPts val="0"/>
              </a:spcAft>
              <a:buNone/>
            </a:pPr>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3970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zh-TW" altLang="en-US" dirty="0"/>
              <a:t>藍色是需求的</a:t>
            </a:r>
            <a:r>
              <a:rPr lang="en-US" altLang="zh-TW" dirty="0"/>
              <a:t>capacity </a:t>
            </a:r>
            <a:r>
              <a:rPr lang="zh-TW" altLang="en-US" dirty="0"/>
              <a:t>，紅色是</a:t>
            </a:r>
            <a:r>
              <a:rPr lang="en-US" altLang="zh-TW" dirty="0"/>
              <a:t>Cluster hopping</a:t>
            </a:r>
            <a:r>
              <a:rPr lang="zh-TW" altLang="en-US" dirty="0"/>
              <a:t>所提供的</a:t>
            </a:r>
            <a:r>
              <a:rPr lang="en-US" altLang="zh-TW" dirty="0"/>
              <a:t>capacity</a:t>
            </a:r>
            <a:r>
              <a:rPr lang="zh-TW" altLang="en-US" dirty="0"/>
              <a:t>， 可以看到透過這個方法可以很讓</a:t>
            </a:r>
            <a:r>
              <a:rPr lang="en-US" altLang="zh-TW" dirty="0"/>
              <a:t>supply</a:t>
            </a:r>
            <a:r>
              <a:rPr lang="zh-TW" altLang="en-US" dirty="0"/>
              <a:t> </a:t>
            </a:r>
            <a:r>
              <a:rPr lang="en-US" altLang="zh-TW" dirty="0"/>
              <a:t>capacity</a:t>
            </a:r>
            <a:r>
              <a:rPr lang="zh-TW" altLang="en-US" dirty="0"/>
              <a:t>很接近</a:t>
            </a:r>
            <a:r>
              <a:rPr lang="en-US" altLang="zh-TW" dirty="0"/>
              <a:t>demand capacity</a:t>
            </a:r>
            <a:r>
              <a:rPr lang="zh-TW" altLang="en-US" dirty="0"/>
              <a:t>，跟其他兩個放到同一級在比較的時候，可以看到</a:t>
            </a:r>
            <a:r>
              <a:rPr lang="en-US" altLang="zh-TW" dirty="0"/>
              <a:t>4c 1c </a:t>
            </a:r>
            <a:r>
              <a:rPr lang="zh-TW" altLang="en-US" dirty="0"/>
              <a:t>的 </a:t>
            </a:r>
            <a:r>
              <a:rPr lang="en-US" altLang="zh-TW" dirty="0"/>
              <a:t>supply</a:t>
            </a:r>
            <a:r>
              <a:rPr lang="zh-TW" altLang="en-US" dirty="0"/>
              <a:t>有時會比</a:t>
            </a:r>
            <a:r>
              <a:rPr lang="en-US" altLang="zh-TW" dirty="0"/>
              <a:t>demand</a:t>
            </a:r>
            <a:r>
              <a:rPr lang="zh-TW" altLang="en-US" dirty="0"/>
              <a:t>高 有時會比</a:t>
            </a:r>
            <a:r>
              <a:rPr lang="en-US" altLang="zh-TW" dirty="0"/>
              <a:t>demand </a:t>
            </a:r>
            <a:r>
              <a:rPr lang="zh-TW" altLang="en-US" dirty="0"/>
              <a:t>低，但</a:t>
            </a:r>
            <a:r>
              <a:rPr lang="en-US" altLang="zh-TW" dirty="0"/>
              <a:t>cluster hopping</a:t>
            </a:r>
            <a:r>
              <a:rPr lang="zh-TW" altLang="en-US" dirty="0"/>
              <a:t>的</a:t>
            </a:r>
            <a:r>
              <a:rPr lang="en-US" altLang="zh-TW" dirty="0"/>
              <a:t>supply capacity</a:t>
            </a:r>
            <a:r>
              <a:rPr lang="zh-TW" altLang="en-US" dirty="0"/>
              <a:t>還是最接近</a:t>
            </a:r>
            <a:r>
              <a:rPr lang="en-US" altLang="zh-TW" dirty="0"/>
              <a:t>demand capacity</a:t>
            </a:r>
            <a:r>
              <a:rPr lang="zh-TW" altLang="en-US" dirty="0"/>
              <a:t>，</a:t>
            </a:r>
            <a:endParaRPr lang="en-US" altLang="zh-TW" dirty="0"/>
          </a:p>
        </p:txBody>
      </p:sp>
    </p:spTree>
    <p:extLst>
      <p:ext uri="{BB962C8B-B14F-4D97-AF65-F5344CB8AC3E}">
        <p14:creationId xmlns:p14="http://schemas.microsoft.com/office/powerpoint/2010/main" val="24592674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4"/>
        <p:cNvGrpSpPr/>
        <p:nvPr/>
      </p:nvGrpSpPr>
      <p:grpSpPr>
        <a:xfrm>
          <a:off x="0" y="0"/>
          <a:ext cx="0" cy="0"/>
          <a:chOff x="0" y="0"/>
          <a:chExt cx="0" cy="0"/>
        </a:xfrm>
      </p:grpSpPr>
      <p:sp>
        <p:nvSpPr>
          <p:cNvPr id="3925" name="Google Shape;3925;g35f391192_0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26" name="Google Shape;3926;g35f391192_0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上半部分 左邊是</a:t>
            </a:r>
            <a:r>
              <a:rPr lang="en-US" altLang="zh-TW" dirty="0"/>
              <a:t>4</a:t>
            </a:r>
            <a:r>
              <a:rPr lang="zh-TW" altLang="en-US" dirty="0"/>
              <a:t> </a:t>
            </a:r>
            <a:r>
              <a:rPr lang="en-US" altLang="zh-TW" dirty="0"/>
              <a:t>color </a:t>
            </a:r>
            <a:r>
              <a:rPr lang="zh-TW" altLang="en-US" dirty="0"/>
              <a:t>中間是</a:t>
            </a:r>
            <a:r>
              <a:rPr lang="en-US" altLang="zh-TW" dirty="0"/>
              <a:t>cluster hopping </a:t>
            </a:r>
            <a:r>
              <a:rPr lang="zh-TW" altLang="en-US" dirty="0"/>
              <a:t>右邊是</a:t>
            </a:r>
            <a:r>
              <a:rPr lang="en-US" altLang="zh-TW" dirty="0"/>
              <a:t>1 color</a:t>
            </a:r>
          </a:p>
          <a:p>
            <a:pPr marL="0" lvl="0" indent="0" algn="l" rtl="0">
              <a:spcBef>
                <a:spcPts val="0"/>
              </a:spcBef>
              <a:spcAft>
                <a:spcPts val="0"/>
              </a:spcAft>
              <a:buNone/>
            </a:pPr>
            <a:r>
              <a:rPr lang="zh-TW" altLang="en-US" dirty="0"/>
              <a:t>可以看到左右兩個差不多，會有綠色區不足的情況，也就是</a:t>
            </a:r>
            <a:r>
              <a:rPr lang="en-US" altLang="zh-TW" dirty="0"/>
              <a:t>supply</a:t>
            </a:r>
            <a:r>
              <a:rPr lang="zh-TW" altLang="en-US" dirty="0"/>
              <a:t>完全不夠於</a:t>
            </a:r>
            <a:r>
              <a:rPr lang="en-US" altLang="zh-TW" dirty="0"/>
              <a:t>demand</a:t>
            </a:r>
            <a:r>
              <a:rPr lang="zh-TW" altLang="en-US" dirty="0"/>
              <a:t>，也有黃色區浪費的情況 </a:t>
            </a:r>
            <a:endParaRPr lang="en-US" altLang="zh-TW" dirty="0"/>
          </a:p>
          <a:p>
            <a:pPr marL="0" lvl="0" indent="0" algn="l" rtl="0">
              <a:spcBef>
                <a:spcPts val="0"/>
              </a:spcBef>
              <a:spcAft>
                <a:spcPts val="0"/>
              </a:spcAft>
              <a:buNone/>
            </a:pPr>
            <a:r>
              <a:rPr lang="zh-TW" altLang="en-US" dirty="0"/>
              <a:t>然後 </a:t>
            </a:r>
            <a:r>
              <a:rPr lang="en-US" altLang="zh-TW" dirty="0"/>
              <a:t>Cluster hopping</a:t>
            </a:r>
            <a:r>
              <a:rPr lang="zh-TW" altLang="en-US" dirty="0"/>
              <a:t> 雖然他的</a:t>
            </a:r>
            <a:r>
              <a:rPr lang="en-US" altLang="zh-TW" dirty="0"/>
              <a:t>supply</a:t>
            </a:r>
            <a:r>
              <a:rPr lang="zh-TW" altLang="en-US" dirty="0"/>
              <a:t>都沒有滿足</a:t>
            </a:r>
            <a:r>
              <a:rPr lang="en-US" altLang="zh-TW" dirty="0"/>
              <a:t>demand</a:t>
            </a:r>
            <a:r>
              <a:rPr lang="zh-TW" altLang="en-US" dirty="0"/>
              <a:t>，但已經幾乎貼近了，也沒有浪費的情況產生，</a:t>
            </a:r>
            <a:endParaRPr lang="en-US" altLang="zh-TW" dirty="0"/>
          </a:p>
          <a:p>
            <a:pPr marL="0" lvl="0" indent="0" algn="l" rtl="0">
              <a:spcBef>
                <a:spcPts val="0"/>
              </a:spcBef>
              <a:spcAft>
                <a:spcPts val="0"/>
              </a:spcAft>
              <a:buNone/>
            </a:pPr>
            <a:endParaRPr lang="en-US" altLang="zh-TW" dirty="0"/>
          </a:p>
          <a:p>
            <a:pPr marL="0" lvl="0" indent="0" algn="l" rtl="0">
              <a:spcBef>
                <a:spcPts val="0"/>
              </a:spcBef>
              <a:spcAft>
                <a:spcPts val="0"/>
              </a:spcAft>
              <a:buNone/>
            </a:pPr>
            <a:r>
              <a:rPr lang="zh-TW" altLang="en-US" dirty="0"/>
              <a:t>然後下半部分是將上圖的面積以供需比做呈現，可以看到只有</a:t>
            </a:r>
            <a:r>
              <a:rPr lang="en-US" altLang="zh-TW" dirty="0"/>
              <a:t>cluster hopping</a:t>
            </a:r>
            <a:r>
              <a:rPr lang="zh-TW" altLang="en-US" dirty="0"/>
              <a:t>以最平均穩定的形式在運作</a:t>
            </a:r>
            <a:endParaRPr lang="en-US" altLang="zh-TW" dirty="0"/>
          </a:p>
          <a:p>
            <a:pPr marL="0" lvl="0" indent="0" algn="l" rtl="0">
              <a:spcBef>
                <a:spcPts val="0"/>
              </a:spcBef>
              <a:spcAft>
                <a:spcPts val="0"/>
              </a:spcAft>
              <a:buNone/>
            </a:pPr>
            <a:endParaRPr lang="en-US" altLang="zh-TW"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3"/>
        <p:cNvGrpSpPr/>
        <p:nvPr/>
      </p:nvGrpSpPr>
      <p:grpSpPr>
        <a:xfrm>
          <a:off x="0" y="0"/>
          <a:ext cx="0" cy="0"/>
          <a:chOff x="0" y="0"/>
          <a:chExt cx="0" cy="0"/>
        </a:xfrm>
      </p:grpSpPr>
      <p:sp>
        <p:nvSpPr>
          <p:cNvPr id="3934" name="Google Shape;3934;g35f391192_0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35" name="Google Shape;3935;g35f391192_0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本篇論文主要在評估在</a:t>
            </a:r>
            <a:r>
              <a:rPr lang="en-US" altLang="zh-TW" dirty="0"/>
              <a:t>multi-beam satellite</a:t>
            </a:r>
            <a:r>
              <a:rPr lang="zh-TW" altLang="en-US" dirty="0"/>
              <a:t>之中使用</a:t>
            </a:r>
            <a:r>
              <a:rPr lang="en-US" altLang="zh-TW" dirty="0"/>
              <a:t>cluster hopping</a:t>
            </a:r>
            <a:r>
              <a:rPr lang="zh-TW" altLang="en-US" dirty="0"/>
              <a:t>概念的好處，覆蓋範圍內的需求分布不平均是作者引入</a:t>
            </a:r>
            <a:r>
              <a:rPr lang="en-US" altLang="zh-TW" dirty="0"/>
              <a:t>cluster hopping </a:t>
            </a:r>
            <a:r>
              <a:rPr lang="zh-TW" altLang="en-US" dirty="0"/>
              <a:t>基本原因，然後可以透過提出的</a:t>
            </a:r>
            <a:r>
              <a:rPr lang="en-US" altLang="zh-TW" dirty="0"/>
              <a:t>cluster hopping scheme</a:t>
            </a:r>
            <a:r>
              <a:rPr lang="zh-TW" altLang="en-US" dirty="0"/>
              <a:t>這個方式選擇最適合的</a:t>
            </a:r>
            <a:r>
              <a:rPr lang="en-US" altLang="zh-TW" dirty="0"/>
              <a:t>snap-shot </a:t>
            </a:r>
            <a:r>
              <a:rPr lang="zh-TW" altLang="en-US" dirty="0"/>
              <a:t>，並以最佳的</a:t>
            </a:r>
            <a:r>
              <a:rPr lang="en-US" altLang="zh-TW" dirty="0"/>
              <a:t>active</a:t>
            </a:r>
            <a:r>
              <a:rPr lang="zh-TW" altLang="en-US" dirty="0"/>
              <a:t>時間來彈性並有效的適應時間跟空間上的分布變化。</a:t>
            </a:r>
            <a:endParaRPr lang="en-US" altLang="zh-TW" dirty="0"/>
          </a:p>
          <a:p>
            <a:pPr marL="0" lvl="0" indent="0" algn="l" rtl="0">
              <a:spcBef>
                <a:spcPts val="0"/>
              </a:spcBef>
              <a:spcAft>
                <a:spcPts val="0"/>
              </a:spcAft>
              <a:buNone/>
            </a:pPr>
            <a:r>
              <a:rPr lang="zh-TW" altLang="en-US" dirty="0"/>
              <a:t>在這篇中他的</a:t>
            </a:r>
            <a:r>
              <a:rPr lang="en-US" altLang="zh-TW" dirty="0"/>
              <a:t>cluster</a:t>
            </a:r>
            <a:r>
              <a:rPr lang="zh-TW" altLang="en-US" dirty="0"/>
              <a:t>內的</a:t>
            </a:r>
            <a:r>
              <a:rPr lang="en-US" altLang="zh-TW" dirty="0"/>
              <a:t>beams</a:t>
            </a:r>
            <a:r>
              <a:rPr lang="zh-TW" altLang="en-US" dirty="0"/>
              <a:t>數量是幾乎一樣的，那他的</a:t>
            </a:r>
            <a:r>
              <a:rPr lang="en-US" altLang="zh-TW" dirty="0"/>
              <a:t>FUTURE</a:t>
            </a:r>
            <a:r>
              <a:rPr lang="zh-TW" altLang="en-US" dirty="0"/>
              <a:t> </a:t>
            </a:r>
            <a:r>
              <a:rPr lang="en-US" altLang="zh-TW" dirty="0"/>
              <a:t>WORK</a:t>
            </a:r>
            <a:r>
              <a:rPr lang="zh-TW" altLang="en-US" dirty="0"/>
              <a:t>是希望可以讓</a:t>
            </a:r>
            <a:r>
              <a:rPr lang="en-US" altLang="zh-TW" dirty="0"/>
              <a:t>cluster</a:t>
            </a:r>
            <a:r>
              <a:rPr lang="zh-TW" altLang="en-US" dirty="0"/>
              <a:t>內的</a:t>
            </a:r>
            <a:r>
              <a:rPr lang="en-US" altLang="zh-TW" dirty="0"/>
              <a:t>beam</a:t>
            </a:r>
            <a:r>
              <a:rPr lang="zh-TW" altLang="en-US" dirty="0"/>
              <a:t>數量不同，使整個方式更加彈性，但她認為可能對性能也會有所影響。</a:t>
            </a:r>
            <a:endParaRPr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4"/>
        <p:cNvGrpSpPr/>
        <p:nvPr/>
      </p:nvGrpSpPr>
      <p:grpSpPr>
        <a:xfrm>
          <a:off x="0" y="0"/>
          <a:ext cx="0" cy="0"/>
          <a:chOff x="0" y="0"/>
          <a:chExt cx="0" cy="0"/>
        </a:xfrm>
      </p:grpSpPr>
      <p:sp>
        <p:nvSpPr>
          <p:cNvPr id="4035" name="Google Shape;4035;g35ed75ccf_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6" name="Google Shape;4036;g35ed75ccf_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chemeClr val="accent5"/>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762000" y="696425"/>
            <a:ext cx="5396700" cy="11598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2"/>
              </a:buClr>
              <a:buSzPts val="6000"/>
              <a:buNone/>
              <a:defRPr sz="6000">
                <a:solidFill>
                  <a:schemeClr val="accent2"/>
                </a:solidFill>
              </a:defRPr>
            </a:lvl1pPr>
            <a:lvl2pPr lvl="1">
              <a:spcBef>
                <a:spcPts val="0"/>
              </a:spcBef>
              <a:spcAft>
                <a:spcPts val="0"/>
              </a:spcAft>
              <a:buClr>
                <a:schemeClr val="accent2"/>
              </a:buClr>
              <a:buSzPts val="6000"/>
              <a:buNone/>
              <a:defRPr sz="6000">
                <a:solidFill>
                  <a:schemeClr val="accent2"/>
                </a:solidFill>
              </a:defRPr>
            </a:lvl2pPr>
            <a:lvl3pPr lvl="2">
              <a:spcBef>
                <a:spcPts val="0"/>
              </a:spcBef>
              <a:spcAft>
                <a:spcPts val="0"/>
              </a:spcAft>
              <a:buClr>
                <a:schemeClr val="accent2"/>
              </a:buClr>
              <a:buSzPts val="6000"/>
              <a:buNone/>
              <a:defRPr sz="6000">
                <a:solidFill>
                  <a:schemeClr val="accent2"/>
                </a:solidFill>
              </a:defRPr>
            </a:lvl3pPr>
            <a:lvl4pPr lvl="3">
              <a:spcBef>
                <a:spcPts val="0"/>
              </a:spcBef>
              <a:spcAft>
                <a:spcPts val="0"/>
              </a:spcAft>
              <a:buClr>
                <a:schemeClr val="accent2"/>
              </a:buClr>
              <a:buSzPts val="6000"/>
              <a:buNone/>
              <a:defRPr sz="6000">
                <a:solidFill>
                  <a:schemeClr val="accent2"/>
                </a:solidFill>
              </a:defRPr>
            </a:lvl4pPr>
            <a:lvl5pPr lvl="4">
              <a:spcBef>
                <a:spcPts val="0"/>
              </a:spcBef>
              <a:spcAft>
                <a:spcPts val="0"/>
              </a:spcAft>
              <a:buClr>
                <a:schemeClr val="accent2"/>
              </a:buClr>
              <a:buSzPts val="6000"/>
              <a:buNone/>
              <a:defRPr sz="6000">
                <a:solidFill>
                  <a:schemeClr val="accent2"/>
                </a:solidFill>
              </a:defRPr>
            </a:lvl5pPr>
            <a:lvl6pPr lvl="5">
              <a:spcBef>
                <a:spcPts val="0"/>
              </a:spcBef>
              <a:spcAft>
                <a:spcPts val="0"/>
              </a:spcAft>
              <a:buClr>
                <a:schemeClr val="accent2"/>
              </a:buClr>
              <a:buSzPts val="6000"/>
              <a:buNone/>
              <a:defRPr sz="6000">
                <a:solidFill>
                  <a:schemeClr val="accent2"/>
                </a:solidFill>
              </a:defRPr>
            </a:lvl6pPr>
            <a:lvl7pPr lvl="6">
              <a:spcBef>
                <a:spcPts val="0"/>
              </a:spcBef>
              <a:spcAft>
                <a:spcPts val="0"/>
              </a:spcAft>
              <a:buClr>
                <a:schemeClr val="accent2"/>
              </a:buClr>
              <a:buSzPts val="6000"/>
              <a:buNone/>
              <a:defRPr sz="6000">
                <a:solidFill>
                  <a:schemeClr val="accent2"/>
                </a:solidFill>
              </a:defRPr>
            </a:lvl7pPr>
            <a:lvl8pPr lvl="7">
              <a:spcBef>
                <a:spcPts val="0"/>
              </a:spcBef>
              <a:spcAft>
                <a:spcPts val="0"/>
              </a:spcAft>
              <a:buClr>
                <a:schemeClr val="accent2"/>
              </a:buClr>
              <a:buSzPts val="6000"/>
              <a:buNone/>
              <a:defRPr sz="6000">
                <a:solidFill>
                  <a:schemeClr val="accent2"/>
                </a:solidFill>
              </a:defRPr>
            </a:lvl8pPr>
            <a:lvl9pPr lvl="8">
              <a:spcBef>
                <a:spcPts val="0"/>
              </a:spcBef>
              <a:spcAft>
                <a:spcPts val="0"/>
              </a:spcAft>
              <a:buClr>
                <a:schemeClr val="accent2"/>
              </a:buClr>
              <a:buSzPts val="6000"/>
              <a:buNone/>
              <a:defRPr sz="6000">
                <a:solidFill>
                  <a:schemeClr val="accent2"/>
                </a:solidFill>
              </a:defRPr>
            </a:lvl9pPr>
          </a:lstStyle>
          <a:p>
            <a:endParaRPr/>
          </a:p>
        </p:txBody>
      </p:sp>
      <p:grpSp>
        <p:nvGrpSpPr>
          <p:cNvPr id="11" name="Google Shape;11;p2"/>
          <p:cNvGrpSpPr/>
          <p:nvPr/>
        </p:nvGrpSpPr>
        <p:grpSpPr>
          <a:xfrm rot="10800000">
            <a:off x="8705367" y="28698"/>
            <a:ext cx="410132" cy="5086302"/>
            <a:chOff x="836200" y="238125"/>
            <a:chExt cx="422425" cy="5238750"/>
          </a:xfrm>
        </p:grpSpPr>
        <p:sp>
          <p:nvSpPr>
            <p:cNvPr id="12" name="Google Shape;12;p2"/>
            <p:cNvSpPr/>
            <p:nvPr/>
          </p:nvSpPr>
          <p:spPr>
            <a:xfrm>
              <a:off x="83620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83620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83620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83620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83620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83620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83620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83620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3620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3620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3620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83620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83620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3620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3620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3620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83620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83620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83620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83620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83620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83620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83620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83620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83620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83620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83620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83620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83620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83620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83620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83620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83620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83620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83620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9867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986700"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986700"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986700"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9867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986700"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986700"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986700"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986700"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986700"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9867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986700"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986700"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986700"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9867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986700"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986700"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986700"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9867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9867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986700"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986700"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986700"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11372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11372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11372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11372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11372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11372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11372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11372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11372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11372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11372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11372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11372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11372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a:off x="11372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a:off x="11372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a:off x="11372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
            <p:cNvSpPr/>
            <p:nvPr/>
          </p:nvSpPr>
          <p:spPr>
            <a:xfrm>
              <a:off x="11372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
            <p:cNvSpPr/>
            <p:nvPr/>
          </p:nvSpPr>
          <p:spPr>
            <a:xfrm>
              <a:off x="11372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a:off x="11372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11372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11372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 name="Google Shape;92;p2"/>
          <p:cNvGrpSpPr/>
          <p:nvPr/>
        </p:nvGrpSpPr>
        <p:grpSpPr>
          <a:xfrm rot="10800000">
            <a:off x="6659535" y="28698"/>
            <a:ext cx="2309844" cy="5086302"/>
            <a:chOff x="986700" y="238125"/>
            <a:chExt cx="2379075" cy="5238750"/>
          </a:xfrm>
        </p:grpSpPr>
        <p:sp>
          <p:nvSpPr>
            <p:cNvPr id="93" name="Google Shape;93;p2"/>
            <p:cNvSpPr/>
            <p:nvPr/>
          </p:nvSpPr>
          <p:spPr>
            <a:xfrm>
              <a:off x="986700"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
            <p:cNvSpPr/>
            <p:nvPr/>
          </p:nvSpPr>
          <p:spPr>
            <a:xfrm>
              <a:off x="986700"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a:off x="9867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p:nvPr/>
          </p:nvSpPr>
          <p:spPr>
            <a:xfrm>
              <a:off x="986700"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a:off x="986700"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9867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a:off x="986700"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
            <p:cNvSpPr/>
            <p:nvPr/>
          </p:nvSpPr>
          <p:spPr>
            <a:xfrm>
              <a:off x="986700"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
            <p:cNvSpPr/>
            <p:nvPr/>
          </p:nvSpPr>
          <p:spPr>
            <a:xfrm>
              <a:off x="986700"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a:off x="986700"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a:off x="986700"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
            <p:cNvSpPr/>
            <p:nvPr/>
          </p:nvSpPr>
          <p:spPr>
            <a:xfrm>
              <a:off x="9867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
            <p:cNvSpPr/>
            <p:nvPr/>
          </p:nvSpPr>
          <p:spPr>
            <a:xfrm>
              <a:off x="11372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
            <p:cNvSpPr/>
            <p:nvPr/>
          </p:nvSpPr>
          <p:spPr>
            <a:xfrm>
              <a:off x="11372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
            <p:cNvSpPr/>
            <p:nvPr/>
          </p:nvSpPr>
          <p:spPr>
            <a:xfrm>
              <a:off x="11372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
            <p:cNvSpPr/>
            <p:nvPr/>
          </p:nvSpPr>
          <p:spPr>
            <a:xfrm>
              <a:off x="11372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
            <p:cNvSpPr/>
            <p:nvPr/>
          </p:nvSpPr>
          <p:spPr>
            <a:xfrm>
              <a:off x="11372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
            <p:cNvSpPr/>
            <p:nvPr/>
          </p:nvSpPr>
          <p:spPr>
            <a:xfrm>
              <a:off x="11372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
            <p:cNvSpPr/>
            <p:nvPr/>
          </p:nvSpPr>
          <p:spPr>
            <a:xfrm>
              <a:off x="11372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
            <p:cNvSpPr/>
            <p:nvPr/>
          </p:nvSpPr>
          <p:spPr>
            <a:xfrm>
              <a:off x="11372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
            <p:cNvSpPr/>
            <p:nvPr/>
          </p:nvSpPr>
          <p:spPr>
            <a:xfrm>
              <a:off x="11372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
            <p:cNvSpPr/>
            <p:nvPr/>
          </p:nvSpPr>
          <p:spPr>
            <a:xfrm>
              <a:off x="11372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
            <p:cNvSpPr/>
            <p:nvPr/>
          </p:nvSpPr>
          <p:spPr>
            <a:xfrm>
              <a:off x="11372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
            <p:cNvSpPr/>
            <p:nvPr/>
          </p:nvSpPr>
          <p:spPr>
            <a:xfrm>
              <a:off x="11372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
            <p:cNvSpPr/>
            <p:nvPr/>
          </p:nvSpPr>
          <p:spPr>
            <a:xfrm>
              <a:off x="11372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
            <p:cNvSpPr/>
            <p:nvPr/>
          </p:nvSpPr>
          <p:spPr>
            <a:xfrm>
              <a:off x="128772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
            <p:cNvSpPr/>
            <p:nvPr/>
          </p:nvSpPr>
          <p:spPr>
            <a:xfrm>
              <a:off x="128772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
            <p:cNvSpPr/>
            <p:nvPr/>
          </p:nvSpPr>
          <p:spPr>
            <a:xfrm>
              <a:off x="128772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
            <p:cNvSpPr/>
            <p:nvPr/>
          </p:nvSpPr>
          <p:spPr>
            <a:xfrm>
              <a:off x="128772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
            <p:cNvSpPr/>
            <p:nvPr/>
          </p:nvSpPr>
          <p:spPr>
            <a:xfrm>
              <a:off x="128772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
            <p:cNvSpPr/>
            <p:nvPr/>
          </p:nvSpPr>
          <p:spPr>
            <a:xfrm>
              <a:off x="128772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
            <p:cNvSpPr/>
            <p:nvPr/>
          </p:nvSpPr>
          <p:spPr>
            <a:xfrm>
              <a:off x="128772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
            <p:cNvSpPr/>
            <p:nvPr/>
          </p:nvSpPr>
          <p:spPr>
            <a:xfrm>
              <a:off x="128772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
            <p:cNvSpPr/>
            <p:nvPr/>
          </p:nvSpPr>
          <p:spPr>
            <a:xfrm>
              <a:off x="128772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
            <p:cNvSpPr/>
            <p:nvPr/>
          </p:nvSpPr>
          <p:spPr>
            <a:xfrm>
              <a:off x="128772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
            <p:cNvSpPr/>
            <p:nvPr/>
          </p:nvSpPr>
          <p:spPr>
            <a:xfrm>
              <a:off x="128772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
            <p:cNvSpPr/>
            <p:nvPr/>
          </p:nvSpPr>
          <p:spPr>
            <a:xfrm>
              <a:off x="128772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
            <p:cNvSpPr/>
            <p:nvPr/>
          </p:nvSpPr>
          <p:spPr>
            <a:xfrm>
              <a:off x="128772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
            <p:cNvSpPr/>
            <p:nvPr/>
          </p:nvSpPr>
          <p:spPr>
            <a:xfrm>
              <a:off x="128772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p:nvPr/>
          </p:nvSpPr>
          <p:spPr>
            <a:xfrm>
              <a:off x="128772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
            <p:cNvSpPr/>
            <p:nvPr/>
          </p:nvSpPr>
          <p:spPr>
            <a:xfrm>
              <a:off x="128772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
            <p:cNvSpPr/>
            <p:nvPr/>
          </p:nvSpPr>
          <p:spPr>
            <a:xfrm>
              <a:off x="128772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
            <p:cNvSpPr/>
            <p:nvPr/>
          </p:nvSpPr>
          <p:spPr>
            <a:xfrm>
              <a:off x="128772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
            <p:cNvSpPr/>
            <p:nvPr/>
          </p:nvSpPr>
          <p:spPr>
            <a:xfrm>
              <a:off x="128772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
            <p:cNvSpPr/>
            <p:nvPr/>
          </p:nvSpPr>
          <p:spPr>
            <a:xfrm>
              <a:off x="128772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
            <p:cNvSpPr/>
            <p:nvPr/>
          </p:nvSpPr>
          <p:spPr>
            <a:xfrm>
              <a:off x="14382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
            <p:cNvSpPr/>
            <p:nvPr/>
          </p:nvSpPr>
          <p:spPr>
            <a:xfrm>
              <a:off x="14382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
            <p:cNvSpPr/>
            <p:nvPr/>
          </p:nvSpPr>
          <p:spPr>
            <a:xfrm>
              <a:off x="14382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
            <p:cNvSpPr/>
            <p:nvPr/>
          </p:nvSpPr>
          <p:spPr>
            <a:xfrm>
              <a:off x="14382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
            <p:cNvSpPr/>
            <p:nvPr/>
          </p:nvSpPr>
          <p:spPr>
            <a:xfrm>
              <a:off x="14382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
            <p:cNvSpPr/>
            <p:nvPr/>
          </p:nvSpPr>
          <p:spPr>
            <a:xfrm>
              <a:off x="14382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
            <p:cNvSpPr/>
            <p:nvPr/>
          </p:nvSpPr>
          <p:spPr>
            <a:xfrm>
              <a:off x="14382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
            <p:cNvSpPr/>
            <p:nvPr/>
          </p:nvSpPr>
          <p:spPr>
            <a:xfrm>
              <a:off x="14382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2"/>
            <p:cNvSpPr/>
            <p:nvPr/>
          </p:nvSpPr>
          <p:spPr>
            <a:xfrm>
              <a:off x="14382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
            <p:cNvSpPr/>
            <p:nvPr/>
          </p:nvSpPr>
          <p:spPr>
            <a:xfrm>
              <a:off x="14382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
            <p:cNvSpPr/>
            <p:nvPr/>
          </p:nvSpPr>
          <p:spPr>
            <a:xfrm>
              <a:off x="14382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
            <p:cNvSpPr/>
            <p:nvPr/>
          </p:nvSpPr>
          <p:spPr>
            <a:xfrm>
              <a:off x="14382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
            <p:cNvSpPr/>
            <p:nvPr/>
          </p:nvSpPr>
          <p:spPr>
            <a:xfrm>
              <a:off x="14382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
            <p:cNvSpPr/>
            <p:nvPr/>
          </p:nvSpPr>
          <p:spPr>
            <a:xfrm>
              <a:off x="14382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
            <p:cNvSpPr/>
            <p:nvPr/>
          </p:nvSpPr>
          <p:spPr>
            <a:xfrm>
              <a:off x="14382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
            <p:cNvSpPr/>
            <p:nvPr/>
          </p:nvSpPr>
          <p:spPr>
            <a:xfrm>
              <a:off x="14382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
            <p:cNvSpPr/>
            <p:nvPr/>
          </p:nvSpPr>
          <p:spPr>
            <a:xfrm>
              <a:off x="14382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
            <p:cNvSpPr/>
            <p:nvPr/>
          </p:nvSpPr>
          <p:spPr>
            <a:xfrm>
              <a:off x="14382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
            <p:cNvSpPr/>
            <p:nvPr/>
          </p:nvSpPr>
          <p:spPr>
            <a:xfrm>
              <a:off x="14382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
            <p:cNvSpPr/>
            <p:nvPr/>
          </p:nvSpPr>
          <p:spPr>
            <a:xfrm>
              <a:off x="14382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
            <p:cNvSpPr/>
            <p:nvPr/>
          </p:nvSpPr>
          <p:spPr>
            <a:xfrm>
              <a:off x="14382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
            <p:cNvSpPr/>
            <p:nvPr/>
          </p:nvSpPr>
          <p:spPr>
            <a:xfrm>
              <a:off x="14382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
            <p:cNvSpPr/>
            <p:nvPr/>
          </p:nvSpPr>
          <p:spPr>
            <a:xfrm>
              <a:off x="14382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
            <p:cNvSpPr/>
            <p:nvPr/>
          </p:nvSpPr>
          <p:spPr>
            <a:xfrm>
              <a:off x="14382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
            <p:cNvSpPr/>
            <p:nvPr/>
          </p:nvSpPr>
          <p:spPr>
            <a:xfrm>
              <a:off x="14382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
            <p:cNvSpPr/>
            <p:nvPr/>
          </p:nvSpPr>
          <p:spPr>
            <a:xfrm>
              <a:off x="14382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
            <p:cNvSpPr/>
            <p:nvPr/>
          </p:nvSpPr>
          <p:spPr>
            <a:xfrm>
              <a:off x="14382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
            <p:cNvSpPr/>
            <p:nvPr/>
          </p:nvSpPr>
          <p:spPr>
            <a:xfrm>
              <a:off x="14382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
            <p:cNvSpPr/>
            <p:nvPr/>
          </p:nvSpPr>
          <p:spPr>
            <a:xfrm>
              <a:off x="14382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
            <p:cNvSpPr/>
            <p:nvPr/>
          </p:nvSpPr>
          <p:spPr>
            <a:xfrm>
              <a:off x="14382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
            <p:cNvSpPr/>
            <p:nvPr/>
          </p:nvSpPr>
          <p:spPr>
            <a:xfrm>
              <a:off x="14382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
            <p:cNvSpPr/>
            <p:nvPr/>
          </p:nvSpPr>
          <p:spPr>
            <a:xfrm>
              <a:off x="15887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
            <p:cNvSpPr/>
            <p:nvPr/>
          </p:nvSpPr>
          <p:spPr>
            <a:xfrm>
              <a:off x="15887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
            <p:cNvSpPr/>
            <p:nvPr/>
          </p:nvSpPr>
          <p:spPr>
            <a:xfrm>
              <a:off x="15887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
            <p:cNvSpPr/>
            <p:nvPr/>
          </p:nvSpPr>
          <p:spPr>
            <a:xfrm>
              <a:off x="15887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
            <p:cNvSpPr/>
            <p:nvPr/>
          </p:nvSpPr>
          <p:spPr>
            <a:xfrm>
              <a:off x="15887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
            <p:cNvSpPr/>
            <p:nvPr/>
          </p:nvSpPr>
          <p:spPr>
            <a:xfrm>
              <a:off x="15887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
            <p:cNvSpPr/>
            <p:nvPr/>
          </p:nvSpPr>
          <p:spPr>
            <a:xfrm>
              <a:off x="15887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
            <p:cNvSpPr/>
            <p:nvPr/>
          </p:nvSpPr>
          <p:spPr>
            <a:xfrm>
              <a:off x="15887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
            <p:cNvSpPr/>
            <p:nvPr/>
          </p:nvSpPr>
          <p:spPr>
            <a:xfrm>
              <a:off x="15887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
            <p:cNvSpPr/>
            <p:nvPr/>
          </p:nvSpPr>
          <p:spPr>
            <a:xfrm>
              <a:off x="15887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
            <p:cNvSpPr/>
            <p:nvPr/>
          </p:nvSpPr>
          <p:spPr>
            <a:xfrm>
              <a:off x="15887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
            <p:cNvSpPr/>
            <p:nvPr/>
          </p:nvSpPr>
          <p:spPr>
            <a:xfrm>
              <a:off x="15887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
            <p:cNvSpPr/>
            <p:nvPr/>
          </p:nvSpPr>
          <p:spPr>
            <a:xfrm>
              <a:off x="15887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
            <p:cNvSpPr/>
            <p:nvPr/>
          </p:nvSpPr>
          <p:spPr>
            <a:xfrm>
              <a:off x="15887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
            <p:cNvSpPr/>
            <p:nvPr/>
          </p:nvSpPr>
          <p:spPr>
            <a:xfrm>
              <a:off x="15887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
            <p:cNvSpPr/>
            <p:nvPr/>
          </p:nvSpPr>
          <p:spPr>
            <a:xfrm>
              <a:off x="15887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
            <p:cNvSpPr/>
            <p:nvPr/>
          </p:nvSpPr>
          <p:spPr>
            <a:xfrm>
              <a:off x="15887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
            <p:cNvSpPr/>
            <p:nvPr/>
          </p:nvSpPr>
          <p:spPr>
            <a:xfrm>
              <a:off x="15887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
            <p:cNvSpPr/>
            <p:nvPr/>
          </p:nvSpPr>
          <p:spPr>
            <a:xfrm>
              <a:off x="15887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
            <p:cNvSpPr/>
            <p:nvPr/>
          </p:nvSpPr>
          <p:spPr>
            <a:xfrm>
              <a:off x="17392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
            <p:cNvSpPr/>
            <p:nvPr/>
          </p:nvSpPr>
          <p:spPr>
            <a:xfrm>
              <a:off x="17392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
            <p:cNvSpPr/>
            <p:nvPr/>
          </p:nvSpPr>
          <p:spPr>
            <a:xfrm>
              <a:off x="17392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
            <p:cNvSpPr/>
            <p:nvPr/>
          </p:nvSpPr>
          <p:spPr>
            <a:xfrm>
              <a:off x="17392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
            <p:cNvSpPr/>
            <p:nvPr/>
          </p:nvSpPr>
          <p:spPr>
            <a:xfrm>
              <a:off x="17392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
            <p:cNvSpPr/>
            <p:nvPr/>
          </p:nvSpPr>
          <p:spPr>
            <a:xfrm>
              <a:off x="17392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
            <p:cNvSpPr/>
            <p:nvPr/>
          </p:nvSpPr>
          <p:spPr>
            <a:xfrm>
              <a:off x="17392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
            <p:cNvSpPr/>
            <p:nvPr/>
          </p:nvSpPr>
          <p:spPr>
            <a:xfrm>
              <a:off x="17392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
            <p:cNvSpPr/>
            <p:nvPr/>
          </p:nvSpPr>
          <p:spPr>
            <a:xfrm>
              <a:off x="17392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
            <p:cNvSpPr/>
            <p:nvPr/>
          </p:nvSpPr>
          <p:spPr>
            <a:xfrm>
              <a:off x="17392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
            <p:cNvSpPr/>
            <p:nvPr/>
          </p:nvSpPr>
          <p:spPr>
            <a:xfrm>
              <a:off x="17392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
            <p:cNvSpPr/>
            <p:nvPr/>
          </p:nvSpPr>
          <p:spPr>
            <a:xfrm>
              <a:off x="188975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
            <p:cNvSpPr/>
            <p:nvPr/>
          </p:nvSpPr>
          <p:spPr>
            <a:xfrm>
              <a:off x="188975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
            <p:cNvSpPr/>
            <p:nvPr/>
          </p:nvSpPr>
          <p:spPr>
            <a:xfrm>
              <a:off x="188975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
            <p:cNvSpPr/>
            <p:nvPr/>
          </p:nvSpPr>
          <p:spPr>
            <a:xfrm>
              <a:off x="188975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
            <p:cNvSpPr/>
            <p:nvPr/>
          </p:nvSpPr>
          <p:spPr>
            <a:xfrm>
              <a:off x="188975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
            <p:cNvSpPr/>
            <p:nvPr/>
          </p:nvSpPr>
          <p:spPr>
            <a:xfrm>
              <a:off x="204027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
            <p:cNvSpPr/>
            <p:nvPr/>
          </p:nvSpPr>
          <p:spPr>
            <a:xfrm>
              <a:off x="204027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
            <p:cNvSpPr/>
            <p:nvPr/>
          </p:nvSpPr>
          <p:spPr>
            <a:xfrm>
              <a:off x="204027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
            <p:cNvSpPr/>
            <p:nvPr/>
          </p:nvSpPr>
          <p:spPr>
            <a:xfrm>
              <a:off x="21907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
            <p:cNvSpPr/>
            <p:nvPr/>
          </p:nvSpPr>
          <p:spPr>
            <a:xfrm>
              <a:off x="234130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
            <p:cNvSpPr/>
            <p:nvPr/>
          </p:nvSpPr>
          <p:spPr>
            <a:xfrm>
              <a:off x="264232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
            <p:cNvSpPr/>
            <p:nvPr/>
          </p:nvSpPr>
          <p:spPr>
            <a:xfrm>
              <a:off x="264232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
            <p:cNvSpPr/>
            <p:nvPr/>
          </p:nvSpPr>
          <p:spPr>
            <a:xfrm>
              <a:off x="324435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2" name="Google Shape;212;p2"/>
          <p:cNvGrpSpPr/>
          <p:nvPr/>
        </p:nvGrpSpPr>
        <p:grpSpPr>
          <a:xfrm rot="10800000">
            <a:off x="6367294" y="28698"/>
            <a:ext cx="2017554" cy="5086302"/>
            <a:chOff x="1588750" y="238125"/>
            <a:chExt cx="2078025" cy="5238750"/>
          </a:xfrm>
        </p:grpSpPr>
        <p:sp>
          <p:nvSpPr>
            <p:cNvPr id="213" name="Google Shape;213;p2"/>
            <p:cNvSpPr/>
            <p:nvPr/>
          </p:nvSpPr>
          <p:spPr>
            <a:xfrm>
              <a:off x="15887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
            <p:cNvSpPr/>
            <p:nvPr/>
          </p:nvSpPr>
          <p:spPr>
            <a:xfrm>
              <a:off x="15887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2"/>
            <p:cNvSpPr/>
            <p:nvPr/>
          </p:nvSpPr>
          <p:spPr>
            <a:xfrm>
              <a:off x="15887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
            <p:cNvSpPr/>
            <p:nvPr/>
          </p:nvSpPr>
          <p:spPr>
            <a:xfrm>
              <a:off x="15887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
            <p:cNvSpPr/>
            <p:nvPr/>
          </p:nvSpPr>
          <p:spPr>
            <a:xfrm>
              <a:off x="15887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
            <p:cNvSpPr/>
            <p:nvPr/>
          </p:nvSpPr>
          <p:spPr>
            <a:xfrm>
              <a:off x="15887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
            <p:cNvSpPr/>
            <p:nvPr/>
          </p:nvSpPr>
          <p:spPr>
            <a:xfrm>
              <a:off x="17392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
            <p:cNvSpPr/>
            <p:nvPr/>
          </p:nvSpPr>
          <p:spPr>
            <a:xfrm>
              <a:off x="17392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
            <p:cNvSpPr/>
            <p:nvPr/>
          </p:nvSpPr>
          <p:spPr>
            <a:xfrm>
              <a:off x="17392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
            <p:cNvSpPr/>
            <p:nvPr/>
          </p:nvSpPr>
          <p:spPr>
            <a:xfrm>
              <a:off x="17392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
            <p:cNvSpPr/>
            <p:nvPr/>
          </p:nvSpPr>
          <p:spPr>
            <a:xfrm>
              <a:off x="17392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
            <p:cNvSpPr/>
            <p:nvPr/>
          </p:nvSpPr>
          <p:spPr>
            <a:xfrm>
              <a:off x="17392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2"/>
            <p:cNvSpPr/>
            <p:nvPr/>
          </p:nvSpPr>
          <p:spPr>
            <a:xfrm>
              <a:off x="17392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2"/>
            <p:cNvSpPr/>
            <p:nvPr/>
          </p:nvSpPr>
          <p:spPr>
            <a:xfrm>
              <a:off x="188975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2"/>
            <p:cNvSpPr/>
            <p:nvPr/>
          </p:nvSpPr>
          <p:spPr>
            <a:xfrm>
              <a:off x="188975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
            <p:cNvSpPr/>
            <p:nvPr/>
          </p:nvSpPr>
          <p:spPr>
            <a:xfrm>
              <a:off x="188975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
            <p:cNvSpPr/>
            <p:nvPr/>
          </p:nvSpPr>
          <p:spPr>
            <a:xfrm>
              <a:off x="188975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
            <p:cNvSpPr/>
            <p:nvPr/>
          </p:nvSpPr>
          <p:spPr>
            <a:xfrm>
              <a:off x="188975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
            <p:cNvSpPr/>
            <p:nvPr/>
          </p:nvSpPr>
          <p:spPr>
            <a:xfrm>
              <a:off x="188975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
            <p:cNvSpPr/>
            <p:nvPr/>
          </p:nvSpPr>
          <p:spPr>
            <a:xfrm>
              <a:off x="188975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
            <p:cNvSpPr/>
            <p:nvPr/>
          </p:nvSpPr>
          <p:spPr>
            <a:xfrm>
              <a:off x="188975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
            <p:cNvSpPr/>
            <p:nvPr/>
          </p:nvSpPr>
          <p:spPr>
            <a:xfrm>
              <a:off x="188975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2"/>
            <p:cNvSpPr/>
            <p:nvPr/>
          </p:nvSpPr>
          <p:spPr>
            <a:xfrm>
              <a:off x="188975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
            <p:cNvSpPr/>
            <p:nvPr/>
          </p:nvSpPr>
          <p:spPr>
            <a:xfrm>
              <a:off x="188975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2"/>
            <p:cNvSpPr/>
            <p:nvPr/>
          </p:nvSpPr>
          <p:spPr>
            <a:xfrm>
              <a:off x="188975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
            <p:cNvSpPr/>
            <p:nvPr/>
          </p:nvSpPr>
          <p:spPr>
            <a:xfrm>
              <a:off x="188975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2"/>
            <p:cNvSpPr/>
            <p:nvPr/>
          </p:nvSpPr>
          <p:spPr>
            <a:xfrm>
              <a:off x="188975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2"/>
            <p:cNvSpPr/>
            <p:nvPr/>
          </p:nvSpPr>
          <p:spPr>
            <a:xfrm>
              <a:off x="188975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2"/>
            <p:cNvSpPr/>
            <p:nvPr/>
          </p:nvSpPr>
          <p:spPr>
            <a:xfrm>
              <a:off x="188975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2"/>
            <p:cNvSpPr/>
            <p:nvPr/>
          </p:nvSpPr>
          <p:spPr>
            <a:xfrm>
              <a:off x="188975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2"/>
            <p:cNvSpPr/>
            <p:nvPr/>
          </p:nvSpPr>
          <p:spPr>
            <a:xfrm>
              <a:off x="188975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2"/>
            <p:cNvSpPr/>
            <p:nvPr/>
          </p:nvSpPr>
          <p:spPr>
            <a:xfrm>
              <a:off x="188975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2"/>
            <p:cNvSpPr/>
            <p:nvPr/>
          </p:nvSpPr>
          <p:spPr>
            <a:xfrm>
              <a:off x="204027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
            <p:cNvSpPr/>
            <p:nvPr/>
          </p:nvSpPr>
          <p:spPr>
            <a:xfrm>
              <a:off x="204027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
            <p:cNvSpPr/>
            <p:nvPr/>
          </p:nvSpPr>
          <p:spPr>
            <a:xfrm>
              <a:off x="204027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2"/>
            <p:cNvSpPr/>
            <p:nvPr/>
          </p:nvSpPr>
          <p:spPr>
            <a:xfrm>
              <a:off x="204027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
            <p:cNvSpPr/>
            <p:nvPr/>
          </p:nvSpPr>
          <p:spPr>
            <a:xfrm>
              <a:off x="204027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
            <p:cNvSpPr/>
            <p:nvPr/>
          </p:nvSpPr>
          <p:spPr>
            <a:xfrm>
              <a:off x="204027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
            <p:cNvSpPr/>
            <p:nvPr/>
          </p:nvSpPr>
          <p:spPr>
            <a:xfrm>
              <a:off x="204027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
            <p:cNvSpPr/>
            <p:nvPr/>
          </p:nvSpPr>
          <p:spPr>
            <a:xfrm>
              <a:off x="204027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
            <p:cNvSpPr/>
            <p:nvPr/>
          </p:nvSpPr>
          <p:spPr>
            <a:xfrm>
              <a:off x="204027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
            <p:cNvSpPr/>
            <p:nvPr/>
          </p:nvSpPr>
          <p:spPr>
            <a:xfrm>
              <a:off x="204027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2"/>
            <p:cNvSpPr/>
            <p:nvPr/>
          </p:nvSpPr>
          <p:spPr>
            <a:xfrm>
              <a:off x="204027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
            <p:cNvSpPr/>
            <p:nvPr/>
          </p:nvSpPr>
          <p:spPr>
            <a:xfrm>
              <a:off x="204027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2"/>
            <p:cNvSpPr/>
            <p:nvPr/>
          </p:nvSpPr>
          <p:spPr>
            <a:xfrm>
              <a:off x="204027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2"/>
            <p:cNvSpPr/>
            <p:nvPr/>
          </p:nvSpPr>
          <p:spPr>
            <a:xfrm>
              <a:off x="204027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
            <p:cNvSpPr/>
            <p:nvPr/>
          </p:nvSpPr>
          <p:spPr>
            <a:xfrm>
              <a:off x="204027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
            <p:cNvSpPr/>
            <p:nvPr/>
          </p:nvSpPr>
          <p:spPr>
            <a:xfrm>
              <a:off x="204027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
            <p:cNvSpPr/>
            <p:nvPr/>
          </p:nvSpPr>
          <p:spPr>
            <a:xfrm>
              <a:off x="204027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
            <p:cNvSpPr/>
            <p:nvPr/>
          </p:nvSpPr>
          <p:spPr>
            <a:xfrm>
              <a:off x="204027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
            <p:cNvSpPr/>
            <p:nvPr/>
          </p:nvSpPr>
          <p:spPr>
            <a:xfrm>
              <a:off x="204027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2"/>
            <p:cNvSpPr/>
            <p:nvPr/>
          </p:nvSpPr>
          <p:spPr>
            <a:xfrm>
              <a:off x="2190775"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
            <p:cNvSpPr/>
            <p:nvPr/>
          </p:nvSpPr>
          <p:spPr>
            <a:xfrm>
              <a:off x="2190775"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
            <p:cNvSpPr/>
            <p:nvPr/>
          </p:nvSpPr>
          <p:spPr>
            <a:xfrm>
              <a:off x="2190775"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
            <p:cNvSpPr/>
            <p:nvPr/>
          </p:nvSpPr>
          <p:spPr>
            <a:xfrm>
              <a:off x="2190775"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
            <p:cNvSpPr/>
            <p:nvPr/>
          </p:nvSpPr>
          <p:spPr>
            <a:xfrm>
              <a:off x="21907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
            <p:cNvSpPr/>
            <p:nvPr/>
          </p:nvSpPr>
          <p:spPr>
            <a:xfrm>
              <a:off x="21907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
            <p:cNvSpPr/>
            <p:nvPr/>
          </p:nvSpPr>
          <p:spPr>
            <a:xfrm>
              <a:off x="2190775"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
            <p:cNvSpPr/>
            <p:nvPr/>
          </p:nvSpPr>
          <p:spPr>
            <a:xfrm>
              <a:off x="2190775"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
            <p:cNvSpPr/>
            <p:nvPr/>
          </p:nvSpPr>
          <p:spPr>
            <a:xfrm>
              <a:off x="21907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
            <p:cNvSpPr/>
            <p:nvPr/>
          </p:nvSpPr>
          <p:spPr>
            <a:xfrm>
              <a:off x="2190775"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
            <p:cNvSpPr/>
            <p:nvPr/>
          </p:nvSpPr>
          <p:spPr>
            <a:xfrm>
              <a:off x="21907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
            <p:cNvSpPr/>
            <p:nvPr/>
          </p:nvSpPr>
          <p:spPr>
            <a:xfrm>
              <a:off x="2190775"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
            <p:cNvSpPr/>
            <p:nvPr/>
          </p:nvSpPr>
          <p:spPr>
            <a:xfrm>
              <a:off x="21907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2"/>
            <p:cNvSpPr/>
            <p:nvPr/>
          </p:nvSpPr>
          <p:spPr>
            <a:xfrm>
              <a:off x="21907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
            <p:cNvSpPr/>
            <p:nvPr/>
          </p:nvSpPr>
          <p:spPr>
            <a:xfrm>
              <a:off x="21907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
            <p:cNvSpPr/>
            <p:nvPr/>
          </p:nvSpPr>
          <p:spPr>
            <a:xfrm>
              <a:off x="2190775"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
            <p:cNvSpPr/>
            <p:nvPr/>
          </p:nvSpPr>
          <p:spPr>
            <a:xfrm>
              <a:off x="21907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
            <p:cNvSpPr/>
            <p:nvPr/>
          </p:nvSpPr>
          <p:spPr>
            <a:xfrm>
              <a:off x="21907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
            <p:cNvSpPr/>
            <p:nvPr/>
          </p:nvSpPr>
          <p:spPr>
            <a:xfrm>
              <a:off x="2190775"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
            <p:cNvSpPr/>
            <p:nvPr/>
          </p:nvSpPr>
          <p:spPr>
            <a:xfrm>
              <a:off x="21907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
            <p:cNvSpPr/>
            <p:nvPr/>
          </p:nvSpPr>
          <p:spPr>
            <a:xfrm>
              <a:off x="2190775"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
            <p:cNvSpPr/>
            <p:nvPr/>
          </p:nvSpPr>
          <p:spPr>
            <a:xfrm>
              <a:off x="2190775"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
            <p:cNvSpPr/>
            <p:nvPr/>
          </p:nvSpPr>
          <p:spPr>
            <a:xfrm>
              <a:off x="21907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
            <p:cNvSpPr/>
            <p:nvPr/>
          </p:nvSpPr>
          <p:spPr>
            <a:xfrm>
              <a:off x="21907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2"/>
            <p:cNvSpPr/>
            <p:nvPr/>
          </p:nvSpPr>
          <p:spPr>
            <a:xfrm>
              <a:off x="2190775"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2"/>
            <p:cNvSpPr/>
            <p:nvPr/>
          </p:nvSpPr>
          <p:spPr>
            <a:xfrm>
              <a:off x="234130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
            <p:cNvSpPr/>
            <p:nvPr/>
          </p:nvSpPr>
          <p:spPr>
            <a:xfrm>
              <a:off x="234130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2"/>
            <p:cNvSpPr/>
            <p:nvPr/>
          </p:nvSpPr>
          <p:spPr>
            <a:xfrm>
              <a:off x="234130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2"/>
            <p:cNvSpPr/>
            <p:nvPr/>
          </p:nvSpPr>
          <p:spPr>
            <a:xfrm>
              <a:off x="234130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2"/>
            <p:cNvSpPr/>
            <p:nvPr/>
          </p:nvSpPr>
          <p:spPr>
            <a:xfrm>
              <a:off x="234130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2"/>
            <p:cNvSpPr/>
            <p:nvPr/>
          </p:nvSpPr>
          <p:spPr>
            <a:xfrm>
              <a:off x="234130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2"/>
            <p:cNvSpPr/>
            <p:nvPr/>
          </p:nvSpPr>
          <p:spPr>
            <a:xfrm>
              <a:off x="234130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2"/>
            <p:cNvSpPr/>
            <p:nvPr/>
          </p:nvSpPr>
          <p:spPr>
            <a:xfrm>
              <a:off x="234130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2"/>
            <p:cNvSpPr/>
            <p:nvPr/>
          </p:nvSpPr>
          <p:spPr>
            <a:xfrm>
              <a:off x="234130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
            <p:cNvSpPr/>
            <p:nvPr/>
          </p:nvSpPr>
          <p:spPr>
            <a:xfrm>
              <a:off x="234130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2"/>
            <p:cNvSpPr/>
            <p:nvPr/>
          </p:nvSpPr>
          <p:spPr>
            <a:xfrm>
              <a:off x="234130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2"/>
            <p:cNvSpPr/>
            <p:nvPr/>
          </p:nvSpPr>
          <p:spPr>
            <a:xfrm>
              <a:off x="234130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
            <p:cNvSpPr/>
            <p:nvPr/>
          </p:nvSpPr>
          <p:spPr>
            <a:xfrm>
              <a:off x="234130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2"/>
            <p:cNvSpPr/>
            <p:nvPr/>
          </p:nvSpPr>
          <p:spPr>
            <a:xfrm>
              <a:off x="234130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2"/>
            <p:cNvSpPr/>
            <p:nvPr/>
          </p:nvSpPr>
          <p:spPr>
            <a:xfrm>
              <a:off x="234130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
            <p:cNvSpPr/>
            <p:nvPr/>
          </p:nvSpPr>
          <p:spPr>
            <a:xfrm>
              <a:off x="234130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2"/>
            <p:cNvSpPr/>
            <p:nvPr/>
          </p:nvSpPr>
          <p:spPr>
            <a:xfrm>
              <a:off x="234130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2"/>
            <p:cNvSpPr/>
            <p:nvPr/>
          </p:nvSpPr>
          <p:spPr>
            <a:xfrm>
              <a:off x="234130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2"/>
            <p:cNvSpPr/>
            <p:nvPr/>
          </p:nvSpPr>
          <p:spPr>
            <a:xfrm>
              <a:off x="234130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2"/>
            <p:cNvSpPr/>
            <p:nvPr/>
          </p:nvSpPr>
          <p:spPr>
            <a:xfrm>
              <a:off x="234130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2"/>
            <p:cNvSpPr/>
            <p:nvPr/>
          </p:nvSpPr>
          <p:spPr>
            <a:xfrm>
              <a:off x="234130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2"/>
            <p:cNvSpPr/>
            <p:nvPr/>
          </p:nvSpPr>
          <p:spPr>
            <a:xfrm>
              <a:off x="234130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2"/>
            <p:cNvSpPr/>
            <p:nvPr/>
          </p:nvSpPr>
          <p:spPr>
            <a:xfrm>
              <a:off x="234130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2"/>
            <p:cNvSpPr/>
            <p:nvPr/>
          </p:nvSpPr>
          <p:spPr>
            <a:xfrm>
              <a:off x="234130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
            <p:cNvSpPr/>
            <p:nvPr/>
          </p:nvSpPr>
          <p:spPr>
            <a:xfrm>
              <a:off x="234130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2"/>
            <p:cNvSpPr/>
            <p:nvPr/>
          </p:nvSpPr>
          <p:spPr>
            <a:xfrm>
              <a:off x="234130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
            <p:cNvSpPr/>
            <p:nvPr/>
          </p:nvSpPr>
          <p:spPr>
            <a:xfrm>
              <a:off x="249180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
            <p:cNvSpPr/>
            <p:nvPr/>
          </p:nvSpPr>
          <p:spPr>
            <a:xfrm>
              <a:off x="24918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
            <p:cNvSpPr/>
            <p:nvPr/>
          </p:nvSpPr>
          <p:spPr>
            <a:xfrm>
              <a:off x="249180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
            <p:cNvSpPr/>
            <p:nvPr/>
          </p:nvSpPr>
          <p:spPr>
            <a:xfrm>
              <a:off x="249180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
            <p:cNvSpPr/>
            <p:nvPr/>
          </p:nvSpPr>
          <p:spPr>
            <a:xfrm>
              <a:off x="249180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
            <p:cNvSpPr/>
            <p:nvPr/>
          </p:nvSpPr>
          <p:spPr>
            <a:xfrm>
              <a:off x="249180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
            <p:cNvSpPr/>
            <p:nvPr/>
          </p:nvSpPr>
          <p:spPr>
            <a:xfrm>
              <a:off x="249180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
            <p:cNvSpPr/>
            <p:nvPr/>
          </p:nvSpPr>
          <p:spPr>
            <a:xfrm>
              <a:off x="249180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
            <p:cNvSpPr/>
            <p:nvPr/>
          </p:nvSpPr>
          <p:spPr>
            <a:xfrm>
              <a:off x="249180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
            <p:cNvSpPr/>
            <p:nvPr/>
          </p:nvSpPr>
          <p:spPr>
            <a:xfrm>
              <a:off x="249180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
            <p:cNvSpPr/>
            <p:nvPr/>
          </p:nvSpPr>
          <p:spPr>
            <a:xfrm>
              <a:off x="249180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
            <p:cNvSpPr/>
            <p:nvPr/>
          </p:nvSpPr>
          <p:spPr>
            <a:xfrm>
              <a:off x="24918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
            <p:cNvSpPr/>
            <p:nvPr/>
          </p:nvSpPr>
          <p:spPr>
            <a:xfrm>
              <a:off x="249180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
            <p:cNvSpPr/>
            <p:nvPr/>
          </p:nvSpPr>
          <p:spPr>
            <a:xfrm>
              <a:off x="249180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
            <p:cNvSpPr/>
            <p:nvPr/>
          </p:nvSpPr>
          <p:spPr>
            <a:xfrm>
              <a:off x="249180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
            <p:cNvSpPr/>
            <p:nvPr/>
          </p:nvSpPr>
          <p:spPr>
            <a:xfrm>
              <a:off x="249180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
            <p:cNvSpPr/>
            <p:nvPr/>
          </p:nvSpPr>
          <p:spPr>
            <a:xfrm>
              <a:off x="249180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
            <p:cNvSpPr/>
            <p:nvPr/>
          </p:nvSpPr>
          <p:spPr>
            <a:xfrm>
              <a:off x="249180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
            <p:cNvSpPr/>
            <p:nvPr/>
          </p:nvSpPr>
          <p:spPr>
            <a:xfrm>
              <a:off x="249180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
            <p:cNvSpPr/>
            <p:nvPr/>
          </p:nvSpPr>
          <p:spPr>
            <a:xfrm>
              <a:off x="249180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2"/>
            <p:cNvSpPr/>
            <p:nvPr/>
          </p:nvSpPr>
          <p:spPr>
            <a:xfrm>
              <a:off x="249180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2"/>
            <p:cNvSpPr/>
            <p:nvPr/>
          </p:nvSpPr>
          <p:spPr>
            <a:xfrm>
              <a:off x="249180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
            <p:cNvSpPr/>
            <p:nvPr/>
          </p:nvSpPr>
          <p:spPr>
            <a:xfrm>
              <a:off x="249180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2"/>
            <p:cNvSpPr/>
            <p:nvPr/>
          </p:nvSpPr>
          <p:spPr>
            <a:xfrm>
              <a:off x="249180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
            <p:cNvSpPr/>
            <p:nvPr/>
          </p:nvSpPr>
          <p:spPr>
            <a:xfrm>
              <a:off x="249180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2"/>
            <p:cNvSpPr/>
            <p:nvPr/>
          </p:nvSpPr>
          <p:spPr>
            <a:xfrm>
              <a:off x="264232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2"/>
            <p:cNvSpPr/>
            <p:nvPr/>
          </p:nvSpPr>
          <p:spPr>
            <a:xfrm>
              <a:off x="264232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2"/>
            <p:cNvSpPr/>
            <p:nvPr/>
          </p:nvSpPr>
          <p:spPr>
            <a:xfrm>
              <a:off x="264232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2"/>
            <p:cNvSpPr/>
            <p:nvPr/>
          </p:nvSpPr>
          <p:spPr>
            <a:xfrm>
              <a:off x="264232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2"/>
            <p:cNvSpPr/>
            <p:nvPr/>
          </p:nvSpPr>
          <p:spPr>
            <a:xfrm>
              <a:off x="264232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2"/>
            <p:cNvSpPr/>
            <p:nvPr/>
          </p:nvSpPr>
          <p:spPr>
            <a:xfrm>
              <a:off x="264232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2"/>
            <p:cNvSpPr/>
            <p:nvPr/>
          </p:nvSpPr>
          <p:spPr>
            <a:xfrm>
              <a:off x="264232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2"/>
            <p:cNvSpPr/>
            <p:nvPr/>
          </p:nvSpPr>
          <p:spPr>
            <a:xfrm>
              <a:off x="264232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2"/>
            <p:cNvSpPr/>
            <p:nvPr/>
          </p:nvSpPr>
          <p:spPr>
            <a:xfrm>
              <a:off x="264232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2"/>
            <p:cNvSpPr/>
            <p:nvPr/>
          </p:nvSpPr>
          <p:spPr>
            <a:xfrm>
              <a:off x="264232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2"/>
            <p:cNvSpPr/>
            <p:nvPr/>
          </p:nvSpPr>
          <p:spPr>
            <a:xfrm>
              <a:off x="264232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
            <p:cNvSpPr/>
            <p:nvPr/>
          </p:nvSpPr>
          <p:spPr>
            <a:xfrm>
              <a:off x="264232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2"/>
            <p:cNvSpPr/>
            <p:nvPr/>
          </p:nvSpPr>
          <p:spPr>
            <a:xfrm>
              <a:off x="264232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
            <p:cNvSpPr/>
            <p:nvPr/>
          </p:nvSpPr>
          <p:spPr>
            <a:xfrm>
              <a:off x="264232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
            <p:cNvSpPr/>
            <p:nvPr/>
          </p:nvSpPr>
          <p:spPr>
            <a:xfrm>
              <a:off x="264232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
            <p:cNvSpPr/>
            <p:nvPr/>
          </p:nvSpPr>
          <p:spPr>
            <a:xfrm>
              <a:off x="264232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
            <p:cNvSpPr/>
            <p:nvPr/>
          </p:nvSpPr>
          <p:spPr>
            <a:xfrm>
              <a:off x="264232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
            <p:cNvSpPr/>
            <p:nvPr/>
          </p:nvSpPr>
          <p:spPr>
            <a:xfrm>
              <a:off x="264232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
            <p:cNvSpPr/>
            <p:nvPr/>
          </p:nvSpPr>
          <p:spPr>
            <a:xfrm>
              <a:off x="264232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
            <p:cNvSpPr/>
            <p:nvPr/>
          </p:nvSpPr>
          <p:spPr>
            <a:xfrm>
              <a:off x="264232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
            <p:cNvSpPr/>
            <p:nvPr/>
          </p:nvSpPr>
          <p:spPr>
            <a:xfrm>
              <a:off x="2792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
            <p:cNvSpPr/>
            <p:nvPr/>
          </p:nvSpPr>
          <p:spPr>
            <a:xfrm>
              <a:off x="2792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
            <p:cNvSpPr/>
            <p:nvPr/>
          </p:nvSpPr>
          <p:spPr>
            <a:xfrm>
              <a:off x="2792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
            <p:cNvSpPr/>
            <p:nvPr/>
          </p:nvSpPr>
          <p:spPr>
            <a:xfrm>
              <a:off x="2792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
            <p:cNvSpPr/>
            <p:nvPr/>
          </p:nvSpPr>
          <p:spPr>
            <a:xfrm>
              <a:off x="2792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
            <p:cNvSpPr/>
            <p:nvPr/>
          </p:nvSpPr>
          <p:spPr>
            <a:xfrm>
              <a:off x="2792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
            <p:cNvSpPr/>
            <p:nvPr/>
          </p:nvSpPr>
          <p:spPr>
            <a:xfrm>
              <a:off x="2792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
            <p:cNvSpPr/>
            <p:nvPr/>
          </p:nvSpPr>
          <p:spPr>
            <a:xfrm>
              <a:off x="2792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2"/>
            <p:cNvSpPr/>
            <p:nvPr/>
          </p:nvSpPr>
          <p:spPr>
            <a:xfrm>
              <a:off x="2792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
            <p:cNvSpPr/>
            <p:nvPr/>
          </p:nvSpPr>
          <p:spPr>
            <a:xfrm>
              <a:off x="2792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2"/>
            <p:cNvSpPr/>
            <p:nvPr/>
          </p:nvSpPr>
          <p:spPr>
            <a:xfrm>
              <a:off x="2792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2"/>
            <p:cNvSpPr/>
            <p:nvPr/>
          </p:nvSpPr>
          <p:spPr>
            <a:xfrm>
              <a:off x="2792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2"/>
            <p:cNvSpPr/>
            <p:nvPr/>
          </p:nvSpPr>
          <p:spPr>
            <a:xfrm>
              <a:off x="2792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2"/>
            <p:cNvSpPr/>
            <p:nvPr/>
          </p:nvSpPr>
          <p:spPr>
            <a:xfrm>
              <a:off x="2792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
            <p:cNvSpPr/>
            <p:nvPr/>
          </p:nvSpPr>
          <p:spPr>
            <a:xfrm>
              <a:off x="2792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
            <p:cNvSpPr/>
            <p:nvPr/>
          </p:nvSpPr>
          <p:spPr>
            <a:xfrm>
              <a:off x="2792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
            <p:cNvSpPr/>
            <p:nvPr/>
          </p:nvSpPr>
          <p:spPr>
            <a:xfrm>
              <a:off x="2792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
            <p:cNvSpPr/>
            <p:nvPr/>
          </p:nvSpPr>
          <p:spPr>
            <a:xfrm>
              <a:off x="2792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
            <p:cNvSpPr/>
            <p:nvPr/>
          </p:nvSpPr>
          <p:spPr>
            <a:xfrm>
              <a:off x="294332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
            <p:cNvSpPr/>
            <p:nvPr/>
          </p:nvSpPr>
          <p:spPr>
            <a:xfrm>
              <a:off x="294332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
            <p:cNvSpPr/>
            <p:nvPr/>
          </p:nvSpPr>
          <p:spPr>
            <a:xfrm>
              <a:off x="294332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2"/>
            <p:cNvSpPr/>
            <p:nvPr/>
          </p:nvSpPr>
          <p:spPr>
            <a:xfrm>
              <a:off x="294332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2"/>
            <p:cNvSpPr/>
            <p:nvPr/>
          </p:nvSpPr>
          <p:spPr>
            <a:xfrm>
              <a:off x="294332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2"/>
            <p:cNvSpPr/>
            <p:nvPr/>
          </p:nvSpPr>
          <p:spPr>
            <a:xfrm>
              <a:off x="294332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2"/>
            <p:cNvSpPr/>
            <p:nvPr/>
          </p:nvSpPr>
          <p:spPr>
            <a:xfrm>
              <a:off x="294332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
            <p:cNvSpPr/>
            <p:nvPr/>
          </p:nvSpPr>
          <p:spPr>
            <a:xfrm>
              <a:off x="294332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
            <p:cNvSpPr/>
            <p:nvPr/>
          </p:nvSpPr>
          <p:spPr>
            <a:xfrm>
              <a:off x="294332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
            <p:cNvSpPr/>
            <p:nvPr/>
          </p:nvSpPr>
          <p:spPr>
            <a:xfrm>
              <a:off x="294332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
            <p:cNvSpPr/>
            <p:nvPr/>
          </p:nvSpPr>
          <p:spPr>
            <a:xfrm>
              <a:off x="294332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
            <p:cNvSpPr/>
            <p:nvPr/>
          </p:nvSpPr>
          <p:spPr>
            <a:xfrm>
              <a:off x="294332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
            <p:cNvSpPr/>
            <p:nvPr/>
          </p:nvSpPr>
          <p:spPr>
            <a:xfrm>
              <a:off x="294332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
            <p:cNvSpPr/>
            <p:nvPr/>
          </p:nvSpPr>
          <p:spPr>
            <a:xfrm>
              <a:off x="294332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2"/>
            <p:cNvSpPr/>
            <p:nvPr/>
          </p:nvSpPr>
          <p:spPr>
            <a:xfrm>
              <a:off x="294332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
            <p:cNvSpPr/>
            <p:nvPr/>
          </p:nvSpPr>
          <p:spPr>
            <a:xfrm>
              <a:off x="294332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
            <p:cNvSpPr/>
            <p:nvPr/>
          </p:nvSpPr>
          <p:spPr>
            <a:xfrm>
              <a:off x="294332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2"/>
            <p:cNvSpPr/>
            <p:nvPr/>
          </p:nvSpPr>
          <p:spPr>
            <a:xfrm>
              <a:off x="294332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
            <p:cNvSpPr/>
            <p:nvPr/>
          </p:nvSpPr>
          <p:spPr>
            <a:xfrm>
              <a:off x="3093850"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
            <p:cNvSpPr/>
            <p:nvPr/>
          </p:nvSpPr>
          <p:spPr>
            <a:xfrm>
              <a:off x="3093850"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
            <p:cNvSpPr/>
            <p:nvPr/>
          </p:nvSpPr>
          <p:spPr>
            <a:xfrm>
              <a:off x="3093850"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
            <p:cNvSpPr/>
            <p:nvPr/>
          </p:nvSpPr>
          <p:spPr>
            <a:xfrm>
              <a:off x="3093850"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
            <p:cNvSpPr/>
            <p:nvPr/>
          </p:nvSpPr>
          <p:spPr>
            <a:xfrm>
              <a:off x="3093850"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
            <p:cNvSpPr/>
            <p:nvPr/>
          </p:nvSpPr>
          <p:spPr>
            <a:xfrm>
              <a:off x="3093850"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
            <p:cNvSpPr/>
            <p:nvPr/>
          </p:nvSpPr>
          <p:spPr>
            <a:xfrm>
              <a:off x="3093850"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
            <p:cNvSpPr/>
            <p:nvPr/>
          </p:nvSpPr>
          <p:spPr>
            <a:xfrm>
              <a:off x="309385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
            <p:cNvSpPr/>
            <p:nvPr/>
          </p:nvSpPr>
          <p:spPr>
            <a:xfrm>
              <a:off x="3093850"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
            <p:cNvSpPr/>
            <p:nvPr/>
          </p:nvSpPr>
          <p:spPr>
            <a:xfrm>
              <a:off x="324435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
            <p:cNvSpPr/>
            <p:nvPr/>
          </p:nvSpPr>
          <p:spPr>
            <a:xfrm>
              <a:off x="324435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
            <p:cNvSpPr/>
            <p:nvPr/>
          </p:nvSpPr>
          <p:spPr>
            <a:xfrm>
              <a:off x="324435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2"/>
            <p:cNvSpPr/>
            <p:nvPr/>
          </p:nvSpPr>
          <p:spPr>
            <a:xfrm>
              <a:off x="324435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
            <p:cNvSpPr/>
            <p:nvPr/>
          </p:nvSpPr>
          <p:spPr>
            <a:xfrm>
              <a:off x="324435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
            <p:cNvSpPr/>
            <p:nvPr/>
          </p:nvSpPr>
          <p:spPr>
            <a:xfrm>
              <a:off x="324435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
            <p:cNvSpPr/>
            <p:nvPr/>
          </p:nvSpPr>
          <p:spPr>
            <a:xfrm>
              <a:off x="324435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
            <p:cNvSpPr/>
            <p:nvPr/>
          </p:nvSpPr>
          <p:spPr>
            <a:xfrm>
              <a:off x="324435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
            <p:cNvSpPr/>
            <p:nvPr/>
          </p:nvSpPr>
          <p:spPr>
            <a:xfrm>
              <a:off x="33948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
            <p:cNvSpPr/>
            <p:nvPr/>
          </p:nvSpPr>
          <p:spPr>
            <a:xfrm>
              <a:off x="33948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
            <p:cNvSpPr/>
            <p:nvPr/>
          </p:nvSpPr>
          <p:spPr>
            <a:xfrm>
              <a:off x="33948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
            <p:cNvSpPr/>
            <p:nvPr/>
          </p:nvSpPr>
          <p:spPr>
            <a:xfrm>
              <a:off x="33948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
            <p:cNvSpPr/>
            <p:nvPr/>
          </p:nvSpPr>
          <p:spPr>
            <a:xfrm>
              <a:off x="33948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
            <p:cNvSpPr/>
            <p:nvPr/>
          </p:nvSpPr>
          <p:spPr>
            <a:xfrm>
              <a:off x="33948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
            <p:cNvSpPr/>
            <p:nvPr/>
          </p:nvSpPr>
          <p:spPr>
            <a:xfrm>
              <a:off x="35453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
            <p:cNvSpPr/>
            <p:nvPr/>
          </p:nvSpPr>
          <p:spPr>
            <a:xfrm>
              <a:off x="35453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
            <p:cNvSpPr/>
            <p:nvPr/>
          </p:nvSpPr>
          <p:spPr>
            <a:xfrm>
              <a:off x="35453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2" name="Google Shape;422;p2"/>
          <p:cNvGrpSpPr/>
          <p:nvPr/>
        </p:nvGrpSpPr>
        <p:grpSpPr>
          <a:xfrm rot="10800000">
            <a:off x="6367294" y="28698"/>
            <a:ext cx="2309820" cy="5086302"/>
            <a:chOff x="1287725" y="238125"/>
            <a:chExt cx="2379050" cy="5238750"/>
          </a:xfrm>
        </p:grpSpPr>
        <p:sp>
          <p:nvSpPr>
            <p:cNvPr id="423" name="Google Shape;423;p2"/>
            <p:cNvSpPr/>
            <p:nvPr/>
          </p:nvSpPr>
          <p:spPr>
            <a:xfrm>
              <a:off x="128772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
            <p:cNvSpPr/>
            <p:nvPr/>
          </p:nvSpPr>
          <p:spPr>
            <a:xfrm>
              <a:off x="128772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
            <p:cNvSpPr/>
            <p:nvPr/>
          </p:nvSpPr>
          <p:spPr>
            <a:xfrm>
              <a:off x="128772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
            <p:cNvSpPr/>
            <p:nvPr/>
          </p:nvSpPr>
          <p:spPr>
            <a:xfrm>
              <a:off x="128772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
            <p:cNvSpPr/>
            <p:nvPr/>
          </p:nvSpPr>
          <p:spPr>
            <a:xfrm>
              <a:off x="128772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
            <p:cNvSpPr/>
            <p:nvPr/>
          </p:nvSpPr>
          <p:spPr>
            <a:xfrm>
              <a:off x="128772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
            <p:cNvSpPr/>
            <p:nvPr/>
          </p:nvSpPr>
          <p:spPr>
            <a:xfrm>
              <a:off x="128772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
            <p:cNvSpPr/>
            <p:nvPr/>
          </p:nvSpPr>
          <p:spPr>
            <a:xfrm>
              <a:off x="128772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
            <p:cNvSpPr/>
            <p:nvPr/>
          </p:nvSpPr>
          <p:spPr>
            <a:xfrm>
              <a:off x="128772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
            <p:cNvSpPr/>
            <p:nvPr/>
          </p:nvSpPr>
          <p:spPr>
            <a:xfrm>
              <a:off x="128772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
            <p:cNvSpPr/>
            <p:nvPr/>
          </p:nvSpPr>
          <p:spPr>
            <a:xfrm>
              <a:off x="128772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
            <p:cNvSpPr/>
            <p:nvPr/>
          </p:nvSpPr>
          <p:spPr>
            <a:xfrm>
              <a:off x="128772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
            <p:cNvSpPr/>
            <p:nvPr/>
          </p:nvSpPr>
          <p:spPr>
            <a:xfrm>
              <a:off x="128772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
            <p:cNvSpPr/>
            <p:nvPr/>
          </p:nvSpPr>
          <p:spPr>
            <a:xfrm>
              <a:off x="128772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
            <p:cNvSpPr/>
            <p:nvPr/>
          </p:nvSpPr>
          <p:spPr>
            <a:xfrm>
              <a:off x="128772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
            <p:cNvSpPr/>
            <p:nvPr/>
          </p:nvSpPr>
          <p:spPr>
            <a:xfrm>
              <a:off x="14382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
            <p:cNvSpPr/>
            <p:nvPr/>
          </p:nvSpPr>
          <p:spPr>
            <a:xfrm>
              <a:off x="14382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
            <p:cNvSpPr/>
            <p:nvPr/>
          </p:nvSpPr>
          <p:spPr>
            <a:xfrm>
              <a:off x="14382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
            <p:cNvSpPr/>
            <p:nvPr/>
          </p:nvSpPr>
          <p:spPr>
            <a:xfrm>
              <a:off x="14382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
            <p:cNvSpPr/>
            <p:nvPr/>
          </p:nvSpPr>
          <p:spPr>
            <a:xfrm>
              <a:off x="15887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
            <p:cNvSpPr/>
            <p:nvPr/>
          </p:nvSpPr>
          <p:spPr>
            <a:xfrm>
              <a:off x="15887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
            <p:cNvSpPr/>
            <p:nvPr/>
          </p:nvSpPr>
          <p:spPr>
            <a:xfrm>
              <a:off x="15887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2"/>
            <p:cNvSpPr/>
            <p:nvPr/>
          </p:nvSpPr>
          <p:spPr>
            <a:xfrm>
              <a:off x="15887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
            <p:cNvSpPr/>
            <p:nvPr/>
          </p:nvSpPr>
          <p:spPr>
            <a:xfrm>
              <a:off x="15887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
            <p:cNvSpPr/>
            <p:nvPr/>
          </p:nvSpPr>
          <p:spPr>
            <a:xfrm>
              <a:off x="15887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
            <p:cNvSpPr/>
            <p:nvPr/>
          </p:nvSpPr>
          <p:spPr>
            <a:xfrm>
              <a:off x="15887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
            <p:cNvSpPr/>
            <p:nvPr/>
          </p:nvSpPr>
          <p:spPr>
            <a:xfrm>
              <a:off x="15887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2"/>
            <p:cNvSpPr/>
            <p:nvPr/>
          </p:nvSpPr>
          <p:spPr>
            <a:xfrm>
              <a:off x="15887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
            <p:cNvSpPr/>
            <p:nvPr/>
          </p:nvSpPr>
          <p:spPr>
            <a:xfrm>
              <a:off x="15887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
            <p:cNvSpPr/>
            <p:nvPr/>
          </p:nvSpPr>
          <p:spPr>
            <a:xfrm>
              <a:off x="17392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
            <p:cNvSpPr/>
            <p:nvPr/>
          </p:nvSpPr>
          <p:spPr>
            <a:xfrm>
              <a:off x="17392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
            <p:cNvSpPr/>
            <p:nvPr/>
          </p:nvSpPr>
          <p:spPr>
            <a:xfrm>
              <a:off x="17392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2"/>
            <p:cNvSpPr/>
            <p:nvPr/>
          </p:nvSpPr>
          <p:spPr>
            <a:xfrm>
              <a:off x="17392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
            <p:cNvSpPr/>
            <p:nvPr/>
          </p:nvSpPr>
          <p:spPr>
            <a:xfrm>
              <a:off x="17392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2"/>
            <p:cNvSpPr/>
            <p:nvPr/>
          </p:nvSpPr>
          <p:spPr>
            <a:xfrm>
              <a:off x="17392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2"/>
            <p:cNvSpPr/>
            <p:nvPr/>
          </p:nvSpPr>
          <p:spPr>
            <a:xfrm>
              <a:off x="17392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
            <p:cNvSpPr/>
            <p:nvPr/>
          </p:nvSpPr>
          <p:spPr>
            <a:xfrm>
              <a:off x="17392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
            <p:cNvSpPr/>
            <p:nvPr/>
          </p:nvSpPr>
          <p:spPr>
            <a:xfrm>
              <a:off x="17392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
            <p:cNvSpPr/>
            <p:nvPr/>
          </p:nvSpPr>
          <p:spPr>
            <a:xfrm>
              <a:off x="17392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2"/>
            <p:cNvSpPr/>
            <p:nvPr/>
          </p:nvSpPr>
          <p:spPr>
            <a:xfrm>
              <a:off x="17392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2"/>
            <p:cNvSpPr/>
            <p:nvPr/>
          </p:nvSpPr>
          <p:spPr>
            <a:xfrm>
              <a:off x="17392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2"/>
            <p:cNvSpPr/>
            <p:nvPr/>
          </p:nvSpPr>
          <p:spPr>
            <a:xfrm>
              <a:off x="17392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2"/>
            <p:cNvSpPr/>
            <p:nvPr/>
          </p:nvSpPr>
          <p:spPr>
            <a:xfrm>
              <a:off x="17392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2"/>
            <p:cNvSpPr/>
            <p:nvPr/>
          </p:nvSpPr>
          <p:spPr>
            <a:xfrm>
              <a:off x="17392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2"/>
            <p:cNvSpPr/>
            <p:nvPr/>
          </p:nvSpPr>
          <p:spPr>
            <a:xfrm>
              <a:off x="17392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
            <p:cNvSpPr/>
            <p:nvPr/>
          </p:nvSpPr>
          <p:spPr>
            <a:xfrm>
              <a:off x="17392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
            <p:cNvSpPr/>
            <p:nvPr/>
          </p:nvSpPr>
          <p:spPr>
            <a:xfrm>
              <a:off x="188975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
            <p:cNvSpPr/>
            <p:nvPr/>
          </p:nvSpPr>
          <p:spPr>
            <a:xfrm>
              <a:off x="188975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2"/>
            <p:cNvSpPr/>
            <p:nvPr/>
          </p:nvSpPr>
          <p:spPr>
            <a:xfrm>
              <a:off x="188975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2"/>
            <p:cNvSpPr/>
            <p:nvPr/>
          </p:nvSpPr>
          <p:spPr>
            <a:xfrm>
              <a:off x="188975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2"/>
            <p:cNvSpPr/>
            <p:nvPr/>
          </p:nvSpPr>
          <p:spPr>
            <a:xfrm>
              <a:off x="188975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
            <p:cNvSpPr/>
            <p:nvPr/>
          </p:nvSpPr>
          <p:spPr>
            <a:xfrm>
              <a:off x="188975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
            <p:cNvSpPr/>
            <p:nvPr/>
          </p:nvSpPr>
          <p:spPr>
            <a:xfrm>
              <a:off x="188975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
            <p:cNvSpPr/>
            <p:nvPr/>
          </p:nvSpPr>
          <p:spPr>
            <a:xfrm>
              <a:off x="188975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
            <p:cNvSpPr/>
            <p:nvPr/>
          </p:nvSpPr>
          <p:spPr>
            <a:xfrm>
              <a:off x="188975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
            <p:cNvSpPr/>
            <p:nvPr/>
          </p:nvSpPr>
          <p:spPr>
            <a:xfrm>
              <a:off x="188975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2"/>
            <p:cNvSpPr/>
            <p:nvPr/>
          </p:nvSpPr>
          <p:spPr>
            <a:xfrm>
              <a:off x="188975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
            <p:cNvSpPr/>
            <p:nvPr/>
          </p:nvSpPr>
          <p:spPr>
            <a:xfrm>
              <a:off x="204027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
            <p:cNvSpPr/>
            <p:nvPr/>
          </p:nvSpPr>
          <p:spPr>
            <a:xfrm>
              <a:off x="204027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
            <p:cNvSpPr/>
            <p:nvPr/>
          </p:nvSpPr>
          <p:spPr>
            <a:xfrm>
              <a:off x="204027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
            <p:cNvSpPr/>
            <p:nvPr/>
          </p:nvSpPr>
          <p:spPr>
            <a:xfrm>
              <a:off x="204027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
            <p:cNvSpPr/>
            <p:nvPr/>
          </p:nvSpPr>
          <p:spPr>
            <a:xfrm>
              <a:off x="204027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
            <p:cNvSpPr/>
            <p:nvPr/>
          </p:nvSpPr>
          <p:spPr>
            <a:xfrm>
              <a:off x="204027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2"/>
            <p:cNvSpPr/>
            <p:nvPr/>
          </p:nvSpPr>
          <p:spPr>
            <a:xfrm>
              <a:off x="204027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
            <p:cNvSpPr/>
            <p:nvPr/>
          </p:nvSpPr>
          <p:spPr>
            <a:xfrm>
              <a:off x="204027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
            <p:cNvSpPr/>
            <p:nvPr/>
          </p:nvSpPr>
          <p:spPr>
            <a:xfrm>
              <a:off x="204027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
            <p:cNvSpPr/>
            <p:nvPr/>
          </p:nvSpPr>
          <p:spPr>
            <a:xfrm>
              <a:off x="204027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
            <p:cNvSpPr/>
            <p:nvPr/>
          </p:nvSpPr>
          <p:spPr>
            <a:xfrm>
              <a:off x="204027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2"/>
            <p:cNvSpPr/>
            <p:nvPr/>
          </p:nvSpPr>
          <p:spPr>
            <a:xfrm>
              <a:off x="204027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2"/>
            <p:cNvSpPr/>
            <p:nvPr/>
          </p:nvSpPr>
          <p:spPr>
            <a:xfrm>
              <a:off x="204027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2"/>
            <p:cNvSpPr/>
            <p:nvPr/>
          </p:nvSpPr>
          <p:spPr>
            <a:xfrm>
              <a:off x="21907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
            <p:cNvSpPr/>
            <p:nvPr/>
          </p:nvSpPr>
          <p:spPr>
            <a:xfrm>
              <a:off x="21907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
            <p:cNvSpPr/>
            <p:nvPr/>
          </p:nvSpPr>
          <p:spPr>
            <a:xfrm>
              <a:off x="21907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
            <p:cNvSpPr/>
            <p:nvPr/>
          </p:nvSpPr>
          <p:spPr>
            <a:xfrm>
              <a:off x="21907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2"/>
            <p:cNvSpPr/>
            <p:nvPr/>
          </p:nvSpPr>
          <p:spPr>
            <a:xfrm>
              <a:off x="21907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2"/>
            <p:cNvSpPr/>
            <p:nvPr/>
          </p:nvSpPr>
          <p:spPr>
            <a:xfrm>
              <a:off x="2190775"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
            <p:cNvSpPr/>
            <p:nvPr/>
          </p:nvSpPr>
          <p:spPr>
            <a:xfrm>
              <a:off x="21907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
            <p:cNvSpPr/>
            <p:nvPr/>
          </p:nvSpPr>
          <p:spPr>
            <a:xfrm>
              <a:off x="21907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2"/>
            <p:cNvSpPr/>
            <p:nvPr/>
          </p:nvSpPr>
          <p:spPr>
            <a:xfrm>
              <a:off x="2190775"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2"/>
            <p:cNvSpPr/>
            <p:nvPr/>
          </p:nvSpPr>
          <p:spPr>
            <a:xfrm>
              <a:off x="234130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2"/>
            <p:cNvSpPr/>
            <p:nvPr/>
          </p:nvSpPr>
          <p:spPr>
            <a:xfrm>
              <a:off x="234130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2"/>
            <p:cNvSpPr/>
            <p:nvPr/>
          </p:nvSpPr>
          <p:spPr>
            <a:xfrm>
              <a:off x="234130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2"/>
            <p:cNvSpPr/>
            <p:nvPr/>
          </p:nvSpPr>
          <p:spPr>
            <a:xfrm>
              <a:off x="234130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2"/>
            <p:cNvSpPr/>
            <p:nvPr/>
          </p:nvSpPr>
          <p:spPr>
            <a:xfrm>
              <a:off x="234130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2"/>
            <p:cNvSpPr/>
            <p:nvPr/>
          </p:nvSpPr>
          <p:spPr>
            <a:xfrm>
              <a:off x="234130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2"/>
            <p:cNvSpPr/>
            <p:nvPr/>
          </p:nvSpPr>
          <p:spPr>
            <a:xfrm>
              <a:off x="234130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
            <p:cNvSpPr/>
            <p:nvPr/>
          </p:nvSpPr>
          <p:spPr>
            <a:xfrm>
              <a:off x="234130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
            <p:cNvSpPr/>
            <p:nvPr/>
          </p:nvSpPr>
          <p:spPr>
            <a:xfrm>
              <a:off x="249180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
            <p:cNvSpPr/>
            <p:nvPr/>
          </p:nvSpPr>
          <p:spPr>
            <a:xfrm>
              <a:off x="249180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
            <p:cNvSpPr/>
            <p:nvPr/>
          </p:nvSpPr>
          <p:spPr>
            <a:xfrm>
              <a:off x="249180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
            <p:cNvSpPr/>
            <p:nvPr/>
          </p:nvSpPr>
          <p:spPr>
            <a:xfrm>
              <a:off x="249180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
            <p:cNvSpPr/>
            <p:nvPr/>
          </p:nvSpPr>
          <p:spPr>
            <a:xfrm>
              <a:off x="24918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
            <p:cNvSpPr/>
            <p:nvPr/>
          </p:nvSpPr>
          <p:spPr>
            <a:xfrm>
              <a:off x="264232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
            <p:cNvSpPr/>
            <p:nvPr/>
          </p:nvSpPr>
          <p:spPr>
            <a:xfrm>
              <a:off x="264232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
            <p:cNvSpPr/>
            <p:nvPr/>
          </p:nvSpPr>
          <p:spPr>
            <a:xfrm>
              <a:off x="264232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
            <p:cNvSpPr/>
            <p:nvPr/>
          </p:nvSpPr>
          <p:spPr>
            <a:xfrm>
              <a:off x="264232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
            <p:cNvSpPr/>
            <p:nvPr/>
          </p:nvSpPr>
          <p:spPr>
            <a:xfrm>
              <a:off x="264232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
            <p:cNvSpPr/>
            <p:nvPr/>
          </p:nvSpPr>
          <p:spPr>
            <a:xfrm>
              <a:off x="2792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
            <p:cNvSpPr/>
            <p:nvPr/>
          </p:nvSpPr>
          <p:spPr>
            <a:xfrm>
              <a:off x="294332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2"/>
            <p:cNvSpPr/>
            <p:nvPr/>
          </p:nvSpPr>
          <p:spPr>
            <a:xfrm>
              <a:off x="294332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
            <p:cNvSpPr/>
            <p:nvPr/>
          </p:nvSpPr>
          <p:spPr>
            <a:xfrm>
              <a:off x="3093850"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
            <p:cNvSpPr/>
            <p:nvPr/>
          </p:nvSpPr>
          <p:spPr>
            <a:xfrm>
              <a:off x="33948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
            <p:cNvSpPr/>
            <p:nvPr/>
          </p:nvSpPr>
          <p:spPr>
            <a:xfrm>
              <a:off x="35453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 name="Shape 526"/>
        <p:cNvGrpSpPr/>
        <p:nvPr/>
      </p:nvGrpSpPr>
      <p:grpSpPr>
        <a:xfrm>
          <a:off x="0" y="0"/>
          <a:ext cx="0" cy="0"/>
          <a:chOff x="0" y="0"/>
          <a:chExt cx="0" cy="0"/>
        </a:xfrm>
      </p:grpSpPr>
      <p:sp>
        <p:nvSpPr>
          <p:cNvPr id="527" name="Google Shape;527;p3"/>
          <p:cNvSpPr txBox="1">
            <a:spLocks noGrp="1"/>
          </p:cNvSpPr>
          <p:nvPr>
            <p:ph type="ctrTitle"/>
          </p:nvPr>
        </p:nvSpPr>
        <p:spPr>
          <a:xfrm>
            <a:off x="685800" y="2878750"/>
            <a:ext cx="5268900" cy="1159800"/>
          </a:xfrm>
          <a:prstGeom prst="rect">
            <a:avLst/>
          </a:prstGeom>
        </p:spPr>
        <p:txBody>
          <a:bodyPr spcFirstLastPara="1" wrap="square" lIns="91425" tIns="91425" rIns="91425" bIns="91425" anchor="b"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528" name="Google Shape;528;p3"/>
          <p:cNvSpPr txBox="1">
            <a:spLocks noGrp="1"/>
          </p:cNvSpPr>
          <p:nvPr>
            <p:ph type="subTitle" idx="1"/>
          </p:nvPr>
        </p:nvSpPr>
        <p:spPr>
          <a:xfrm>
            <a:off x="685800" y="3983055"/>
            <a:ext cx="5268900" cy="7848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2"/>
              </a:buClr>
              <a:buSzPts val="2400"/>
              <a:buNone/>
              <a:defRPr>
                <a:solidFill>
                  <a:schemeClr val="accent2"/>
                </a:solidFill>
              </a:defRPr>
            </a:lvl1pPr>
            <a:lvl2pPr lvl="1" rtl="0">
              <a:spcBef>
                <a:spcPts val="0"/>
              </a:spcBef>
              <a:spcAft>
                <a:spcPts val="0"/>
              </a:spcAft>
              <a:buClr>
                <a:schemeClr val="accent2"/>
              </a:buClr>
              <a:buSzPts val="3000"/>
              <a:buNone/>
              <a:defRPr sz="3000">
                <a:solidFill>
                  <a:schemeClr val="accent2"/>
                </a:solidFill>
              </a:defRPr>
            </a:lvl2pPr>
            <a:lvl3pPr lvl="2" rtl="0">
              <a:spcBef>
                <a:spcPts val="0"/>
              </a:spcBef>
              <a:spcAft>
                <a:spcPts val="0"/>
              </a:spcAft>
              <a:buClr>
                <a:schemeClr val="accent2"/>
              </a:buClr>
              <a:buSzPts val="3000"/>
              <a:buNone/>
              <a:defRPr sz="3000">
                <a:solidFill>
                  <a:schemeClr val="accent2"/>
                </a:solidFill>
              </a:defRPr>
            </a:lvl3pPr>
            <a:lvl4pPr lvl="3" rtl="0">
              <a:spcBef>
                <a:spcPts val="0"/>
              </a:spcBef>
              <a:spcAft>
                <a:spcPts val="0"/>
              </a:spcAft>
              <a:buClr>
                <a:schemeClr val="accent2"/>
              </a:buClr>
              <a:buSzPts val="3000"/>
              <a:buNone/>
              <a:defRPr sz="3000">
                <a:solidFill>
                  <a:schemeClr val="accent2"/>
                </a:solidFill>
              </a:defRPr>
            </a:lvl4pPr>
            <a:lvl5pPr lvl="4" rtl="0">
              <a:spcBef>
                <a:spcPts val="0"/>
              </a:spcBef>
              <a:spcAft>
                <a:spcPts val="0"/>
              </a:spcAft>
              <a:buClr>
                <a:schemeClr val="accent2"/>
              </a:buClr>
              <a:buSzPts val="3000"/>
              <a:buNone/>
              <a:defRPr sz="3000">
                <a:solidFill>
                  <a:schemeClr val="accent2"/>
                </a:solidFill>
              </a:defRPr>
            </a:lvl5pPr>
            <a:lvl6pPr lvl="5" rtl="0">
              <a:spcBef>
                <a:spcPts val="0"/>
              </a:spcBef>
              <a:spcAft>
                <a:spcPts val="0"/>
              </a:spcAft>
              <a:buClr>
                <a:schemeClr val="accent2"/>
              </a:buClr>
              <a:buSzPts val="3000"/>
              <a:buNone/>
              <a:defRPr sz="3000">
                <a:solidFill>
                  <a:schemeClr val="accent2"/>
                </a:solidFill>
              </a:defRPr>
            </a:lvl6pPr>
            <a:lvl7pPr lvl="6" rtl="0">
              <a:spcBef>
                <a:spcPts val="0"/>
              </a:spcBef>
              <a:spcAft>
                <a:spcPts val="0"/>
              </a:spcAft>
              <a:buClr>
                <a:schemeClr val="accent2"/>
              </a:buClr>
              <a:buSzPts val="3000"/>
              <a:buNone/>
              <a:defRPr sz="3000">
                <a:solidFill>
                  <a:schemeClr val="accent2"/>
                </a:solidFill>
              </a:defRPr>
            </a:lvl7pPr>
            <a:lvl8pPr lvl="7" rtl="0">
              <a:spcBef>
                <a:spcPts val="0"/>
              </a:spcBef>
              <a:spcAft>
                <a:spcPts val="0"/>
              </a:spcAft>
              <a:buClr>
                <a:schemeClr val="accent2"/>
              </a:buClr>
              <a:buSzPts val="3000"/>
              <a:buNone/>
              <a:defRPr sz="3000">
                <a:solidFill>
                  <a:schemeClr val="accent2"/>
                </a:solidFill>
              </a:defRPr>
            </a:lvl8pPr>
            <a:lvl9pPr lvl="8" rtl="0">
              <a:spcBef>
                <a:spcPts val="0"/>
              </a:spcBef>
              <a:spcAft>
                <a:spcPts val="0"/>
              </a:spcAft>
              <a:buClr>
                <a:schemeClr val="accent2"/>
              </a:buClr>
              <a:buSzPts val="3000"/>
              <a:buNone/>
              <a:defRPr sz="3000">
                <a:solidFill>
                  <a:schemeClr val="accent2"/>
                </a:solidFill>
              </a:defRPr>
            </a:lvl9pPr>
          </a:lstStyle>
          <a:p>
            <a:endParaRPr/>
          </a:p>
        </p:txBody>
      </p:sp>
      <p:grpSp>
        <p:nvGrpSpPr>
          <p:cNvPr id="529" name="Google Shape;529;p3"/>
          <p:cNvGrpSpPr/>
          <p:nvPr/>
        </p:nvGrpSpPr>
        <p:grpSpPr>
          <a:xfrm rot="10800000">
            <a:off x="8705367" y="28698"/>
            <a:ext cx="410132" cy="5086302"/>
            <a:chOff x="836200" y="238125"/>
            <a:chExt cx="422425" cy="5238750"/>
          </a:xfrm>
        </p:grpSpPr>
        <p:sp>
          <p:nvSpPr>
            <p:cNvPr id="530" name="Google Shape;530;p3"/>
            <p:cNvSpPr/>
            <p:nvPr/>
          </p:nvSpPr>
          <p:spPr>
            <a:xfrm>
              <a:off x="83620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
            <p:cNvSpPr/>
            <p:nvPr/>
          </p:nvSpPr>
          <p:spPr>
            <a:xfrm>
              <a:off x="83620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
            <p:cNvSpPr/>
            <p:nvPr/>
          </p:nvSpPr>
          <p:spPr>
            <a:xfrm>
              <a:off x="83620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
            <p:cNvSpPr/>
            <p:nvPr/>
          </p:nvSpPr>
          <p:spPr>
            <a:xfrm>
              <a:off x="83620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
            <p:cNvSpPr/>
            <p:nvPr/>
          </p:nvSpPr>
          <p:spPr>
            <a:xfrm>
              <a:off x="83620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
            <p:cNvSpPr/>
            <p:nvPr/>
          </p:nvSpPr>
          <p:spPr>
            <a:xfrm>
              <a:off x="83620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
            <p:cNvSpPr/>
            <p:nvPr/>
          </p:nvSpPr>
          <p:spPr>
            <a:xfrm>
              <a:off x="83620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
            <p:cNvSpPr/>
            <p:nvPr/>
          </p:nvSpPr>
          <p:spPr>
            <a:xfrm>
              <a:off x="83620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
            <p:cNvSpPr/>
            <p:nvPr/>
          </p:nvSpPr>
          <p:spPr>
            <a:xfrm>
              <a:off x="83620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
            <p:cNvSpPr/>
            <p:nvPr/>
          </p:nvSpPr>
          <p:spPr>
            <a:xfrm>
              <a:off x="83620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
            <p:cNvSpPr/>
            <p:nvPr/>
          </p:nvSpPr>
          <p:spPr>
            <a:xfrm>
              <a:off x="83620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
            <p:cNvSpPr/>
            <p:nvPr/>
          </p:nvSpPr>
          <p:spPr>
            <a:xfrm>
              <a:off x="83620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
            <p:cNvSpPr/>
            <p:nvPr/>
          </p:nvSpPr>
          <p:spPr>
            <a:xfrm>
              <a:off x="83620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
            <p:cNvSpPr/>
            <p:nvPr/>
          </p:nvSpPr>
          <p:spPr>
            <a:xfrm>
              <a:off x="83620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
            <p:cNvSpPr/>
            <p:nvPr/>
          </p:nvSpPr>
          <p:spPr>
            <a:xfrm>
              <a:off x="83620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
            <p:cNvSpPr/>
            <p:nvPr/>
          </p:nvSpPr>
          <p:spPr>
            <a:xfrm>
              <a:off x="83620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
            <p:cNvSpPr/>
            <p:nvPr/>
          </p:nvSpPr>
          <p:spPr>
            <a:xfrm>
              <a:off x="83620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
            <p:cNvSpPr/>
            <p:nvPr/>
          </p:nvSpPr>
          <p:spPr>
            <a:xfrm>
              <a:off x="83620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
            <p:cNvSpPr/>
            <p:nvPr/>
          </p:nvSpPr>
          <p:spPr>
            <a:xfrm>
              <a:off x="83620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
            <p:cNvSpPr/>
            <p:nvPr/>
          </p:nvSpPr>
          <p:spPr>
            <a:xfrm>
              <a:off x="83620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
            <p:cNvSpPr/>
            <p:nvPr/>
          </p:nvSpPr>
          <p:spPr>
            <a:xfrm>
              <a:off x="83620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
            <p:cNvSpPr/>
            <p:nvPr/>
          </p:nvSpPr>
          <p:spPr>
            <a:xfrm>
              <a:off x="83620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
            <p:cNvSpPr/>
            <p:nvPr/>
          </p:nvSpPr>
          <p:spPr>
            <a:xfrm>
              <a:off x="83620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
            <p:cNvSpPr/>
            <p:nvPr/>
          </p:nvSpPr>
          <p:spPr>
            <a:xfrm>
              <a:off x="83620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
            <p:cNvSpPr/>
            <p:nvPr/>
          </p:nvSpPr>
          <p:spPr>
            <a:xfrm>
              <a:off x="83620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
            <p:cNvSpPr/>
            <p:nvPr/>
          </p:nvSpPr>
          <p:spPr>
            <a:xfrm>
              <a:off x="83620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
            <p:cNvSpPr/>
            <p:nvPr/>
          </p:nvSpPr>
          <p:spPr>
            <a:xfrm>
              <a:off x="83620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
            <p:cNvSpPr/>
            <p:nvPr/>
          </p:nvSpPr>
          <p:spPr>
            <a:xfrm>
              <a:off x="83620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
            <p:cNvSpPr/>
            <p:nvPr/>
          </p:nvSpPr>
          <p:spPr>
            <a:xfrm>
              <a:off x="83620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
            <p:cNvSpPr/>
            <p:nvPr/>
          </p:nvSpPr>
          <p:spPr>
            <a:xfrm>
              <a:off x="83620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
            <p:cNvSpPr/>
            <p:nvPr/>
          </p:nvSpPr>
          <p:spPr>
            <a:xfrm>
              <a:off x="83620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
            <p:cNvSpPr/>
            <p:nvPr/>
          </p:nvSpPr>
          <p:spPr>
            <a:xfrm>
              <a:off x="83620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
            <p:cNvSpPr/>
            <p:nvPr/>
          </p:nvSpPr>
          <p:spPr>
            <a:xfrm>
              <a:off x="83620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
            <p:cNvSpPr/>
            <p:nvPr/>
          </p:nvSpPr>
          <p:spPr>
            <a:xfrm>
              <a:off x="83620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
            <p:cNvSpPr/>
            <p:nvPr/>
          </p:nvSpPr>
          <p:spPr>
            <a:xfrm>
              <a:off x="83620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
            <p:cNvSpPr/>
            <p:nvPr/>
          </p:nvSpPr>
          <p:spPr>
            <a:xfrm>
              <a:off x="9867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
            <p:cNvSpPr/>
            <p:nvPr/>
          </p:nvSpPr>
          <p:spPr>
            <a:xfrm>
              <a:off x="986700"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
            <p:cNvSpPr/>
            <p:nvPr/>
          </p:nvSpPr>
          <p:spPr>
            <a:xfrm>
              <a:off x="986700"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
            <p:cNvSpPr/>
            <p:nvPr/>
          </p:nvSpPr>
          <p:spPr>
            <a:xfrm>
              <a:off x="986700"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
            <p:cNvSpPr/>
            <p:nvPr/>
          </p:nvSpPr>
          <p:spPr>
            <a:xfrm>
              <a:off x="9867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3"/>
            <p:cNvSpPr/>
            <p:nvPr/>
          </p:nvSpPr>
          <p:spPr>
            <a:xfrm>
              <a:off x="986700"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
            <p:cNvSpPr/>
            <p:nvPr/>
          </p:nvSpPr>
          <p:spPr>
            <a:xfrm>
              <a:off x="986700"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
            <p:cNvSpPr/>
            <p:nvPr/>
          </p:nvSpPr>
          <p:spPr>
            <a:xfrm>
              <a:off x="986700"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
            <p:cNvSpPr/>
            <p:nvPr/>
          </p:nvSpPr>
          <p:spPr>
            <a:xfrm>
              <a:off x="986700"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
            <p:cNvSpPr/>
            <p:nvPr/>
          </p:nvSpPr>
          <p:spPr>
            <a:xfrm>
              <a:off x="986700"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
            <p:cNvSpPr/>
            <p:nvPr/>
          </p:nvSpPr>
          <p:spPr>
            <a:xfrm>
              <a:off x="9867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
            <p:cNvSpPr/>
            <p:nvPr/>
          </p:nvSpPr>
          <p:spPr>
            <a:xfrm>
              <a:off x="986700"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
            <p:cNvSpPr/>
            <p:nvPr/>
          </p:nvSpPr>
          <p:spPr>
            <a:xfrm>
              <a:off x="986700"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
            <p:cNvSpPr/>
            <p:nvPr/>
          </p:nvSpPr>
          <p:spPr>
            <a:xfrm>
              <a:off x="986700"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
            <p:cNvSpPr/>
            <p:nvPr/>
          </p:nvSpPr>
          <p:spPr>
            <a:xfrm>
              <a:off x="9867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
            <p:cNvSpPr/>
            <p:nvPr/>
          </p:nvSpPr>
          <p:spPr>
            <a:xfrm>
              <a:off x="986700"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
            <p:cNvSpPr/>
            <p:nvPr/>
          </p:nvSpPr>
          <p:spPr>
            <a:xfrm>
              <a:off x="986700"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
            <p:cNvSpPr/>
            <p:nvPr/>
          </p:nvSpPr>
          <p:spPr>
            <a:xfrm>
              <a:off x="986700"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
            <p:cNvSpPr/>
            <p:nvPr/>
          </p:nvSpPr>
          <p:spPr>
            <a:xfrm>
              <a:off x="9867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
            <p:cNvSpPr/>
            <p:nvPr/>
          </p:nvSpPr>
          <p:spPr>
            <a:xfrm>
              <a:off x="9867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
            <p:cNvSpPr/>
            <p:nvPr/>
          </p:nvSpPr>
          <p:spPr>
            <a:xfrm>
              <a:off x="986700"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
            <p:cNvSpPr/>
            <p:nvPr/>
          </p:nvSpPr>
          <p:spPr>
            <a:xfrm>
              <a:off x="986700"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
            <p:cNvSpPr/>
            <p:nvPr/>
          </p:nvSpPr>
          <p:spPr>
            <a:xfrm>
              <a:off x="986700"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
            <p:cNvSpPr/>
            <p:nvPr/>
          </p:nvSpPr>
          <p:spPr>
            <a:xfrm>
              <a:off x="11372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
            <p:cNvSpPr/>
            <p:nvPr/>
          </p:nvSpPr>
          <p:spPr>
            <a:xfrm>
              <a:off x="11372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
            <p:cNvSpPr/>
            <p:nvPr/>
          </p:nvSpPr>
          <p:spPr>
            <a:xfrm>
              <a:off x="11372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
            <p:cNvSpPr/>
            <p:nvPr/>
          </p:nvSpPr>
          <p:spPr>
            <a:xfrm>
              <a:off x="11372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
            <p:cNvSpPr/>
            <p:nvPr/>
          </p:nvSpPr>
          <p:spPr>
            <a:xfrm>
              <a:off x="11372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
            <p:cNvSpPr/>
            <p:nvPr/>
          </p:nvSpPr>
          <p:spPr>
            <a:xfrm>
              <a:off x="11372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
            <p:cNvSpPr/>
            <p:nvPr/>
          </p:nvSpPr>
          <p:spPr>
            <a:xfrm>
              <a:off x="11372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
            <p:cNvSpPr/>
            <p:nvPr/>
          </p:nvSpPr>
          <p:spPr>
            <a:xfrm>
              <a:off x="11372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
            <p:cNvSpPr/>
            <p:nvPr/>
          </p:nvSpPr>
          <p:spPr>
            <a:xfrm>
              <a:off x="11372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
            <p:cNvSpPr/>
            <p:nvPr/>
          </p:nvSpPr>
          <p:spPr>
            <a:xfrm>
              <a:off x="11372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
            <p:cNvSpPr/>
            <p:nvPr/>
          </p:nvSpPr>
          <p:spPr>
            <a:xfrm>
              <a:off x="11372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3"/>
            <p:cNvSpPr/>
            <p:nvPr/>
          </p:nvSpPr>
          <p:spPr>
            <a:xfrm>
              <a:off x="11372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
            <p:cNvSpPr/>
            <p:nvPr/>
          </p:nvSpPr>
          <p:spPr>
            <a:xfrm>
              <a:off x="11372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
            <p:cNvSpPr/>
            <p:nvPr/>
          </p:nvSpPr>
          <p:spPr>
            <a:xfrm>
              <a:off x="11372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
            <p:cNvSpPr/>
            <p:nvPr/>
          </p:nvSpPr>
          <p:spPr>
            <a:xfrm>
              <a:off x="11372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
            <p:cNvSpPr/>
            <p:nvPr/>
          </p:nvSpPr>
          <p:spPr>
            <a:xfrm>
              <a:off x="11372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
            <p:cNvSpPr/>
            <p:nvPr/>
          </p:nvSpPr>
          <p:spPr>
            <a:xfrm>
              <a:off x="11372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
            <p:cNvSpPr/>
            <p:nvPr/>
          </p:nvSpPr>
          <p:spPr>
            <a:xfrm>
              <a:off x="11372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
            <p:cNvSpPr/>
            <p:nvPr/>
          </p:nvSpPr>
          <p:spPr>
            <a:xfrm>
              <a:off x="11372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
            <p:cNvSpPr/>
            <p:nvPr/>
          </p:nvSpPr>
          <p:spPr>
            <a:xfrm>
              <a:off x="11372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
            <p:cNvSpPr/>
            <p:nvPr/>
          </p:nvSpPr>
          <p:spPr>
            <a:xfrm>
              <a:off x="11372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
            <p:cNvSpPr/>
            <p:nvPr/>
          </p:nvSpPr>
          <p:spPr>
            <a:xfrm>
              <a:off x="11372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0" name="Google Shape;610;p3"/>
          <p:cNvGrpSpPr/>
          <p:nvPr/>
        </p:nvGrpSpPr>
        <p:grpSpPr>
          <a:xfrm rot="10800000">
            <a:off x="6659535" y="28698"/>
            <a:ext cx="2309844" cy="5086302"/>
            <a:chOff x="986700" y="238125"/>
            <a:chExt cx="2379075" cy="5238750"/>
          </a:xfrm>
        </p:grpSpPr>
        <p:sp>
          <p:nvSpPr>
            <p:cNvPr id="611" name="Google Shape;611;p3"/>
            <p:cNvSpPr/>
            <p:nvPr/>
          </p:nvSpPr>
          <p:spPr>
            <a:xfrm>
              <a:off x="986700"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
            <p:cNvSpPr/>
            <p:nvPr/>
          </p:nvSpPr>
          <p:spPr>
            <a:xfrm>
              <a:off x="986700"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
            <p:cNvSpPr/>
            <p:nvPr/>
          </p:nvSpPr>
          <p:spPr>
            <a:xfrm>
              <a:off x="9867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
            <p:cNvSpPr/>
            <p:nvPr/>
          </p:nvSpPr>
          <p:spPr>
            <a:xfrm>
              <a:off x="986700"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
            <p:cNvSpPr/>
            <p:nvPr/>
          </p:nvSpPr>
          <p:spPr>
            <a:xfrm>
              <a:off x="986700"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
            <p:cNvSpPr/>
            <p:nvPr/>
          </p:nvSpPr>
          <p:spPr>
            <a:xfrm>
              <a:off x="9867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
            <p:cNvSpPr/>
            <p:nvPr/>
          </p:nvSpPr>
          <p:spPr>
            <a:xfrm>
              <a:off x="986700"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
            <p:cNvSpPr/>
            <p:nvPr/>
          </p:nvSpPr>
          <p:spPr>
            <a:xfrm>
              <a:off x="986700"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
            <p:cNvSpPr/>
            <p:nvPr/>
          </p:nvSpPr>
          <p:spPr>
            <a:xfrm>
              <a:off x="986700"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
            <p:cNvSpPr/>
            <p:nvPr/>
          </p:nvSpPr>
          <p:spPr>
            <a:xfrm>
              <a:off x="986700"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
            <p:cNvSpPr/>
            <p:nvPr/>
          </p:nvSpPr>
          <p:spPr>
            <a:xfrm>
              <a:off x="986700"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
            <p:cNvSpPr/>
            <p:nvPr/>
          </p:nvSpPr>
          <p:spPr>
            <a:xfrm>
              <a:off x="9867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
            <p:cNvSpPr/>
            <p:nvPr/>
          </p:nvSpPr>
          <p:spPr>
            <a:xfrm>
              <a:off x="11372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
            <p:cNvSpPr/>
            <p:nvPr/>
          </p:nvSpPr>
          <p:spPr>
            <a:xfrm>
              <a:off x="11372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
            <p:cNvSpPr/>
            <p:nvPr/>
          </p:nvSpPr>
          <p:spPr>
            <a:xfrm>
              <a:off x="11372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
            <p:cNvSpPr/>
            <p:nvPr/>
          </p:nvSpPr>
          <p:spPr>
            <a:xfrm>
              <a:off x="11372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
            <p:cNvSpPr/>
            <p:nvPr/>
          </p:nvSpPr>
          <p:spPr>
            <a:xfrm>
              <a:off x="11372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
            <p:cNvSpPr/>
            <p:nvPr/>
          </p:nvSpPr>
          <p:spPr>
            <a:xfrm>
              <a:off x="11372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
            <p:cNvSpPr/>
            <p:nvPr/>
          </p:nvSpPr>
          <p:spPr>
            <a:xfrm>
              <a:off x="11372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
            <p:cNvSpPr/>
            <p:nvPr/>
          </p:nvSpPr>
          <p:spPr>
            <a:xfrm>
              <a:off x="11372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
            <p:cNvSpPr/>
            <p:nvPr/>
          </p:nvSpPr>
          <p:spPr>
            <a:xfrm>
              <a:off x="11372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
            <p:cNvSpPr/>
            <p:nvPr/>
          </p:nvSpPr>
          <p:spPr>
            <a:xfrm>
              <a:off x="11372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
            <p:cNvSpPr/>
            <p:nvPr/>
          </p:nvSpPr>
          <p:spPr>
            <a:xfrm>
              <a:off x="11372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
            <p:cNvSpPr/>
            <p:nvPr/>
          </p:nvSpPr>
          <p:spPr>
            <a:xfrm>
              <a:off x="11372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
            <p:cNvSpPr/>
            <p:nvPr/>
          </p:nvSpPr>
          <p:spPr>
            <a:xfrm>
              <a:off x="11372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
            <p:cNvSpPr/>
            <p:nvPr/>
          </p:nvSpPr>
          <p:spPr>
            <a:xfrm>
              <a:off x="128772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
            <p:cNvSpPr/>
            <p:nvPr/>
          </p:nvSpPr>
          <p:spPr>
            <a:xfrm>
              <a:off x="128772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
            <p:cNvSpPr/>
            <p:nvPr/>
          </p:nvSpPr>
          <p:spPr>
            <a:xfrm>
              <a:off x="128772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
            <p:cNvSpPr/>
            <p:nvPr/>
          </p:nvSpPr>
          <p:spPr>
            <a:xfrm>
              <a:off x="128772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
            <p:cNvSpPr/>
            <p:nvPr/>
          </p:nvSpPr>
          <p:spPr>
            <a:xfrm>
              <a:off x="128772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
            <p:cNvSpPr/>
            <p:nvPr/>
          </p:nvSpPr>
          <p:spPr>
            <a:xfrm>
              <a:off x="128772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
            <p:cNvSpPr/>
            <p:nvPr/>
          </p:nvSpPr>
          <p:spPr>
            <a:xfrm>
              <a:off x="128772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
            <p:cNvSpPr/>
            <p:nvPr/>
          </p:nvSpPr>
          <p:spPr>
            <a:xfrm>
              <a:off x="128772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
            <p:cNvSpPr/>
            <p:nvPr/>
          </p:nvSpPr>
          <p:spPr>
            <a:xfrm>
              <a:off x="128772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
            <p:cNvSpPr/>
            <p:nvPr/>
          </p:nvSpPr>
          <p:spPr>
            <a:xfrm>
              <a:off x="128772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
            <p:cNvSpPr/>
            <p:nvPr/>
          </p:nvSpPr>
          <p:spPr>
            <a:xfrm>
              <a:off x="128772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
            <p:cNvSpPr/>
            <p:nvPr/>
          </p:nvSpPr>
          <p:spPr>
            <a:xfrm>
              <a:off x="128772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
            <p:cNvSpPr/>
            <p:nvPr/>
          </p:nvSpPr>
          <p:spPr>
            <a:xfrm>
              <a:off x="128772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
            <p:cNvSpPr/>
            <p:nvPr/>
          </p:nvSpPr>
          <p:spPr>
            <a:xfrm>
              <a:off x="128772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
            <p:cNvSpPr/>
            <p:nvPr/>
          </p:nvSpPr>
          <p:spPr>
            <a:xfrm>
              <a:off x="128772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
            <p:cNvSpPr/>
            <p:nvPr/>
          </p:nvSpPr>
          <p:spPr>
            <a:xfrm>
              <a:off x="128772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
            <p:cNvSpPr/>
            <p:nvPr/>
          </p:nvSpPr>
          <p:spPr>
            <a:xfrm>
              <a:off x="128772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
            <p:cNvSpPr/>
            <p:nvPr/>
          </p:nvSpPr>
          <p:spPr>
            <a:xfrm>
              <a:off x="128772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
            <p:cNvSpPr/>
            <p:nvPr/>
          </p:nvSpPr>
          <p:spPr>
            <a:xfrm>
              <a:off x="128772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
            <p:cNvSpPr/>
            <p:nvPr/>
          </p:nvSpPr>
          <p:spPr>
            <a:xfrm>
              <a:off x="128772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
            <p:cNvSpPr/>
            <p:nvPr/>
          </p:nvSpPr>
          <p:spPr>
            <a:xfrm>
              <a:off x="14382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
            <p:cNvSpPr/>
            <p:nvPr/>
          </p:nvSpPr>
          <p:spPr>
            <a:xfrm>
              <a:off x="14382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
            <p:cNvSpPr/>
            <p:nvPr/>
          </p:nvSpPr>
          <p:spPr>
            <a:xfrm>
              <a:off x="14382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
            <p:cNvSpPr/>
            <p:nvPr/>
          </p:nvSpPr>
          <p:spPr>
            <a:xfrm>
              <a:off x="14382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
            <p:cNvSpPr/>
            <p:nvPr/>
          </p:nvSpPr>
          <p:spPr>
            <a:xfrm>
              <a:off x="14382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
            <p:cNvSpPr/>
            <p:nvPr/>
          </p:nvSpPr>
          <p:spPr>
            <a:xfrm>
              <a:off x="14382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
            <p:cNvSpPr/>
            <p:nvPr/>
          </p:nvSpPr>
          <p:spPr>
            <a:xfrm>
              <a:off x="14382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
            <p:cNvSpPr/>
            <p:nvPr/>
          </p:nvSpPr>
          <p:spPr>
            <a:xfrm>
              <a:off x="14382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
            <p:cNvSpPr/>
            <p:nvPr/>
          </p:nvSpPr>
          <p:spPr>
            <a:xfrm>
              <a:off x="14382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
            <p:cNvSpPr/>
            <p:nvPr/>
          </p:nvSpPr>
          <p:spPr>
            <a:xfrm>
              <a:off x="14382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
            <p:cNvSpPr/>
            <p:nvPr/>
          </p:nvSpPr>
          <p:spPr>
            <a:xfrm>
              <a:off x="14382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
            <p:cNvSpPr/>
            <p:nvPr/>
          </p:nvSpPr>
          <p:spPr>
            <a:xfrm>
              <a:off x="14382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
            <p:cNvSpPr/>
            <p:nvPr/>
          </p:nvSpPr>
          <p:spPr>
            <a:xfrm>
              <a:off x="14382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
            <p:cNvSpPr/>
            <p:nvPr/>
          </p:nvSpPr>
          <p:spPr>
            <a:xfrm>
              <a:off x="14382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3"/>
            <p:cNvSpPr/>
            <p:nvPr/>
          </p:nvSpPr>
          <p:spPr>
            <a:xfrm>
              <a:off x="14382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
            <p:cNvSpPr/>
            <p:nvPr/>
          </p:nvSpPr>
          <p:spPr>
            <a:xfrm>
              <a:off x="14382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
            <p:cNvSpPr/>
            <p:nvPr/>
          </p:nvSpPr>
          <p:spPr>
            <a:xfrm>
              <a:off x="14382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
            <p:cNvSpPr/>
            <p:nvPr/>
          </p:nvSpPr>
          <p:spPr>
            <a:xfrm>
              <a:off x="14382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
            <p:cNvSpPr/>
            <p:nvPr/>
          </p:nvSpPr>
          <p:spPr>
            <a:xfrm>
              <a:off x="14382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
            <p:cNvSpPr/>
            <p:nvPr/>
          </p:nvSpPr>
          <p:spPr>
            <a:xfrm>
              <a:off x="14382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3"/>
            <p:cNvSpPr/>
            <p:nvPr/>
          </p:nvSpPr>
          <p:spPr>
            <a:xfrm>
              <a:off x="14382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3"/>
            <p:cNvSpPr/>
            <p:nvPr/>
          </p:nvSpPr>
          <p:spPr>
            <a:xfrm>
              <a:off x="14382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
            <p:cNvSpPr/>
            <p:nvPr/>
          </p:nvSpPr>
          <p:spPr>
            <a:xfrm>
              <a:off x="14382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3"/>
            <p:cNvSpPr/>
            <p:nvPr/>
          </p:nvSpPr>
          <p:spPr>
            <a:xfrm>
              <a:off x="14382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3"/>
            <p:cNvSpPr/>
            <p:nvPr/>
          </p:nvSpPr>
          <p:spPr>
            <a:xfrm>
              <a:off x="14382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3"/>
            <p:cNvSpPr/>
            <p:nvPr/>
          </p:nvSpPr>
          <p:spPr>
            <a:xfrm>
              <a:off x="14382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3"/>
            <p:cNvSpPr/>
            <p:nvPr/>
          </p:nvSpPr>
          <p:spPr>
            <a:xfrm>
              <a:off x="14382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3"/>
            <p:cNvSpPr/>
            <p:nvPr/>
          </p:nvSpPr>
          <p:spPr>
            <a:xfrm>
              <a:off x="14382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3"/>
            <p:cNvSpPr/>
            <p:nvPr/>
          </p:nvSpPr>
          <p:spPr>
            <a:xfrm>
              <a:off x="14382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3"/>
            <p:cNvSpPr/>
            <p:nvPr/>
          </p:nvSpPr>
          <p:spPr>
            <a:xfrm>
              <a:off x="14382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3"/>
            <p:cNvSpPr/>
            <p:nvPr/>
          </p:nvSpPr>
          <p:spPr>
            <a:xfrm>
              <a:off x="14382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
            <p:cNvSpPr/>
            <p:nvPr/>
          </p:nvSpPr>
          <p:spPr>
            <a:xfrm>
              <a:off x="15887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3"/>
            <p:cNvSpPr/>
            <p:nvPr/>
          </p:nvSpPr>
          <p:spPr>
            <a:xfrm>
              <a:off x="15887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3"/>
            <p:cNvSpPr/>
            <p:nvPr/>
          </p:nvSpPr>
          <p:spPr>
            <a:xfrm>
              <a:off x="15887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
            <p:cNvSpPr/>
            <p:nvPr/>
          </p:nvSpPr>
          <p:spPr>
            <a:xfrm>
              <a:off x="15887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
            <p:cNvSpPr/>
            <p:nvPr/>
          </p:nvSpPr>
          <p:spPr>
            <a:xfrm>
              <a:off x="15887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
            <p:cNvSpPr/>
            <p:nvPr/>
          </p:nvSpPr>
          <p:spPr>
            <a:xfrm>
              <a:off x="15887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3"/>
            <p:cNvSpPr/>
            <p:nvPr/>
          </p:nvSpPr>
          <p:spPr>
            <a:xfrm>
              <a:off x="15887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3"/>
            <p:cNvSpPr/>
            <p:nvPr/>
          </p:nvSpPr>
          <p:spPr>
            <a:xfrm>
              <a:off x="15887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3"/>
            <p:cNvSpPr/>
            <p:nvPr/>
          </p:nvSpPr>
          <p:spPr>
            <a:xfrm>
              <a:off x="15887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3"/>
            <p:cNvSpPr/>
            <p:nvPr/>
          </p:nvSpPr>
          <p:spPr>
            <a:xfrm>
              <a:off x="15887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3"/>
            <p:cNvSpPr/>
            <p:nvPr/>
          </p:nvSpPr>
          <p:spPr>
            <a:xfrm>
              <a:off x="15887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3"/>
            <p:cNvSpPr/>
            <p:nvPr/>
          </p:nvSpPr>
          <p:spPr>
            <a:xfrm>
              <a:off x="15887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3"/>
            <p:cNvSpPr/>
            <p:nvPr/>
          </p:nvSpPr>
          <p:spPr>
            <a:xfrm>
              <a:off x="15887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3"/>
            <p:cNvSpPr/>
            <p:nvPr/>
          </p:nvSpPr>
          <p:spPr>
            <a:xfrm>
              <a:off x="15887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3"/>
            <p:cNvSpPr/>
            <p:nvPr/>
          </p:nvSpPr>
          <p:spPr>
            <a:xfrm>
              <a:off x="15887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3"/>
            <p:cNvSpPr/>
            <p:nvPr/>
          </p:nvSpPr>
          <p:spPr>
            <a:xfrm>
              <a:off x="15887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3"/>
            <p:cNvSpPr/>
            <p:nvPr/>
          </p:nvSpPr>
          <p:spPr>
            <a:xfrm>
              <a:off x="15887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3"/>
            <p:cNvSpPr/>
            <p:nvPr/>
          </p:nvSpPr>
          <p:spPr>
            <a:xfrm>
              <a:off x="15887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3"/>
            <p:cNvSpPr/>
            <p:nvPr/>
          </p:nvSpPr>
          <p:spPr>
            <a:xfrm>
              <a:off x="15887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
            <p:cNvSpPr/>
            <p:nvPr/>
          </p:nvSpPr>
          <p:spPr>
            <a:xfrm>
              <a:off x="17392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
            <p:cNvSpPr/>
            <p:nvPr/>
          </p:nvSpPr>
          <p:spPr>
            <a:xfrm>
              <a:off x="17392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
            <p:cNvSpPr/>
            <p:nvPr/>
          </p:nvSpPr>
          <p:spPr>
            <a:xfrm>
              <a:off x="17392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3"/>
            <p:cNvSpPr/>
            <p:nvPr/>
          </p:nvSpPr>
          <p:spPr>
            <a:xfrm>
              <a:off x="17392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
            <p:cNvSpPr/>
            <p:nvPr/>
          </p:nvSpPr>
          <p:spPr>
            <a:xfrm>
              <a:off x="17392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3"/>
            <p:cNvSpPr/>
            <p:nvPr/>
          </p:nvSpPr>
          <p:spPr>
            <a:xfrm>
              <a:off x="17392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3"/>
            <p:cNvSpPr/>
            <p:nvPr/>
          </p:nvSpPr>
          <p:spPr>
            <a:xfrm>
              <a:off x="17392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3"/>
            <p:cNvSpPr/>
            <p:nvPr/>
          </p:nvSpPr>
          <p:spPr>
            <a:xfrm>
              <a:off x="17392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3"/>
            <p:cNvSpPr/>
            <p:nvPr/>
          </p:nvSpPr>
          <p:spPr>
            <a:xfrm>
              <a:off x="17392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3"/>
            <p:cNvSpPr/>
            <p:nvPr/>
          </p:nvSpPr>
          <p:spPr>
            <a:xfrm>
              <a:off x="17392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3"/>
            <p:cNvSpPr/>
            <p:nvPr/>
          </p:nvSpPr>
          <p:spPr>
            <a:xfrm>
              <a:off x="17392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3"/>
            <p:cNvSpPr/>
            <p:nvPr/>
          </p:nvSpPr>
          <p:spPr>
            <a:xfrm>
              <a:off x="188975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3"/>
            <p:cNvSpPr/>
            <p:nvPr/>
          </p:nvSpPr>
          <p:spPr>
            <a:xfrm>
              <a:off x="188975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3"/>
            <p:cNvSpPr/>
            <p:nvPr/>
          </p:nvSpPr>
          <p:spPr>
            <a:xfrm>
              <a:off x="188975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3"/>
            <p:cNvSpPr/>
            <p:nvPr/>
          </p:nvSpPr>
          <p:spPr>
            <a:xfrm>
              <a:off x="188975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3"/>
            <p:cNvSpPr/>
            <p:nvPr/>
          </p:nvSpPr>
          <p:spPr>
            <a:xfrm>
              <a:off x="188975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3"/>
            <p:cNvSpPr/>
            <p:nvPr/>
          </p:nvSpPr>
          <p:spPr>
            <a:xfrm>
              <a:off x="204027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3"/>
            <p:cNvSpPr/>
            <p:nvPr/>
          </p:nvSpPr>
          <p:spPr>
            <a:xfrm>
              <a:off x="204027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3"/>
            <p:cNvSpPr/>
            <p:nvPr/>
          </p:nvSpPr>
          <p:spPr>
            <a:xfrm>
              <a:off x="204027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3"/>
            <p:cNvSpPr/>
            <p:nvPr/>
          </p:nvSpPr>
          <p:spPr>
            <a:xfrm>
              <a:off x="21907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3"/>
            <p:cNvSpPr/>
            <p:nvPr/>
          </p:nvSpPr>
          <p:spPr>
            <a:xfrm>
              <a:off x="234130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3"/>
            <p:cNvSpPr/>
            <p:nvPr/>
          </p:nvSpPr>
          <p:spPr>
            <a:xfrm>
              <a:off x="264232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3"/>
            <p:cNvSpPr/>
            <p:nvPr/>
          </p:nvSpPr>
          <p:spPr>
            <a:xfrm>
              <a:off x="264232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3"/>
            <p:cNvSpPr/>
            <p:nvPr/>
          </p:nvSpPr>
          <p:spPr>
            <a:xfrm>
              <a:off x="324435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0" name="Google Shape;730;p3"/>
          <p:cNvGrpSpPr/>
          <p:nvPr/>
        </p:nvGrpSpPr>
        <p:grpSpPr>
          <a:xfrm rot="10800000">
            <a:off x="6367294" y="28698"/>
            <a:ext cx="2017554" cy="5086302"/>
            <a:chOff x="1588750" y="238125"/>
            <a:chExt cx="2078025" cy="5238750"/>
          </a:xfrm>
        </p:grpSpPr>
        <p:sp>
          <p:nvSpPr>
            <p:cNvPr id="731" name="Google Shape;731;p3"/>
            <p:cNvSpPr/>
            <p:nvPr/>
          </p:nvSpPr>
          <p:spPr>
            <a:xfrm>
              <a:off x="15887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3"/>
            <p:cNvSpPr/>
            <p:nvPr/>
          </p:nvSpPr>
          <p:spPr>
            <a:xfrm>
              <a:off x="15887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3"/>
            <p:cNvSpPr/>
            <p:nvPr/>
          </p:nvSpPr>
          <p:spPr>
            <a:xfrm>
              <a:off x="15887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3"/>
            <p:cNvSpPr/>
            <p:nvPr/>
          </p:nvSpPr>
          <p:spPr>
            <a:xfrm>
              <a:off x="15887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3"/>
            <p:cNvSpPr/>
            <p:nvPr/>
          </p:nvSpPr>
          <p:spPr>
            <a:xfrm>
              <a:off x="15887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3"/>
            <p:cNvSpPr/>
            <p:nvPr/>
          </p:nvSpPr>
          <p:spPr>
            <a:xfrm>
              <a:off x="15887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3"/>
            <p:cNvSpPr/>
            <p:nvPr/>
          </p:nvSpPr>
          <p:spPr>
            <a:xfrm>
              <a:off x="17392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3"/>
            <p:cNvSpPr/>
            <p:nvPr/>
          </p:nvSpPr>
          <p:spPr>
            <a:xfrm>
              <a:off x="17392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3"/>
            <p:cNvSpPr/>
            <p:nvPr/>
          </p:nvSpPr>
          <p:spPr>
            <a:xfrm>
              <a:off x="17392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3"/>
            <p:cNvSpPr/>
            <p:nvPr/>
          </p:nvSpPr>
          <p:spPr>
            <a:xfrm>
              <a:off x="17392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3"/>
            <p:cNvSpPr/>
            <p:nvPr/>
          </p:nvSpPr>
          <p:spPr>
            <a:xfrm>
              <a:off x="17392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
            <p:cNvSpPr/>
            <p:nvPr/>
          </p:nvSpPr>
          <p:spPr>
            <a:xfrm>
              <a:off x="17392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3"/>
            <p:cNvSpPr/>
            <p:nvPr/>
          </p:nvSpPr>
          <p:spPr>
            <a:xfrm>
              <a:off x="17392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3"/>
            <p:cNvSpPr/>
            <p:nvPr/>
          </p:nvSpPr>
          <p:spPr>
            <a:xfrm>
              <a:off x="188975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3"/>
            <p:cNvSpPr/>
            <p:nvPr/>
          </p:nvSpPr>
          <p:spPr>
            <a:xfrm>
              <a:off x="188975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3"/>
            <p:cNvSpPr/>
            <p:nvPr/>
          </p:nvSpPr>
          <p:spPr>
            <a:xfrm>
              <a:off x="188975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3"/>
            <p:cNvSpPr/>
            <p:nvPr/>
          </p:nvSpPr>
          <p:spPr>
            <a:xfrm>
              <a:off x="188975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3"/>
            <p:cNvSpPr/>
            <p:nvPr/>
          </p:nvSpPr>
          <p:spPr>
            <a:xfrm>
              <a:off x="188975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
            <p:cNvSpPr/>
            <p:nvPr/>
          </p:nvSpPr>
          <p:spPr>
            <a:xfrm>
              <a:off x="188975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
            <p:cNvSpPr/>
            <p:nvPr/>
          </p:nvSpPr>
          <p:spPr>
            <a:xfrm>
              <a:off x="188975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
            <p:cNvSpPr/>
            <p:nvPr/>
          </p:nvSpPr>
          <p:spPr>
            <a:xfrm>
              <a:off x="188975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
            <p:cNvSpPr/>
            <p:nvPr/>
          </p:nvSpPr>
          <p:spPr>
            <a:xfrm>
              <a:off x="188975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
            <p:cNvSpPr/>
            <p:nvPr/>
          </p:nvSpPr>
          <p:spPr>
            <a:xfrm>
              <a:off x="188975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
            <p:cNvSpPr/>
            <p:nvPr/>
          </p:nvSpPr>
          <p:spPr>
            <a:xfrm>
              <a:off x="188975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
            <p:cNvSpPr/>
            <p:nvPr/>
          </p:nvSpPr>
          <p:spPr>
            <a:xfrm>
              <a:off x="188975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
            <p:cNvSpPr/>
            <p:nvPr/>
          </p:nvSpPr>
          <p:spPr>
            <a:xfrm>
              <a:off x="188975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
            <p:cNvSpPr/>
            <p:nvPr/>
          </p:nvSpPr>
          <p:spPr>
            <a:xfrm>
              <a:off x="188975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
            <p:cNvSpPr/>
            <p:nvPr/>
          </p:nvSpPr>
          <p:spPr>
            <a:xfrm>
              <a:off x="188975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
            <p:cNvSpPr/>
            <p:nvPr/>
          </p:nvSpPr>
          <p:spPr>
            <a:xfrm>
              <a:off x="188975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
            <p:cNvSpPr/>
            <p:nvPr/>
          </p:nvSpPr>
          <p:spPr>
            <a:xfrm>
              <a:off x="188975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
            <p:cNvSpPr/>
            <p:nvPr/>
          </p:nvSpPr>
          <p:spPr>
            <a:xfrm>
              <a:off x="188975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3"/>
            <p:cNvSpPr/>
            <p:nvPr/>
          </p:nvSpPr>
          <p:spPr>
            <a:xfrm>
              <a:off x="188975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3"/>
            <p:cNvSpPr/>
            <p:nvPr/>
          </p:nvSpPr>
          <p:spPr>
            <a:xfrm>
              <a:off x="204027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
            <p:cNvSpPr/>
            <p:nvPr/>
          </p:nvSpPr>
          <p:spPr>
            <a:xfrm>
              <a:off x="204027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
            <p:cNvSpPr/>
            <p:nvPr/>
          </p:nvSpPr>
          <p:spPr>
            <a:xfrm>
              <a:off x="204027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3"/>
            <p:cNvSpPr/>
            <p:nvPr/>
          </p:nvSpPr>
          <p:spPr>
            <a:xfrm>
              <a:off x="204027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
            <p:cNvSpPr/>
            <p:nvPr/>
          </p:nvSpPr>
          <p:spPr>
            <a:xfrm>
              <a:off x="204027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
            <p:cNvSpPr/>
            <p:nvPr/>
          </p:nvSpPr>
          <p:spPr>
            <a:xfrm>
              <a:off x="204027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
            <p:cNvSpPr/>
            <p:nvPr/>
          </p:nvSpPr>
          <p:spPr>
            <a:xfrm>
              <a:off x="204027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3"/>
            <p:cNvSpPr/>
            <p:nvPr/>
          </p:nvSpPr>
          <p:spPr>
            <a:xfrm>
              <a:off x="204027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
            <p:cNvSpPr/>
            <p:nvPr/>
          </p:nvSpPr>
          <p:spPr>
            <a:xfrm>
              <a:off x="204027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3"/>
            <p:cNvSpPr/>
            <p:nvPr/>
          </p:nvSpPr>
          <p:spPr>
            <a:xfrm>
              <a:off x="204027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3"/>
            <p:cNvSpPr/>
            <p:nvPr/>
          </p:nvSpPr>
          <p:spPr>
            <a:xfrm>
              <a:off x="204027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3"/>
            <p:cNvSpPr/>
            <p:nvPr/>
          </p:nvSpPr>
          <p:spPr>
            <a:xfrm>
              <a:off x="204027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3"/>
            <p:cNvSpPr/>
            <p:nvPr/>
          </p:nvSpPr>
          <p:spPr>
            <a:xfrm>
              <a:off x="204027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
            <p:cNvSpPr/>
            <p:nvPr/>
          </p:nvSpPr>
          <p:spPr>
            <a:xfrm>
              <a:off x="204027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
            <p:cNvSpPr/>
            <p:nvPr/>
          </p:nvSpPr>
          <p:spPr>
            <a:xfrm>
              <a:off x="204027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
            <p:cNvSpPr/>
            <p:nvPr/>
          </p:nvSpPr>
          <p:spPr>
            <a:xfrm>
              <a:off x="204027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3"/>
            <p:cNvSpPr/>
            <p:nvPr/>
          </p:nvSpPr>
          <p:spPr>
            <a:xfrm>
              <a:off x="204027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3"/>
            <p:cNvSpPr/>
            <p:nvPr/>
          </p:nvSpPr>
          <p:spPr>
            <a:xfrm>
              <a:off x="204027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3"/>
            <p:cNvSpPr/>
            <p:nvPr/>
          </p:nvSpPr>
          <p:spPr>
            <a:xfrm>
              <a:off x="204027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3"/>
            <p:cNvSpPr/>
            <p:nvPr/>
          </p:nvSpPr>
          <p:spPr>
            <a:xfrm>
              <a:off x="2190775"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3"/>
            <p:cNvSpPr/>
            <p:nvPr/>
          </p:nvSpPr>
          <p:spPr>
            <a:xfrm>
              <a:off x="2190775"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3"/>
            <p:cNvSpPr/>
            <p:nvPr/>
          </p:nvSpPr>
          <p:spPr>
            <a:xfrm>
              <a:off x="2190775"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3"/>
            <p:cNvSpPr/>
            <p:nvPr/>
          </p:nvSpPr>
          <p:spPr>
            <a:xfrm>
              <a:off x="2190775"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3"/>
            <p:cNvSpPr/>
            <p:nvPr/>
          </p:nvSpPr>
          <p:spPr>
            <a:xfrm>
              <a:off x="21907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3"/>
            <p:cNvSpPr/>
            <p:nvPr/>
          </p:nvSpPr>
          <p:spPr>
            <a:xfrm>
              <a:off x="21907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
            <p:cNvSpPr/>
            <p:nvPr/>
          </p:nvSpPr>
          <p:spPr>
            <a:xfrm>
              <a:off x="2190775"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
            <p:cNvSpPr/>
            <p:nvPr/>
          </p:nvSpPr>
          <p:spPr>
            <a:xfrm>
              <a:off x="2190775"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3"/>
            <p:cNvSpPr/>
            <p:nvPr/>
          </p:nvSpPr>
          <p:spPr>
            <a:xfrm>
              <a:off x="21907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3"/>
            <p:cNvSpPr/>
            <p:nvPr/>
          </p:nvSpPr>
          <p:spPr>
            <a:xfrm>
              <a:off x="2190775"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3"/>
            <p:cNvSpPr/>
            <p:nvPr/>
          </p:nvSpPr>
          <p:spPr>
            <a:xfrm>
              <a:off x="21907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3"/>
            <p:cNvSpPr/>
            <p:nvPr/>
          </p:nvSpPr>
          <p:spPr>
            <a:xfrm>
              <a:off x="2190775"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3"/>
            <p:cNvSpPr/>
            <p:nvPr/>
          </p:nvSpPr>
          <p:spPr>
            <a:xfrm>
              <a:off x="21907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3"/>
            <p:cNvSpPr/>
            <p:nvPr/>
          </p:nvSpPr>
          <p:spPr>
            <a:xfrm>
              <a:off x="21907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3"/>
            <p:cNvSpPr/>
            <p:nvPr/>
          </p:nvSpPr>
          <p:spPr>
            <a:xfrm>
              <a:off x="21907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3"/>
            <p:cNvSpPr/>
            <p:nvPr/>
          </p:nvSpPr>
          <p:spPr>
            <a:xfrm>
              <a:off x="2190775"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3"/>
            <p:cNvSpPr/>
            <p:nvPr/>
          </p:nvSpPr>
          <p:spPr>
            <a:xfrm>
              <a:off x="21907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3"/>
            <p:cNvSpPr/>
            <p:nvPr/>
          </p:nvSpPr>
          <p:spPr>
            <a:xfrm>
              <a:off x="21907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3"/>
            <p:cNvSpPr/>
            <p:nvPr/>
          </p:nvSpPr>
          <p:spPr>
            <a:xfrm>
              <a:off x="2190775"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3"/>
            <p:cNvSpPr/>
            <p:nvPr/>
          </p:nvSpPr>
          <p:spPr>
            <a:xfrm>
              <a:off x="21907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3"/>
            <p:cNvSpPr/>
            <p:nvPr/>
          </p:nvSpPr>
          <p:spPr>
            <a:xfrm>
              <a:off x="2190775"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3"/>
            <p:cNvSpPr/>
            <p:nvPr/>
          </p:nvSpPr>
          <p:spPr>
            <a:xfrm>
              <a:off x="2190775"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3"/>
            <p:cNvSpPr/>
            <p:nvPr/>
          </p:nvSpPr>
          <p:spPr>
            <a:xfrm>
              <a:off x="21907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3"/>
            <p:cNvSpPr/>
            <p:nvPr/>
          </p:nvSpPr>
          <p:spPr>
            <a:xfrm>
              <a:off x="21907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3"/>
            <p:cNvSpPr/>
            <p:nvPr/>
          </p:nvSpPr>
          <p:spPr>
            <a:xfrm>
              <a:off x="2190775"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3"/>
            <p:cNvSpPr/>
            <p:nvPr/>
          </p:nvSpPr>
          <p:spPr>
            <a:xfrm>
              <a:off x="234130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3"/>
            <p:cNvSpPr/>
            <p:nvPr/>
          </p:nvSpPr>
          <p:spPr>
            <a:xfrm>
              <a:off x="234130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3"/>
            <p:cNvSpPr/>
            <p:nvPr/>
          </p:nvSpPr>
          <p:spPr>
            <a:xfrm>
              <a:off x="234130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3"/>
            <p:cNvSpPr/>
            <p:nvPr/>
          </p:nvSpPr>
          <p:spPr>
            <a:xfrm>
              <a:off x="234130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3"/>
            <p:cNvSpPr/>
            <p:nvPr/>
          </p:nvSpPr>
          <p:spPr>
            <a:xfrm>
              <a:off x="234130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3"/>
            <p:cNvSpPr/>
            <p:nvPr/>
          </p:nvSpPr>
          <p:spPr>
            <a:xfrm>
              <a:off x="234130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3"/>
            <p:cNvSpPr/>
            <p:nvPr/>
          </p:nvSpPr>
          <p:spPr>
            <a:xfrm>
              <a:off x="234130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3"/>
            <p:cNvSpPr/>
            <p:nvPr/>
          </p:nvSpPr>
          <p:spPr>
            <a:xfrm>
              <a:off x="234130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3"/>
            <p:cNvSpPr/>
            <p:nvPr/>
          </p:nvSpPr>
          <p:spPr>
            <a:xfrm>
              <a:off x="234130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3"/>
            <p:cNvSpPr/>
            <p:nvPr/>
          </p:nvSpPr>
          <p:spPr>
            <a:xfrm>
              <a:off x="234130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3"/>
            <p:cNvSpPr/>
            <p:nvPr/>
          </p:nvSpPr>
          <p:spPr>
            <a:xfrm>
              <a:off x="234130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3"/>
            <p:cNvSpPr/>
            <p:nvPr/>
          </p:nvSpPr>
          <p:spPr>
            <a:xfrm>
              <a:off x="234130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3"/>
            <p:cNvSpPr/>
            <p:nvPr/>
          </p:nvSpPr>
          <p:spPr>
            <a:xfrm>
              <a:off x="234130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3"/>
            <p:cNvSpPr/>
            <p:nvPr/>
          </p:nvSpPr>
          <p:spPr>
            <a:xfrm>
              <a:off x="234130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3"/>
            <p:cNvSpPr/>
            <p:nvPr/>
          </p:nvSpPr>
          <p:spPr>
            <a:xfrm>
              <a:off x="234130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3"/>
            <p:cNvSpPr/>
            <p:nvPr/>
          </p:nvSpPr>
          <p:spPr>
            <a:xfrm>
              <a:off x="234130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3"/>
            <p:cNvSpPr/>
            <p:nvPr/>
          </p:nvSpPr>
          <p:spPr>
            <a:xfrm>
              <a:off x="234130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3"/>
            <p:cNvSpPr/>
            <p:nvPr/>
          </p:nvSpPr>
          <p:spPr>
            <a:xfrm>
              <a:off x="234130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3"/>
            <p:cNvSpPr/>
            <p:nvPr/>
          </p:nvSpPr>
          <p:spPr>
            <a:xfrm>
              <a:off x="234130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3"/>
            <p:cNvSpPr/>
            <p:nvPr/>
          </p:nvSpPr>
          <p:spPr>
            <a:xfrm>
              <a:off x="234130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3"/>
            <p:cNvSpPr/>
            <p:nvPr/>
          </p:nvSpPr>
          <p:spPr>
            <a:xfrm>
              <a:off x="234130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3"/>
            <p:cNvSpPr/>
            <p:nvPr/>
          </p:nvSpPr>
          <p:spPr>
            <a:xfrm>
              <a:off x="234130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3"/>
            <p:cNvSpPr/>
            <p:nvPr/>
          </p:nvSpPr>
          <p:spPr>
            <a:xfrm>
              <a:off x="234130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3"/>
            <p:cNvSpPr/>
            <p:nvPr/>
          </p:nvSpPr>
          <p:spPr>
            <a:xfrm>
              <a:off x="234130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3"/>
            <p:cNvSpPr/>
            <p:nvPr/>
          </p:nvSpPr>
          <p:spPr>
            <a:xfrm>
              <a:off x="234130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3"/>
            <p:cNvSpPr/>
            <p:nvPr/>
          </p:nvSpPr>
          <p:spPr>
            <a:xfrm>
              <a:off x="234130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3"/>
            <p:cNvSpPr/>
            <p:nvPr/>
          </p:nvSpPr>
          <p:spPr>
            <a:xfrm>
              <a:off x="249180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3"/>
            <p:cNvSpPr/>
            <p:nvPr/>
          </p:nvSpPr>
          <p:spPr>
            <a:xfrm>
              <a:off x="24918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3"/>
            <p:cNvSpPr/>
            <p:nvPr/>
          </p:nvSpPr>
          <p:spPr>
            <a:xfrm>
              <a:off x="249180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3"/>
            <p:cNvSpPr/>
            <p:nvPr/>
          </p:nvSpPr>
          <p:spPr>
            <a:xfrm>
              <a:off x="249180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3"/>
            <p:cNvSpPr/>
            <p:nvPr/>
          </p:nvSpPr>
          <p:spPr>
            <a:xfrm>
              <a:off x="249180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3"/>
            <p:cNvSpPr/>
            <p:nvPr/>
          </p:nvSpPr>
          <p:spPr>
            <a:xfrm>
              <a:off x="249180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3"/>
            <p:cNvSpPr/>
            <p:nvPr/>
          </p:nvSpPr>
          <p:spPr>
            <a:xfrm>
              <a:off x="249180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3"/>
            <p:cNvSpPr/>
            <p:nvPr/>
          </p:nvSpPr>
          <p:spPr>
            <a:xfrm>
              <a:off x="249180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3"/>
            <p:cNvSpPr/>
            <p:nvPr/>
          </p:nvSpPr>
          <p:spPr>
            <a:xfrm>
              <a:off x="249180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3"/>
            <p:cNvSpPr/>
            <p:nvPr/>
          </p:nvSpPr>
          <p:spPr>
            <a:xfrm>
              <a:off x="249180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3"/>
            <p:cNvSpPr/>
            <p:nvPr/>
          </p:nvSpPr>
          <p:spPr>
            <a:xfrm>
              <a:off x="249180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3"/>
            <p:cNvSpPr/>
            <p:nvPr/>
          </p:nvSpPr>
          <p:spPr>
            <a:xfrm>
              <a:off x="24918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3"/>
            <p:cNvSpPr/>
            <p:nvPr/>
          </p:nvSpPr>
          <p:spPr>
            <a:xfrm>
              <a:off x="249180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3"/>
            <p:cNvSpPr/>
            <p:nvPr/>
          </p:nvSpPr>
          <p:spPr>
            <a:xfrm>
              <a:off x="249180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3"/>
            <p:cNvSpPr/>
            <p:nvPr/>
          </p:nvSpPr>
          <p:spPr>
            <a:xfrm>
              <a:off x="249180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3"/>
            <p:cNvSpPr/>
            <p:nvPr/>
          </p:nvSpPr>
          <p:spPr>
            <a:xfrm>
              <a:off x="249180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3"/>
            <p:cNvSpPr/>
            <p:nvPr/>
          </p:nvSpPr>
          <p:spPr>
            <a:xfrm>
              <a:off x="249180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3"/>
            <p:cNvSpPr/>
            <p:nvPr/>
          </p:nvSpPr>
          <p:spPr>
            <a:xfrm>
              <a:off x="249180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3"/>
            <p:cNvSpPr/>
            <p:nvPr/>
          </p:nvSpPr>
          <p:spPr>
            <a:xfrm>
              <a:off x="249180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3"/>
            <p:cNvSpPr/>
            <p:nvPr/>
          </p:nvSpPr>
          <p:spPr>
            <a:xfrm>
              <a:off x="249180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3"/>
            <p:cNvSpPr/>
            <p:nvPr/>
          </p:nvSpPr>
          <p:spPr>
            <a:xfrm>
              <a:off x="249180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3"/>
            <p:cNvSpPr/>
            <p:nvPr/>
          </p:nvSpPr>
          <p:spPr>
            <a:xfrm>
              <a:off x="249180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3"/>
            <p:cNvSpPr/>
            <p:nvPr/>
          </p:nvSpPr>
          <p:spPr>
            <a:xfrm>
              <a:off x="249180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3"/>
            <p:cNvSpPr/>
            <p:nvPr/>
          </p:nvSpPr>
          <p:spPr>
            <a:xfrm>
              <a:off x="249180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3"/>
            <p:cNvSpPr/>
            <p:nvPr/>
          </p:nvSpPr>
          <p:spPr>
            <a:xfrm>
              <a:off x="249180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3"/>
            <p:cNvSpPr/>
            <p:nvPr/>
          </p:nvSpPr>
          <p:spPr>
            <a:xfrm>
              <a:off x="264232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
            <p:cNvSpPr/>
            <p:nvPr/>
          </p:nvSpPr>
          <p:spPr>
            <a:xfrm>
              <a:off x="264232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
            <p:cNvSpPr/>
            <p:nvPr/>
          </p:nvSpPr>
          <p:spPr>
            <a:xfrm>
              <a:off x="264232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3"/>
            <p:cNvSpPr/>
            <p:nvPr/>
          </p:nvSpPr>
          <p:spPr>
            <a:xfrm>
              <a:off x="264232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3"/>
            <p:cNvSpPr/>
            <p:nvPr/>
          </p:nvSpPr>
          <p:spPr>
            <a:xfrm>
              <a:off x="264232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3"/>
            <p:cNvSpPr/>
            <p:nvPr/>
          </p:nvSpPr>
          <p:spPr>
            <a:xfrm>
              <a:off x="264232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3"/>
            <p:cNvSpPr/>
            <p:nvPr/>
          </p:nvSpPr>
          <p:spPr>
            <a:xfrm>
              <a:off x="264232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3"/>
            <p:cNvSpPr/>
            <p:nvPr/>
          </p:nvSpPr>
          <p:spPr>
            <a:xfrm>
              <a:off x="264232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3"/>
            <p:cNvSpPr/>
            <p:nvPr/>
          </p:nvSpPr>
          <p:spPr>
            <a:xfrm>
              <a:off x="264232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3"/>
            <p:cNvSpPr/>
            <p:nvPr/>
          </p:nvSpPr>
          <p:spPr>
            <a:xfrm>
              <a:off x="264232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3"/>
            <p:cNvSpPr/>
            <p:nvPr/>
          </p:nvSpPr>
          <p:spPr>
            <a:xfrm>
              <a:off x="264232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3"/>
            <p:cNvSpPr/>
            <p:nvPr/>
          </p:nvSpPr>
          <p:spPr>
            <a:xfrm>
              <a:off x="264232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3"/>
            <p:cNvSpPr/>
            <p:nvPr/>
          </p:nvSpPr>
          <p:spPr>
            <a:xfrm>
              <a:off x="264232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3"/>
            <p:cNvSpPr/>
            <p:nvPr/>
          </p:nvSpPr>
          <p:spPr>
            <a:xfrm>
              <a:off x="264232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3"/>
            <p:cNvSpPr/>
            <p:nvPr/>
          </p:nvSpPr>
          <p:spPr>
            <a:xfrm>
              <a:off x="264232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3"/>
            <p:cNvSpPr/>
            <p:nvPr/>
          </p:nvSpPr>
          <p:spPr>
            <a:xfrm>
              <a:off x="264232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3"/>
            <p:cNvSpPr/>
            <p:nvPr/>
          </p:nvSpPr>
          <p:spPr>
            <a:xfrm>
              <a:off x="264232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3"/>
            <p:cNvSpPr/>
            <p:nvPr/>
          </p:nvSpPr>
          <p:spPr>
            <a:xfrm>
              <a:off x="264232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3"/>
            <p:cNvSpPr/>
            <p:nvPr/>
          </p:nvSpPr>
          <p:spPr>
            <a:xfrm>
              <a:off x="264232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
            <p:cNvSpPr/>
            <p:nvPr/>
          </p:nvSpPr>
          <p:spPr>
            <a:xfrm>
              <a:off x="264232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3"/>
            <p:cNvSpPr/>
            <p:nvPr/>
          </p:nvSpPr>
          <p:spPr>
            <a:xfrm>
              <a:off x="2792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3"/>
            <p:cNvSpPr/>
            <p:nvPr/>
          </p:nvSpPr>
          <p:spPr>
            <a:xfrm>
              <a:off x="2792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3"/>
            <p:cNvSpPr/>
            <p:nvPr/>
          </p:nvSpPr>
          <p:spPr>
            <a:xfrm>
              <a:off x="2792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3"/>
            <p:cNvSpPr/>
            <p:nvPr/>
          </p:nvSpPr>
          <p:spPr>
            <a:xfrm>
              <a:off x="2792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3"/>
            <p:cNvSpPr/>
            <p:nvPr/>
          </p:nvSpPr>
          <p:spPr>
            <a:xfrm>
              <a:off x="2792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3"/>
            <p:cNvSpPr/>
            <p:nvPr/>
          </p:nvSpPr>
          <p:spPr>
            <a:xfrm>
              <a:off x="2792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3"/>
            <p:cNvSpPr/>
            <p:nvPr/>
          </p:nvSpPr>
          <p:spPr>
            <a:xfrm>
              <a:off x="2792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3"/>
            <p:cNvSpPr/>
            <p:nvPr/>
          </p:nvSpPr>
          <p:spPr>
            <a:xfrm>
              <a:off x="2792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3"/>
            <p:cNvSpPr/>
            <p:nvPr/>
          </p:nvSpPr>
          <p:spPr>
            <a:xfrm>
              <a:off x="2792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3"/>
            <p:cNvSpPr/>
            <p:nvPr/>
          </p:nvSpPr>
          <p:spPr>
            <a:xfrm>
              <a:off x="2792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3"/>
            <p:cNvSpPr/>
            <p:nvPr/>
          </p:nvSpPr>
          <p:spPr>
            <a:xfrm>
              <a:off x="2792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3"/>
            <p:cNvSpPr/>
            <p:nvPr/>
          </p:nvSpPr>
          <p:spPr>
            <a:xfrm>
              <a:off x="2792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3"/>
            <p:cNvSpPr/>
            <p:nvPr/>
          </p:nvSpPr>
          <p:spPr>
            <a:xfrm>
              <a:off x="2792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3"/>
            <p:cNvSpPr/>
            <p:nvPr/>
          </p:nvSpPr>
          <p:spPr>
            <a:xfrm>
              <a:off x="2792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3"/>
            <p:cNvSpPr/>
            <p:nvPr/>
          </p:nvSpPr>
          <p:spPr>
            <a:xfrm>
              <a:off x="2792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3"/>
            <p:cNvSpPr/>
            <p:nvPr/>
          </p:nvSpPr>
          <p:spPr>
            <a:xfrm>
              <a:off x="2792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3"/>
            <p:cNvSpPr/>
            <p:nvPr/>
          </p:nvSpPr>
          <p:spPr>
            <a:xfrm>
              <a:off x="2792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3"/>
            <p:cNvSpPr/>
            <p:nvPr/>
          </p:nvSpPr>
          <p:spPr>
            <a:xfrm>
              <a:off x="2792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3"/>
            <p:cNvSpPr/>
            <p:nvPr/>
          </p:nvSpPr>
          <p:spPr>
            <a:xfrm>
              <a:off x="294332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3"/>
            <p:cNvSpPr/>
            <p:nvPr/>
          </p:nvSpPr>
          <p:spPr>
            <a:xfrm>
              <a:off x="294332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3"/>
            <p:cNvSpPr/>
            <p:nvPr/>
          </p:nvSpPr>
          <p:spPr>
            <a:xfrm>
              <a:off x="294332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3"/>
            <p:cNvSpPr/>
            <p:nvPr/>
          </p:nvSpPr>
          <p:spPr>
            <a:xfrm>
              <a:off x="294332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3"/>
            <p:cNvSpPr/>
            <p:nvPr/>
          </p:nvSpPr>
          <p:spPr>
            <a:xfrm>
              <a:off x="294332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3"/>
            <p:cNvSpPr/>
            <p:nvPr/>
          </p:nvSpPr>
          <p:spPr>
            <a:xfrm>
              <a:off x="294332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3"/>
            <p:cNvSpPr/>
            <p:nvPr/>
          </p:nvSpPr>
          <p:spPr>
            <a:xfrm>
              <a:off x="294332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3"/>
            <p:cNvSpPr/>
            <p:nvPr/>
          </p:nvSpPr>
          <p:spPr>
            <a:xfrm>
              <a:off x="294332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3"/>
            <p:cNvSpPr/>
            <p:nvPr/>
          </p:nvSpPr>
          <p:spPr>
            <a:xfrm>
              <a:off x="294332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
            <p:cNvSpPr/>
            <p:nvPr/>
          </p:nvSpPr>
          <p:spPr>
            <a:xfrm>
              <a:off x="294332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3"/>
            <p:cNvSpPr/>
            <p:nvPr/>
          </p:nvSpPr>
          <p:spPr>
            <a:xfrm>
              <a:off x="294332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3"/>
            <p:cNvSpPr/>
            <p:nvPr/>
          </p:nvSpPr>
          <p:spPr>
            <a:xfrm>
              <a:off x="294332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3"/>
            <p:cNvSpPr/>
            <p:nvPr/>
          </p:nvSpPr>
          <p:spPr>
            <a:xfrm>
              <a:off x="294332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3"/>
            <p:cNvSpPr/>
            <p:nvPr/>
          </p:nvSpPr>
          <p:spPr>
            <a:xfrm>
              <a:off x="294332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3"/>
            <p:cNvSpPr/>
            <p:nvPr/>
          </p:nvSpPr>
          <p:spPr>
            <a:xfrm>
              <a:off x="294332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3"/>
            <p:cNvSpPr/>
            <p:nvPr/>
          </p:nvSpPr>
          <p:spPr>
            <a:xfrm>
              <a:off x="294332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3"/>
            <p:cNvSpPr/>
            <p:nvPr/>
          </p:nvSpPr>
          <p:spPr>
            <a:xfrm>
              <a:off x="294332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3"/>
            <p:cNvSpPr/>
            <p:nvPr/>
          </p:nvSpPr>
          <p:spPr>
            <a:xfrm>
              <a:off x="294332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3"/>
            <p:cNvSpPr/>
            <p:nvPr/>
          </p:nvSpPr>
          <p:spPr>
            <a:xfrm>
              <a:off x="3093850"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3"/>
            <p:cNvSpPr/>
            <p:nvPr/>
          </p:nvSpPr>
          <p:spPr>
            <a:xfrm>
              <a:off x="3093850"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3"/>
            <p:cNvSpPr/>
            <p:nvPr/>
          </p:nvSpPr>
          <p:spPr>
            <a:xfrm>
              <a:off x="3093850"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3"/>
            <p:cNvSpPr/>
            <p:nvPr/>
          </p:nvSpPr>
          <p:spPr>
            <a:xfrm>
              <a:off x="3093850"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3"/>
            <p:cNvSpPr/>
            <p:nvPr/>
          </p:nvSpPr>
          <p:spPr>
            <a:xfrm>
              <a:off x="3093850"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3"/>
            <p:cNvSpPr/>
            <p:nvPr/>
          </p:nvSpPr>
          <p:spPr>
            <a:xfrm>
              <a:off x="3093850"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3"/>
            <p:cNvSpPr/>
            <p:nvPr/>
          </p:nvSpPr>
          <p:spPr>
            <a:xfrm>
              <a:off x="3093850"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3"/>
            <p:cNvSpPr/>
            <p:nvPr/>
          </p:nvSpPr>
          <p:spPr>
            <a:xfrm>
              <a:off x="309385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3"/>
            <p:cNvSpPr/>
            <p:nvPr/>
          </p:nvSpPr>
          <p:spPr>
            <a:xfrm>
              <a:off x="3093850"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3"/>
            <p:cNvSpPr/>
            <p:nvPr/>
          </p:nvSpPr>
          <p:spPr>
            <a:xfrm>
              <a:off x="324435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3"/>
            <p:cNvSpPr/>
            <p:nvPr/>
          </p:nvSpPr>
          <p:spPr>
            <a:xfrm>
              <a:off x="324435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3"/>
            <p:cNvSpPr/>
            <p:nvPr/>
          </p:nvSpPr>
          <p:spPr>
            <a:xfrm>
              <a:off x="324435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3"/>
            <p:cNvSpPr/>
            <p:nvPr/>
          </p:nvSpPr>
          <p:spPr>
            <a:xfrm>
              <a:off x="324435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3"/>
            <p:cNvSpPr/>
            <p:nvPr/>
          </p:nvSpPr>
          <p:spPr>
            <a:xfrm>
              <a:off x="324435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3"/>
            <p:cNvSpPr/>
            <p:nvPr/>
          </p:nvSpPr>
          <p:spPr>
            <a:xfrm>
              <a:off x="324435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3"/>
            <p:cNvSpPr/>
            <p:nvPr/>
          </p:nvSpPr>
          <p:spPr>
            <a:xfrm>
              <a:off x="324435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3"/>
            <p:cNvSpPr/>
            <p:nvPr/>
          </p:nvSpPr>
          <p:spPr>
            <a:xfrm>
              <a:off x="324435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3"/>
            <p:cNvSpPr/>
            <p:nvPr/>
          </p:nvSpPr>
          <p:spPr>
            <a:xfrm>
              <a:off x="33948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3"/>
            <p:cNvSpPr/>
            <p:nvPr/>
          </p:nvSpPr>
          <p:spPr>
            <a:xfrm>
              <a:off x="33948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3"/>
            <p:cNvSpPr/>
            <p:nvPr/>
          </p:nvSpPr>
          <p:spPr>
            <a:xfrm>
              <a:off x="33948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3"/>
            <p:cNvSpPr/>
            <p:nvPr/>
          </p:nvSpPr>
          <p:spPr>
            <a:xfrm>
              <a:off x="33948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3"/>
            <p:cNvSpPr/>
            <p:nvPr/>
          </p:nvSpPr>
          <p:spPr>
            <a:xfrm>
              <a:off x="33948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3"/>
            <p:cNvSpPr/>
            <p:nvPr/>
          </p:nvSpPr>
          <p:spPr>
            <a:xfrm>
              <a:off x="33948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3"/>
            <p:cNvSpPr/>
            <p:nvPr/>
          </p:nvSpPr>
          <p:spPr>
            <a:xfrm>
              <a:off x="35453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3"/>
            <p:cNvSpPr/>
            <p:nvPr/>
          </p:nvSpPr>
          <p:spPr>
            <a:xfrm>
              <a:off x="35453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3"/>
            <p:cNvSpPr/>
            <p:nvPr/>
          </p:nvSpPr>
          <p:spPr>
            <a:xfrm>
              <a:off x="35453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0" name="Google Shape;940;p3"/>
          <p:cNvGrpSpPr/>
          <p:nvPr/>
        </p:nvGrpSpPr>
        <p:grpSpPr>
          <a:xfrm rot="10800000">
            <a:off x="6367294" y="28698"/>
            <a:ext cx="2309820" cy="5086302"/>
            <a:chOff x="1287725" y="238125"/>
            <a:chExt cx="2379050" cy="5238750"/>
          </a:xfrm>
        </p:grpSpPr>
        <p:sp>
          <p:nvSpPr>
            <p:cNvPr id="941" name="Google Shape;941;p3"/>
            <p:cNvSpPr/>
            <p:nvPr/>
          </p:nvSpPr>
          <p:spPr>
            <a:xfrm>
              <a:off x="128772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3"/>
            <p:cNvSpPr/>
            <p:nvPr/>
          </p:nvSpPr>
          <p:spPr>
            <a:xfrm>
              <a:off x="128772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3"/>
            <p:cNvSpPr/>
            <p:nvPr/>
          </p:nvSpPr>
          <p:spPr>
            <a:xfrm>
              <a:off x="128772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3"/>
            <p:cNvSpPr/>
            <p:nvPr/>
          </p:nvSpPr>
          <p:spPr>
            <a:xfrm>
              <a:off x="128772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3"/>
            <p:cNvSpPr/>
            <p:nvPr/>
          </p:nvSpPr>
          <p:spPr>
            <a:xfrm>
              <a:off x="128772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3"/>
            <p:cNvSpPr/>
            <p:nvPr/>
          </p:nvSpPr>
          <p:spPr>
            <a:xfrm>
              <a:off x="128772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3"/>
            <p:cNvSpPr/>
            <p:nvPr/>
          </p:nvSpPr>
          <p:spPr>
            <a:xfrm>
              <a:off x="128772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3"/>
            <p:cNvSpPr/>
            <p:nvPr/>
          </p:nvSpPr>
          <p:spPr>
            <a:xfrm>
              <a:off x="128772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3"/>
            <p:cNvSpPr/>
            <p:nvPr/>
          </p:nvSpPr>
          <p:spPr>
            <a:xfrm>
              <a:off x="128772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3"/>
            <p:cNvSpPr/>
            <p:nvPr/>
          </p:nvSpPr>
          <p:spPr>
            <a:xfrm>
              <a:off x="128772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3"/>
            <p:cNvSpPr/>
            <p:nvPr/>
          </p:nvSpPr>
          <p:spPr>
            <a:xfrm>
              <a:off x="128772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3"/>
            <p:cNvSpPr/>
            <p:nvPr/>
          </p:nvSpPr>
          <p:spPr>
            <a:xfrm>
              <a:off x="128772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3"/>
            <p:cNvSpPr/>
            <p:nvPr/>
          </p:nvSpPr>
          <p:spPr>
            <a:xfrm>
              <a:off x="128772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3"/>
            <p:cNvSpPr/>
            <p:nvPr/>
          </p:nvSpPr>
          <p:spPr>
            <a:xfrm>
              <a:off x="128772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3"/>
            <p:cNvSpPr/>
            <p:nvPr/>
          </p:nvSpPr>
          <p:spPr>
            <a:xfrm>
              <a:off x="128772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3"/>
            <p:cNvSpPr/>
            <p:nvPr/>
          </p:nvSpPr>
          <p:spPr>
            <a:xfrm>
              <a:off x="14382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3"/>
            <p:cNvSpPr/>
            <p:nvPr/>
          </p:nvSpPr>
          <p:spPr>
            <a:xfrm>
              <a:off x="14382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3"/>
            <p:cNvSpPr/>
            <p:nvPr/>
          </p:nvSpPr>
          <p:spPr>
            <a:xfrm>
              <a:off x="14382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3"/>
            <p:cNvSpPr/>
            <p:nvPr/>
          </p:nvSpPr>
          <p:spPr>
            <a:xfrm>
              <a:off x="14382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3"/>
            <p:cNvSpPr/>
            <p:nvPr/>
          </p:nvSpPr>
          <p:spPr>
            <a:xfrm>
              <a:off x="15887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3"/>
            <p:cNvSpPr/>
            <p:nvPr/>
          </p:nvSpPr>
          <p:spPr>
            <a:xfrm>
              <a:off x="15887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3"/>
            <p:cNvSpPr/>
            <p:nvPr/>
          </p:nvSpPr>
          <p:spPr>
            <a:xfrm>
              <a:off x="15887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3"/>
            <p:cNvSpPr/>
            <p:nvPr/>
          </p:nvSpPr>
          <p:spPr>
            <a:xfrm>
              <a:off x="15887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3"/>
            <p:cNvSpPr/>
            <p:nvPr/>
          </p:nvSpPr>
          <p:spPr>
            <a:xfrm>
              <a:off x="15887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3"/>
            <p:cNvSpPr/>
            <p:nvPr/>
          </p:nvSpPr>
          <p:spPr>
            <a:xfrm>
              <a:off x="15887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3"/>
            <p:cNvSpPr/>
            <p:nvPr/>
          </p:nvSpPr>
          <p:spPr>
            <a:xfrm>
              <a:off x="15887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3"/>
            <p:cNvSpPr/>
            <p:nvPr/>
          </p:nvSpPr>
          <p:spPr>
            <a:xfrm>
              <a:off x="15887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3"/>
            <p:cNvSpPr/>
            <p:nvPr/>
          </p:nvSpPr>
          <p:spPr>
            <a:xfrm>
              <a:off x="15887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3"/>
            <p:cNvSpPr/>
            <p:nvPr/>
          </p:nvSpPr>
          <p:spPr>
            <a:xfrm>
              <a:off x="15887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3"/>
            <p:cNvSpPr/>
            <p:nvPr/>
          </p:nvSpPr>
          <p:spPr>
            <a:xfrm>
              <a:off x="17392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3"/>
            <p:cNvSpPr/>
            <p:nvPr/>
          </p:nvSpPr>
          <p:spPr>
            <a:xfrm>
              <a:off x="17392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3"/>
            <p:cNvSpPr/>
            <p:nvPr/>
          </p:nvSpPr>
          <p:spPr>
            <a:xfrm>
              <a:off x="17392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3"/>
            <p:cNvSpPr/>
            <p:nvPr/>
          </p:nvSpPr>
          <p:spPr>
            <a:xfrm>
              <a:off x="17392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3"/>
            <p:cNvSpPr/>
            <p:nvPr/>
          </p:nvSpPr>
          <p:spPr>
            <a:xfrm>
              <a:off x="17392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3"/>
            <p:cNvSpPr/>
            <p:nvPr/>
          </p:nvSpPr>
          <p:spPr>
            <a:xfrm>
              <a:off x="17392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3"/>
            <p:cNvSpPr/>
            <p:nvPr/>
          </p:nvSpPr>
          <p:spPr>
            <a:xfrm>
              <a:off x="17392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3"/>
            <p:cNvSpPr/>
            <p:nvPr/>
          </p:nvSpPr>
          <p:spPr>
            <a:xfrm>
              <a:off x="17392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3"/>
            <p:cNvSpPr/>
            <p:nvPr/>
          </p:nvSpPr>
          <p:spPr>
            <a:xfrm>
              <a:off x="17392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3"/>
            <p:cNvSpPr/>
            <p:nvPr/>
          </p:nvSpPr>
          <p:spPr>
            <a:xfrm>
              <a:off x="17392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3"/>
            <p:cNvSpPr/>
            <p:nvPr/>
          </p:nvSpPr>
          <p:spPr>
            <a:xfrm>
              <a:off x="17392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3"/>
            <p:cNvSpPr/>
            <p:nvPr/>
          </p:nvSpPr>
          <p:spPr>
            <a:xfrm>
              <a:off x="17392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3"/>
            <p:cNvSpPr/>
            <p:nvPr/>
          </p:nvSpPr>
          <p:spPr>
            <a:xfrm>
              <a:off x="17392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3"/>
            <p:cNvSpPr/>
            <p:nvPr/>
          </p:nvSpPr>
          <p:spPr>
            <a:xfrm>
              <a:off x="17392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3"/>
            <p:cNvSpPr/>
            <p:nvPr/>
          </p:nvSpPr>
          <p:spPr>
            <a:xfrm>
              <a:off x="17392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3"/>
            <p:cNvSpPr/>
            <p:nvPr/>
          </p:nvSpPr>
          <p:spPr>
            <a:xfrm>
              <a:off x="17392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3"/>
            <p:cNvSpPr/>
            <p:nvPr/>
          </p:nvSpPr>
          <p:spPr>
            <a:xfrm>
              <a:off x="17392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3"/>
            <p:cNvSpPr/>
            <p:nvPr/>
          </p:nvSpPr>
          <p:spPr>
            <a:xfrm>
              <a:off x="188975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3"/>
            <p:cNvSpPr/>
            <p:nvPr/>
          </p:nvSpPr>
          <p:spPr>
            <a:xfrm>
              <a:off x="188975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3"/>
            <p:cNvSpPr/>
            <p:nvPr/>
          </p:nvSpPr>
          <p:spPr>
            <a:xfrm>
              <a:off x="188975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3"/>
            <p:cNvSpPr/>
            <p:nvPr/>
          </p:nvSpPr>
          <p:spPr>
            <a:xfrm>
              <a:off x="188975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3"/>
            <p:cNvSpPr/>
            <p:nvPr/>
          </p:nvSpPr>
          <p:spPr>
            <a:xfrm>
              <a:off x="188975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3"/>
            <p:cNvSpPr/>
            <p:nvPr/>
          </p:nvSpPr>
          <p:spPr>
            <a:xfrm>
              <a:off x="188975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3"/>
            <p:cNvSpPr/>
            <p:nvPr/>
          </p:nvSpPr>
          <p:spPr>
            <a:xfrm>
              <a:off x="188975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3"/>
            <p:cNvSpPr/>
            <p:nvPr/>
          </p:nvSpPr>
          <p:spPr>
            <a:xfrm>
              <a:off x="188975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3"/>
            <p:cNvSpPr/>
            <p:nvPr/>
          </p:nvSpPr>
          <p:spPr>
            <a:xfrm>
              <a:off x="188975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3"/>
            <p:cNvSpPr/>
            <p:nvPr/>
          </p:nvSpPr>
          <p:spPr>
            <a:xfrm>
              <a:off x="188975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3"/>
            <p:cNvSpPr/>
            <p:nvPr/>
          </p:nvSpPr>
          <p:spPr>
            <a:xfrm>
              <a:off x="188975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3"/>
            <p:cNvSpPr/>
            <p:nvPr/>
          </p:nvSpPr>
          <p:spPr>
            <a:xfrm>
              <a:off x="204027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3"/>
            <p:cNvSpPr/>
            <p:nvPr/>
          </p:nvSpPr>
          <p:spPr>
            <a:xfrm>
              <a:off x="204027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3"/>
            <p:cNvSpPr/>
            <p:nvPr/>
          </p:nvSpPr>
          <p:spPr>
            <a:xfrm>
              <a:off x="204027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3"/>
            <p:cNvSpPr/>
            <p:nvPr/>
          </p:nvSpPr>
          <p:spPr>
            <a:xfrm>
              <a:off x="204027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3"/>
            <p:cNvSpPr/>
            <p:nvPr/>
          </p:nvSpPr>
          <p:spPr>
            <a:xfrm>
              <a:off x="204027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3"/>
            <p:cNvSpPr/>
            <p:nvPr/>
          </p:nvSpPr>
          <p:spPr>
            <a:xfrm>
              <a:off x="204027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3"/>
            <p:cNvSpPr/>
            <p:nvPr/>
          </p:nvSpPr>
          <p:spPr>
            <a:xfrm>
              <a:off x="204027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3"/>
            <p:cNvSpPr/>
            <p:nvPr/>
          </p:nvSpPr>
          <p:spPr>
            <a:xfrm>
              <a:off x="204027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3"/>
            <p:cNvSpPr/>
            <p:nvPr/>
          </p:nvSpPr>
          <p:spPr>
            <a:xfrm>
              <a:off x="204027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3"/>
            <p:cNvSpPr/>
            <p:nvPr/>
          </p:nvSpPr>
          <p:spPr>
            <a:xfrm>
              <a:off x="204027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3"/>
            <p:cNvSpPr/>
            <p:nvPr/>
          </p:nvSpPr>
          <p:spPr>
            <a:xfrm>
              <a:off x="204027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3"/>
            <p:cNvSpPr/>
            <p:nvPr/>
          </p:nvSpPr>
          <p:spPr>
            <a:xfrm>
              <a:off x="204027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3"/>
            <p:cNvSpPr/>
            <p:nvPr/>
          </p:nvSpPr>
          <p:spPr>
            <a:xfrm>
              <a:off x="204027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3"/>
            <p:cNvSpPr/>
            <p:nvPr/>
          </p:nvSpPr>
          <p:spPr>
            <a:xfrm>
              <a:off x="21907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3"/>
            <p:cNvSpPr/>
            <p:nvPr/>
          </p:nvSpPr>
          <p:spPr>
            <a:xfrm>
              <a:off x="21907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3"/>
            <p:cNvSpPr/>
            <p:nvPr/>
          </p:nvSpPr>
          <p:spPr>
            <a:xfrm>
              <a:off x="21907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3"/>
            <p:cNvSpPr/>
            <p:nvPr/>
          </p:nvSpPr>
          <p:spPr>
            <a:xfrm>
              <a:off x="21907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3"/>
            <p:cNvSpPr/>
            <p:nvPr/>
          </p:nvSpPr>
          <p:spPr>
            <a:xfrm>
              <a:off x="21907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3"/>
            <p:cNvSpPr/>
            <p:nvPr/>
          </p:nvSpPr>
          <p:spPr>
            <a:xfrm>
              <a:off x="2190775"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3"/>
            <p:cNvSpPr/>
            <p:nvPr/>
          </p:nvSpPr>
          <p:spPr>
            <a:xfrm>
              <a:off x="21907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3"/>
            <p:cNvSpPr/>
            <p:nvPr/>
          </p:nvSpPr>
          <p:spPr>
            <a:xfrm>
              <a:off x="21907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3"/>
            <p:cNvSpPr/>
            <p:nvPr/>
          </p:nvSpPr>
          <p:spPr>
            <a:xfrm>
              <a:off x="2190775"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3"/>
            <p:cNvSpPr/>
            <p:nvPr/>
          </p:nvSpPr>
          <p:spPr>
            <a:xfrm>
              <a:off x="234130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3"/>
            <p:cNvSpPr/>
            <p:nvPr/>
          </p:nvSpPr>
          <p:spPr>
            <a:xfrm>
              <a:off x="234130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3"/>
            <p:cNvSpPr/>
            <p:nvPr/>
          </p:nvSpPr>
          <p:spPr>
            <a:xfrm>
              <a:off x="234130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3"/>
            <p:cNvSpPr/>
            <p:nvPr/>
          </p:nvSpPr>
          <p:spPr>
            <a:xfrm>
              <a:off x="234130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3"/>
            <p:cNvSpPr/>
            <p:nvPr/>
          </p:nvSpPr>
          <p:spPr>
            <a:xfrm>
              <a:off x="234130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3"/>
            <p:cNvSpPr/>
            <p:nvPr/>
          </p:nvSpPr>
          <p:spPr>
            <a:xfrm>
              <a:off x="234130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3"/>
            <p:cNvSpPr/>
            <p:nvPr/>
          </p:nvSpPr>
          <p:spPr>
            <a:xfrm>
              <a:off x="234130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3"/>
            <p:cNvSpPr/>
            <p:nvPr/>
          </p:nvSpPr>
          <p:spPr>
            <a:xfrm>
              <a:off x="234130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3"/>
            <p:cNvSpPr/>
            <p:nvPr/>
          </p:nvSpPr>
          <p:spPr>
            <a:xfrm>
              <a:off x="249180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3"/>
            <p:cNvSpPr/>
            <p:nvPr/>
          </p:nvSpPr>
          <p:spPr>
            <a:xfrm>
              <a:off x="249180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3"/>
            <p:cNvSpPr/>
            <p:nvPr/>
          </p:nvSpPr>
          <p:spPr>
            <a:xfrm>
              <a:off x="249180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3"/>
            <p:cNvSpPr/>
            <p:nvPr/>
          </p:nvSpPr>
          <p:spPr>
            <a:xfrm>
              <a:off x="249180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3"/>
            <p:cNvSpPr/>
            <p:nvPr/>
          </p:nvSpPr>
          <p:spPr>
            <a:xfrm>
              <a:off x="24918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3"/>
            <p:cNvSpPr/>
            <p:nvPr/>
          </p:nvSpPr>
          <p:spPr>
            <a:xfrm>
              <a:off x="264232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3"/>
            <p:cNvSpPr/>
            <p:nvPr/>
          </p:nvSpPr>
          <p:spPr>
            <a:xfrm>
              <a:off x="264232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3"/>
            <p:cNvSpPr/>
            <p:nvPr/>
          </p:nvSpPr>
          <p:spPr>
            <a:xfrm>
              <a:off x="264232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3"/>
            <p:cNvSpPr/>
            <p:nvPr/>
          </p:nvSpPr>
          <p:spPr>
            <a:xfrm>
              <a:off x="264232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3"/>
            <p:cNvSpPr/>
            <p:nvPr/>
          </p:nvSpPr>
          <p:spPr>
            <a:xfrm>
              <a:off x="264232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3"/>
            <p:cNvSpPr/>
            <p:nvPr/>
          </p:nvSpPr>
          <p:spPr>
            <a:xfrm>
              <a:off x="2792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3"/>
            <p:cNvSpPr/>
            <p:nvPr/>
          </p:nvSpPr>
          <p:spPr>
            <a:xfrm>
              <a:off x="294332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3"/>
            <p:cNvSpPr/>
            <p:nvPr/>
          </p:nvSpPr>
          <p:spPr>
            <a:xfrm>
              <a:off x="294332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3"/>
            <p:cNvSpPr/>
            <p:nvPr/>
          </p:nvSpPr>
          <p:spPr>
            <a:xfrm>
              <a:off x="3093850"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3"/>
            <p:cNvSpPr/>
            <p:nvPr/>
          </p:nvSpPr>
          <p:spPr>
            <a:xfrm>
              <a:off x="33948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3"/>
            <p:cNvSpPr/>
            <p:nvPr/>
          </p:nvSpPr>
          <p:spPr>
            <a:xfrm>
              <a:off x="35453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Quote">
  <p:cSld name="TITLE_1_1">
    <p:bg>
      <p:bgPr>
        <a:solidFill>
          <a:schemeClr val="accent3"/>
        </a:solidFill>
        <a:effectLst/>
      </p:bgPr>
    </p:bg>
    <p:spTree>
      <p:nvGrpSpPr>
        <p:cNvPr id="1" name="Shape 1044"/>
        <p:cNvGrpSpPr/>
        <p:nvPr/>
      </p:nvGrpSpPr>
      <p:grpSpPr>
        <a:xfrm>
          <a:off x="0" y="0"/>
          <a:ext cx="0" cy="0"/>
          <a:chOff x="0" y="0"/>
          <a:chExt cx="0" cy="0"/>
        </a:xfrm>
      </p:grpSpPr>
      <p:sp>
        <p:nvSpPr>
          <p:cNvPr id="1045" name="Google Shape;1045;p4"/>
          <p:cNvSpPr txBox="1">
            <a:spLocks noGrp="1"/>
          </p:cNvSpPr>
          <p:nvPr>
            <p:ph type="body" idx="1"/>
          </p:nvPr>
        </p:nvSpPr>
        <p:spPr>
          <a:xfrm>
            <a:off x="1278575" y="739550"/>
            <a:ext cx="4281000" cy="3692400"/>
          </a:xfrm>
          <a:prstGeom prst="rect">
            <a:avLst/>
          </a:prstGeom>
        </p:spPr>
        <p:txBody>
          <a:bodyPr spcFirstLastPara="1" wrap="square" lIns="91425" tIns="91425" rIns="91425" bIns="91425" anchor="t" anchorCtr="0">
            <a:noAutofit/>
          </a:bodyPr>
          <a:lstStyle>
            <a:lvl1pPr marL="457200" lvl="0" indent="-419100" rtl="0">
              <a:spcBef>
                <a:spcPts val="600"/>
              </a:spcBef>
              <a:spcAft>
                <a:spcPts val="0"/>
              </a:spcAft>
              <a:buClr>
                <a:schemeClr val="lt1"/>
              </a:buClr>
              <a:buSzPts val="3000"/>
              <a:buChar char="▪"/>
              <a:defRPr sz="3000" i="1">
                <a:solidFill>
                  <a:schemeClr val="lt1"/>
                </a:solidFill>
              </a:defRPr>
            </a:lvl1pPr>
            <a:lvl2pPr marL="914400" lvl="1" indent="-419100" rtl="0">
              <a:spcBef>
                <a:spcPts val="0"/>
              </a:spcBef>
              <a:spcAft>
                <a:spcPts val="0"/>
              </a:spcAft>
              <a:buClr>
                <a:schemeClr val="lt1"/>
              </a:buClr>
              <a:buSzPts val="3000"/>
              <a:buChar char="▫"/>
              <a:defRPr sz="3000" i="1">
                <a:solidFill>
                  <a:schemeClr val="lt1"/>
                </a:solidFill>
              </a:defRPr>
            </a:lvl2pPr>
            <a:lvl3pPr marL="1371600" lvl="2" indent="-419100" rtl="0">
              <a:spcBef>
                <a:spcPts val="0"/>
              </a:spcBef>
              <a:spcAft>
                <a:spcPts val="0"/>
              </a:spcAft>
              <a:buClr>
                <a:schemeClr val="lt1"/>
              </a:buClr>
              <a:buSzPts val="3000"/>
              <a:buChar char="▫"/>
              <a:defRPr sz="3000" i="1">
                <a:solidFill>
                  <a:schemeClr val="lt1"/>
                </a:solidFill>
              </a:defRPr>
            </a:lvl3pPr>
            <a:lvl4pPr marL="1828800" lvl="3" indent="-419100" rtl="0">
              <a:spcBef>
                <a:spcPts val="0"/>
              </a:spcBef>
              <a:spcAft>
                <a:spcPts val="0"/>
              </a:spcAft>
              <a:buClr>
                <a:schemeClr val="lt1"/>
              </a:buClr>
              <a:buSzPts val="3000"/>
              <a:buChar char="▫"/>
              <a:defRPr sz="3000" i="1">
                <a:solidFill>
                  <a:schemeClr val="lt1"/>
                </a:solidFill>
              </a:defRPr>
            </a:lvl4pPr>
            <a:lvl5pPr marL="2286000" lvl="4" indent="-419100" rtl="0">
              <a:spcBef>
                <a:spcPts val="0"/>
              </a:spcBef>
              <a:spcAft>
                <a:spcPts val="0"/>
              </a:spcAft>
              <a:buClr>
                <a:schemeClr val="lt1"/>
              </a:buClr>
              <a:buSzPts val="3000"/>
              <a:buChar char="▫"/>
              <a:defRPr sz="3000" i="1">
                <a:solidFill>
                  <a:schemeClr val="lt1"/>
                </a:solidFill>
              </a:defRPr>
            </a:lvl5pPr>
            <a:lvl6pPr marL="2743200" lvl="5" indent="-419100" rtl="0">
              <a:spcBef>
                <a:spcPts val="0"/>
              </a:spcBef>
              <a:spcAft>
                <a:spcPts val="0"/>
              </a:spcAft>
              <a:buClr>
                <a:schemeClr val="lt1"/>
              </a:buClr>
              <a:buSzPts val="3000"/>
              <a:buChar char="▫"/>
              <a:defRPr sz="3000" i="1">
                <a:solidFill>
                  <a:schemeClr val="lt1"/>
                </a:solidFill>
              </a:defRPr>
            </a:lvl6pPr>
            <a:lvl7pPr marL="3200400" lvl="6" indent="-419100" rtl="0">
              <a:spcBef>
                <a:spcPts val="0"/>
              </a:spcBef>
              <a:spcAft>
                <a:spcPts val="0"/>
              </a:spcAft>
              <a:buClr>
                <a:schemeClr val="lt1"/>
              </a:buClr>
              <a:buSzPts val="3000"/>
              <a:buChar char="●"/>
              <a:defRPr sz="3000" i="1">
                <a:solidFill>
                  <a:schemeClr val="lt1"/>
                </a:solidFill>
              </a:defRPr>
            </a:lvl7pPr>
            <a:lvl8pPr marL="3657600" lvl="7" indent="-419100" rtl="0">
              <a:spcBef>
                <a:spcPts val="0"/>
              </a:spcBef>
              <a:spcAft>
                <a:spcPts val="0"/>
              </a:spcAft>
              <a:buClr>
                <a:schemeClr val="lt1"/>
              </a:buClr>
              <a:buSzPts val="3000"/>
              <a:buChar char="○"/>
              <a:defRPr sz="3000" i="1">
                <a:solidFill>
                  <a:schemeClr val="lt1"/>
                </a:solidFill>
              </a:defRPr>
            </a:lvl8pPr>
            <a:lvl9pPr marL="4114800" lvl="8" indent="-419100">
              <a:spcBef>
                <a:spcPts val="0"/>
              </a:spcBef>
              <a:spcAft>
                <a:spcPts val="0"/>
              </a:spcAft>
              <a:buClr>
                <a:schemeClr val="lt1"/>
              </a:buClr>
              <a:buSzPts val="3000"/>
              <a:buChar char="■"/>
              <a:defRPr sz="3000" i="1">
                <a:solidFill>
                  <a:schemeClr val="lt1"/>
                </a:solidFill>
              </a:defRPr>
            </a:lvl9pPr>
          </a:lstStyle>
          <a:p>
            <a:endParaRPr/>
          </a:p>
        </p:txBody>
      </p:sp>
      <p:sp>
        <p:nvSpPr>
          <p:cNvPr id="1046" name="Google Shape;1046;p4"/>
          <p:cNvSpPr txBox="1"/>
          <p:nvPr/>
        </p:nvSpPr>
        <p:spPr>
          <a:xfrm>
            <a:off x="659925" y="414075"/>
            <a:ext cx="752400" cy="653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0">
                <a:solidFill>
                  <a:schemeClr val="accent1"/>
                </a:solidFill>
                <a:latin typeface="Dosis"/>
                <a:ea typeface="Dosis"/>
                <a:cs typeface="Dosis"/>
                <a:sym typeface="Dosis"/>
              </a:rPr>
              <a:t>“</a:t>
            </a:r>
            <a:endParaRPr sz="12000">
              <a:solidFill>
                <a:schemeClr val="accent1"/>
              </a:solidFill>
              <a:latin typeface="Dosis"/>
              <a:ea typeface="Dosis"/>
              <a:cs typeface="Dosis"/>
              <a:sym typeface="Dosis"/>
            </a:endParaRPr>
          </a:p>
        </p:txBody>
      </p:sp>
      <p:sp>
        <p:nvSpPr>
          <p:cNvPr id="1047" name="Google Shape;1047;p4"/>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l" rtl="0">
              <a:spcBef>
                <a:spcPts val="0"/>
              </a:spcBef>
              <a:spcAft>
                <a:spcPts val="0"/>
              </a:spcAft>
              <a:buNone/>
            </a:pPr>
            <a:fld id="{00000000-1234-1234-1234-123412341234}" type="slidenum">
              <a:rPr lang="en"/>
              <a:t>‹#›</a:t>
            </a:fld>
            <a:endParaRPr/>
          </a:p>
        </p:txBody>
      </p:sp>
      <p:grpSp>
        <p:nvGrpSpPr>
          <p:cNvPr id="1048" name="Google Shape;1048;p4"/>
          <p:cNvGrpSpPr/>
          <p:nvPr/>
        </p:nvGrpSpPr>
        <p:grpSpPr>
          <a:xfrm rot="10800000">
            <a:off x="8705367" y="28698"/>
            <a:ext cx="410132" cy="5086302"/>
            <a:chOff x="836200" y="238125"/>
            <a:chExt cx="422425" cy="5238750"/>
          </a:xfrm>
        </p:grpSpPr>
        <p:sp>
          <p:nvSpPr>
            <p:cNvPr id="1049" name="Google Shape;1049;p4"/>
            <p:cNvSpPr/>
            <p:nvPr/>
          </p:nvSpPr>
          <p:spPr>
            <a:xfrm>
              <a:off x="83620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4"/>
            <p:cNvSpPr/>
            <p:nvPr/>
          </p:nvSpPr>
          <p:spPr>
            <a:xfrm>
              <a:off x="83620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4"/>
            <p:cNvSpPr/>
            <p:nvPr/>
          </p:nvSpPr>
          <p:spPr>
            <a:xfrm>
              <a:off x="83620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4"/>
            <p:cNvSpPr/>
            <p:nvPr/>
          </p:nvSpPr>
          <p:spPr>
            <a:xfrm>
              <a:off x="83620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4"/>
            <p:cNvSpPr/>
            <p:nvPr/>
          </p:nvSpPr>
          <p:spPr>
            <a:xfrm>
              <a:off x="83620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4"/>
            <p:cNvSpPr/>
            <p:nvPr/>
          </p:nvSpPr>
          <p:spPr>
            <a:xfrm>
              <a:off x="83620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4"/>
            <p:cNvSpPr/>
            <p:nvPr/>
          </p:nvSpPr>
          <p:spPr>
            <a:xfrm>
              <a:off x="83620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4"/>
            <p:cNvSpPr/>
            <p:nvPr/>
          </p:nvSpPr>
          <p:spPr>
            <a:xfrm>
              <a:off x="83620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4"/>
            <p:cNvSpPr/>
            <p:nvPr/>
          </p:nvSpPr>
          <p:spPr>
            <a:xfrm>
              <a:off x="83620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4"/>
            <p:cNvSpPr/>
            <p:nvPr/>
          </p:nvSpPr>
          <p:spPr>
            <a:xfrm>
              <a:off x="83620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4"/>
            <p:cNvSpPr/>
            <p:nvPr/>
          </p:nvSpPr>
          <p:spPr>
            <a:xfrm>
              <a:off x="83620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4"/>
            <p:cNvSpPr/>
            <p:nvPr/>
          </p:nvSpPr>
          <p:spPr>
            <a:xfrm>
              <a:off x="83620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4"/>
            <p:cNvSpPr/>
            <p:nvPr/>
          </p:nvSpPr>
          <p:spPr>
            <a:xfrm>
              <a:off x="83620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4"/>
            <p:cNvSpPr/>
            <p:nvPr/>
          </p:nvSpPr>
          <p:spPr>
            <a:xfrm>
              <a:off x="83620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4"/>
            <p:cNvSpPr/>
            <p:nvPr/>
          </p:nvSpPr>
          <p:spPr>
            <a:xfrm>
              <a:off x="83620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4"/>
            <p:cNvSpPr/>
            <p:nvPr/>
          </p:nvSpPr>
          <p:spPr>
            <a:xfrm>
              <a:off x="83620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4"/>
            <p:cNvSpPr/>
            <p:nvPr/>
          </p:nvSpPr>
          <p:spPr>
            <a:xfrm>
              <a:off x="83620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4"/>
            <p:cNvSpPr/>
            <p:nvPr/>
          </p:nvSpPr>
          <p:spPr>
            <a:xfrm>
              <a:off x="83620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4"/>
            <p:cNvSpPr/>
            <p:nvPr/>
          </p:nvSpPr>
          <p:spPr>
            <a:xfrm>
              <a:off x="83620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4"/>
            <p:cNvSpPr/>
            <p:nvPr/>
          </p:nvSpPr>
          <p:spPr>
            <a:xfrm>
              <a:off x="83620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4"/>
            <p:cNvSpPr/>
            <p:nvPr/>
          </p:nvSpPr>
          <p:spPr>
            <a:xfrm>
              <a:off x="83620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4"/>
            <p:cNvSpPr/>
            <p:nvPr/>
          </p:nvSpPr>
          <p:spPr>
            <a:xfrm>
              <a:off x="83620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4"/>
            <p:cNvSpPr/>
            <p:nvPr/>
          </p:nvSpPr>
          <p:spPr>
            <a:xfrm>
              <a:off x="83620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4"/>
            <p:cNvSpPr/>
            <p:nvPr/>
          </p:nvSpPr>
          <p:spPr>
            <a:xfrm>
              <a:off x="83620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4"/>
            <p:cNvSpPr/>
            <p:nvPr/>
          </p:nvSpPr>
          <p:spPr>
            <a:xfrm>
              <a:off x="83620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4"/>
            <p:cNvSpPr/>
            <p:nvPr/>
          </p:nvSpPr>
          <p:spPr>
            <a:xfrm>
              <a:off x="83620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4"/>
            <p:cNvSpPr/>
            <p:nvPr/>
          </p:nvSpPr>
          <p:spPr>
            <a:xfrm>
              <a:off x="83620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4"/>
            <p:cNvSpPr/>
            <p:nvPr/>
          </p:nvSpPr>
          <p:spPr>
            <a:xfrm>
              <a:off x="83620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4"/>
            <p:cNvSpPr/>
            <p:nvPr/>
          </p:nvSpPr>
          <p:spPr>
            <a:xfrm>
              <a:off x="83620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4"/>
            <p:cNvSpPr/>
            <p:nvPr/>
          </p:nvSpPr>
          <p:spPr>
            <a:xfrm>
              <a:off x="83620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4"/>
            <p:cNvSpPr/>
            <p:nvPr/>
          </p:nvSpPr>
          <p:spPr>
            <a:xfrm>
              <a:off x="83620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4"/>
            <p:cNvSpPr/>
            <p:nvPr/>
          </p:nvSpPr>
          <p:spPr>
            <a:xfrm>
              <a:off x="83620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4"/>
            <p:cNvSpPr/>
            <p:nvPr/>
          </p:nvSpPr>
          <p:spPr>
            <a:xfrm>
              <a:off x="83620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4"/>
            <p:cNvSpPr/>
            <p:nvPr/>
          </p:nvSpPr>
          <p:spPr>
            <a:xfrm>
              <a:off x="83620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4"/>
            <p:cNvSpPr/>
            <p:nvPr/>
          </p:nvSpPr>
          <p:spPr>
            <a:xfrm>
              <a:off x="83620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4"/>
            <p:cNvSpPr/>
            <p:nvPr/>
          </p:nvSpPr>
          <p:spPr>
            <a:xfrm>
              <a:off x="9867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4"/>
            <p:cNvSpPr/>
            <p:nvPr/>
          </p:nvSpPr>
          <p:spPr>
            <a:xfrm>
              <a:off x="986700"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4"/>
            <p:cNvSpPr/>
            <p:nvPr/>
          </p:nvSpPr>
          <p:spPr>
            <a:xfrm>
              <a:off x="986700"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4"/>
            <p:cNvSpPr/>
            <p:nvPr/>
          </p:nvSpPr>
          <p:spPr>
            <a:xfrm>
              <a:off x="986700"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4"/>
            <p:cNvSpPr/>
            <p:nvPr/>
          </p:nvSpPr>
          <p:spPr>
            <a:xfrm>
              <a:off x="9867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4"/>
            <p:cNvSpPr/>
            <p:nvPr/>
          </p:nvSpPr>
          <p:spPr>
            <a:xfrm>
              <a:off x="986700"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4"/>
            <p:cNvSpPr/>
            <p:nvPr/>
          </p:nvSpPr>
          <p:spPr>
            <a:xfrm>
              <a:off x="986700"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4"/>
            <p:cNvSpPr/>
            <p:nvPr/>
          </p:nvSpPr>
          <p:spPr>
            <a:xfrm>
              <a:off x="986700"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4"/>
            <p:cNvSpPr/>
            <p:nvPr/>
          </p:nvSpPr>
          <p:spPr>
            <a:xfrm>
              <a:off x="986700"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4"/>
            <p:cNvSpPr/>
            <p:nvPr/>
          </p:nvSpPr>
          <p:spPr>
            <a:xfrm>
              <a:off x="986700"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4"/>
            <p:cNvSpPr/>
            <p:nvPr/>
          </p:nvSpPr>
          <p:spPr>
            <a:xfrm>
              <a:off x="9867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4"/>
            <p:cNvSpPr/>
            <p:nvPr/>
          </p:nvSpPr>
          <p:spPr>
            <a:xfrm>
              <a:off x="986700"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4"/>
            <p:cNvSpPr/>
            <p:nvPr/>
          </p:nvSpPr>
          <p:spPr>
            <a:xfrm>
              <a:off x="986700"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4"/>
            <p:cNvSpPr/>
            <p:nvPr/>
          </p:nvSpPr>
          <p:spPr>
            <a:xfrm>
              <a:off x="986700"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4"/>
            <p:cNvSpPr/>
            <p:nvPr/>
          </p:nvSpPr>
          <p:spPr>
            <a:xfrm>
              <a:off x="9867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4"/>
            <p:cNvSpPr/>
            <p:nvPr/>
          </p:nvSpPr>
          <p:spPr>
            <a:xfrm>
              <a:off x="986700"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4"/>
            <p:cNvSpPr/>
            <p:nvPr/>
          </p:nvSpPr>
          <p:spPr>
            <a:xfrm>
              <a:off x="986700"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4"/>
            <p:cNvSpPr/>
            <p:nvPr/>
          </p:nvSpPr>
          <p:spPr>
            <a:xfrm>
              <a:off x="986700"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4"/>
            <p:cNvSpPr/>
            <p:nvPr/>
          </p:nvSpPr>
          <p:spPr>
            <a:xfrm>
              <a:off x="9867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4"/>
            <p:cNvSpPr/>
            <p:nvPr/>
          </p:nvSpPr>
          <p:spPr>
            <a:xfrm>
              <a:off x="9867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4"/>
            <p:cNvSpPr/>
            <p:nvPr/>
          </p:nvSpPr>
          <p:spPr>
            <a:xfrm>
              <a:off x="986700"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4"/>
            <p:cNvSpPr/>
            <p:nvPr/>
          </p:nvSpPr>
          <p:spPr>
            <a:xfrm>
              <a:off x="986700"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4"/>
            <p:cNvSpPr/>
            <p:nvPr/>
          </p:nvSpPr>
          <p:spPr>
            <a:xfrm>
              <a:off x="986700"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4"/>
            <p:cNvSpPr/>
            <p:nvPr/>
          </p:nvSpPr>
          <p:spPr>
            <a:xfrm>
              <a:off x="11372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4"/>
            <p:cNvSpPr/>
            <p:nvPr/>
          </p:nvSpPr>
          <p:spPr>
            <a:xfrm>
              <a:off x="11372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4"/>
            <p:cNvSpPr/>
            <p:nvPr/>
          </p:nvSpPr>
          <p:spPr>
            <a:xfrm>
              <a:off x="11372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4"/>
            <p:cNvSpPr/>
            <p:nvPr/>
          </p:nvSpPr>
          <p:spPr>
            <a:xfrm>
              <a:off x="11372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4"/>
            <p:cNvSpPr/>
            <p:nvPr/>
          </p:nvSpPr>
          <p:spPr>
            <a:xfrm>
              <a:off x="11372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4"/>
            <p:cNvSpPr/>
            <p:nvPr/>
          </p:nvSpPr>
          <p:spPr>
            <a:xfrm>
              <a:off x="11372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4"/>
            <p:cNvSpPr/>
            <p:nvPr/>
          </p:nvSpPr>
          <p:spPr>
            <a:xfrm>
              <a:off x="11372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4"/>
            <p:cNvSpPr/>
            <p:nvPr/>
          </p:nvSpPr>
          <p:spPr>
            <a:xfrm>
              <a:off x="11372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4"/>
            <p:cNvSpPr/>
            <p:nvPr/>
          </p:nvSpPr>
          <p:spPr>
            <a:xfrm>
              <a:off x="11372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
            <p:cNvSpPr/>
            <p:nvPr/>
          </p:nvSpPr>
          <p:spPr>
            <a:xfrm>
              <a:off x="11372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4"/>
            <p:cNvSpPr/>
            <p:nvPr/>
          </p:nvSpPr>
          <p:spPr>
            <a:xfrm>
              <a:off x="11372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4"/>
            <p:cNvSpPr/>
            <p:nvPr/>
          </p:nvSpPr>
          <p:spPr>
            <a:xfrm>
              <a:off x="11372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4"/>
            <p:cNvSpPr/>
            <p:nvPr/>
          </p:nvSpPr>
          <p:spPr>
            <a:xfrm>
              <a:off x="11372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
            <p:cNvSpPr/>
            <p:nvPr/>
          </p:nvSpPr>
          <p:spPr>
            <a:xfrm>
              <a:off x="11372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
            <p:cNvSpPr/>
            <p:nvPr/>
          </p:nvSpPr>
          <p:spPr>
            <a:xfrm>
              <a:off x="11372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
            <p:cNvSpPr/>
            <p:nvPr/>
          </p:nvSpPr>
          <p:spPr>
            <a:xfrm>
              <a:off x="11372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
            <p:cNvSpPr/>
            <p:nvPr/>
          </p:nvSpPr>
          <p:spPr>
            <a:xfrm>
              <a:off x="11372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
            <p:cNvSpPr/>
            <p:nvPr/>
          </p:nvSpPr>
          <p:spPr>
            <a:xfrm>
              <a:off x="11372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4"/>
            <p:cNvSpPr/>
            <p:nvPr/>
          </p:nvSpPr>
          <p:spPr>
            <a:xfrm>
              <a:off x="11372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4"/>
            <p:cNvSpPr/>
            <p:nvPr/>
          </p:nvSpPr>
          <p:spPr>
            <a:xfrm>
              <a:off x="11372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
            <p:cNvSpPr/>
            <p:nvPr/>
          </p:nvSpPr>
          <p:spPr>
            <a:xfrm>
              <a:off x="11372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4"/>
            <p:cNvSpPr/>
            <p:nvPr/>
          </p:nvSpPr>
          <p:spPr>
            <a:xfrm>
              <a:off x="11372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9" name="Google Shape;1129;p4"/>
          <p:cNvGrpSpPr/>
          <p:nvPr/>
        </p:nvGrpSpPr>
        <p:grpSpPr>
          <a:xfrm rot="10800000">
            <a:off x="6659535" y="28698"/>
            <a:ext cx="2309844" cy="5086302"/>
            <a:chOff x="986700" y="238125"/>
            <a:chExt cx="2379075" cy="5238750"/>
          </a:xfrm>
        </p:grpSpPr>
        <p:sp>
          <p:nvSpPr>
            <p:cNvPr id="1130" name="Google Shape;1130;p4"/>
            <p:cNvSpPr/>
            <p:nvPr/>
          </p:nvSpPr>
          <p:spPr>
            <a:xfrm>
              <a:off x="986700"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4"/>
            <p:cNvSpPr/>
            <p:nvPr/>
          </p:nvSpPr>
          <p:spPr>
            <a:xfrm>
              <a:off x="986700"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4"/>
            <p:cNvSpPr/>
            <p:nvPr/>
          </p:nvSpPr>
          <p:spPr>
            <a:xfrm>
              <a:off x="9867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4"/>
            <p:cNvSpPr/>
            <p:nvPr/>
          </p:nvSpPr>
          <p:spPr>
            <a:xfrm>
              <a:off x="986700"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4"/>
            <p:cNvSpPr/>
            <p:nvPr/>
          </p:nvSpPr>
          <p:spPr>
            <a:xfrm>
              <a:off x="986700"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4"/>
            <p:cNvSpPr/>
            <p:nvPr/>
          </p:nvSpPr>
          <p:spPr>
            <a:xfrm>
              <a:off x="9867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4"/>
            <p:cNvSpPr/>
            <p:nvPr/>
          </p:nvSpPr>
          <p:spPr>
            <a:xfrm>
              <a:off x="986700"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4"/>
            <p:cNvSpPr/>
            <p:nvPr/>
          </p:nvSpPr>
          <p:spPr>
            <a:xfrm>
              <a:off x="986700"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4"/>
            <p:cNvSpPr/>
            <p:nvPr/>
          </p:nvSpPr>
          <p:spPr>
            <a:xfrm>
              <a:off x="986700"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4"/>
            <p:cNvSpPr/>
            <p:nvPr/>
          </p:nvSpPr>
          <p:spPr>
            <a:xfrm>
              <a:off x="986700"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4"/>
            <p:cNvSpPr/>
            <p:nvPr/>
          </p:nvSpPr>
          <p:spPr>
            <a:xfrm>
              <a:off x="986700"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4"/>
            <p:cNvSpPr/>
            <p:nvPr/>
          </p:nvSpPr>
          <p:spPr>
            <a:xfrm>
              <a:off x="9867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4"/>
            <p:cNvSpPr/>
            <p:nvPr/>
          </p:nvSpPr>
          <p:spPr>
            <a:xfrm>
              <a:off x="11372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4"/>
            <p:cNvSpPr/>
            <p:nvPr/>
          </p:nvSpPr>
          <p:spPr>
            <a:xfrm>
              <a:off x="11372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4"/>
            <p:cNvSpPr/>
            <p:nvPr/>
          </p:nvSpPr>
          <p:spPr>
            <a:xfrm>
              <a:off x="11372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4"/>
            <p:cNvSpPr/>
            <p:nvPr/>
          </p:nvSpPr>
          <p:spPr>
            <a:xfrm>
              <a:off x="11372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4"/>
            <p:cNvSpPr/>
            <p:nvPr/>
          </p:nvSpPr>
          <p:spPr>
            <a:xfrm>
              <a:off x="11372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4"/>
            <p:cNvSpPr/>
            <p:nvPr/>
          </p:nvSpPr>
          <p:spPr>
            <a:xfrm>
              <a:off x="11372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4"/>
            <p:cNvSpPr/>
            <p:nvPr/>
          </p:nvSpPr>
          <p:spPr>
            <a:xfrm>
              <a:off x="11372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4"/>
            <p:cNvSpPr/>
            <p:nvPr/>
          </p:nvSpPr>
          <p:spPr>
            <a:xfrm>
              <a:off x="11372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4"/>
            <p:cNvSpPr/>
            <p:nvPr/>
          </p:nvSpPr>
          <p:spPr>
            <a:xfrm>
              <a:off x="11372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4"/>
            <p:cNvSpPr/>
            <p:nvPr/>
          </p:nvSpPr>
          <p:spPr>
            <a:xfrm>
              <a:off x="11372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4"/>
            <p:cNvSpPr/>
            <p:nvPr/>
          </p:nvSpPr>
          <p:spPr>
            <a:xfrm>
              <a:off x="11372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4"/>
            <p:cNvSpPr/>
            <p:nvPr/>
          </p:nvSpPr>
          <p:spPr>
            <a:xfrm>
              <a:off x="11372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4"/>
            <p:cNvSpPr/>
            <p:nvPr/>
          </p:nvSpPr>
          <p:spPr>
            <a:xfrm>
              <a:off x="11372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4"/>
            <p:cNvSpPr/>
            <p:nvPr/>
          </p:nvSpPr>
          <p:spPr>
            <a:xfrm>
              <a:off x="128772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4"/>
            <p:cNvSpPr/>
            <p:nvPr/>
          </p:nvSpPr>
          <p:spPr>
            <a:xfrm>
              <a:off x="128772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4"/>
            <p:cNvSpPr/>
            <p:nvPr/>
          </p:nvSpPr>
          <p:spPr>
            <a:xfrm>
              <a:off x="128772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4"/>
            <p:cNvSpPr/>
            <p:nvPr/>
          </p:nvSpPr>
          <p:spPr>
            <a:xfrm>
              <a:off x="128772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4"/>
            <p:cNvSpPr/>
            <p:nvPr/>
          </p:nvSpPr>
          <p:spPr>
            <a:xfrm>
              <a:off x="128772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4"/>
            <p:cNvSpPr/>
            <p:nvPr/>
          </p:nvSpPr>
          <p:spPr>
            <a:xfrm>
              <a:off x="128772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4"/>
            <p:cNvSpPr/>
            <p:nvPr/>
          </p:nvSpPr>
          <p:spPr>
            <a:xfrm>
              <a:off x="128772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4"/>
            <p:cNvSpPr/>
            <p:nvPr/>
          </p:nvSpPr>
          <p:spPr>
            <a:xfrm>
              <a:off x="128772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4"/>
            <p:cNvSpPr/>
            <p:nvPr/>
          </p:nvSpPr>
          <p:spPr>
            <a:xfrm>
              <a:off x="128772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4"/>
            <p:cNvSpPr/>
            <p:nvPr/>
          </p:nvSpPr>
          <p:spPr>
            <a:xfrm>
              <a:off x="128772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4"/>
            <p:cNvSpPr/>
            <p:nvPr/>
          </p:nvSpPr>
          <p:spPr>
            <a:xfrm>
              <a:off x="128772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4"/>
            <p:cNvSpPr/>
            <p:nvPr/>
          </p:nvSpPr>
          <p:spPr>
            <a:xfrm>
              <a:off x="128772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4"/>
            <p:cNvSpPr/>
            <p:nvPr/>
          </p:nvSpPr>
          <p:spPr>
            <a:xfrm>
              <a:off x="128772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4"/>
            <p:cNvSpPr/>
            <p:nvPr/>
          </p:nvSpPr>
          <p:spPr>
            <a:xfrm>
              <a:off x="128772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4"/>
            <p:cNvSpPr/>
            <p:nvPr/>
          </p:nvSpPr>
          <p:spPr>
            <a:xfrm>
              <a:off x="128772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4"/>
            <p:cNvSpPr/>
            <p:nvPr/>
          </p:nvSpPr>
          <p:spPr>
            <a:xfrm>
              <a:off x="128772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4"/>
            <p:cNvSpPr/>
            <p:nvPr/>
          </p:nvSpPr>
          <p:spPr>
            <a:xfrm>
              <a:off x="128772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4"/>
            <p:cNvSpPr/>
            <p:nvPr/>
          </p:nvSpPr>
          <p:spPr>
            <a:xfrm>
              <a:off x="128772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4"/>
            <p:cNvSpPr/>
            <p:nvPr/>
          </p:nvSpPr>
          <p:spPr>
            <a:xfrm>
              <a:off x="128772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4"/>
            <p:cNvSpPr/>
            <p:nvPr/>
          </p:nvSpPr>
          <p:spPr>
            <a:xfrm>
              <a:off x="128772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4"/>
            <p:cNvSpPr/>
            <p:nvPr/>
          </p:nvSpPr>
          <p:spPr>
            <a:xfrm>
              <a:off x="14382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4"/>
            <p:cNvSpPr/>
            <p:nvPr/>
          </p:nvSpPr>
          <p:spPr>
            <a:xfrm>
              <a:off x="14382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4"/>
            <p:cNvSpPr/>
            <p:nvPr/>
          </p:nvSpPr>
          <p:spPr>
            <a:xfrm>
              <a:off x="14382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4"/>
            <p:cNvSpPr/>
            <p:nvPr/>
          </p:nvSpPr>
          <p:spPr>
            <a:xfrm>
              <a:off x="14382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4"/>
            <p:cNvSpPr/>
            <p:nvPr/>
          </p:nvSpPr>
          <p:spPr>
            <a:xfrm>
              <a:off x="14382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4"/>
            <p:cNvSpPr/>
            <p:nvPr/>
          </p:nvSpPr>
          <p:spPr>
            <a:xfrm>
              <a:off x="14382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4"/>
            <p:cNvSpPr/>
            <p:nvPr/>
          </p:nvSpPr>
          <p:spPr>
            <a:xfrm>
              <a:off x="14382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4"/>
            <p:cNvSpPr/>
            <p:nvPr/>
          </p:nvSpPr>
          <p:spPr>
            <a:xfrm>
              <a:off x="14382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4"/>
            <p:cNvSpPr/>
            <p:nvPr/>
          </p:nvSpPr>
          <p:spPr>
            <a:xfrm>
              <a:off x="14382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4"/>
            <p:cNvSpPr/>
            <p:nvPr/>
          </p:nvSpPr>
          <p:spPr>
            <a:xfrm>
              <a:off x="14382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4"/>
            <p:cNvSpPr/>
            <p:nvPr/>
          </p:nvSpPr>
          <p:spPr>
            <a:xfrm>
              <a:off x="14382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4"/>
            <p:cNvSpPr/>
            <p:nvPr/>
          </p:nvSpPr>
          <p:spPr>
            <a:xfrm>
              <a:off x="14382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4"/>
            <p:cNvSpPr/>
            <p:nvPr/>
          </p:nvSpPr>
          <p:spPr>
            <a:xfrm>
              <a:off x="14382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4"/>
            <p:cNvSpPr/>
            <p:nvPr/>
          </p:nvSpPr>
          <p:spPr>
            <a:xfrm>
              <a:off x="14382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4"/>
            <p:cNvSpPr/>
            <p:nvPr/>
          </p:nvSpPr>
          <p:spPr>
            <a:xfrm>
              <a:off x="14382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4"/>
            <p:cNvSpPr/>
            <p:nvPr/>
          </p:nvSpPr>
          <p:spPr>
            <a:xfrm>
              <a:off x="14382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4"/>
            <p:cNvSpPr/>
            <p:nvPr/>
          </p:nvSpPr>
          <p:spPr>
            <a:xfrm>
              <a:off x="14382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4"/>
            <p:cNvSpPr/>
            <p:nvPr/>
          </p:nvSpPr>
          <p:spPr>
            <a:xfrm>
              <a:off x="14382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4"/>
            <p:cNvSpPr/>
            <p:nvPr/>
          </p:nvSpPr>
          <p:spPr>
            <a:xfrm>
              <a:off x="14382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4"/>
            <p:cNvSpPr/>
            <p:nvPr/>
          </p:nvSpPr>
          <p:spPr>
            <a:xfrm>
              <a:off x="14382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4"/>
            <p:cNvSpPr/>
            <p:nvPr/>
          </p:nvSpPr>
          <p:spPr>
            <a:xfrm>
              <a:off x="14382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4"/>
            <p:cNvSpPr/>
            <p:nvPr/>
          </p:nvSpPr>
          <p:spPr>
            <a:xfrm>
              <a:off x="14382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4"/>
            <p:cNvSpPr/>
            <p:nvPr/>
          </p:nvSpPr>
          <p:spPr>
            <a:xfrm>
              <a:off x="14382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4"/>
            <p:cNvSpPr/>
            <p:nvPr/>
          </p:nvSpPr>
          <p:spPr>
            <a:xfrm>
              <a:off x="14382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4"/>
            <p:cNvSpPr/>
            <p:nvPr/>
          </p:nvSpPr>
          <p:spPr>
            <a:xfrm>
              <a:off x="14382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4"/>
            <p:cNvSpPr/>
            <p:nvPr/>
          </p:nvSpPr>
          <p:spPr>
            <a:xfrm>
              <a:off x="14382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4"/>
            <p:cNvSpPr/>
            <p:nvPr/>
          </p:nvSpPr>
          <p:spPr>
            <a:xfrm>
              <a:off x="14382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4"/>
            <p:cNvSpPr/>
            <p:nvPr/>
          </p:nvSpPr>
          <p:spPr>
            <a:xfrm>
              <a:off x="14382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4"/>
            <p:cNvSpPr/>
            <p:nvPr/>
          </p:nvSpPr>
          <p:spPr>
            <a:xfrm>
              <a:off x="14382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4"/>
            <p:cNvSpPr/>
            <p:nvPr/>
          </p:nvSpPr>
          <p:spPr>
            <a:xfrm>
              <a:off x="14382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4"/>
            <p:cNvSpPr/>
            <p:nvPr/>
          </p:nvSpPr>
          <p:spPr>
            <a:xfrm>
              <a:off x="14382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4"/>
            <p:cNvSpPr/>
            <p:nvPr/>
          </p:nvSpPr>
          <p:spPr>
            <a:xfrm>
              <a:off x="15887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4"/>
            <p:cNvSpPr/>
            <p:nvPr/>
          </p:nvSpPr>
          <p:spPr>
            <a:xfrm>
              <a:off x="15887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4"/>
            <p:cNvSpPr/>
            <p:nvPr/>
          </p:nvSpPr>
          <p:spPr>
            <a:xfrm>
              <a:off x="15887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4"/>
            <p:cNvSpPr/>
            <p:nvPr/>
          </p:nvSpPr>
          <p:spPr>
            <a:xfrm>
              <a:off x="15887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4"/>
            <p:cNvSpPr/>
            <p:nvPr/>
          </p:nvSpPr>
          <p:spPr>
            <a:xfrm>
              <a:off x="15887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4"/>
            <p:cNvSpPr/>
            <p:nvPr/>
          </p:nvSpPr>
          <p:spPr>
            <a:xfrm>
              <a:off x="15887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4"/>
            <p:cNvSpPr/>
            <p:nvPr/>
          </p:nvSpPr>
          <p:spPr>
            <a:xfrm>
              <a:off x="15887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4"/>
            <p:cNvSpPr/>
            <p:nvPr/>
          </p:nvSpPr>
          <p:spPr>
            <a:xfrm>
              <a:off x="15887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4"/>
            <p:cNvSpPr/>
            <p:nvPr/>
          </p:nvSpPr>
          <p:spPr>
            <a:xfrm>
              <a:off x="15887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4"/>
            <p:cNvSpPr/>
            <p:nvPr/>
          </p:nvSpPr>
          <p:spPr>
            <a:xfrm>
              <a:off x="15887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4"/>
            <p:cNvSpPr/>
            <p:nvPr/>
          </p:nvSpPr>
          <p:spPr>
            <a:xfrm>
              <a:off x="15887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4"/>
            <p:cNvSpPr/>
            <p:nvPr/>
          </p:nvSpPr>
          <p:spPr>
            <a:xfrm>
              <a:off x="15887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4"/>
            <p:cNvSpPr/>
            <p:nvPr/>
          </p:nvSpPr>
          <p:spPr>
            <a:xfrm>
              <a:off x="15887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4"/>
            <p:cNvSpPr/>
            <p:nvPr/>
          </p:nvSpPr>
          <p:spPr>
            <a:xfrm>
              <a:off x="15887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4"/>
            <p:cNvSpPr/>
            <p:nvPr/>
          </p:nvSpPr>
          <p:spPr>
            <a:xfrm>
              <a:off x="15887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4"/>
            <p:cNvSpPr/>
            <p:nvPr/>
          </p:nvSpPr>
          <p:spPr>
            <a:xfrm>
              <a:off x="15887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4"/>
            <p:cNvSpPr/>
            <p:nvPr/>
          </p:nvSpPr>
          <p:spPr>
            <a:xfrm>
              <a:off x="15887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4"/>
            <p:cNvSpPr/>
            <p:nvPr/>
          </p:nvSpPr>
          <p:spPr>
            <a:xfrm>
              <a:off x="15887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4"/>
            <p:cNvSpPr/>
            <p:nvPr/>
          </p:nvSpPr>
          <p:spPr>
            <a:xfrm>
              <a:off x="15887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
            <p:cNvSpPr/>
            <p:nvPr/>
          </p:nvSpPr>
          <p:spPr>
            <a:xfrm>
              <a:off x="17392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
            <p:cNvSpPr/>
            <p:nvPr/>
          </p:nvSpPr>
          <p:spPr>
            <a:xfrm>
              <a:off x="17392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
            <p:cNvSpPr/>
            <p:nvPr/>
          </p:nvSpPr>
          <p:spPr>
            <a:xfrm>
              <a:off x="17392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
            <p:cNvSpPr/>
            <p:nvPr/>
          </p:nvSpPr>
          <p:spPr>
            <a:xfrm>
              <a:off x="17392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4"/>
            <p:cNvSpPr/>
            <p:nvPr/>
          </p:nvSpPr>
          <p:spPr>
            <a:xfrm>
              <a:off x="17392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4"/>
            <p:cNvSpPr/>
            <p:nvPr/>
          </p:nvSpPr>
          <p:spPr>
            <a:xfrm>
              <a:off x="17392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4"/>
            <p:cNvSpPr/>
            <p:nvPr/>
          </p:nvSpPr>
          <p:spPr>
            <a:xfrm>
              <a:off x="17392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4"/>
            <p:cNvSpPr/>
            <p:nvPr/>
          </p:nvSpPr>
          <p:spPr>
            <a:xfrm>
              <a:off x="17392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4"/>
            <p:cNvSpPr/>
            <p:nvPr/>
          </p:nvSpPr>
          <p:spPr>
            <a:xfrm>
              <a:off x="17392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4"/>
            <p:cNvSpPr/>
            <p:nvPr/>
          </p:nvSpPr>
          <p:spPr>
            <a:xfrm>
              <a:off x="17392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4"/>
            <p:cNvSpPr/>
            <p:nvPr/>
          </p:nvSpPr>
          <p:spPr>
            <a:xfrm>
              <a:off x="17392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4"/>
            <p:cNvSpPr/>
            <p:nvPr/>
          </p:nvSpPr>
          <p:spPr>
            <a:xfrm>
              <a:off x="188975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4"/>
            <p:cNvSpPr/>
            <p:nvPr/>
          </p:nvSpPr>
          <p:spPr>
            <a:xfrm>
              <a:off x="188975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4"/>
            <p:cNvSpPr/>
            <p:nvPr/>
          </p:nvSpPr>
          <p:spPr>
            <a:xfrm>
              <a:off x="188975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4"/>
            <p:cNvSpPr/>
            <p:nvPr/>
          </p:nvSpPr>
          <p:spPr>
            <a:xfrm>
              <a:off x="188975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4"/>
            <p:cNvSpPr/>
            <p:nvPr/>
          </p:nvSpPr>
          <p:spPr>
            <a:xfrm>
              <a:off x="188975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4"/>
            <p:cNvSpPr/>
            <p:nvPr/>
          </p:nvSpPr>
          <p:spPr>
            <a:xfrm>
              <a:off x="204027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4"/>
            <p:cNvSpPr/>
            <p:nvPr/>
          </p:nvSpPr>
          <p:spPr>
            <a:xfrm>
              <a:off x="204027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4"/>
            <p:cNvSpPr/>
            <p:nvPr/>
          </p:nvSpPr>
          <p:spPr>
            <a:xfrm>
              <a:off x="204027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4"/>
            <p:cNvSpPr/>
            <p:nvPr/>
          </p:nvSpPr>
          <p:spPr>
            <a:xfrm>
              <a:off x="21907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4"/>
            <p:cNvSpPr/>
            <p:nvPr/>
          </p:nvSpPr>
          <p:spPr>
            <a:xfrm>
              <a:off x="234130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4"/>
            <p:cNvSpPr/>
            <p:nvPr/>
          </p:nvSpPr>
          <p:spPr>
            <a:xfrm>
              <a:off x="264232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4"/>
            <p:cNvSpPr/>
            <p:nvPr/>
          </p:nvSpPr>
          <p:spPr>
            <a:xfrm>
              <a:off x="264232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4"/>
            <p:cNvSpPr/>
            <p:nvPr/>
          </p:nvSpPr>
          <p:spPr>
            <a:xfrm>
              <a:off x="324435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9" name="Google Shape;1249;p4"/>
          <p:cNvGrpSpPr/>
          <p:nvPr/>
        </p:nvGrpSpPr>
        <p:grpSpPr>
          <a:xfrm rot="10800000">
            <a:off x="6367294" y="28698"/>
            <a:ext cx="2017554" cy="5086302"/>
            <a:chOff x="1588750" y="238125"/>
            <a:chExt cx="2078025" cy="5238750"/>
          </a:xfrm>
        </p:grpSpPr>
        <p:sp>
          <p:nvSpPr>
            <p:cNvPr id="1250" name="Google Shape;1250;p4"/>
            <p:cNvSpPr/>
            <p:nvPr/>
          </p:nvSpPr>
          <p:spPr>
            <a:xfrm>
              <a:off x="15887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4"/>
            <p:cNvSpPr/>
            <p:nvPr/>
          </p:nvSpPr>
          <p:spPr>
            <a:xfrm>
              <a:off x="15887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4"/>
            <p:cNvSpPr/>
            <p:nvPr/>
          </p:nvSpPr>
          <p:spPr>
            <a:xfrm>
              <a:off x="15887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4"/>
            <p:cNvSpPr/>
            <p:nvPr/>
          </p:nvSpPr>
          <p:spPr>
            <a:xfrm>
              <a:off x="15887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4"/>
            <p:cNvSpPr/>
            <p:nvPr/>
          </p:nvSpPr>
          <p:spPr>
            <a:xfrm>
              <a:off x="15887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4"/>
            <p:cNvSpPr/>
            <p:nvPr/>
          </p:nvSpPr>
          <p:spPr>
            <a:xfrm>
              <a:off x="15887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4"/>
            <p:cNvSpPr/>
            <p:nvPr/>
          </p:nvSpPr>
          <p:spPr>
            <a:xfrm>
              <a:off x="17392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4"/>
            <p:cNvSpPr/>
            <p:nvPr/>
          </p:nvSpPr>
          <p:spPr>
            <a:xfrm>
              <a:off x="17392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4"/>
            <p:cNvSpPr/>
            <p:nvPr/>
          </p:nvSpPr>
          <p:spPr>
            <a:xfrm>
              <a:off x="17392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4"/>
            <p:cNvSpPr/>
            <p:nvPr/>
          </p:nvSpPr>
          <p:spPr>
            <a:xfrm>
              <a:off x="17392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4"/>
            <p:cNvSpPr/>
            <p:nvPr/>
          </p:nvSpPr>
          <p:spPr>
            <a:xfrm>
              <a:off x="17392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4"/>
            <p:cNvSpPr/>
            <p:nvPr/>
          </p:nvSpPr>
          <p:spPr>
            <a:xfrm>
              <a:off x="17392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4"/>
            <p:cNvSpPr/>
            <p:nvPr/>
          </p:nvSpPr>
          <p:spPr>
            <a:xfrm>
              <a:off x="17392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4"/>
            <p:cNvSpPr/>
            <p:nvPr/>
          </p:nvSpPr>
          <p:spPr>
            <a:xfrm>
              <a:off x="188975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4"/>
            <p:cNvSpPr/>
            <p:nvPr/>
          </p:nvSpPr>
          <p:spPr>
            <a:xfrm>
              <a:off x="188975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4"/>
            <p:cNvSpPr/>
            <p:nvPr/>
          </p:nvSpPr>
          <p:spPr>
            <a:xfrm>
              <a:off x="188975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4"/>
            <p:cNvSpPr/>
            <p:nvPr/>
          </p:nvSpPr>
          <p:spPr>
            <a:xfrm>
              <a:off x="188975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4"/>
            <p:cNvSpPr/>
            <p:nvPr/>
          </p:nvSpPr>
          <p:spPr>
            <a:xfrm>
              <a:off x="188975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4"/>
            <p:cNvSpPr/>
            <p:nvPr/>
          </p:nvSpPr>
          <p:spPr>
            <a:xfrm>
              <a:off x="188975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4"/>
            <p:cNvSpPr/>
            <p:nvPr/>
          </p:nvSpPr>
          <p:spPr>
            <a:xfrm>
              <a:off x="188975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4"/>
            <p:cNvSpPr/>
            <p:nvPr/>
          </p:nvSpPr>
          <p:spPr>
            <a:xfrm>
              <a:off x="188975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4"/>
            <p:cNvSpPr/>
            <p:nvPr/>
          </p:nvSpPr>
          <p:spPr>
            <a:xfrm>
              <a:off x="188975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4"/>
            <p:cNvSpPr/>
            <p:nvPr/>
          </p:nvSpPr>
          <p:spPr>
            <a:xfrm>
              <a:off x="188975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4"/>
            <p:cNvSpPr/>
            <p:nvPr/>
          </p:nvSpPr>
          <p:spPr>
            <a:xfrm>
              <a:off x="188975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4"/>
            <p:cNvSpPr/>
            <p:nvPr/>
          </p:nvSpPr>
          <p:spPr>
            <a:xfrm>
              <a:off x="188975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4"/>
            <p:cNvSpPr/>
            <p:nvPr/>
          </p:nvSpPr>
          <p:spPr>
            <a:xfrm>
              <a:off x="188975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4"/>
            <p:cNvSpPr/>
            <p:nvPr/>
          </p:nvSpPr>
          <p:spPr>
            <a:xfrm>
              <a:off x="188975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
            <p:cNvSpPr/>
            <p:nvPr/>
          </p:nvSpPr>
          <p:spPr>
            <a:xfrm>
              <a:off x="188975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
            <p:cNvSpPr/>
            <p:nvPr/>
          </p:nvSpPr>
          <p:spPr>
            <a:xfrm>
              <a:off x="188975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
            <p:cNvSpPr/>
            <p:nvPr/>
          </p:nvSpPr>
          <p:spPr>
            <a:xfrm>
              <a:off x="188975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
            <p:cNvSpPr/>
            <p:nvPr/>
          </p:nvSpPr>
          <p:spPr>
            <a:xfrm>
              <a:off x="188975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4"/>
            <p:cNvSpPr/>
            <p:nvPr/>
          </p:nvSpPr>
          <p:spPr>
            <a:xfrm>
              <a:off x="188975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4"/>
            <p:cNvSpPr/>
            <p:nvPr/>
          </p:nvSpPr>
          <p:spPr>
            <a:xfrm>
              <a:off x="204027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
            <p:cNvSpPr/>
            <p:nvPr/>
          </p:nvSpPr>
          <p:spPr>
            <a:xfrm>
              <a:off x="204027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
            <p:cNvSpPr/>
            <p:nvPr/>
          </p:nvSpPr>
          <p:spPr>
            <a:xfrm>
              <a:off x="204027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
            <p:cNvSpPr/>
            <p:nvPr/>
          </p:nvSpPr>
          <p:spPr>
            <a:xfrm>
              <a:off x="204027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
            <p:cNvSpPr/>
            <p:nvPr/>
          </p:nvSpPr>
          <p:spPr>
            <a:xfrm>
              <a:off x="204027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4"/>
            <p:cNvSpPr/>
            <p:nvPr/>
          </p:nvSpPr>
          <p:spPr>
            <a:xfrm>
              <a:off x="204027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4"/>
            <p:cNvSpPr/>
            <p:nvPr/>
          </p:nvSpPr>
          <p:spPr>
            <a:xfrm>
              <a:off x="204027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4"/>
            <p:cNvSpPr/>
            <p:nvPr/>
          </p:nvSpPr>
          <p:spPr>
            <a:xfrm>
              <a:off x="204027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4"/>
            <p:cNvSpPr/>
            <p:nvPr/>
          </p:nvSpPr>
          <p:spPr>
            <a:xfrm>
              <a:off x="204027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4"/>
            <p:cNvSpPr/>
            <p:nvPr/>
          </p:nvSpPr>
          <p:spPr>
            <a:xfrm>
              <a:off x="204027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4"/>
            <p:cNvSpPr/>
            <p:nvPr/>
          </p:nvSpPr>
          <p:spPr>
            <a:xfrm>
              <a:off x="204027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4"/>
            <p:cNvSpPr/>
            <p:nvPr/>
          </p:nvSpPr>
          <p:spPr>
            <a:xfrm>
              <a:off x="204027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4"/>
            <p:cNvSpPr/>
            <p:nvPr/>
          </p:nvSpPr>
          <p:spPr>
            <a:xfrm>
              <a:off x="204027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4"/>
            <p:cNvSpPr/>
            <p:nvPr/>
          </p:nvSpPr>
          <p:spPr>
            <a:xfrm>
              <a:off x="204027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4"/>
            <p:cNvSpPr/>
            <p:nvPr/>
          </p:nvSpPr>
          <p:spPr>
            <a:xfrm>
              <a:off x="204027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4"/>
            <p:cNvSpPr/>
            <p:nvPr/>
          </p:nvSpPr>
          <p:spPr>
            <a:xfrm>
              <a:off x="204027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4"/>
            <p:cNvSpPr/>
            <p:nvPr/>
          </p:nvSpPr>
          <p:spPr>
            <a:xfrm>
              <a:off x="204027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4"/>
            <p:cNvSpPr/>
            <p:nvPr/>
          </p:nvSpPr>
          <p:spPr>
            <a:xfrm>
              <a:off x="204027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4"/>
            <p:cNvSpPr/>
            <p:nvPr/>
          </p:nvSpPr>
          <p:spPr>
            <a:xfrm>
              <a:off x="204027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4"/>
            <p:cNvSpPr/>
            <p:nvPr/>
          </p:nvSpPr>
          <p:spPr>
            <a:xfrm>
              <a:off x="2190775"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4"/>
            <p:cNvSpPr/>
            <p:nvPr/>
          </p:nvSpPr>
          <p:spPr>
            <a:xfrm>
              <a:off x="2190775"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4"/>
            <p:cNvSpPr/>
            <p:nvPr/>
          </p:nvSpPr>
          <p:spPr>
            <a:xfrm>
              <a:off x="2190775"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4"/>
            <p:cNvSpPr/>
            <p:nvPr/>
          </p:nvSpPr>
          <p:spPr>
            <a:xfrm>
              <a:off x="2190775"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4"/>
            <p:cNvSpPr/>
            <p:nvPr/>
          </p:nvSpPr>
          <p:spPr>
            <a:xfrm>
              <a:off x="21907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4"/>
            <p:cNvSpPr/>
            <p:nvPr/>
          </p:nvSpPr>
          <p:spPr>
            <a:xfrm>
              <a:off x="21907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4"/>
            <p:cNvSpPr/>
            <p:nvPr/>
          </p:nvSpPr>
          <p:spPr>
            <a:xfrm>
              <a:off x="2190775"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4"/>
            <p:cNvSpPr/>
            <p:nvPr/>
          </p:nvSpPr>
          <p:spPr>
            <a:xfrm>
              <a:off x="2190775"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4"/>
            <p:cNvSpPr/>
            <p:nvPr/>
          </p:nvSpPr>
          <p:spPr>
            <a:xfrm>
              <a:off x="21907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4"/>
            <p:cNvSpPr/>
            <p:nvPr/>
          </p:nvSpPr>
          <p:spPr>
            <a:xfrm>
              <a:off x="2190775"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4"/>
            <p:cNvSpPr/>
            <p:nvPr/>
          </p:nvSpPr>
          <p:spPr>
            <a:xfrm>
              <a:off x="21907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4"/>
            <p:cNvSpPr/>
            <p:nvPr/>
          </p:nvSpPr>
          <p:spPr>
            <a:xfrm>
              <a:off x="2190775"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4"/>
            <p:cNvSpPr/>
            <p:nvPr/>
          </p:nvSpPr>
          <p:spPr>
            <a:xfrm>
              <a:off x="21907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4"/>
            <p:cNvSpPr/>
            <p:nvPr/>
          </p:nvSpPr>
          <p:spPr>
            <a:xfrm>
              <a:off x="21907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4"/>
            <p:cNvSpPr/>
            <p:nvPr/>
          </p:nvSpPr>
          <p:spPr>
            <a:xfrm>
              <a:off x="21907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4"/>
            <p:cNvSpPr/>
            <p:nvPr/>
          </p:nvSpPr>
          <p:spPr>
            <a:xfrm>
              <a:off x="2190775"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4"/>
            <p:cNvSpPr/>
            <p:nvPr/>
          </p:nvSpPr>
          <p:spPr>
            <a:xfrm>
              <a:off x="21907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4"/>
            <p:cNvSpPr/>
            <p:nvPr/>
          </p:nvSpPr>
          <p:spPr>
            <a:xfrm>
              <a:off x="21907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4"/>
            <p:cNvSpPr/>
            <p:nvPr/>
          </p:nvSpPr>
          <p:spPr>
            <a:xfrm>
              <a:off x="2190775"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4"/>
            <p:cNvSpPr/>
            <p:nvPr/>
          </p:nvSpPr>
          <p:spPr>
            <a:xfrm>
              <a:off x="21907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4"/>
            <p:cNvSpPr/>
            <p:nvPr/>
          </p:nvSpPr>
          <p:spPr>
            <a:xfrm>
              <a:off x="2190775"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4"/>
            <p:cNvSpPr/>
            <p:nvPr/>
          </p:nvSpPr>
          <p:spPr>
            <a:xfrm>
              <a:off x="2190775"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4"/>
            <p:cNvSpPr/>
            <p:nvPr/>
          </p:nvSpPr>
          <p:spPr>
            <a:xfrm>
              <a:off x="21907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4"/>
            <p:cNvSpPr/>
            <p:nvPr/>
          </p:nvSpPr>
          <p:spPr>
            <a:xfrm>
              <a:off x="21907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4"/>
            <p:cNvSpPr/>
            <p:nvPr/>
          </p:nvSpPr>
          <p:spPr>
            <a:xfrm>
              <a:off x="2190775"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4"/>
            <p:cNvSpPr/>
            <p:nvPr/>
          </p:nvSpPr>
          <p:spPr>
            <a:xfrm>
              <a:off x="234130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4"/>
            <p:cNvSpPr/>
            <p:nvPr/>
          </p:nvSpPr>
          <p:spPr>
            <a:xfrm>
              <a:off x="234130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4"/>
            <p:cNvSpPr/>
            <p:nvPr/>
          </p:nvSpPr>
          <p:spPr>
            <a:xfrm>
              <a:off x="234130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4"/>
            <p:cNvSpPr/>
            <p:nvPr/>
          </p:nvSpPr>
          <p:spPr>
            <a:xfrm>
              <a:off x="234130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4"/>
            <p:cNvSpPr/>
            <p:nvPr/>
          </p:nvSpPr>
          <p:spPr>
            <a:xfrm>
              <a:off x="234130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4"/>
            <p:cNvSpPr/>
            <p:nvPr/>
          </p:nvSpPr>
          <p:spPr>
            <a:xfrm>
              <a:off x="234130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4"/>
            <p:cNvSpPr/>
            <p:nvPr/>
          </p:nvSpPr>
          <p:spPr>
            <a:xfrm>
              <a:off x="234130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4"/>
            <p:cNvSpPr/>
            <p:nvPr/>
          </p:nvSpPr>
          <p:spPr>
            <a:xfrm>
              <a:off x="234130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4"/>
            <p:cNvSpPr/>
            <p:nvPr/>
          </p:nvSpPr>
          <p:spPr>
            <a:xfrm>
              <a:off x="234130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4"/>
            <p:cNvSpPr/>
            <p:nvPr/>
          </p:nvSpPr>
          <p:spPr>
            <a:xfrm>
              <a:off x="234130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4"/>
            <p:cNvSpPr/>
            <p:nvPr/>
          </p:nvSpPr>
          <p:spPr>
            <a:xfrm>
              <a:off x="234130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4"/>
            <p:cNvSpPr/>
            <p:nvPr/>
          </p:nvSpPr>
          <p:spPr>
            <a:xfrm>
              <a:off x="234130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4"/>
            <p:cNvSpPr/>
            <p:nvPr/>
          </p:nvSpPr>
          <p:spPr>
            <a:xfrm>
              <a:off x="234130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4"/>
            <p:cNvSpPr/>
            <p:nvPr/>
          </p:nvSpPr>
          <p:spPr>
            <a:xfrm>
              <a:off x="234130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4"/>
            <p:cNvSpPr/>
            <p:nvPr/>
          </p:nvSpPr>
          <p:spPr>
            <a:xfrm>
              <a:off x="234130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4"/>
            <p:cNvSpPr/>
            <p:nvPr/>
          </p:nvSpPr>
          <p:spPr>
            <a:xfrm>
              <a:off x="234130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4"/>
            <p:cNvSpPr/>
            <p:nvPr/>
          </p:nvSpPr>
          <p:spPr>
            <a:xfrm>
              <a:off x="234130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4"/>
            <p:cNvSpPr/>
            <p:nvPr/>
          </p:nvSpPr>
          <p:spPr>
            <a:xfrm>
              <a:off x="234130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4"/>
            <p:cNvSpPr/>
            <p:nvPr/>
          </p:nvSpPr>
          <p:spPr>
            <a:xfrm>
              <a:off x="234130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4"/>
            <p:cNvSpPr/>
            <p:nvPr/>
          </p:nvSpPr>
          <p:spPr>
            <a:xfrm>
              <a:off x="234130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4"/>
            <p:cNvSpPr/>
            <p:nvPr/>
          </p:nvSpPr>
          <p:spPr>
            <a:xfrm>
              <a:off x="234130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4"/>
            <p:cNvSpPr/>
            <p:nvPr/>
          </p:nvSpPr>
          <p:spPr>
            <a:xfrm>
              <a:off x="234130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4"/>
            <p:cNvSpPr/>
            <p:nvPr/>
          </p:nvSpPr>
          <p:spPr>
            <a:xfrm>
              <a:off x="234130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4"/>
            <p:cNvSpPr/>
            <p:nvPr/>
          </p:nvSpPr>
          <p:spPr>
            <a:xfrm>
              <a:off x="234130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4"/>
            <p:cNvSpPr/>
            <p:nvPr/>
          </p:nvSpPr>
          <p:spPr>
            <a:xfrm>
              <a:off x="234130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4"/>
            <p:cNvSpPr/>
            <p:nvPr/>
          </p:nvSpPr>
          <p:spPr>
            <a:xfrm>
              <a:off x="234130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4"/>
            <p:cNvSpPr/>
            <p:nvPr/>
          </p:nvSpPr>
          <p:spPr>
            <a:xfrm>
              <a:off x="249180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4"/>
            <p:cNvSpPr/>
            <p:nvPr/>
          </p:nvSpPr>
          <p:spPr>
            <a:xfrm>
              <a:off x="24918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4"/>
            <p:cNvSpPr/>
            <p:nvPr/>
          </p:nvSpPr>
          <p:spPr>
            <a:xfrm>
              <a:off x="249180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4"/>
            <p:cNvSpPr/>
            <p:nvPr/>
          </p:nvSpPr>
          <p:spPr>
            <a:xfrm>
              <a:off x="249180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4"/>
            <p:cNvSpPr/>
            <p:nvPr/>
          </p:nvSpPr>
          <p:spPr>
            <a:xfrm>
              <a:off x="249180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4"/>
            <p:cNvSpPr/>
            <p:nvPr/>
          </p:nvSpPr>
          <p:spPr>
            <a:xfrm>
              <a:off x="249180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4"/>
            <p:cNvSpPr/>
            <p:nvPr/>
          </p:nvSpPr>
          <p:spPr>
            <a:xfrm>
              <a:off x="249180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4"/>
            <p:cNvSpPr/>
            <p:nvPr/>
          </p:nvSpPr>
          <p:spPr>
            <a:xfrm>
              <a:off x="249180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4"/>
            <p:cNvSpPr/>
            <p:nvPr/>
          </p:nvSpPr>
          <p:spPr>
            <a:xfrm>
              <a:off x="249180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4"/>
            <p:cNvSpPr/>
            <p:nvPr/>
          </p:nvSpPr>
          <p:spPr>
            <a:xfrm>
              <a:off x="249180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4"/>
            <p:cNvSpPr/>
            <p:nvPr/>
          </p:nvSpPr>
          <p:spPr>
            <a:xfrm>
              <a:off x="249180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4"/>
            <p:cNvSpPr/>
            <p:nvPr/>
          </p:nvSpPr>
          <p:spPr>
            <a:xfrm>
              <a:off x="24918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4"/>
            <p:cNvSpPr/>
            <p:nvPr/>
          </p:nvSpPr>
          <p:spPr>
            <a:xfrm>
              <a:off x="249180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4"/>
            <p:cNvSpPr/>
            <p:nvPr/>
          </p:nvSpPr>
          <p:spPr>
            <a:xfrm>
              <a:off x="249180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4"/>
            <p:cNvSpPr/>
            <p:nvPr/>
          </p:nvSpPr>
          <p:spPr>
            <a:xfrm>
              <a:off x="249180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4"/>
            <p:cNvSpPr/>
            <p:nvPr/>
          </p:nvSpPr>
          <p:spPr>
            <a:xfrm>
              <a:off x="249180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4"/>
            <p:cNvSpPr/>
            <p:nvPr/>
          </p:nvSpPr>
          <p:spPr>
            <a:xfrm>
              <a:off x="249180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4"/>
            <p:cNvSpPr/>
            <p:nvPr/>
          </p:nvSpPr>
          <p:spPr>
            <a:xfrm>
              <a:off x="249180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4"/>
            <p:cNvSpPr/>
            <p:nvPr/>
          </p:nvSpPr>
          <p:spPr>
            <a:xfrm>
              <a:off x="249180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4"/>
            <p:cNvSpPr/>
            <p:nvPr/>
          </p:nvSpPr>
          <p:spPr>
            <a:xfrm>
              <a:off x="249180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4"/>
            <p:cNvSpPr/>
            <p:nvPr/>
          </p:nvSpPr>
          <p:spPr>
            <a:xfrm>
              <a:off x="249180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4"/>
            <p:cNvSpPr/>
            <p:nvPr/>
          </p:nvSpPr>
          <p:spPr>
            <a:xfrm>
              <a:off x="249180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4"/>
            <p:cNvSpPr/>
            <p:nvPr/>
          </p:nvSpPr>
          <p:spPr>
            <a:xfrm>
              <a:off x="249180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4"/>
            <p:cNvSpPr/>
            <p:nvPr/>
          </p:nvSpPr>
          <p:spPr>
            <a:xfrm>
              <a:off x="249180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4"/>
            <p:cNvSpPr/>
            <p:nvPr/>
          </p:nvSpPr>
          <p:spPr>
            <a:xfrm>
              <a:off x="249180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4"/>
            <p:cNvSpPr/>
            <p:nvPr/>
          </p:nvSpPr>
          <p:spPr>
            <a:xfrm>
              <a:off x="264232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4"/>
            <p:cNvSpPr/>
            <p:nvPr/>
          </p:nvSpPr>
          <p:spPr>
            <a:xfrm>
              <a:off x="264232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4"/>
            <p:cNvSpPr/>
            <p:nvPr/>
          </p:nvSpPr>
          <p:spPr>
            <a:xfrm>
              <a:off x="264232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4"/>
            <p:cNvSpPr/>
            <p:nvPr/>
          </p:nvSpPr>
          <p:spPr>
            <a:xfrm>
              <a:off x="264232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4"/>
            <p:cNvSpPr/>
            <p:nvPr/>
          </p:nvSpPr>
          <p:spPr>
            <a:xfrm>
              <a:off x="264232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4"/>
            <p:cNvSpPr/>
            <p:nvPr/>
          </p:nvSpPr>
          <p:spPr>
            <a:xfrm>
              <a:off x="264232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4"/>
            <p:cNvSpPr/>
            <p:nvPr/>
          </p:nvSpPr>
          <p:spPr>
            <a:xfrm>
              <a:off x="264232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4"/>
            <p:cNvSpPr/>
            <p:nvPr/>
          </p:nvSpPr>
          <p:spPr>
            <a:xfrm>
              <a:off x="264232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4"/>
            <p:cNvSpPr/>
            <p:nvPr/>
          </p:nvSpPr>
          <p:spPr>
            <a:xfrm>
              <a:off x="264232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4"/>
            <p:cNvSpPr/>
            <p:nvPr/>
          </p:nvSpPr>
          <p:spPr>
            <a:xfrm>
              <a:off x="264232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4"/>
            <p:cNvSpPr/>
            <p:nvPr/>
          </p:nvSpPr>
          <p:spPr>
            <a:xfrm>
              <a:off x="264232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4"/>
            <p:cNvSpPr/>
            <p:nvPr/>
          </p:nvSpPr>
          <p:spPr>
            <a:xfrm>
              <a:off x="264232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4"/>
            <p:cNvSpPr/>
            <p:nvPr/>
          </p:nvSpPr>
          <p:spPr>
            <a:xfrm>
              <a:off x="264232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4"/>
            <p:cNvSpPr/>
            <p:nvPr/>
          </p:nvSpPr>
          <p:spPr>
            <a:xfrm>
              <a:off x="264232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4"/>
            <p:cNvSpPr/>
            <p:nvPr/>
          </p:nvSpPr>
          <p:spPr>
            <a:xfrm>
              <a:off x="264232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4"/>
            <p:cNvSpPr/>
            <p:nvPr/>
          </p:nvSpPr>
          <p:spPr>
            <a:xfrm>
              <a:off x="264232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4"/>
            <p:cNvSpPr/>
            <p:nvPr/>
          </p:nvSpPr>
          <p:spPr>
            <a:xfrm>
              <a:off x="264232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4"/>
            <p:cNvSpPr/>
            <p:nvPr/>
          </p:nvSpPr>
          <p:spPr>
            <a:xfrm>
              <a:off x="264232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4"/>
            <p:cNvSpPr/>
            <p:nvPr/>
          </p:nvSpPr>
          <p:spPr>
            <a:xfrm>
              <a:off x="264232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4"/>
            <p:cNvSpPr/>
            <p:nvPr/>
          </p:nvSpPr>
          <p:spPr>
            <a:xfrm>
              <a:off x="264232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4"/>
            <p:cNvSpPr/>
            <p:nvPr/>
          </p:nvSpPr>
          <p:spPr>
            <a:xfrm>
              <a:off x="2792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4"/>
            <p:cNvSpPr/>
            <p:nvPr/>
          </p:nvSpPr>
          <p:spPr>
            <a:xfrm>
              <a:off x="2792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4"/>
            <p:cNvSpPr/>
            <p:nvPr/>
          </p:nvSpPr>
          <p:spPr>
            <a:xfrm>
              <a:off x="2792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4"/>
            <p:cNvSpPr/>
            <p:nvPr/>
          </p:nvSpPr>
          <p:spPr>
            <a:xfrm>
              <a:off x="2792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4"/>
            <p:cNvSpPr/>
            <p:nvPr/>
          </p:nvSpPr>
          <p:spPr>
            <a:xfrm>
              <a:off x="2792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4"/>
            <p:cNvSpPr/>
            <p:nvPr/>
          </p:nvSpPr>
          <p:spPr>
            <a:xfrm>
              <a:off x="2792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4"/>
            <p:cNvSpPr/>
            <p:nvPr/>
          </p:nvSpPr>
          <p:spPr>
            <a:xfrm>
              <a:off x="2792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4"/>
            <p:cNvSpPr/>
            <p:nvPr/>
          </p:nvSpPr>
          <p:spPr>
            <a:xfrm>
              <a:off x="2792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4"/>
            <p:cNvSpPr/>
            <p:nvPr/>
          </p:nvSpPr>
          <p:spPr>
            <a:xfrm>
              <a:off x="2792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4"/>
            <p:cNvSpPr/>
            <p:nvPr/>
          </p:nvSpPr>
          <p:spPr>
            <a:xfrm>
              <a:off x="2792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4"/>
            <p:cNvSpPr/>
            <p:nvPr/>
          </p:nvSpPr>
          <p:spPr>
            <a:xfrm>
              <a:off x="2792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4"/>
            <p:cNvSpPr/>
            <p:nvPr/>
          </p:nvSpPr>
          <p:spPr>
            <a:xfrm>
              <a:off x="2792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4"/>
            <p:cNvSpPr/>
            <p:nvPr/>
          </p:nvSpPr>
          <p:spPr>
            <a:xfrm>
              <a:off x="2792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4"/>
            <p:cNvSpPr/>
            <p:nvPr/>
          </p:nvSpPr>
          <p:spPr>
            <a:xfrm>
              <a:off x="2792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4"/>
            <p:cNvSpPr/>
            <p:nvPr/>
          </p:nvSpPr>
          <p:spPr>
            <a:xfrm>
              <a:off x="2792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4"/>
            <p:cNvSpPr/>
            <p:nvPr/>
          </p:nvSpPr>
          <p:spPr>
            <a:xfrm>
              <a:off x="2792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4"/>
            <p:cNvSpPr/>
            <p:nvPr/>
          </p:nvSpPr>
          <p:spPr>
            <a:xfrm>
              <a:off x="2792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4"/>
            <p:cNvSpPr/>
            <p:nvPr/>
          </p:nvSpPr>
          <p:spPr>
            <a:xfrm>
              <a:off x="2792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4"/>
            <p:cNvSpPr/>
            <p:nvPr/>
          </p:nvSpPr>
          <p:spPr>
            <a:xfrm>
              <a:off x="294332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4"/>
            <p:cNvSpPr/>
            <p:nvPr/>
          </p:nvSpPr>
          <p:spPr>
            <a:xfrm>
              <a:off x="294332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4"/>
            <p:cNvSpPr/>
            <p:nvPr/>
          </p:nvSpPr>
          <p:spPr>
            <a:xfrm>
              <a:off x="294332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4"/>
            <p:cNvSpPr/>
            <p:nvPr/>
          </p:nvSpPr>
          <p:spPr>
            <a:xfrm>
              <a:off x="294332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4"/>
            <p:cNvSpPr/>
            <p:nvPr/>
          </p:nvSpPr>
          <p:spPr>
            <a:xfrm>
              <a:off x="294332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4"/>
            <p:cNvSpPr/>
            <p:nvPr/>
          </p:nvSpPr>
          <p:spPr>
            <a:xfrm>
              <a:off x="294332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4"/>
            <p:cNvSpPr/>
            <p:nvPr/>
          </p:nvSpPr>
          <p:spPr>
            <a:xfrm>
              <a:off x="294332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4"/>
            <p:cNvSpPr/>
            <p:nvPr/>
          </p:nvSpPr>
          <p:spPr>
            <a:xfrm>
              <a:off x="294332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4"/>
            <p:cNvSpPr/>
            <p:nvPr/>
          </p:nvSpPr>
          <p:spPr>
            <a:xfrm>
              <a:off x="294332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4"/>
            <p:cNvSpPr/>
            <p:nvPr/>
          </p:nvSpPr>
          <p:spPr>
            <a:xfrm>
              <a:off x="294332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4"/>
            <p:cNvSpPr/>
            <p:nvPr/>
          </p:nvSpPr>
          <p:spPr>
            <a:xfrm>
              <a:off x="294332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4"/>
            <p:cNvSpPr/>
            <p:nvPr/>
          </p:nvSpPr>
          <p:spPr>
            <a:xfrm>
              <a:off x="294332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4"/>
            <p:cNvSpPr/>
            <p:nvPr/>
          </p:nvSpPr>
          <p:spPr>
            <a:xfrm>
              <a:off x="294332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4"/>
            <p:cNvSpPr/>
            <p:nvPr/>
          </p:nvSpPr>
          <p:spPr>
            <a:xfrm>
              <a:off x="294332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4"/>
            <p:cNvSpPr/>
            <p:nvPr/>
          </p:nvSpPr>
          <p:spPr>
            <a:xfrm>
              <a:off x="294332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4"/>
            <p:cNvSpPr/>
            <p:nvPr/>
          </p:nvSpPr>
          <p:spPr>
            <a:xfrm>
              <a:off x="294332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4"/>
            <p:cNvSpPr/>
            <p:nvPr/>
          </p:nvSpPr>
          <p:spPr>
            <a:xfrm>
              <a:off x="294332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4"/>
            <p:cNvSpPr/>
            <p:nvPr/>
          </p:nvSpPr>
          <p:spPr>
            <a:xfrm>
              <a:off x="294332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4"/>
            <p:cNvSpPr/>
            <p:nvPr/>
          </p:nvSpPr>
          <p:spPr>
            <a:xfrm>
              <a:off x="3093850"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4"/>
            <p:cNvSpPr/>
            <p:nvPr/>
          </p:nvSpPr>
          <p:spPr>
            <a:xfrm>
              <a:off x="3093850"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4"/>
            <p:cNvSpPr/>
            <p:nvPr/>
          </p:nvSpPr>
          <p:spPr>
            <a:xfrm>
              <a:off x="3093850"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4"/>
            <p:cNvSpPr/>
            <p:nvPr/>
          </p:nvSpPr>
          <p:spPr>
            <a:xfrm>
              <a:off x="3093850"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4"/>
            <p:cNvSpPr/>
            <p:nvPr/>
          </p:nvSpPr>
          <p:spPr>
            <a:xfrm>
              <a:off x="3093850"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4"/>
            <p:cNvSpPr/>
            <p:nvPr/>
          </p:nvSpPr>
          <p:spPr>
            <a:xfrm>
              <a:off x="3093850"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4"/>
            <p:cNvSpPr/>
            <p:nvPr/>
          </p:nvSpPr>
          <p:spPr>
            <a:xfrm>
              <a:off x="3093850"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4"/>
            <p:cNvSpPr/>
            <p:nvPr/>
          </p:nvSpPr>
          <p:spPr>
            <a:xfrm>
              <a:off x="309385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4"/>
            <p:cNvSpPr/>
            <p:nvPr/>
          </p:nvSpPr>
          <p:spPr>
            <a:xfrm>
              <a:off x="3093850"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4"/>
            <p:cNvSpPr/>
            <p:nvPr/>
          </p:nvSpPr>
          <p:spPr>
            <a:xfrm>
              <a:off x="324435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4"/>
            <p:cNvSpPr/>
            <p:nvPr/>
          </p:nvSpPr>
          <p:spPr>
            <a:xfrm>
              <a:off x="324435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4"/>
            <p:cNvSpPr/>
            <p:nvPr/>
          </p:nvSpPr>
          <p:spPr>
            <a:xfrm>
              <a:off x="324435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4"/>
            <p:cNvSpPr/>
            <p:nvPr/>
          </p:nvSpPr>
          <p:spPr>
            <a:xfrm>
              <a:off x="324435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4"/>
            <p:cNvSpPr/>
            <p:nvPr/>
          </p:nvSpPr>
          <p:spPr>
            <a:xfrm>
              <a:off x="324435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4"/>
            <p:cNvSpPr/>
            <p:nvPr/>
          </p:nvSpPr>
          <p:spPr>
            <a:xfrm>
              <a:off x="324435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4"/>
            <p:cNvSpPr/>
            <p:nvPr/>
          </p:nvSpPr>
          <p:spPr>
            <a:xfrm>
              <a:off x="324435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4"/>
            <p:cNvSpPr/>
            <p:nvPr/>
          </p:nvSpPr>
          <p:spPr>
            <a:xfrm>
              <a:off x="324435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4"/>
            <p:cNvSpPr/>
            <p:nvPr/>
          </p:nvSpPr>
          <p:spPr>
            <a:xfrm>
              <a:off x="33948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4"/>
            <p:cNvSpPr/>
            <p:nvPr/>
          </p:nvSpPr>
          <p:spPr>
            <a:xfrm>
              <a:off x="33948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4"/>
            <p:cNvSpPr/>
            <p:nvPr/>
          </p:nvSpPr>
          <p:spPr>
            <a:xfrm>
              <a:off x="33948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4"/>
            <p:cNvSpPr/>
            <p:nvPr/>
          </p:nvSpPr>
          <p:spPr>
            <a:xfrm>
              <a:off x="33948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4"/>
            <p:cNvSpPr/>
            <p:nvPr/>
          </p:nvSpPr>
          <p:spPr>
            <a:xfrm>
              <a:off x="33948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4"/>
            <p:cNvSpPr/>
            <p:nvPr/>
          </p:nvSpPr>
          <p:spPr>
            <a:xfrm>
              <a:off x="33948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4"/>
            <p:cNvSpPr/>
            <p:nvPr/>
          </p:nvSpPr>
          <p:spPr>
            <a:xfrm>
              <a:off x="35453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4"/>
            <p:cNvSpPr/>
            <p:nvPr/>
          </p:nvSpPr>
          <p:spPr>
            <a:xfrm>
              <a:off x="35453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4"/>
            <p:cNvSpPr/>
            <p:nvPr/>
          </p:nvSpPr>
          <p:spPr>
            <a:xfrm>
              <a:off x="35453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9" name="Google Shape;1459;p4"/>
          <p:cNvGrpSpPr/>
          <p:nvPr/>
        </p:nvGrpSpPr>
        <p:grpSpPr>
          <a:xfrm rot="10800000">
            <a:off x="6367294" y="28698"/>
            <a:ext cx="2309820" cy="5086302"/>
            <a:chOff x="1287725" y="238125"/>
            <a:chExt cx="2379050" cy="5238750"/>
          </a:xfrm>
        </p:grpSpPr>
        <p:sp>
          <p:nvSpPr>
            <p:cNvPr id="1460" name="Google Shape;1460;p4"/>
            <p:cNvSpPr/>
            <p:nvPr/>
          </p:nvSpPr>
          <p:spPr>
            <a:xfrm>
              <a:off x="128772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4"/>
            <p:cNvSpPr/>
            <p:nvPr/>
          </p:nvSpPr>
          <p:spPr>
            <a:xfrm>
              <a:off x="128772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4"/>
            <p:cNvSpPr/>
            <p:nvPr/>
          </p:nvSpPr>
          <p:spPr>
            <a:xfrm>
              <a:off x="128772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4"/>
            <p:cNvSpPr/>
            <p:nvPr/>
          </p:nvSpPr>
          <p:spPr>
            <a:xfrm>
              <a:off x="128772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4"/>
            <p:cNvSpPr/>
            <p:nvPr/>
          </p:nvSpPr>
          <p:spPr>
            <a:xfrm>
              <a:off x="128772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4"/>
            <p:cNvSpPr/>
            <p:nvPr/>
          </p:nvSpPr>
          <p:spPr>
            <a:xfrm>
              <a:off x="128772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4"/>
            <p:cNvSpPr/>
            <p:nvPr/>
          </p:nvSpPr>
          <p:spPr>
            <a:xfrm>
              <a:off x="128772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4"/>
            <p:cNvSpPr/>
            <p:nvPr/>
          </p:nvSpPr>
          <p:spPr>
            <a:xfrm>
              <a:off x="128772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4"/>
            <p:cNvSpPr/>
            <p:nvPr/>
          </p:nvSpPr>
          <p:spPr>
            <a:xfrm>
              <a:off x="128772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4"/>
            <p:cNvSpPr/>
            <p:nvPr/>
          </p:nvSpPr>
          <p:spPr>
            <a:xfrm>
              <a:off x="128772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4"/>
            <p:cNvSpPr/>
            <p:nvPr/>
          </p:nvSpPr>
          <p:spPr>
            <a:xfrm>
              <a:off x="128772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4"/>
            <p:cNvSpPr/>
            <p:nvPr/>
          </p:nvSpPr>
          <p:spPr>
            <a:xfrm>
              <a:off x="128772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4"/>
            <p:cNvSpPr/>
            <p:nvPr/>
          </p:nvSpPr>
          <p:spPr>
            <a:xfrm>
              <a:off x="128772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4"/>
            <p:cNvSpPr/>
            <p:nvPr/>
          </p:nvSpPr>
          <p:spPr>
            <a:xfrm>
              <a:off x="128772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4"/>
            <p:cNvSpPr/>
            <p:nvPr/>
          </p:nvSpPr>
          <p:spPr>
            <a:xfrm>
              <a:off x="128772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4"/>
            <p:cNvSpPr/>
            <p:nvPr/>
          </p:nvSpPr>
          <p:spPr>
            <a:xfrm>
              <a:off x="14382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4"/>
            <p:cNvSpPr/>
            <p:nvPr/>
          </p:nvSpPr>
          <p:spPr>
            <a:xfrm>
              <a:off x="14382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4"/>
            <p:cNvSpPr/>
            <p:nvPr/>
          </p:nvSpPr>
          <p:spPr>
            <a:xfrm>
              <a:off x="14382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4"/>
            <p:cNvSpPr/>
            <p:nvPr/>
          </p:nvSpPr>
          <p:spPr>
            <a:xfrm>
              <a:off x="14382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4"/>
            <p:cNvSpPr/>
            <p:nvPr/>
          </p:nvSpPr>
          <p:spPr>
            <a:xfrm>
              <a:off x="15887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4"/>
            <p:cNvSpPr/>
            <p:nvPr/>
          </p:nvSpPr>
          <p:spPr>
            <a:xfrm>
              <a:off x="15887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4"/>
            <p:cNvSpPr/>
            <p:nvPr/>
          </p:nvSpPr>
          <p:spPr>
            <a:xfrm>
              <a:off x="15887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4"/>
            <p:cNvSpPr/>
            <p:nvPr/>
          </p:nvSpPr>
          <p:spPr>
            <a:xfrm>
              <a:off x="15887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4"/>
            <p:cNvSpPr/>
            <p:nvPr/>
          </p:nvSpPr>
          <p:spPr>
            <a:xfrm>
              <a:off x="15887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4"/>
            <p:cNvSpPr/>
            <p:nvPr/>
          </p:nvSpPr>
          <p:spPr>
            <a:xfrm>
              <a:off x="15887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4"/>
            <p:cNvSpPr/>
            <p:nvPr/>
          </p:nvSpPr>
          <p:spPr>
            <a:xfrm>
              <a:off x="15887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4"/>
            <p:cNvSpPr/>
            <p:nvPr/>
          </p:nvSpPr>
          <p:spPr>
            <a:xfrm>
              <a:off x="15887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4"/>
            <p:cNvSpPr/>
            <p:nvPr/>
          </p:nvSpPr>
          <p:spPr>
            <a:xfrm>
              <a:off x="15887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4"/>
            <p:cNvSpPr/>
            <p:nvPr/>
          </p:nvSpPr>
          <p:spPr>
            <a:xfrm>
              <a:off x="15887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4"/>
            <p:cNvSpPr/>
            <p:nvPr/>
          </p:nvSpPr>
          <p:spPr>
            <a:xfrm>
              <a:off x="17392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4"/>
            <p:cNvSpPr/>
            <p:nvPr/>
          </p:nvSpPr>
          <p:spPr>
            <a:xfrm>
              <a:off x="17392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4"/>
            <p:cNvSpPr/>
            <p:nvPr/>
          </p:nvSpPr>
          <p:spPr>
            <a:xfrm>
              <a:off x="17392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4"/>
            <p:cNvSpPr/>
            <p:nvPr/>
          </p:nvSpPr>
          <p:spPr>
            <a:xfrm>
              <a:off x="17392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4"/>
            <p:cNvSpPr/>
            <p:nvPr/>
          </p:nvSpPr>
          <p:spPr>
            <a:xfrm>
              <a:off x="17392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4"/>
            <p:cNvSpPr/>
            <p:nvPr/>
          </p:nvSpPr>
          <p:spPr>
            <a:xfrm>
              <a:off x="17392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4"/>
            <p:cNvSpPr/>
            <p:nvPr/>
          </p:nvSpPr>
          <p:spPr>
            <a:xfrm>
              <a:off x="17392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4"/>
            <p:cNvSpPr/>
            <p:nvPr/>
          </p:nvSpPr>
          <p:spPr>
            <a:xfrm>
              <a:off x="17392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4"/>
            <p:cNvSpPr/>
            <p:nvPr/>
          </p:nvSpPr>
          <p:spPr>
            <a:xfrm>
              <a:off x="17392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4"/>
            <p:cNvSpPr/>
            <p:nvPr/>
          </p:nvSpPr>
          <p:spPr>
            <a:xfrm>
              <a:off x="17392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4"/>
            <p:cNvSpPr/>
            <p:nvPr/>
          </p:nvSpPr>
          <p:spPr>
            <a:xfrm>
              <a:off x="17392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4"/>
            <p:cNvSpPr/>
            <p:nvPr/>
          </p:nvSpPr>
          <p:spPr>
            <a:xfrm>
              <a:off x="17392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4"/>
            <p:cNvSpPr/>
            <p:nvPr/>
          </p:nvSpPr>
          <p:spPr>
            <a:xfrm>
              <a:off x="17392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4"/>
            <p:cNvSpPr/>
            <p:nvPr/>
          </p:nvSpPr>
          <p:spPr>
            <a:xfrm>
              <a:off x="17392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4"/>
            <p:cNvSpPr/>
            <p:nvPr/>
          </p:nvSpPr>
          <p:spPr>
            <a:xfrm>
              <a:off x="17392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4"/>
            <p:cNvSpPr/>
            <p:nvPr/>
          </p:nvSpPr>
          <p:spPr>
            <a:xfrm>
              <a:off x="17392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4"/>
            <p:cNvSpPr/>
            <p:nvPr/>
          </p:nvSpPr>
          <p:spPr>
            <a:xfrm>
              <a:off x="17392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4"/>
            <p:cNvSpPr/>
            <p:nvPr/>
          </p:nvSpPr>
          <p:spPr>
            <a:xfrm>
              <a:off x="188975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4"/>
            <p:cNvSpPr/>
            <p:nvPr/>
          </p:nvSpPr>
          <p:spPr>
            <a:xfrm>
              <a:off x="188975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4"/>
            <p:cNvSpPr/>
            <p:nvPr/>
          </p:nvSpPr>
          <p:spPr>
            <a:xfrm>
              <a:off x="188975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4"/>
            <p:cNvSpPr/>
            <p:nvPr/>
          </p:nvSpPr>
          <p:spPr>
            <a:xfrm>
              <a:off x="188975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4"/>
            <p:cNvSpPr/>
            <p:nvPr/>
          </p:nvSpPr>
          <p:spPr>
            <a:xfrm>
              <a:off x="188975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4"/>
            <p:cNvSpPr/>
            <p:nvPr/>
          </p:nvSpPr>
          <p:spPr>
            <a:xfrm>
              <a:off x="188975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4"/>
            <p:cNvSpPr/>
            <p:nvPr/>
          </p:nvSpPr>
          <p:spPr>
            <a:xfrm>
              <a:off x="188975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4"/>
            <p:cNvSpPr/>
            <p:nvPr/>
          </p:nvSpPr>
          <p:spPr>
            <a:xfrm>
              <a:off x="188975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4"/>
            <p:cNvSpPr/>
            <p:nvPr/>
          </p:nvSpPr>
          <p:spPr>
            <a:xfrm>
              <a:off x="188975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4"/>
            <p:cNvSpPr/>
            <p:nvPr/>
          </p:nvSpPr>
          <p:spPr>
            <a:xfrm>
              <a:off x="188975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4"/>
            <p:cNvSpPr/>
            <p:nvPr/>
          </p:nvSpPr>
          <p:spPr>
            <a:xfrm>
              <a:off x="188975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4"/>
            <p:cNvSpPr/>
            <p:nvPr/>
          </p:nvSpPr>
          <p:spPr>
            <a:xfrm>
              <a:off x="204027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4"/>
            <p:cNvSpPr/>
            <p:nvPr/>
          </p:nvSpPr>
          <p:spPr>
            <a:xfrm>
              <a:off x="204027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4"/>
            <p:cNvSpPr/>
            <p:nvPr/>
          </p:nvSpPr>
          <p:spPr>
            <a:xfrm>
              <a:off x="204027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4"/>
            <p:cNvSpPr/>
            <p:nvPr/>
          </p:nvSpPr>
          <p:spPr>
            <a:xfrm>
              <a:off x="204027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4"/>
            <p:cNvSpPr/>
            <p:nvPr/>
          </p:nvSpPr>
          <p:spPr>
            <a:xfrm>
              <a:off x="204027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4"/>
            <p:cNvSpPr/>
            <p:nvPr/>
          </p:nvSpPr>
          <p:spPr>
            <a:xfrm>
              <a:off x="204027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4"/>
            <p:cNvSpPr/>
            <p:nvPr/>
          </p:nvSpPr>
          <p:spPr>
            <a:xfrm>
              <a:off x="204027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4"/>
            <p:cNvSpPr/>
            <p:nvPr/>
          </p:nvSpPr>
          <p:spPr>
            <a:xfrm>
              <a:off x="204027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4"/>
            <p:cNvSpPr/>
            <p:nvPr/>
          </p:nvSpPr>
          <p:spPr>
            <a:xfrm>
              <a:off x="204027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4"/>
            <p:cNvSpPr/>
            <p:nvPr/>
          </p:nvSpPr>
          <p:spPr>
            <a:xfrm>
              <a:off x="204027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4"/>
            <p:cNvSpPr/>
            <p:nvPr/>
          </p:nvSpPr>
          <p:spPr>
            <a:xfrm>
              <a:off x="204027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4"/>
            <p:cNvSpPr/>
            <p:nvPr/>
          </p:nvSpPr>
          <p:spPr>
            <a:xfrm>
              <a:off x="204027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4"/>
            <p:cNvSpPr/>
            <p:nvPr/>
          </p:nvSpPr>
          <p:spPr>
            <a:xfrm>
              <a:off x="204027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4"/>
            <p:cNvSpPr/>
            <p:nvPr/>
          </p:nvSpPr>
          <p:spPr>
            <a:xfrm>
              <a:off x="21907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4"/>
            <p:cNvSpPr/>
            <p:nvPr/>
          </p:nvSpPr>
          <p:spPr>
            <a:xfrm>
              <a:off x="21907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4"/>
            <p:cNvSpPr/>
            <p:nvPr/>
          </p:nvSpPr>
          <p:spPr>
            <a:xfrm>
              <a:off x="21907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4"/>
            <p:cNvSpPr/>
            <p:nvPr/>
          </p:nvSpPr>
          <p:spPr>
            <a:xfrm>
              <a:off x="21907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4"/>
            <p:cNvSpPr/>
            <p:nvPr/>
          </p:nvSpPr>
          <p:spPr>
            <a:xfrm>
              <a:off x="21907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4"/>
            <p:cNvSpPr/>
            <p:nvPr/>
          </p:nvSpPr>
          <p:spPr>
            <a:xfrm>
              <a:off x="2190775"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4"/>
            <p:cNvSpPr/>
            <p:nvPr/>
          </p:nvSpPr>
          <p:spPr>
            <a:xfrm>
              <a:off x="21907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4"/>
            <p:cNvSpPr/>
            <p:nvPr/>
          </p:nvSpPr>
          <p:spPr>
            <a:xfrm>
              <a:off x="21907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4"/>
            <p:cNvSpPr/>
            <p:nvPr/>
          </p:nvSpPr>
          <p:spPr>
            <a:xfrm>
              <a:off x="2190775"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4"/>
            <p:cNvSpPr/>
            <p:nvPr/>
          </p:nvSpPr>
          <p:spPr>
            <a:xfrm>
              <a:off x="234130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4"/>
            <p:cNvSpPr/>
            <p:nvPr/>
          </p:nvSpPr>
          <p:spPr>
            <a:xfrm>
              <a:off x="234130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4"/>
            <p:cNvSpPr/>
            <p:nvPr/>
          </p:nvSpPr>
          <p:spPr>
            <a:xfrm>
              <a:off x="234130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4"/>
            <p:cNvSpPr/>
            <p:nvPr/>
          </p:nvSpPr>
          <p:spPr>
            <a:xfrm>
              <a:off x="234130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4"/>
            <p:cNvSpPr/>
            <p:nvPr/>
          </p:nvSpPr>
          <p:spPr>
            <a:xfrm>
              <a:off x="234130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4"/>
            <p:cNvSpPr/>
            <p:nvPr/>
          </p:nvSpPr>
          <p:spPr>
            <a:xfrm>
              <a:off x="234130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4"/>
            <p:cNvSpPr/>
            <p:nvPr/>
          </p:nvSpPr>
          <p:spPr>
            <a:xfrm>
              <a:off x="234130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4"/>
            <p:cNvSpPr/>
            <p:nvPr/>
          </p:nvSpPr>
          <p:spPr>
            <a:xfrm>
              <a:off x="234130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4"/>
            <p:cNvSpPr/>
            <p:nvPr/>
          </p:nvSpPr>
          <p:spPr>
            <a:xfrm>
              <a:off x="249180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4"/>
            <p:cNvSpPr/>
            <p:nvPr/>
          </p:nvSpPr>
          <p:spPr>
            <a:xfrm>
              <a:off x="249180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4"/>
            <p:cNvSpPr/>
            <p:nvPr/>
          </p:nvSpPr>
          <p:spPr>
            <a:xfrm>
              <a:off x="249180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4"/>
            <p:cNvSpPr/>
            <p:nvPr/>
          </p:nvSpPr>
          <p:spPr>
            <a:xfrm>
              <a:off x="249180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4"/>
            <p:cNvSpPr/>
            <p:nvPr/>
          </p:nvSpPr>
          <p:spPr>
            <a:xfrm>
              <a:off x="24918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4"/>
            <p:cNvSpPr/>
            <p:nvPr/>
          </p:nvSpPr>
          <p:spPr>
            <a:xfrm>
              <a:off x="264232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4"/>
            <p:cNvSpPr/>
            <p:nvPr/>
          </p:nvSpPr>
          <p:spPr>
            <a:xfrm>
              <a:off x="264232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4"/>
            <p:cNvSpPr/>
            <p:nvPr/>
          </p:nvSpPr>
          <p:spPr>
            <a:xfrm>
              <a:off x="264232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4"/>
            <p:cNvSpPr/>
            <p:nvPr/>
          </p:nvSpPr>
          <p:spPr>
            <a:xfrm>
              <a:off x="264232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4"/>
            <p:cNvSpPr/>
            <p:nvPr/>
          </p:nvSpPr>
          <p:spPr>
            <a:xfrm>
              <a:off x="264232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4"/>
            <p:cNvSpPr/>
            <p:nvPr/>
          </p:nvSpPr>
          <p:spPr>
            <a:xfrm>
              <a:off x="2792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4"/>
            <p:cNvSpPr/>
            <p:nvPr/>
          </p:nvSpPr>
          <p:spPr>
            <a:xfrm>
              <a:off x="294332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4"/>
            <p:cNvSpPr/>
            <p:nvPr/>
          </p:nvSpPr>
          <p:spPr>
            <a:xfrm>
              <a:off x="294332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4"/>
            <p:cNvSpPr/>
            <p:nvPr/>
          </p:nvSpPr>
          <p:spPr>
            <a:xfrm>
              <a:off x="3093850"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4"/>
            <p:cNvSpPr/>
            <p:nvPr/>
          </p:nvSpPr>
          <p:spPr>
            <a:xfrm>
              <a:off x="33948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4"/>
            <p:cNvSpPr/>
            <p:nvPr/>
          </p:nvSpPr>
          <p:spPr>
            <a:xfrm>
              <a:off x="35453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1563"/>
        <p:cNvGrpSpPr/>
        <p:nvPr/>
      </p:nvGrpSpPr>
      <p:grpSpPr>
        <a:xfrm>
          <a:off x="0" y="0"/>
          <a:ext cx="0" cy="0"/>
          <a:chOff x="0" y="0"/>
          <a:chExt cx="0" cy="0"/>
        </a:xfrm>
      </p:grpSpPr>
      <p:sp>
        <p:nvSpPr>
          <p:cNvPr id="1564" name="Google Shape;1564;p5"/>
          <p:cNvSpPr txBox="1">
            <a:spLocks noGrp="1"/>
          </p:cNvSpPr>
          <p:nvPr>
            <p:ph type="title"/>
          </p:nvPr>
        </p:nvSpPr>
        <p:spPr>
          <a:xfrm>
            <a:off x="718300" y="739375"/>
            <a:ext cx="6761100" cy="8574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1565" name="Google Shape;1565;p5"/>
          <p:cNvSpPr txBox="1">
            <a:spLocks noGrp="1"/>
          </p:cNvSpPr>
          <p:nvPr>
            <p:ph type="body" idx="1"/>
          </p:nvPr>
        </p:nvSpPr>
        <p:spPr>
          <a:xfrm>
            <a:off x="718300" y="1733550"/>
            <a:ext cx="6761100" cy="2980500"/>
          </a:xfrm>
          <a:prstGeom prst="rect">
            <a:avLst/>
          </a:prstGeom>
        </p:spPr>
        <p:txBody>
          <a:bodyPr spcFirstLastPara="1" wrap="square" lIns="91425" tIns="91425" rIns="91425" bIns="91425" anchor="t" anchorCtr="0">
            <a:noAutofit/>
          </a:bodyPr>
          <a:lstStyle>
            <a:lvl1pPr marL="457200" lvl="0" indent="-381000">
              <a:spcBef>
                <a:spcPts val="600"/>
              </a:spcBef>
              <a:spcAft>
                <a:spcPts val="0"/>
              </a:spcAft>
              <a:buSzPts val="2400"/>
              <a:buChar char="▪"/>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81000">
              <a:spcBef>
                <a:spcPts val="0"/>
              </a:spcBef>
              <a:spcAft>
                <a:spcPts val="0"/>
              </a:spcAft>
              <a:buSzPts val="2400"/>
              <a:buChar char="▫"/>
              <a:defRPr/>
            </a:lvl4pPr>
            <a:lvl5pPr marL="2286000" lvl="4" indent="-381000">
              <a:spcBef>
                <a:spcPts val="0"/>
              </a:spcBef>
              <a:spcAft>
                <a:spcPts val="0"/>
              </a:spcAft>
              <a:buSzPts val="2400"/>
              <a:buChar char="▫"/>
              <a:defRPr/>
            </a:lvl5pPr>
            <a:lvl6pPr marL="2743200" lvl="5" indent="-381000">
              <a:spcBef>
                <a:spcPts val="0"/>
              </a:spcBef>
              <a:spcAft>
                <a:spcPts val="0"/>
              </a:spcAft>
              <a:buSzPts val="2400"/>
              <a:buChar char="▫"/>
              <a:defRPr/>
            </a:lvl6pPr>
            <a:lvl7pPr marL="3200400" lvl="6" indent="-381000">
              <a:spcBef>
                <a:spcPts val="0"/>
              </a:spcBef>
              <a:spcAft>
                <a:spcPts val="0"/>
              </a:spcAft>
              <a:buSzPts val="2400"/>
              <a:buChar char="●"/>
              <a:defRPr/>
            </a:lvl7pPr>
            <a:lvl8pPr marL="3657600" lvl="7" indent="-381000">
              <a:spcBef>
                <a:spcPts val="0"/>
              </a:spcBef>
              <a:spcAft>
                <a:spcPts val="0"/>
              </a:spcAft>
              <a:buSzPts val="2400"/>
              <a:buChar char="○"/>
              <a:defRPr/>
            </a:lvl8pPr>
            <a:lvl9pPr marL="4114800" lvl="8" indent="-381000">
              <a:spcBef>
                <a:spcPts val="0"/>
              </a:spcBef>
              <a:spcAft>
                <a:spcPts val="0"/>
              </a:spcAft>
              <a:buSzPts val="2400"/>
              <a:buChar char="■"/>
              <a:defRPr/>
            </a:lvl9pPr>
          </a:lstStyle>
          <a:p>
            <a:endParaRPr/>
          </a:p>
        </p:txBody>
      </p:sp>
      <p:grpSp>
        <p:nvGrpSpPr>
          <p:cNvPr id="1566" name="Google Shape;1566;p5"/>
          <p:cNvGrpSpPr/>
          <p:nvPr/>
        </p:nvGrpSpPr>
        <p:grpSpPr>
          <a:xfrm rot="10800000">
            <a:off x="8851487" y="28707"/>
            <a:ext cx="264012" cy="5086302"/>
            <a:chOff x="5307800" y="238125"/>
            <a:chExt cx="271925" cy="5238750"/>
          </a:xfrm>
        </p:grpSpPr>
        <p:sp>
          <p:nvSpPr>
            <p:cNvPr id="1567" name="Google Shape;1567;p5"/>
            <p:cNvSpPr/>
            <p:nvPr/>
          </p:nvSpPr>
          <p:spPr>
            <a:xfrm>
              <a:off x="53078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5"/>
            <p:cNvSpPr/>
            <p:nvPr/>
          </p:nvSpPr>
          <p:spPr>
            <a:xfrm>
              <a:off x="53078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5"/>
            <p:cNvSpPr/>
            <p:nvPr/>
          </p:nvSpPr>
          <p:spPr>
            <a:xfrm>
              <a:off x="53078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5"/>
            <p:cNvSpPr/>
            <p:nvPr/>
          </p:nvSpPr>
          <p:spPr>
            <a:xfrm>
              <a:off x="53078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5"/>
            <p:cNvSpPr/>
            <p:nvPr/>
          </p:nvSpPr>
          <p:spPr>
            <a:xfrm>
              <a:off x="53078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5"/>
            <p:cNvSpPr/>
            <p:nvPr/>
          </p:nvSpPr>
          <p:spPr>
            <a:xfrm>
              <a:off x="53078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5"/>
            <p:cNvSpPr/>
            <p:nvPr/>
          </p:nvSpPr>
          <p:spPr>
            <a:xfrm>
              <a:off x="53078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5"/>
            <p:cNvSpPr/>
            <p:nvPr/>
          </p:nvSpPr>
          <p:spPr>
            <a:xfrm>
              <a:off x="53078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5"/>
            <p:cNvSpPr/>
            <p:nvPr/>
          </p:nvSpPr>
          <p:spPr>
            <a:xfrm>
              <a:off x="53078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5"/>
            <p:cNvSpPr/>
            <p:nvPr/>
          </p:nvSpPr>
          <p:spPr>
            <a:xfrm>
              <a:off x="53078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5"/>
            <p:cNvSpPr/>
            <p:nvPr/>
          </p:nvSpPr>
          <p:spPr>
            <a:xfrm>
              <a:off x="53078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5"/>
            <p:cNvSpPr/>
            <p:nvPr/>
          </p:nvSpPr>
          <p:spPr>
            <a:xfrm>
              <a:off x="53078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5"/>
            <p:cNvSpPr/>
            <p:nvPr/>
          </p:nvSpPr>
          <p:spPr>
            <a:xfrm>
              <a:off x="53078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5"/>
            <p:cNvSpPr/>
            <p:nvPr/>
          </p:nvSpPr>
          <p:spPr>
            <a:xfrm>
              <a:off x="53078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5"/>
            <p:cNvSpPr/>
            <p:nvPr/>
          </p:nvSpPr>
          <p:spPr>
            <a:xfrm>
              <a:off x="53078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5"/>
            <p:cNvSpPr/>
            <p:nvPr/>
          </p:nvSpPr>
          <p:spPr>
            <a:xfrm>
              <a:off x="53078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5"/>
            <p:cNvSpPr/>
            <p:nvPr/>
          </p:nvSpPr>
          <p:spPr>
            <a:xfrm>
              <a:off x="53078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5"/>
            <p:cNvSpPr/>
            <p:nvPr/>
          </p:nvSpPr>
          <p:spPr>
            <a:xfrm>
              <a:off x="53078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5"/>
            <p:cNvSpPr/>
            <p:nvPr/>
          </p:nvSpPr>
          <p:spPr>
            <a:xfrm>
              <a:off x="53078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5"/>
            <p:cNvSpPr/>
            <p:nvPr/>
          </p:nvSpPr>
          <p:spPr>
            <a:xfrm>
              <a:off x="53078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5"/>
            <p:cNvSpPr/>
            <p:nvPr/>
          </p:nvSpPr>
          <p:spPr>
            <a:xfrm>
              <a:off x="53078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5"/>
            <p:cNvSpPr/>
            <p:nvPr/>
          </p:nvSpPr>
          <p:spPr>
            <a:xfrm>
              <a:off x="53078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5"/>
            <p:cNvSpPr/>
            <p:nvPr/>
          </p:nvSpPr>
          <p:spPr>
            <a:xfrm>
              <a:off x="53078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5"/>
            <p:cNvSpPr/>
            <p:nvPr/>
          </p:nvSpPr>
          <p:spPr>
            <a:xfrm>
              <a:off x="53078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5"/>
            <p:cNvSpPr/>
            <p:nvPr/>
          </p:nvSpPr>
          <p:spPr>
            <a:xfrm>
              <a:off x="53078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5"/>
            <p:cNvSpPr/>
            <p:nvPr/>
          </p:nvSpPr>
          <p:spPr>
            <a:xfrm>
              <a:off x="53078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5"/>
            <p:cNvSpPr/>
            <p:nvPr/>
          </p:nvSpPr>
          <p:spPr>
            <a:xfrm>
              <a:off x="53078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5"/>
            <p:cNvSpPr/>
            <p:nvPr/>
          </p:nvSpPr>
          <p:spPr>
            <a:xfrm>
              <a:off x="53078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5"/>
            <p:cNvSpPr/>
            <p:nvPr/>
          </p:nvSpPr>
          <p:spPr>
            <a:xfrm>
              <a:off x="53078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5"/>
            <p:cNvSpPr/>
            <p:nvPr/>
          </p:nvSpPr>
          <p:spPr>
            <a:xfrm>
              <a:off x="53078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5"/>
            <p:cNvSpPr/>
            <p:nvPr/>
          </p:nvSpPr>
          <p:spPr>
            <a:xfrm>
              <a:off x="53078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5"/>
            <p:cNvSpPr/>
            <p:nvPr/>
          </p:nvSpPr>
          <p:spPr>
            <a:xfrm>
              <a:off x="53078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5"/>
            <p:cNvSpPr/>
            <p:nvPr/>
          </p:nvSpPr>
          <p:spPr>
            <a:xfrm>
              <a:off x="53078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5"/>
            <p:cNvSpPr/>
            <p:nvPr/>
          </p:nvSpPr>
          <p:spPr>
            <a:xfrm>
              <a:off x="53078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5"/>
            <p:cNvSpPr/>
            <p:nvPr/>
          </p:nvSpPr>
          <p:spPr>
            <a:xfrm>
              <a:off x="53078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5"/>
            <p:cNvSpPr/>
            <p:nvPr/>
          </p:nvSpPr>
          <p:spPr>
            <a:xfrm>
              <a:off x="545832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5"/>
            <p:cNvSpPr/>
            <p:nvPr/>
          </p:nvSpPr>
          <p:spPr>
            <a:xfrm>
              <a:off x="545832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5"/>
            <p:cNvSpPr/>
            <p:nvPr/>
          </p:nvSpPr>
          <p:spPr>
            <a:xfrm>
              <a:off x="545832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5"/>
            <p:cNvSpPr/>
            <p:nvPr/>
          </p:nvSpPr>
          <p:spPr>
            <a:xfrm>
              <a:off x="545832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5"/>
            <p:cNvSpPr/>
            <p:nvPr/>
          </p:nvSpPr>
          <p:spPr>
            <a:xfrm>
              <a:off x="545832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5"/>
            <p:cNvSpPr/>
            <p:nvPr/>
          </p:nvSpPr>
          <p:spPr>
            <a:xfrm>
              <a:off x="545832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5"/>
            <p:cNvSpPr/>
            <p:nvPr/>
          </p:nvSpPr>
          <p:spPr>
            <a:xfrm>
              <a:off x="545832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5"/>
            <p:cNvSpPr/>
            <p:nvPr/>
          </p:nvSpPr>
          <p:spPr>
            <a:xfrm>
              <a:off x="545832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5"/>
            <p:cNvSpPr/>
            <p:nvPr/>
          </p:nvSpPr>
          <p:spPr>
            <a:xfrm>
              <a:off x="545832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5"/>
            <p:cNvSpPr/>
            <p:nvPr/>
          </p:nvSpPr>
          <p:spPr>
            <a:xfrm>
              <a:off x="545832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5"/>
            <p:cNvSpPr/>
            <p:nvPr/>
          </p:nvSpPr>
          <p:spPr>
            <a:xfrm>
              <a:off x="545832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5"/>
            <p:cNvSpPr/>
            <p:nvPr/>
          </p:nvSpPr>
          <p:spPr>
            <a:xfrm>
              <a:off x="545832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5"/>
            <p:cNvSpPr/>
            <p:nvPr/>
          </p:nvSpPr>
          <p:spPr>
            <a:xfrm>
              <a:off x="545832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5"/>
            <p:cNvSpPr/>
            <p:nvPr/>
          </p:nvSpPr>
          <p:spPr>
            <a:xfrm>
              <a:off x="545832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5"/>
            <p:cNvSpPr/>
            <p:nvPr/>
          </p:nvSpPr>
          <p:spPr>
            <a:xfrm>
              <a:off x="545832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5"/>
            <p:cNvSpPr/>
            <p:nvPr/>
          </p:nvSpPr>
          <p:spPr>
            <a:xfrm>
              <a:off x="545832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5"/>
            <p:cNvSpPr/>
            <p:nvPr/>
          </p:nvSpPr>
          <p:spPr>
            <a:xfrm>
              <a:off x="545832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5"/>
            <p:cNvSpPr/>
            <p:nvPr/>
          </p:nvSpPr>
          <p:spPr>
            <a:xfrm>
              <a:off x="545832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5"/>
            <p:cNvSpPr/>
            <p:nvPr/>
          </p:nvSpPr>
          <p:spPr>
            <a:xfrm>
              <a:off x="545832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5"/>
            <p:cNvSpPr/>
            <p:nvPr/>
          </p:nvSpPr>
          <p:spPr>
            <a:xfrm>
              <a:off x="545832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5"/>
            <p:cNvSpPr/>
            <p:nvPr/>
          </p:nvSpPr>
          <p:spPr>
            <a:xfrm>
              <a:off x="545832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5"/>
            <p:cNvSpPr/>
            <p:nvPr/>
          </p:nvSpPr>
          <p:spPr>
            <a:xfrm>
              <a:off x="545832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24" name="Google Shape;1624;p5"/>
          <p:cNvGrpSpPr/>
          <p:nvPr/>
        </p:nvGrpSpPr>
        <p:grpSpPr>
          <a:xfrm rot="10800000">
            <a:off x="7828571" y="28707"/>
            <a:ext cx="1140783" cy="5086302"/>
            <a:chOff x="5458325" y="238125"/>
            <a:chExt cx="1174975" cy="5238750"/>
          </a:xfrm>
        </p:grpSpPr>
        <p:sp>
          <p:nvSpPr>
            <p:cNvPr id="1625" name="Google Shape;1625;p5"/>
            <p:cNvSpPr/>
            <p:nvPr/>
          </p:nvSpPr>
          <p:spPr>
            <a:xfrm>
              <a:off x="545832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5"/>
            <p:cNvSpPr/>
            <p:nvPr/>
          </p:nvSpPr>
          <p:spPr>
            <a:xfrm>
              <a:off x="545832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5"/>
            <p:cNvSpPr/>
            <p:nvPr/>
          </p:nvSpPr>
          <p:spPr>
            <a:xfrm>
              <a:off x="545832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5"/>
            <p:cNvSpPr/>
            <p:nvPr/>
          </p:nvSpPr>
          <p:spPr>
            <a:xfrm>
              <a:off x="545832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5"/>
            <p:cNvSpPr/>
            <p:nvPr/>
          </p:nvSpPr>
          <p:spPr>
            <a:xfrm>
              <a:off x="545832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5"/>
            <p:cNvSpPr/>
            <p:nvPr/>
          </p:nvSpPr>
          <p:spPr>
            <a:xfrm>
              <a:off x="545832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5"/>
            <p:cNvSpPr/>
            <p:nvPr/>
          </p:nvSpPr>
          <p:spPr>
            <a:xfrm>
              <a:off x="545832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5"/>
            <p:cNvSpPr/>
            <p:nvPr/>
          </p:nvSpPr>
          <p:spPr>
            <a:xfrm>
              <a:off x="545832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5"/>
            <p:cNvSpPr/>
            <p:nvPr/>
          </p:nvSpPr>
          <p:spPr>
            <a:xfrm>
              <a:off x="545832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5"/>
            <p:cNvSpPr/>
            <p:nvPr/>
          </p:nvSpPr>
          <p:spPr>
            <a:xfrm>
              <a:off x="545832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5"/>
            <p:cNvSpPr/>
            <p:nvPr/>
          </p:nvSpPr>
          <p:spPr>
            <a:xfrm>
              <a:off x="545832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5"/>
            <p:cNvSpPr/>
            <p:nvPr/>
          </p:nvSpPr>
          <p:spPr>
            <a:xfrm>
              <a:off x="545832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5"/>
            <p:cNvSpPr/>
            <p:nvPr/>
          </p:nvSpPr>
          <p:spPr>
            <a:xfrm>
              <a:off x="545832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5"/>
            <p:cNvSpPr/>
            <p:nvPr/>
          </p:nvSpPr>
          <p:spPr>
            <a:xfrm>
              <a:off x="5608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5"/>
            <p:cNvSpPr/>
            <p:nvPr/>
          </p:nvSpPr>
          <p:spPr>
            <a:xfrm>
              <a:off x="56088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5"/>
            <p:cNvSpPr/>
            <p:nvPr/>
          </p:nvSpPr>
          <p:spPr>
            <a:xfrm>
              <a:off x="5608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5"/>
            <p:cNvSpPr/>
            <p:nvPr/>
          </p:nvSpPr>
          <p:spPr>
            <a:xfrm>
              <a:off x="56088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5"/>
            <p:cNvSpPr/>
            <p:nvPr/>
          </p:nvSpPr>
          <p:spPr>
            <a:xfrm>
              <a:off x="5608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5"/>
            <p:cNvSpPr/>
            <p:nvPr/>
          </p:nvSpPr>
          <p:spPr>
            <a:xfrm>
              <a:off x="56088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5"/>
            <p:cNvSpPr/>
            <p:nvPr/>
          </p:nvSpPr>
          <p:spPr>
            <a:xfrm>
              <a:off x="56088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5"/>
            <p:cNvSpPr/>
            <p:nvPr/>
          </p:nvSpPr>
          <p:spPr>
            <a:xfrm>
              <a:off x="5608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5"/>
            <p:cNvSpPr/>
            <p:nvPr/>
          </p:nvSpPr>
          <p:spPr>
            <a:xfrm>
              <a:off x="5608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5"/>
            <p:cNvSpPr/>
            <p:nvPr/>
          </p:nvSpPr>
          <p:spPr>
            <a:xfrm>
              <a:off x="56088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5"/>
            <p:cNvSpPr/>
            <p:nvPr/>
          </p:nvSpPr>
          <p:spPr>
            <a:xfrm>
              <a:off x="56088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5"/>
            <p:cNvSpPr/>
            <p:nvPr/>
          </p:nvSpPr>
          <p:spPr>
            <a:xfrm>
              <a:off x="56088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5"/>
            <p:cNvSpPr/>
            <p:nvPr/>
          </p:nvSpPr>
          <p:spPr>
            <a:xfrm>
              <a:off x="5608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5"/>
            <p:cNvSpPr/>
            <p:nvPr/>
          </p:nvSpPr>
          <p:spPr>
            <a:xfrm>
              <a:off x="56088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5"/>
            <p:cNvSpPr/>
            <p:nvPr/>
          </p:nvSpPr>
          <p:spPr>
            <a:xfrm>
              <a:off x="5608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5"/>
            <p:cNvSpPr/>
            <p:nvPr/>
          </p:nvSpPr>
          <p:spPr>
            <a:xfrm>
              <a:off x="5608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5"/>
            <p:cNvSpPr/>
            <p:nvPr/>
          </p:nvSpPr>
          <p:spPr>
            <a:xfrm>
              <a:off x="5608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5"/>
            <p:cNvSpPr/>
            <p:nvPr/>
          </p:nvSpPr>
          <p:spPr>
            <a:xfrm>
              <a:off x="56088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5"/>
            <p:cNvSpPr/>
            <p:nvPr/>
          </p:nvSpPr>
          <p:spPr>
            <a:xfrm>
              <a:off x="56088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5"/>
            <p:cNvSpPr/>
            <p:nvPr/>
          </p:nvSpPr>
          <p:spPr>
            <a:xfrm>
              <a:off x="5608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5"/>
            <p:cNvSpPr/>
            <p:nvPr/>
          </p:nvSpPr>
          <p:spPr>
            <a:xfrm>
              <a:off x="5608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5"/>
            <p:cNvSpPr/>
            <p:nvPr/>
          </p:nvSpPr>
          <p:spPr>
            <a:xfrm>
              <a:off x="5608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5"/>
            <p:cNvSpPr/>
            <p:nvPr/>
          </p:nvSpPr>
          <p:spPr>
            <a:xfrm>
              <a:off x="56088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5"/>
            <p:cNvSpPr/>
            <p:nvPr/>
          </p:nvSpPr>
          <p:spPr>
            <a:xfrm>
              <a:off x="5608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5"/>
            <p:cNvSpPr/>
            <p:nvPr/>
          </p:nvSpPr>
          <p:spPr>
            <a:xfrm>
              <a:off x="56088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5"/>
            <p:cNvSpPr/>
            <p:nvPr/>
          </p:nvSpPr>
          <p:spPr>
            <a:xfrm>
              <a:off x="56088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5"/>
            <p:cNvSpPr/>
            <p:nvPr/>
          </p:nvSpPr>
          <p:spPr>
            <a:xfrm>
              <a:off x="56088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5"/>
            <p:cNvSpPr/>
            <p:nvPr/>
          </p:nvSpPr>
          <p:spPr>
            <a:xfrm>
              <a:off x="5608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5"/>
            <p:cNvSpPr/>
            <p:nvPr/>
          </p:nvSpPr>
          <p:spPr>
            <a:xfrm>
              <a:off x="56088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5"/>
            <p:cNvSpPr/>
            <p:nvPr/>
          </p:nvSpPr>
          <p:spPr>
            <a:xfrm>
              <a:off x="5608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5"/>
            <p:cNvSpPr/>
            <p:nvPr/>
          </p:nvSpPr>
          <p:spPr>
            <a:xfrm>
              <a:off x="5608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5"/>
            <p:cNvSpPr/>
            <p:nvPr/>
          </p:nvSpPr>
          <p:spPr>
            <a:xfrm>
              <a:off x="57593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5"/>
            <p:cNvSpPr/>
            <p:nvPr/>
          </p:nvSpPr>
          <p:spPr>
            <a:xfrm>
              <a:off x="57593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5"/>
            <p:cNvSpPr/>
            <p:nvPr/>
          </p:nvSpPr>
          <p:spPr>
            <a:xfrm>
              <a:off x="57593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5"/>
            <p:cNvSpPr/>
            <p:nvPr/>
          </p:nvSpPr>
          <p:spPr>
            <a:xfrm>
              <a:off x="57593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5"/>
            <p:cNvSpPr/>
            <p:nvPr/>
          </p:nvSpPr>
          <p:spPr>
            <a:xfrm>
              <a:off x="57593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5"/>
            <p:cNvSpPr/>
            <p:nvPr/>
          </p:nvSpPr>
          <p:spPr>
            <a:xfrm>
              <a:off x="57593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5"/>
            <p:cNvSpPr/>
            <p:nvPr/>
          </p:nvSpPr>
          <p:spPr>
            <a:xfrm>
              <a:off x="57593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5"/>
            <p:cNvSpPr/>
            <p:nvPr/>
          </p:nvSpPr>
          <p:spPr>
            <a:xfrm>
              <a:off x="57593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5"/>
            <p:cNvSpPr/>
            <p:nvPr/>
          </p:nvSpPr>
          <p:spPr>
            <a:xfrm>
              <a:off x="57593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5"/>
            <p:cNvSpPr/>
            <p:nvPr/>
          </p:nvSpPr>
          <p:spPr>
            <a:xfrm>
              <a:off x="57593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5"/>
            <p:cNvSpPr/>
            <p:nvPr/>
          </p:nvSpPr>
          <p:spPr>
            <a:xfrm>
              <a:off x="57593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5"/>
            <p:cNvSpPr/>
            <p:nvPr/>
          </p:nvSpPr>
          <p:spPr>
            <a:xfrm>
              <a:off x="59098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5"/>
            <p:cNvSpPr/>
            <p:nvPr/>
          </p:nvSpPr>
          <p:spPr>
            <a:xfrm>
              <a:off x="59098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5"/>
            <p:cNvSpPr/>
            <p:nvPr/>
          </p:nvSpPr>
          <p:spPr>
            <a:xfrm>
              <a:off x="59098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5"/>
            <p:cNvSpPr/>
            <p:nvPr/>
          </p:nvSpPr>
          <p:spPr>
            <a:xfrm>
              <a:off x="606037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5"/>
            <p:cNvSpPr/>
            <p:nvPr/>
          </p:nvSpPr>
          <p:spPr>
            <a:xfrm>
              <a:off x="62108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5"/>
            <p:cNvSpPr/>
            <p:nvPr/>
          </p:nvSpPr>
          <p:spPr>
            <a:xfrm>
              <a:off x="621087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5"/>
            <p:cNvSpPr/>
            <p:nvPr/>
          </p:nvSpPr>
          <p:spPr>
            <a:xfrm>
              <a:off x="65119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7" name="Google Shape;1687;p5"/>
          <p:cNvGrpSpPr/>
          <p:nvPr/>
        </p:nvGrpSpPr>
        <p:grpSpPr>
          <a:xfrm rot="10800000">
            <a:off x="7682451" y="28707"/>
            <a:ext cx="994639" cy="4940182"/>
            <a:chOff x="5759350" y="388625"/>
            <a:chExt cx="1024450" cy="5088250"/>
          </a:xfrm>
        </p:grpSpPr>
        <p:sp>
          <p:nvSpPr>
            <p:cNvPr id="1688" name="Google Shape;1688;p5"/>
            <p:cNvSpPr/>
            <p:nvPr/>
          </p:nvSpPr>
          <p:spPr>
            <a:xfrm>
              <a:off x="57593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5"/>
            <p:cNvSpPr/>
            <p:nvPr/>
          </p:nvSpPr>
          <p:spPr>
            <a:xfrm>
              <a:off x="57593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5"/>
            <p:cNvSpPr/>
            <p:nvPr/>
          </p:nvSpPr>
          <p:spPr>
            <a:xfrm>
              <a:off x="57593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5"/>
            <p:cNvSpPr/>
            <p:nvPr/>
          </p:nvSpPr>
          <p:spPr>
            <a:xfrm>
              <a:off x="57593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5"/>
            <p:cNvSpPr/>
            <p:nvPr/>
          </p:nvSpPr>
          <p:spPr>
            <a:xfrm>
              <a:off x="57593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5"/>
            <p:cNvSpPr/>
            <p:nvPr/>
          </p:nvSpPr>
          <p:spPr>
            <a:xfrm>
              <a:off x="57593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5"/>
            <p:cNvSpPr/>
            <p:nvPr/>
          </p:nvSpPr>
          <p:spPr>
            <a:xfrm>
              <a:off x="57593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5"/>
            <p:cNvSpPr/>
            <p:nvPr/>
          </p:nvSpPr>
          <p:spPr>
            <a:xfrm>
              <a:off x="59098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5"/>
            <p:cNvSpPr/>
            <p:nvPr/>
          </p:nvSpPr>
          <p:spPr>
            <a:xfrm>
              <a:off x="59098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5"/>
            <p:cNvSpPr/>
            <p:nvPr/>
          </p:nvSpPr>
          <p:spPr>
            <a:xfrm>
              <a:off x="59098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5"/>
            <p:cNvSpPr/>
            <p:nvPr/>
          </p:nvSpPr>
          <p:spPr>
            <a:xfrm>
              <a:off x="59098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5"/>
            <p:cNvSpPr/>
            <p:nvPr/>
          </p:nvSpPr>
          <p:spPr>
            <a:xfrm>
              <a:off x="59098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5"/>
            <p:cNvSpPr/>
            <p:nvPr/>
          </p:nvSpPr>
          <p:spPr>
            <a:xfrm>
              <a:off x="59098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5"/>
            <p:cNvSpPr/>
            <p:nvPr/>
          </p:nvSpPr>
          <p:spPr>
            <a:xfrm>
              <a:off x="59098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5"/>
            <p:cNvSpPr/>
            <p:nvPr/>
          </p:nvSpPr>
          <p:spPr>
            <a:xfrm>
              <a:off x="59098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5"/>
            <p:cNvSpPr/>
            <p:nvPr/>
          </p:nvSpPr>
          <p:spPr>
            <a:xfrm>
              <a:off x="59098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5"/>
            <p:cNvSpPr/>
            <p:nvPr/>
          </p:nvSpPr>
          <p:spPr>
            <a:xfrm>
              <a:off x="59098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5"/>
            <p:cNvSpPr/>
            <p:nvPr/>
          </p:nvSpPr>
          <p:spPr>
            <a:xfrm>
              <a:off x="59098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5"/>
            <p:cNvSpPr/>
            <p:nvPr/>
          </p:nvSpPr>
          <p:spPr>
            <a:xfrm>
              <a:off x="59098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5"/>
            <p:cNvSpPr/>
            <p:nvPr/>
          </p:nvSpPr>
          <p:spPr>
            <a:xfrm>
              <a:off x="59098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5"/>
            <p:cNvSpPr/>
            <p:nvPr/>
          </p:nvSpPr>
          <p:spPr>
            <a:xfrm>
              <a:off x="59098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5"/>
            <p:cNvSpPr/>
            <p:nvPr/>
          </p:nvSpPr>
          <p:spPr>
            <a:xfrm>
              <a:off x="59098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5"/>
            <p:cNvSpPr/>
            <p:nvPr/>
          </p:nvSpPr>
          <p:spPr>
            <a:xfrm>
              <a:off x="59098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5"/>
            <p:cNvSpPr/>
            <p:nvPr/>
          </p:nvSpPr>
          <p:spPr>
            <a:xfrm>
              <a:off x="59098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5"/>
            <p:cNvSpPr/>
            <p:nvPr/>
          </p:nvSpPr>
          <p:spPr>
            <a:xfrm>
              <a:off x="59098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5"/>
            <p:cNvSpPr/>
            <p:nvPr/>
          </p:nvSpPr>
          <p:spPr>
            <a:xfrm>
              <a:off x="59098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5"/>
            <p:cNvSpPr/>
            <p:nvPr/>
          </p:nvSpPr>
          <p:spPr>
            <a:xfrm>
              <a:off x="606037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5"/>
            <p:cNvSpPr/>
            <p:nvPr/>
          </p:nvSpPr>
          <p:spPr>
            <a:xfrm>
              <a:off x="606037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5"/>
            <p:cNvSpPr/>
            <p:nvPr/>
          </p:nvSpPr>
          <p:spPr>
            <a:xfrm>
              <a:off x="606037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5"/>
            <p:cNvSpPr/>
            <p:nvPr/>
          </p:nvSpPr>
          <p:spPr>
            <a:xfrm>
              <a:off x="60603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5"/>
            <p:cNvSpPr/>
            <p:nvPr/>
          </p:nvSpPr>
          <p:spPr>
            <a:xfrm>
              <a:off x="606037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5"/>
            <p:cNvSpPr/>
            <p:nvPr/>
          </p:nvSpPr>
          <p:spPr>
            <a:xfrm>
              <a:off x="606037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5"/>
            <p:cNvSpPr/>
            <p:nvPr/>
          </p:nvSpPr>
          <p:spPr>
            <a:xfrm>
              <a:off x="606037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5"/>
            <p:cNvSpPr/>
            <p:nvPr/>
          </p:nvSpPr>
          <p:spPr>
            <a:xfrm>
              <a:off x="606037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5"/>
            <p:cNvSpPr/>
            <p:nvPr/>
          </p:nvSpPr>
          <p:spPr>
            <a:xfrm>
              <a:off x="606037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5"/>
            <p:cNvSpPr/>
            <p:nvPr/>
          </p:nvSpPr>
          <p:spPr>
            <a:xfrm>
              <a:off x="60603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5"/>
            <p:cNvSpPr/>
            <p:nvPr/>
          </p:nvSpPr>
          <p:spPr>
            <a:xfrm>
              <a:off x="606037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5"/>
            <p:cNvSpPr/>
            <p:nvPr/>
          </p:nvSpPr>
          <p:spPr>
            <a:xfrm>
              <a:off x="606037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5"/>
            <p:cNvSpPr/>
            <p:nvPr/>
          </p:nvSpPr>
          <p:spPr>
            <a:xfrm>
              <a:off x="606037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5"/>
            <p:cNvSpPr/>
            <p:nvPr/>
          </p:nvSpPr>
          <p:spPr>
            <a:xfrm>
              <a:off x="606037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5"/>
            <p:cNvSpPr/>
            <p:nvPr/>
          </p:nvSpPr>
          <p:spPr>
            <a:xfrm>
              <a:off x="60603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5"/>
            <p:cNvSpPr/>
            <p:nvPr/>
          </p:nvSpPr>
          <p:spPr>
            <a:xfrm>
              <a:off x="606037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5"/>
            <p:cNvSpPr/>
            <p:nvPr/>
          </p:nvSpPr>
          <p:spPr>
            <a:xfrm>
              <a:off x="606037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5"/>
            <p:cNvSpPr/>
            <p:nvPr/>
          </p:nvSpPr>
          <p:spPr>
            <a:xfrm>
              <a:off x="60603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5"/>
            <p:cNvSpPr/>
            <p:nvPr/>
          </p:nvSpPr>
          <p:spPr>
            <a:xfrm>
              <a:off x="606037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5"/>
            <p:cNvSpPr/>
            <p:nvPr/>
          </p:nvSpPr>
          <p:spPr>
            <a:xfrm>
              <a:off x="606037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5"/>
            <p:cNvSpPr/>
            <p:nvPr/>
          </p:nvSpPr>
          <p:spPr>
            <a:xfrm>
              <a:off x="60603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5"/>
            <p:cNvSpPr/>
            <p:nvPr/>
          </p:nvSpPr>
          <p:spPr>
            <a:xfrm>
              <a:off x="606037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5"/>
            <p:cNvSpPr/>
            <p:nvPr/>
          </p:nvSpPr>
          <p:spPr>
            <a:xfrm>
              <a:off x="606037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5"/>
            <p:cNvSpPr/>
            <p:nvPr/>
          </p:nvSpPr>
          <p:spPr>
            <a:xfrm>
              <a:off x="606037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5"/>
            <p:cNvSpPr/>
            <p:nvPr/>
          </p:nvSpPr>
          <p:spPr>
            <a:xfrm>
              <a:off x="60603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5"/>
            <p:cNvSpPr/>
            <p:nvPr/>
          </p:nvSpPr>
          <p:spPr>
            <a:xfrm>
              <a:off x="606037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5"/>
            <p:cNvSpPr/>
            <p:nvPr/>
          </p:nvSpPr>
          <p:spPr>
            <a:xfrm>
              <a:off x="621087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5"/>
            <p:cNvSpPr/>
            <p:nvPr/>
          </p:nvSpPr>
          <p:spPr>
            <a:xfrm>
              <a:off x="621087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5"/>
            <p:cNvSpPr/>
            <p:nvPr/>
          </p:nvSpPr>
          <p:spPr>
            <a:xfrm>
              <a:off x="621087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5"/>
            <p:cNvSpPr/>
            <p:nvPr/>
          </p:nvSpPr>
          <p:spPr>
            <a:xfrm>
              <a:off x="621087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5"/>
            <p:cNvSpPr/>
            <p:nvPr/>
          </p:nvSpPr>
          <p:spPr>
            <a:xfrm>
              <a:off x="62108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5"/>
            <p:cNvSpPr/>
            <p:nvPr/>
          </p:nvSpPr>
          <p:spPr>
            <a:xfrm>
              <a:off x="621087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5"/>
            <p:cNvSpPr/>
            <p:nvPr/>
          </p:nvSpPr>
          <p:spPr>
            <a:xfrm>
              <a:off x="621087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5"/>
            <p:cNvSpPr/>
            <p:nvPr/>
          </p:nvSpPr>
          <p:spPr>
            <a:xfrm>
              <a:off x="621087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5"/>
            <p:cNvSpPr/>
            <p:nvPr/>
          </p:nvSpPr>
          <p:spPr>
            <a:xfrm>
              <a:off x="621087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5"/>
            <p:cNvSpPr/>
            <p:nvPr/>
          </p:nvSpPr>
          <p:spPr>
            <a:xfrm>
              <a:off x="621087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5"/>
            <p:cNvSpPr/>
            <p:nvPr/>
          </p:nvSpPr>
          <p:spPr>
            <a:xfrm>
              <a:off x="621087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5"/>
            <p:cNvSpPr/>
            <p:nvPr/>
          </p:nvSpPr>
          <p:spPr>
            <a:xfrm>
              <a:off x="621087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5"/>
            <p:cNvSpPr/>
            <p:nvPr/>
          </p:nvSpPr>
          <p:spPr>
            <a:xfrm>
              <a:off x="621087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5"/>
            <p:cNvSpPr/>
            <p:nvPr/>
          </p:nvSpPr>
          <p:spPr>
            <a:xfrm>
              <a:off x="621087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5"/>
            <p:cNvSpPr/>
            <p:nvPr/>
          </p:nvSpPr>
          <p:spPr>
            <a:xfrm>
              <a:off x="621087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5"/>
            <p:cNvSpPr/>
            <p:nvPr/>
          </p:nvSpPr>
          <p:spPr>
            <a:xfrm>
              <a:off x="621087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5"/>
            <p:cNvSpPr/>
            <p:nvPr/>
          </p:nvSpPr>
          <p:spPr>
            <a:xfrm>
              <a:off x="621087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5"/>
            <p:cNvSpPr/>
            <p:nvPr/>
          </p:nvSpPr>
          <p:spPr>
            <a:xfrm>
              <a:off x="621087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5"/>
            <p:cNvSpPr/>
            <p:nvPr/>
          </p:nvSpPr>
          <p:spPr>
            <a:xfrm>
              <a:off x="62108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5"/>
            <p:cNvSpPr/>
            <p:nvPr/>
          </p:nvSpPr>
          <p:spPr>
            <a:xfrm>
              <a:off x="621087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5"/>
            <p:cNvSpPr/>
            <p:nvPr/>
          </p:nvSpPr>
          <p:spPr>
            <a:xfrm>
              <a:off x="63613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5"/>
            <p:cNvSpPr/>
            <p:nvPr/>
          </p:nvSpPr>
          <p:spPr>
            <a:xfrm>
              <a:off x="63613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5"/>
            <p:cNvSpPr/>
            <p:nvPr/>
          </p:nvSpPr>
          <p:spPr>
            <a:xfrm>
              <a:off x="63613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5"/>
            <p:cNvSpPr/>
            <p:nvPr/>
          </p:nvSpPr>
          <p:spPr>
            <a:xfrm>
              <a:off x="63613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5"/>
            <p:cNvSpPr/>
            <p:nvPr/>
          </p:nvSpPr>
          <p:spPr>
            <a:xfrm>
              <a:off x="63613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5"/>
            <p:cNvSpPr/>
            <p:nvPr/>
          </p:nvSpPr>
          <p:spPr>
            <a:xfrm>
              <a:off x="63613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5"/>
            <p:cNvSpPr/>
            <p:nvPr/>
          </p:nvSpPr>
          <p:spPr>
            <a:xfrm>
              <a:off x="63613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5"/>
            <p:cNvSpPr/>
            <p:nvPr/>
          </p:nvSpPr>
          <p:spPr>
            <a:xfrm>
              <a:off x="63613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5"/>
            <p:cNvSpPr/>
            <p:nvPr/>
          </p:nvSpPr>
          <p:spPr>
            <a:xfrm>
              <a:off x="63613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5"/>
            <p:cNvSpPr/>
            <p:nvPr/>
          </p:nvSpPr>
          <p:spPr>
            <a:xfrm>
              <a:off x="63613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5"/>
            <p:cNvSpPr/>
            <p:nvPr/>
          </p:nvSpPr>
          <p:spPr>
            <a:xfrm>
              <a:off x="63613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5"/>
            <p:cNvSpPr/>
            <p:nvPr/>
          </p:nvSpPr>
          <p:spPr>
            <a:xfrm>
              <a:off x="63613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5"/>
            <p:cNvSpPr/>
            <p:nvPr/>
          </p:nvSpPr>
          <p:spPr>
            <a:xfrm>
              <a:off x="63613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5"/>
            <p:cNvSpPr/>
            <p:nvPr/>
          </p:nvSpPr>
          <p:spPr>
            <a:xfrm>
              <a:off x="63613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5"/>
            <p:cNvSpPr/>
            <p:nvPr/>
          </p:nvSpPr>
          <p:spPr>
            <a:xfrm>
              <a:off x="63613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5"/>
            <p:cNvSpPr/>
            <p:nvPr/>
          </p:nvSpPr>
          <p:spPr>
            <a:xfrm>
              <a:off x="63613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5"/>
            <p:cNvSpPr/>
            <p:nvPr/>
          </p:nvSpPr>
          <p:spPr>
            <a:xfrm>
              <a:off x="63613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5"/>
            <p:cNvSpPr/>
            <p:nvPr/>
          </p:nvSpPr>
          <p:spPr>
            <a:xfrm>
              <a:off x="63613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5"/>
            <p:cNvSpPr/>
            <p:nvPr/>
          </p:nvSpPr>
          <p:spPr>
            <a:xfrm>
              <a:off x="65119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5"/>
            <p:cNvSpPr/>
            <p:nvPr/>
          </p:nvSpPr>
          <p:spPr>
            <a:xfrm>
              <a:off x="65119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5"/>
            <p:cNvSpPr/>
            <p:nvPr/>
          </p:nvSpPr>
          <p:spPr>
            <a:xfrm>
              <a:off x="65119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5"/>
            <p:cNvSpPr/>
            <p:nvPr/>
          </p:nvSpPr>
          <p:spPr>
            <a:xfrm>
              <a:off x="65119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5"/>
            <p:cNvSpPr/>
            <p:nvPr/>
          </p:nvSpPr>
          <p:spPr>
            <a:xfrm>
              <a:off x="65119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5"/>
            <p:cNvSpPr/>
            <p:nvPr/>
          </p:nvSpPr>
          <p:spPr>
            <a:xfrm>
              <a:off x="65119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5"/>
            <p:cNvSpPr/>
            <p:nvPr/>
          </p:nvSpPr>
          <p:spPr>
            <a:xfrm>
              <a:off x="65119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5"/>
            <p:cNvSpPr/>
            <p:nvPr/>
          </p:nvSpPr>
          <p:spPr>
            <a:xfrm>
              <a:off x="65119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5"/>
            <p:cNvSpPr/>
            <p:nvPr/>
          </p:nvSpPr>
          <p:spPr>
            <a:xfrm>
              <a:off x="66624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5"/>
            <p:cNvSpPr/>
            <p:nvPr/>
          </p:nvSpPr>
          <p:spPr>
            <a:xfrm>
              <a:off x="666240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5"/>
            <p:cNvSpPr/>
            <p:nvPr/>
          </p:nvSpPr>
          <p:spPr>
            <a:xfrm>
              <a:off x="66624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9" name="Google Shape;1789;p5"/>
          <p:cNvGrpSpPr/>
          <p:nvPr/>
        </p:nvGrpSpPr>
        <p:grpSpPr>
          <a:xfrm rot="10800000">
            <a:off x="7682451" y="28707"/>
            <a:ext cx="1140783" cy="5086302"/>
            <a:chOff x="5608825" y="238125"/>
            <a:chExt cx="1174975" cy="5238750"/>
          </a:xfrm>
        </p:grpSpPr>
        <p:sp>
          <p:nvSpPr>
            <p:cNvPr id="1790" name="Google Shape;1790;p5"/>
            <p:cNvSpPr/>
            <p:nvPr/>
          </p:nvSpPr>
          <p:spPr>
            <a:xfrm>
              <a:off x="56088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5"/>
            <p:cNvSpPr/>
            <p:nvPr/>
          </p:nvSpPr>
          <p:spPr>
            <a:xfrm>
              <a:off x="5608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5"/>
            <p:cNvSpPr/>
            <p:nvPr/>
          </p:nvSpPr>
          <p:spPr>
            <a:xfrm>
              <a:off x="5608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5"/>
            <p:cNvSpPr/>
            <p:nvPr/>
          </p:nvSpPr>
          <p:spPr>
            <a:xfrm>
              <a:off x="5608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5"/>
            <p:cNvSpPr/>
            <p:nvPr/>
          </p:nvSpPr>
          <p:spPr>
            <a:xfrm>
              <a:off x="57593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5"/>
            <p:cNvSpPr/>
            <p:nvPr/>
          </p:nvSpPr>
          <p:spPr>
            <a:xfrm>
              <a:off x="57593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5"/>
            <p:cNvSpPr/>
            <p:nvPr/>
          </p:nvSpPr>
          <p:spPr>
            <a:xfrm>
              <a:off x="57593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5"/>
            <p:cNvSpPr/>
            <p:nvPr/>
          </p:nvSpPr>
          <p:spPr>
            <a:xfrm>
              <a:off x="57593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5"/>
            <p:cNvSpPr/>
            <p:nvPr/>
          </p:nvSpPr>
          <p:spPr>
            <a:xfrm>
              <a:off x="57593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5"/>
            <p:cNvSpPr/>
            <p:nvPr/>
          </p:nvSpPr>
          <p:spPr>
            <a:xfrm>
              <a:off x="57593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5"/>
            <p:cNvSpPr/>
            <p:nvPr/>
          </p:nvSpPr>
          <p:spPr>
            <a:xfrm>
              <a:off x="57593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5"/>
            <p:cNvSpPr/>
            <p:nvPr/>
          </p:nvSpPr>
          <p:spPr>
            <a:xfrm>
              <a:off x="57593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5"/>
            <p:cNvSpPr/>
            <p:nvPr/>
          </p:nvSpPr>
          <p:spPr>
            <a:xfrm>
              <a:off x="57593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5"/>
            <p:cNvSpPr/>
            <p:nvPr/>
          </p:nvSpPr>
          <p:spPr>
            <a:xfrm>
              <a:off x="57593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5"/>
            <p:cNvSpPr/>
            <p:nvPr/>
          </p:nvSpPr>
          <p:spPr>
            <a:xfrm>
              <a:off x="57593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5"/>
            <p:cNvSpPr/>
            <p:nvPr/>
          </p:nvSpPr>
          <p:spPr>
            <a:xfrm>
              <a:off x="57593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5"/>
            <p:cNvSpPr/>
            <p:nvPr/>
          </p:nvSpPr>
          <p:spPr>
            <a:xfrm>
              <a:off x="57593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5"/>
            <p:cNvSpPr/>
            <p:nvPr/>
          </p:nvSpPr>
          <p:spPr>
            <a:xfrm>
              <a:off x="57593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5"/>
            <p:cNvSpPr/>
            <p:nvPr/>
          </p:nvSpPr>
          <p:spPr>
            <a:xfrm>
              <a:off x="57593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5"/>
            <p:cNvSpPr/>
            <p:nvPr/>
          </p:nvSpPr>
          <p:spPr>
            <a:xfrm>
              <a:off x="57593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5"/>
            <p:cNvSpPr/>
            <p:nvPr/>
          </p:nvSpPr>
          <p:spPr>
            <a:xfrm>
              <a:off x="57593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5"/>
            <p:cNvSpPr/>
            <p:nvPr/>
          </p:nvSpPr>
          <p:spPr>
            <a:xfrm>
              <a:off x="59098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5"/>
            <p:cNvSpPr/>
            <p:nvPr/>
          </p:nvSpPr>
          <p:spPr>
            <a:xfrm>
              <a:off x="59098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5"/>
            <p:cNvSpPr/>
            <p:nvPr/>
          </p:nvSpPr>
          <p:spPr>
            <a:xfrm>
              <a:off x="59098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5"/>
            <p:cNvSpPr/>
            <p:nvPr/>
          </p:nvSpPr>
          <p:spPr>
            <a:xfrm>
              <a:off x="59098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5"/>
            <p:cNvSpPr/>
            <p:nvPr/>
          </p:nvSpPr>
          <p:spPr>
            <a:xfrm>
              <a:off x="59098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5"/>
            <p:cNvSpPr/>
            <p:nvPr/>
          </p:nvSpPr>
          <p:spPr>
            <a:xfrm>
              <a:off x="59098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5"/>
            <p:cNvSpPr/>
            <p:nvPr/>
          </p:nvSpPr>
          <p:spPr>
            <a:xfrm>
              <a:off x="59098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5"/>
            <p:cNvSpPr/>
            <p:nvPr/>
          </p:nvSpPr>
          <p:spPr>
            <a:xfrm>
              <a:off x="59098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5"/>
            <p:cNvSpPr/>
            <p:nvPr/>
          </p:nvSpPr>
          <p:spPr>
            <a:xfrm>
              <a:off x="59098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5"/>
            <p:cNvSpPr/>
            <p:nvPr/>
          </p:nvSpPr>
          <p:spPr>
            <a:xfrm>
              <a:off x="59098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5"/>
            <p:cNvSpPr/>
            <p:nvPr/>
          </p:nvSpPr>
          <p:spPr>
            <a:xfrm>
              <a:off x="59098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5"/>
            <p:cNvSpPr/>
            <p:nvPr/>
          </p:nvSpPr>
          <p:spPr>
            <a:xfrm>
              <a:off x="59098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5"/>
            <p:cNvSpPr/>
            <p:nvPr/>
          </p:nvSpPr>
          <p:spPr>
            <a:xfrm>
              <a:off x="59098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5"/>
            <p:cNvSpPr/>
            <p:nvPr/>
          </p:nvSpPr>
          <p:spPr>
            <a:xfrm>
              <a:off x="60603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5"/>
            <p:cNvSpPr/>
            <p:nvPr/>
          </p:nvSpPr>
          <p:spPr>
            <a:xfrm>
              <a:off x="606037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5"/>
            <p:cNvSpPr/>
            <p:nvPr/>
          </p:nvSpPr>
          <p:spPr>
            <a:xfrm>
              <a:off x="606037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5"/>
            <p:cNvSpPr/>
            <p:nvPr/>
          </p:nvSpPr>
          <p:spPr>
            <a:xfrm>
              <a:off x="606037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5"/>
            <p:cNvSpPr/>
            <p:nvPr/>
          </p:nvSpPr>
          <p:spPr>
            <a:xfrm>
              <a:off x="606037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5"/>
            <p:cNvSpPr/>
            <p:nvPr/>
          </p:nvSpPr>
          <p:spPr>
            <a:xfrm>
              <a:off x="606037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5"/>
            <p:cNvSpPr/>
            <p:nvPr/>
          </p:nvSpPr>
          <p:spPr>
            <a:xfrm>
              <a:off x="606037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5"/>
            <p:cNvSpPr/>
            <p:nvPr/>
          </p:nvSpPr>
          <p:spPr>
            <a:xfrm>
              <a:off x="606037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5"/>
            <p:cNvSpPr/>
            <p:nvPr/>
          </p:nvSpPr>
          <p:spPr>
            <a:xfrm>
              <a:off x="621087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5"/>
            <p:cNvSpPr/>
            <p:nvPr/>
          </p:nvSpPr>
          <p:spPr>
            <a:xfrm>
              <a:off x="62108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5"/>
            <p:cNvSpPr/>
            <p:nvPr/>
          </p:nvSpPr>
          <p:spPr>
            <a:xfrm>
              <a:off x="621087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5"/>
            <p:cNvSpPr/>
            <p:nvPr/>
          </p:nvSpPr>
          <p:spPr>
            <a:xfrm>
              <a:off x="621087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5"/>
            <p:cNvSpPr/>
            <p:nvPr/>
          </p:nvSpPr>
          <p:spPr>
            <a:xfrm>
              <a:off x="621087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5"/>
            <p:cNvSpPr/>
            <p:nvPr/>
          </p:nvSpPr>
          <p:spPr>
            <a:xfrm>
              <a:off x="63613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5"/>
            <p:cNvSpPr/>
            <p:nvPr/>
          </p:nvSpPr>
          <p:spPr>
            <a:xfrm>
              <a:off x="63613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5"/>
            <p:cNvSpPr/>
            <p:nvPr/>
          </p:nvSpPr>
          <p:spPr>
            <a:xfrm>
              <a:off x="66624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40" name="Google Shape;1840;p5"/>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1841"/>
        <p:cNvGrpSpPr/>
        <p:nvPr/>
      </p:nvGrpSpPr>
      <p:grpSpPr>
        <a:xfrm>
          <a:off x="0" y="0"/>
          <a:ext cx="0" cy="0"/>
          <a:chOff x="0" y="0"/>
          <a:chExt cx="0" cy="0"/>
        </a:xfrm>
      </p:grpSpPr>
      <p:sp>
        <p:nvSpPr>
          <p:cNvPr id="1842" name="Google Shape;1842;p6"/>
          <p:cNvSpPr txBox="1">
            <a:spLocks noGrp="1"/>
          </p:cNvSpPr>
          <p:nvPr>
            <p:ph type="title"/>
          </p:nvPr>
        </p:nvSpPr>
        <p:spPr>
          <a:xfrm>
            <a:off x="718300" y="739375"/>
            <a:ext cx="6761100" cy="8574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1843" name="Google Shape;1843;p6"/>
          <p:cNvSpPr txBox="1">
            <a:spLocks noGrp="1"/>
          </p:cNvSpPr>
          <p:nvPr>
            <p:ph type="body" idx="1"/>
          </p:nvPr>
        </p:nvSpPr>
        <p:spPr>
          <a:xfrm>
            <a:off x="718300" y="1762650"/>
            <a:ext cx="3242400" cy="30870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sz="1800"/>
            </a:lvl4pPr>
            <a:lvl5pPr marL="2286000" lvl="4" indent="-342900">
              <a:spcBef>
                <a:spcPts val="0"/>
              </a:spcBef>
              <a:spcAft>
                <a:spcPts val="0"/>
              </a:spcAft>
              <a:buSzPts val="1800"/>
              <a:buChar char="▫"/>
              <a:defRPr sz="1800"/>
            </a:lvl5pPr>
            <a:lvl6pPr marL="2743200" lvl="5" indent="-342900">
              <a:spcBef>
                <a:spcPts val="0"/>
              </a:spcBef>
              <a:spcAft>
                <a:spcPts val="0"/>
              </a:spcAft>
              <a:buSzPts val="1800"/>
              <a:buChar char="▫"/>
              <a:defRPr sz="1800"/>
            </a:lvl6pPr>
            <a:lvl7pPr marL="3200400" lvl="6" indent="-342900">
              <a:spcBef>
                <a:spcPts val="0"/>
              </a:spcBef>
              <a:spcAft>
                <a:spcPts val="0"/>
              </a:spcAft>
              <a:buSzPts val="1800"/>
              <a:buChar char="●"/>
              <a:defRPr sz="1800"/>
            </a:lvl7pPr>
            <a:lvl8pPr marL="3657600" lvl="7" indent="-342900">
              <a:spcBef>
                <a:spcPts val="0"/>
              </a:spcBef>
              <a:spcAft>
                <a:spcPts val="0"/>
              </a:spcAft>
              <a:buSzPts val="1800"/>
              <a:buChar char="○"/>
              <a:defRPr sz="1800"/>
            </a:lvl8pPr>
            <a:lvl9pPr marL="4114800" lvl="8" indent="-342900">
              <a:spcBef>
                <a:spcPts val="0"/>
              </a:spcBef>
              <a:spcAft>
                <a:spcPts val="0"/>
              </a:spcAft>
              <a:buSzPts val="1800"/>
              <a:buChar char="■"/>
              <a:defRPr sz="1800"/>
            </a:lvl9pPr>
          </a:lstStyle>
          <a:p>
            <a:endParaRPr/>
          </a:p>
        </p:txBody>
      </p:sp>
      <p:sp>
        <p:nvSpPr>
          <p:cNvPr id="1844" name="Google Shape;1844;p6"/>
          <p:cNvSpPr txBox="1">
            <a:spLocks noGrp="1"/>
          </p:cNvSpPr>
          <p:nvPr>
            <p:ph type="body" idx="2"/>
          </p:nvPr>
        </p:nvSpPr>
        <p:spPr>
          <a:xfrm>
            <a:off x="4156071" y="1762650"/>
            <a:ext cx="3242400" cy="30870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sz="1800"/>
            </a:lvl4pPr>
            <a:lvl5pPr marL="2286000" lvl="4" indent="-342900">
              <a:spcBef>
                <a:spcPts val="0"/>
              </a:spcBef>
              <a:spcAft>
                <a:spcPts val="0"/>
              </a:spcAft>
              <a:buSzPts val="1800"/>
              <a:buChar char="▫"/>
              <a:defRPr sz="1800"/>
            </a:lvl5pPr>
            <a:lvl6pPr marL="2743200" lvl="5" indent="-342900">
              <a:spcBef>
                <a:spcPts val="0"/>
              </a:spcBef>
              <a:spcAft>
                <a:spcPts val="0"/>
              </a:spcAft>
              <a:buSzPts val="1800"/>
              <a:buChar char="▫"/>
              <a:defRPr sz="1800"/>
            </a:lvl6pPr>
            <a:lvl7pPr marL="3200400" lvl="6" indent="-342900">
              <a:spcBef>
                <a:spcPts val="0"/>
              </a:spcBef>
              <a:spcAft>
                <a:spcPts val="0"/>
              </a:spcAft>
              <a:buSzPts val="1800"/>
              <a:buChar char="●"/>
              <a:defRPr sz="1800"/>
            </a:lvl7pPr>
            <a:lvl8pPr marL="3657600" lvl="7" indent="-342900">
              <a:spcBef>
                <a:spcPts val="0"/>
              </a:spcBef>
              <a:spcAft>
                <a:spcPts val="0"/>
              </a:spcAft>
              <a:buSzPts val="1800"/>
              <a:buChar char="○"/>
              <a:defRPr sz="1800"/>
            </a:lvl8pPr>
            <a:lvl9pPr marL="4114800" lvl="8" indent="-342900">
              <a:spcBef>
                <a:spcPts val="0"/>
              </a:spcBef>
              <a:spcAft>
                <a:spcPts val="0"/>
              </a:spcAft>
              <a:buSzPts val="1800"/>
              <a:buChar char="■"/>
              <a:defRPr sz="1800"/>
            </a:lvl9pPr>
          </a:lstStyle>
          <a:p>
            <a:endParaRPr/>
          </a:p>
        </p:txBody>
      </p:sp>
      <p:sp>
        <p:nvSpPr>
          <p:cNvPr id="1845" name="Google Shape;1845;p6"/>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grpSp>
        <p:nvGrpSpPr>
          <p:cNvPr id="1846" name="Google Shape;1846;p6"/>
          <p:cNvGrpSpPr/>
          <p:nvPr/>
        </p:nvGrpSpPr>
        <p:grpSpPr>
          <a:xfrm rot="10800000">
            <a:off x="8851487" y="28707"/>
            <a:ext cx="264012" cy="5086302"/>
            <a:chOff x="5307800" y="238125"/>
            <a:chExt cx="271925" cy="5238750"/>
          </a:xfrm>
        </p:grpSpPr>
        <p:sp>
          <p:nvSpPr>
            <p:cNvPr id="1847" name="Google Shape;1847;p6"/>
            <p:cNvSpPr/>
            <p:nvPr/>
          </p:nvSpPr>
          <p:spPr>
            <a:xfrm>
              <a:off x="53078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6"/>
            <p:cNvSpPr/>
            <p:nvPr/>
          </p:nvSpPr>
          <p:spPr>
            <a:xfrm>
              <a:off x="53078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6"/>
            <p:cNvSpPr/>
            <p:nvPr/>
          </p:nvSpPr>
          <p:spPr>
            <a:xfrm>
              <a:off x="53078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6"/>
            <p:cNvSpPr/>
            <p:nvPr/>
          </p:nvSpPr>
          <p:spPr>
            <a:xfrm>
              <a:off x="53078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6"/>
            <p:cNvSpPr/>
            <p:nvPr/>
          </p:nvSpPr>
          <p:spPr>
            <a:xfrm>
              <a:off x="53078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6"/>
            <p:cNvSpPr/>
            <p:nvPr/>
          </p:nvSpPr>
          <p:spPr>
            <a:xfrm>
              <a:off x="53078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6"/>
            <p:cNvSpPr/>
            <p:nvPr/>
          </p:nvSpPr>
          <p:spPr>
            <a:xfrm>
              <a:off x="53078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6"/>
            <p:cNvSpPr/>
            <p:nvPr/>
          </p:nvSpPr>
          <p:spPr>
            <a:xfrm>
              <a:off x="53078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6"/>
            <p:cNvSpPr/>
            <p:nvPr/>
          </p:nvSpPr>
          <p:spPr>
            <a:xfrm>
              <a:off x="53078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6"/>
            <p:cNvSpPr/>
            <p:nvPr/>
          </p:nvSpPr>
          <p:spPr>
            <a:xfrm>
              <a:off x="53078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6"/>
            <p:cNvSpPr/>
            <p:nvPr/>
          </p:nvSpPr>
          <p:spPr>
            <a:xfrm>
              <a:off x="53078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6"/>
            <p:cNvSpPr/>
            <p:nvPr/>
          </p:nvSpPr>
          <p:spPr>
            <a:xfrm>
              <a:off x="53078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6"/>
            <p:cNvSpPr/>
            <p:nvPr/>
          </p:nvSpPr>
          <p:spPr>
            <a:xfrm>
              <a:off x="53078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6"/>
            <p:cNvSpPr/>
            <p:nvPr/>
          </p:nvSpPr>
          <p:spPr>
            <a:xfrm>
              <a:off x="53078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6"/>
            <p:cNvSpPr/>
            <p:nvPr/>
          </p:nvSpPr>
          <p:spPr>
            <a:xfrm>
              <a:off x="53078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6"/>
            <p:cNvSpPr/>
            <p:nvPr/>
          </p:nvSpPr>
          <p:spPr>
            <a:xfrm>
              <a:off x="53078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6"/>
            <p:cNvSpPr/>
            <p:nvPr/>
          </p:nvSpPr>
          <p:spPr>
            <a:xfrm>
              <a:off x="53078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6"/>
            <p:cNvSpPr/>
            <p:nvPr/>
          </p:nvSpPr>
          <p:spPr>
            <a:xfrm>
              <a:off x="53078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6"/>
            <p:cNvSpPr/>
            <p:nvPr/>
          </p:nvSpPr>
          <p:spPr>
            <a:xfrm>
              <a:off x="53078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6"/>
            <p:cNvSpPr/>
            <p:nvPr/>
          </p:nvSpPr>
          <p:spPr>
            <a:xfrm>
              <a:off x="53078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6"/>
            <p:cNvSpPr/>
            <p:nvPr/>
          </p:nvSpPr>
          <p:spPr>
            <a:xfrm>
              <a:off x="53078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6"/>
            <p:cNvSpPr/>
            <p:nvPr/>
          </p:nvSpPr>
          <p:spPr>
            <a:xfrm>
              <a:off x="53078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6"/>
            <p:cNvSpPr/>
            <p:nvPr/>
          </p:nvSpPr>
          <p:spPr>
            <a:xfrm>
              <a:off x="53078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6"/>
            <p:cNvSpPr/>
            <p:nvPr/>
          </p:nvSpPr>
          <p:spPr>
            <a:xfrm>
              <a:off x="53078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6"/>
            <p:cNvSpPr/>
            <p:nvPr/>
          </p:nvSpPr>
          <p:spPr>
            <a:xfrm>
              <a:off x="53078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6"/>
            <p:cNvSpPr/>
            <p:nvPr/>
          </p:nvSpPr>
          <p:spPr>
            <a:xfrm>
              <a:off x="53078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6"/>
            <p:cNvSpPr/>
            <p:nvPr/>
          </p:nvSpPr>
          <p:spPr>
            <a:xfrm>
              <a:off x="53078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6"/>
            <p:cNvSpPr/>
            <p:nvPr/>
          </p:nvSpPr>
          <p:spPr>
            <a:xfrm>
              <a:off x="53078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6"/>
            <p:cNvSpPr/>
            <p:nvPr/>
          </p:nvSpPr>
          <p:spPr>
            <a:xfrm>
              <a:off x="53078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6"/>
            <p:cNvSpPr/>
            <p:nvPr/>
          </p:nvSpPr>
          <p:spPr>
            <a:xfrm>
              <a:off x="53078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6"/>
            <p:cNvSpPr/>
            <p:nvPr/>
          </p:nvSpPr>
          <p:spPr>
            <a:xfrm>
              <a:off x="53078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6"/>
            <p:cNvSpPr/>
            <p:nvPr/>
          </p:nvSpPr>
          <p:spPr>
            <a:xfrm>
              <a:off x="53078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6"/>
            <p:cNvSpPr/>
            <p:nvPr/>
          </p:nvSpPr>
          <p:spPr>
            <a:xfrm>
              <a:off x="53078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6"/>
            <p:cNvSpPr/>
            <p:nvPr/>
          </p:nvSpPr>
          <p:spPr>
            <a:xfrm>
              <a:off x="53078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6"/>
            <p:cNvSpPr/>
            <p:nvPr/>
          </p:nvSpPr>
          <p:spPr>
            <a:xfrm>
              <a:off x="53078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6"/>
            <p:cNvSpPr/>
            <p:nvPr/>
          </p:nvSpPr>
          <p:spPr>
            <a:xfrm>
              <a:off x="545832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6"/>
            <p:cNvSpPr/>
            <p:nvPr/>
          </p:nvSpPr>
          <p:spPr>
            <a:xfrm>
              <a:off x="545832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6"/>
            <p:cNvSpPr/>
            <p:nvPr/>
          </p:nvSpPr>
          <p:spPr>
            <a:xfrm>
              <a:off x="545832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6"/>
            <p:cNvSpPr/>
            <p:nvPr/>
          </p:nvSpPr>
          <p:spPr>
            <a:xfrm>
              <a:off x="545832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6"/>
            <p:cNvSpPr/>
            <p:nvPr/>
          </p:nvSpPr>
          <p:spPr>
            <a:xfrm>
              <a:off x="545832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6"/>
            <p:cNvSpPr/>
            <p:nvPr/>
          </p:nvSpPr>
          <p:spPr>
            <a:xfrm>
              <a:off x="545832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6"/>
            <p:cNvSpPr/>
            <p:nvPr/>
          </p:nvSpPr>
          <p:spPr>
            <a:xfrm>
              <a:off x="545832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6"/>
            <p:cNvSpPr/>
            <p:nvPr/>
          </p:nvSpPr>
          <p:spPr>
            <a:xfrm>
              <a:off x="545832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6"/>
            <p:cNvSpPr/>
            <p:nvPr/>
          </p:nvSpPr>
          <p:spPr>
            <a:xfrm>
              <a:off x="545832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6"/>
            <p:cNvSpPr/>
            <p:nvPr/>
          </p:nvSpPr>
          <p:spPr>
            <a:xfrm>
              <a:off x="545832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6"/>
            <p:cNvSpPr/>
            <p:nvPr/>
          </p:nvSpPr>
          <p:spPr>
            <a:xfrm>
              <a:off x="545832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6"/>
            <p:cNvSpPr/>
            <p:nvPr/>
          </p:nvSpPr>
          <p:spPr>
            <a:xfrm>
              <a:off x="545832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6"/>
            <p:cNvSpPr/>
            <p:nvPr/>
          </p:nvSpPr>
          <p:spPr>
            <a:xfrm>
              <a:off x="545832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6"/>
            <p:cNvSpPr/>
            <p:nvPr/>
          </p:nvSpPr>
          <p:spPr>
            <a:xfrm>
              <a:off x="545832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6"/>
            <p:cNvSpPr/>
            <p:nvPr/>
          </p:nvSpPr>
          <p:spPr>
            <a:xfrm>
              <a:off x="545832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6"/>
            <p:cNvSpPr/>
            <p:nvPr/>
          </p:nvSpPr>
          <p:spPr>
            <a:xfrm>
              <a:off x="545832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6"/>
            <p:cNvSpPr/>
            <p:nvPr/>
          </p:nvSpPr>
          <p:spPr>
            <a:xfrm>
              <a:off x="545832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6"/>
            <p:cNvSpPr/>
            <p:nvPr/>
          </p:nvSpPr>
          <p:spPr>
            <a:xfrm>
              <a:off x="545832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6"/>
            <p:cNvSpPr/>
            <p:nvPr/>
          </p:nvSpPr>
          <p:spPr>
            <a:xfrm>
              <a:off x="545832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6"/>
            <p:cNvSpPr/>
            <p:nvPr/>
          </p:nvSpPr>
          <p:spPr>
            <a:xfrm>
              <a:off x="545832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6"/>
            <p:cNvSpPr/>
            <p:nvPr/>
          </p:nvSpPr>
          <p:spPr>
            <a:xfrm>
              <a:off x="545832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6"/>
            <p:cNvSpPr/>
            <p:nvPr/>
          </p:nvSpPr>
          <p:spPr>
            <a:xfrm>
              <a:off x="545832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04" name="Google Shape;1904;p6"/>
          <p:cNvGrpSpPr/>
          <p:nvPr/>
        </p:nvGrpSpPr>
        <p:grpSpPr>
          <a:xfrm rot="10800000">
            <a:off x="7828571" y="28707"/>
            <a:ext cx="1140783" cy="5086302"/>
            <a:chOff x="5458325" y="238125"/>
            <a:chExt cx="1174975" cy="5238750"/>
          </a:xfrm>
        </p:grpSpPr>
        <p:sp>
          <p:nvSpPr>
            <p:cNvPr id="1905" name="Google Shape;1905;p6"/>
            <p:cNvSpPr/>
            <p:nvPr/>
          </p:nvSpPr>
          <p:spPr>
            <a:xfrm>
              <a:off x="545832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6"/>
            <p:cNvSpPr/>
            <p:nvPr/>
          </p:nvSpPr>
          <p:spPr>
            <a:xfrm>
              <a:off x="545832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6"/>
            <p:cNvSpPr/>
            <p:nvPr/>
          </p:nvSpPr>
          <p:spPr>
            <a:xfrm>
              <a:off x="545832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6"/>
            <p:cNvSpPr/>
            <p:nvPr/>
          </p:nvSpPr>
          <p:spPr>
            <a:xfrm>
              <a:off x="545832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6"/>
            <p:cNvSpPr/>
            <p:nvPr/>
          </p:nvSpPr>
          <p:spPr>
            <a:xfrm>
              <a:off x="545832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6"/>
            <p:cNvSpPr/>
            <p:nvPr/>
          </p:nvSpPr>
          <p:spPr>
            <a:xfrm>
              <a:off x="545832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6"/>
            <p:cNvSpPr/>
            <p:nvPr/>
          </p:nvSpPr>
          <p:spPr>
            <a:xfrm>
              <a:off x="545832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6"/>
            <p:cNvSpPr/>
            <p:nvPr/>
          </p:nvSpPr>
          <p:spPr>
            <a:xfrm>
              <a:off x="545832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6"/>
            <p:cNvSpPr/>
            <p:nvPr/>
          </p:nvSpPr>
          <p:spPr>
            <a:xfrm>
              <a:off x="545832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6"/>
            <p:cNvSpPr/>
            <p:nvPr/>
          </p:nvSpPr>
          <p:spPr>
            <a:xfrm>
              <a:off x="545832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6"/>
            <p:cNvSpPr/>
            <p:nvPr/>
          </p:nvSpPr>
          <p:spPr>
            <a:xfrm>
              <a:off x="545832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6"/>
            <p:cNvSpPr/>
            <p:nvPr/>
          </p:nvSpPr>
          <p:spPr>
            <a:xfrm>
              <a:off x="545832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6"/>
            <p:cNvSpPr/>
            <p:nvPr/>
          </p:nvSpPr>
          <p:spPr>
            <a:xfrm>
              <a:off x="545832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6"/>
            <p:cNvSpPr/>
            <p:nvPr/>
          </p:nvSpPr>
          <p:spPr>
            <a:xfrm>
              <a:off x="5608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6"/>
            <p:cNvSpPr/>
            <p:nvPr/>
          </p:nvSpPr>
          <p:spPr>
            <a:xfrm>
              <a:off x="56088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6"/>
            <p:cNvSpPr/>
            <p:nvPr/>
          </p:nvSpPr>
          <p:spPr>
            <a:xfrm>
              <a:off x="5608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6"/>
            <p:cNvSpPr/>
            <p:nvPr/>
          </p:nvSpPr>
          <p:spPr>
            <a:xfrm>
              <a:off x="56088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6"/>
            <p:cNvSpPr/>
            <p:nvPr/>
          </p:nvSpPr>
          <p:spPr>
            <a:xfrm>
              <a:off x="5608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6"/>
            <p:cNvSpPr/>
            <p:nvPr/>
          </p:nvSpPr>
          <p:spPr>
            <a:xfrm>
              <a:off x="56088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6"/>
            <p:cNvSpPr/>
            <p:nvPr/>
          </p:nvSpPr>
          <p:spPr>
            <a:xfrm>
              <a:off x="56088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6"/>
            <p:cNvSpPr/>
            <p:nvPr/>
          </p:nvSpPr>
          <p:spPr>
            <a:xfrm>
              <a:off x="5608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6"/>
            <p:cNvSpPr/>
            <p:nvPr/>
          </p:nvSpPr>
          <p:spPr>
            <a:xfrm>
              <a:off x="5608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6"/>
            <p:cNvSpPr/>
            <p:nvPr/>
          </p:nvSpPr>
          <p:spPr>
            <a:xfrm>
              <a:off x="56088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6"/>
            <p:cNvSpPr/>
            <p:nvPr/>
          </p:nvSpPr>
          <p:spPr>
            <a:xfrm>
              <a:off x="56088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6"/>
            <p:cNvSpPr/>
            <p:nvPr/>
          </p:nvSpPr>
          <p:spPr>
            <a:xfrm>
              <a:off x="56088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6"/>
            <p:cNvSpPr/>
            <p:nvPr/>
          </p:nvSpPr>
          <p:spPr>
            <a:xfrm>
              <a:off x="5608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6"/>
            <p:cNvSpPr/>
            <p:nvPr/>
          </p:nvSpPr>
          <p:spPr>
            <a:xfrm>
              <a:off x="56088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6"/>
            <p:cNvSpPr/>
            <p:nvPr/>
          </p:nvSpPr>
          <p:spPr>
            <a:xfrm>
              <a:off x="5608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6"/>
            <p:cNvSpPr/>
            <p:nvPr/>
          </p:nvSpPr>
          <p:spPr>
            <a:xfrm>
              <a:off x="5608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6"/>
            <p:cNvSpPr/>
            <p:nvPr/>
          </p:nvSpPr>
          <p:spPr>
            <a:xfrm>
              <a:off x="5608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6"/>
            <p:cNvSpPr/>
            <p:nvPr/>
          </p:nvSpPr>
          <p:spPr>
            <a:xfrm>
              <a:off x="56088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6"/>
            <p:cNvSpPr/>
            <p:nvPr/>
          </p:nvSpPr>
          <p:spPr>
            <a:xfrm>
              <a:off x="56088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6"/>
            <p:cNvSpPr/>
            <p:nvPr/>
          </p:nvSpPr>
          <p:spPr>
            <a:xfrm>
              <a:off x="5608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6"/>
            <p:cNvSpPr/>
            <p:nvPr/>
          </p:nvSpPr>
          <p:spPr>
            <a:xfrm>
              <a:off x="5608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6"/>
            <p:cNvSpPr/>
            <p:nvPr/>
          </p:nvSpPr>
          <p:spPr>
            <a:xfrm>
              <a:off x="5608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6"/>
            <p:cNvSpPr/>
            <p:nvPr/>
          </p:nvSpPr>
          <p:spPr>
            <a:xfrm>
              <a:off x="56088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6"/>
            <p:cNvSpPr/>
            <p:nvPr/>
          </p:nvSpPr>
          <p:spPr>
            <a:xfrm>
              <a:off x="5608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6"/>
            <p:cNvSpPr/>
            <p:nvPr/>
          </p:nvSpPr>
          <p:spPr>
            <a:xfrm>
              <a:off x="56088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6"/>
            <p:cNvSpPr/>
            <p:nvPr/>
          </p:nvSpPr>
          <p:spPr>
            <a:xfrm>
              <a:off x="56088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6"/>
            <p:cNvSpPr/>
            <p:nvPr/>
          </p:nvSpPr>
          <p:spPr>
            <a:xfrm>
              <a:off x="56088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6"/>
            <p:cNvSpPr/>
            <p:nvPr/>
          </p:nvSpPr>
          <p:spPr>
            <a:xfrm>
              <a:off x="5608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6"/>
            <p:cNvSpPr/>
            <p:nvPr/>
          </p:nvSpPr>
          <p:spPr>
            <a:xfrm>
              <a:off x="56088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6"/>
            <p:cNvSpPr/>
            <p:nvPr/>
          </p:nvSpPr>
          <p:spPr>
            <a:xfrm>
              <a:off x="5608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6"/>
            <p:cNvSpPr/>
            <p:nvPr/>
          </p:nvSpPr>
          <p:spPr>
            <a:xfrm>
              <a:off x="5608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6"/>
            <p:cNvSpPr/>
            <p:nvPr/>
          </p:nvSpPr>
          <p:spPr>
            <a:xfrm>
              <a:off x="57593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6"/>
            <p:cNvSpPr/>
            <p:nvPr/>
          </p:nvSpPr>
          <p:spPr>
            <a:xfrm>
              <a:off x="57593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6"/>
            <p:cNvSpPr/>
            <p:nvPr/>
          </p:nvSpPr>
          <p:spPr>
            <a:xfrm>
              <a:off x="57593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6"/>
            <p:cNvSpPr/>
            <p:nvPr/>
          </p:nvSpPr>
          <p:spPr>
            <a:xfrm>
              <a:off x="57593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6"/>
            <p:cNvSpPr/>
            <p:nvPr/>
          </p:nvSpPr>
          <p:spPr>
            <a:xfrm>
              <a:off x="57593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6"/>
            <p:cNvSpPr/>
            <p:nvPr/>
          </p:nvSpPr>
          <p:spPr>
            <a:xfrm>
              <a:off x="57593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6"/>
            <p:cNvSpPr/>
            <p:nvPr/>
          </p:nvSpPr>
          <p:spPr>
            <a:xfrm>
              <a:off x="57593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6"/>
            <p:cNvSpPr/>
            <p:nvPr/>
          </p:nvSpPr>
          <p:spPr>
            <a:xfrm>
              <a:off x="57593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6"/>
            <p:cNvSpPr/>
            <p:nvPr/>
          </p:nvSpPr>
          <p:spPr>
            <a:xfrm>
              <a:off x="57593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6"/>
            <p:cNvSpPr/>
            <p:nvPr/>
          </p:nvSpPr>
          <p:spPr>
            <a:xfrm>
              <a:off x="57593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6"/>
            <p:cNvSpPr/>
            <p:nvPr/>
          </p:nvSpPr>
          <p:spPr>
            <a:xfrm>
              <a:off x="57593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6"/>
            <p:cNvSpPr/>
            <p:nvPr/>
          </p:nvSpPr>
          <p:spPr>
            <a:xfrm>
              <a:off x="59098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6"/>
            <p:cNvSpPr/>
            <p:nvPr/>
          </p:nvSpPr>
          <p:spPr>
            <a:xfrm>
              <a:off x="59098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6"/>
            <p:cNvSpPr/>
            <p:nvPr/>
          </p:nvSpPr>
          <p:spPr>
            <a:xfrm>
              <a:off x="59098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6"/>
            <p:cNvSpPr/>
            <p:nvPr/>
          </p:nvSpPr>
          <p:spPr>
            <a:xfrm>
              <a:off x="606037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6"/>
            <p:cNvSpPr/>
            <p:nvPr/>
          </p:nvSpPr>
          <p:spPr>
            <a:xfrm>
              <a:off x="62108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6"/>
            <p:cNvSpPr/>
            <p:nvPr/>
          </p:nvSpPr>
          <p:spPr>
            <a:xfrm>
              <a:off x="621087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6"/>
            <p:cNvSpPr/>
            <p:nvPr/>
          </p:nvSpPr>
          <p:spPr>
            <a:xfrm>
              <a:off x="65119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67" name="Google Shape;1967;p6"/>
          <p:cNvGrpSpPr/>
          <p:nvPr/>
        </p:nvGrpSpPr>
        <p:grpSpPr>
          <a:xfrm rot="10800000">
            <a:off x="7682451" y="28707"/>
            <a:ext cx="994639" cy="4940182"/>
            <a:chOff x="5759350" y="388625"/>
            <a:chExt cx="1024450" cy="5088250"/>
          </a:xfrm>
        </p:grpSpPr>
        <p:sp>
          <p:nvSpPr>
            <p:cNvPr id="1968" name="Google Shape;1968;p6"/>
            <p:cNvSpPr/>
            <p:nvPr/>
          </p:nvSpPr>
          <p:spPr>
            <a:xfrm>
              <a:off x="57593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6"/>
            <p:cNvSpPr/>
            <p:nvPr/>
          </p:nvSpPr>
          <p:spPr>
            <a:xfrm>
              <a:off x="57593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6"/>
            <p:cNvSpPr/>
            <p:nvPr/>
          </p:nvSpPr>
          <p:spPr>
            <a:xfrm>
              <a:off x="57593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6"/>
            <p:cNvSpPr/>
            <p:nvPr/>
          </p:nvSpPr>
          <p:spPr>
            <a:xfrm>
              <a:off x="57593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6"/>
            <p:cNvSpPr/>
            <p:nvPr/>
          </p:nvSpPr>
          <p:spPr>
            <a:xfrm>
              <a:off x="57593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6"/>
            <p:cNvSpPr/>
            <p:nvPr/>
          </p:nvSpPr>
          <p:spPr>
            <a:xfrm>
              <a:off x="57593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6"/>
            <p:cNvSpPr/>
            <p:nvPr/>
          </p:nvSpPr>
          <p:spPr>
            <a:xfrm>
              <a:off x="57593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6"/>
            <p:cNvSpPr/>
            <p:nvPr/>
          </p:nvSpPr>
          <p:spPr>
            <a:xfrm>
              <a:off x="59098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6"/>
            <p:cNvSpPr/>
            <p:nvPr/>
          </p:nvSpPr>
          <p:spPr>
            <a:xfrm>
              <a:off x="59098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6"/>
            <p:cNvSpPr/>
            <p:nvPr/>
          </p:nvSpPr>
          <p:spPr>
            <a:xfrm>
              <a:off x="59098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6"/>
            <p:cNvSpPr/>
            <p:nvPr/>
          </p:nvSpPr>
          <p:spPr>
            <a:xfrm>
              <a:off x="59098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6"/>
            <p:cNvSpPr/>
            <p:nvPr/>
          </p:nvSpPr>
          <p:spPr>
            <a:xfrm>
              <a:off x="59098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6"/>
            <p:cNvSpPr/>
            <p:nvPr/>
          </p:nvSpPr>
          <p:spPr>
            <a:xfrm>
              <a:off x="59098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6"/>
            <p:cNvSpPr/>
            <p:nvPr/>
          </p:nvSpPr>
          <p:spPr>
            <a:xfrm>
              <a:off x="59098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6"/>
            <p:cNvSpPr/>
            <p:nvPr/>
          </p:nvSpPr>
          <p:spPr>
            <a:xfrm>
              <a:off x="59098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6"/>
            <p:cNvSpPr/>
            <p:nvPr/>
          </p:nvSpPr>
          <p:spPr>
            <a:xfrm>
              <a:off x="59098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6"/>
            <p:cNvSpPr/>
            <p:nvPr/>
          </p:nvSpPr>
          <p:spPr>
            <a:xfrm>
              <a:off x="59098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6"/>
            <p:cNvSpPr/>
            <p:nvPr/>
          </p:nvSpPr>
          <p:spPr>
            <a:xfrm>
              <a:off x="59098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6"/>
            <p:cNvSpPr/>
            <p:nvPr/>
          </p:nvSpPr>
          <p:spPr>
            <a:xfrm>
              <a:off x="59098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6"/>
            <p:cNvSpPr/>
            <p:nvPr/>
          </p:nvSpPr>
          <p:spPr>
            <a:xfrm>
              <a:off x="59098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6"/>
            <p:cNvSpPr/>
            <p:nvPr/>
          </p:nvSpPr>
          <p:spPr>
            <a:xfrm>
              <a:off x="59098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6"/>
            <p:cNvSpPr/>
            <p:nvPr/>
          </p:nvSpPr>
          <p:spPr>
            <a:xfrm>
              <a:off x="59098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6"/>
            <p:cNvSpPr/>
            <p:nvPr/>
          </p:nvSpPr>
          <p:spPr>
            <a:xfrm>
              <a:off x="59098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6"/>
            <p:cNvSpPr/>
            <p:nvPr/>
          </p:nvSpPr>
          <p:spPr>
            <a:xfrm>
              <a:off x="59098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6"/>
            <p:cNvSpPr/>
            <p:nvPr/>
          </p:nvSpPr>
          <p:spPr>
            <a:xfrm>
              <a:off x="59098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6"/>
            <p:cNvSpPr/>
            <p:nvPr/>
          </p:nvSpPr>
          <p:spPr>
            <a:xfrm>
              <a:off x="59098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6"/>
            <p:cNvSpPr/>
            <p:nvPr/>
          </p:nvSpPr>
          <p:spPr>
            <a:xfrm>
              <a:off x="606037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6"/>
            <p:cNvSpPr/>
            <p:nvPr/>
          </p:nvSpPr>
          <p:spPr>
            <a:xfrm>
              <a:off x="606037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6"/>
            <p:cNvSpPr/>
            <p:nvPr/>
          </p:nvSpPr>
          <p:spPr>
            <a:xfrm>
              <a:off x="606037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6"/>
            <p:cNvSpPr/>
            <p:nvPr/>
          </p:nvSpPr>
          <p:spPr>
            <a:xfrm>
              <a:off x="60603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6"/>
            <p:cNvSpPr/>
            <p:nvPr/>
          </p:nvSpPr>
          <p:spPr>
            <a:xfrm>
              <a:off x="606037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6"/>
            <p:cNvSpPr/>
            <p:nvPr/>
          </p:nvSpPr>
          <p:spPr>
            <a:xfrm>
              <a:off x="606037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6"/>
            <p:cNvSpPr/>
            <p:nvPr/>
          </p:nvSpPr>
          <p:spPr>
            <a:xfrm>
              <a:off x="606037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6"/>
            <p:cNvSpPr/>
            <p:nvPr/>
          </p:nvSpPr>
          <p:spPr>
            <a:xfrm>
              <a:off x="606037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6"/>
            <p:cNvSpPr/>
            <p:nvPr/>
          </p:nvSpPr>
          <p:spPr>
            <a:xfrm>
              <a:off x="606037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6"/>
            <p:cNvSpPr/>
            <p:nvPr/>
          </p:nvSpPr>
          <p:spPr>
            <a:xfrm>
              <a:off x="60603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6"/>
            <p:cNvSpPr/>
            <p:nvPr/>
          </p:nvSpPr>
          <p:spPr>
            <a:xfrm>
              <a:off x="606037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6"/>
            <p:cNvSpPr/>
            <p:nvPr/>
          </p:nvSpPr>
          <p:spPr>
            <a:xfrm>
              <a:off x="606037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6"/>
            <p:cNvSpPr/>
            <p:nvPr/>
          </p:nvSpPr>
          <p:spPr>
            <a:xfrm>
              <a:off x="606037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6"/>
            <p:cNvSpPr/>
            <p:nvPr/>
          </p:nvSpPr>
          <p:spPr>
            <a:xfrm>
              <a:off x="606037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6"/>
            <p:cNvSpPr/>
            <p:nvPr/>
          </p:nvSpPr>
          <p:spPr>
            <a:xfrm>
              <a:off x="60603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6"/>
            <p:cNvSpPr/>
            <p:nvPr/>
          </p:nvSpPr>
          <p:spPr>
            <a:xfrm>
              <a:off x="606037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6"/>
            <p:cNvSpPr/>
            <p:nvPr/>
          </p:nvSpPr>
          <p:spPr>
            <a:xfrm>
              <a:off x="606037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6"/>
            <p:cNvSpPr/>
            <p:nvPr/>
          </p:nvSpPr>
          <p:spPr>
            <a:xfrm>
              <a:off x="60603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6"/>
            <p:cNvSpPr/>
            <p:nvPr/>
          </p:nvSpPr>
          <p:spPr>
            <a:xfrm>
              <a:off x="606037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6"/>
            <p:cNvSpPr/>
            <p:nvPr/>
          </p:nvSpPr>
          <p:spPr>
            <a:xfrm>
              <a:off x="606037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6"/>
            <p:cNvSpPr/>
            <p:nvPr/>
          </p:nvSpPr>
          <p:spPr>
            <a:xfrm>
              <a:off x="60603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6"/>
            <p:cNvSpPr/>
            <p:nvPr/>
          </p:nvSpPr>
          <p:spPr>
            <a:xfrm>
              <a:off x="606037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6"/>
            <p:cNvSpPr/>
            <p:nvPr/>
          </p:nvSpPr>
          <p:spPr>
            <a:xfrm>
              <a:off x="606037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6"/>
            <p:cNvSpPr/>
            <p:nvPr/>
          </p:nvSpPr>
          <p:spPr>
            <a:xfrm>
              <a:off x="606037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6"/>
            <p:cNvSpPr/>
            <p:nvPr/>
          </p:nvSpPr>
          <p:spPr>
            <a:xfrm>
              <a:off x="60603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6"/>
            <p:cNvSpPr/>
            <p:nvPr/>
          </p:nvSpPr>
          <p:spPr>
            <a:xfrm>
              <a:off x="606037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6"/>
            <p:cNvSpPr/>
            <p:nvPr/>
          </p:nvSpPr>
          <p:spPr>
            <a:xfrm>
              <a:off x="621087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6"/>
            <p:cNvSpPr/>
            <p:nvPr/>
          </p:nvSpPr>
          <p:spPr>
            <a:xfrm>
              <a:off x="621087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6"/>
            <p:cNvSpPr/>
            <p:nvPr/>
          </p:nvSpPr>
          <p:spPr>
            <a:xfrm>
              <a:off x="621087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6"/>
            <p:cNvSpPr/>
            <p:nvPr/>
          </p:nvSpPr>
          <p:spPr>
            <a:xfrm>
              <a:off x="621087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6"/>
            <p:cNvSpPr/>
            <p:nvPr/>
          </p:nvSpPr>
          <p:spPr>
            <a:xfrm>
              <a:off x="62108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6"/>
            <p:cNvSpPr/>
            <p:nvPr/>
          </p:nvSpPr>
          <p:spPr>
            <a:xfrm>
              <a:off x="621087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6"/>
            <p:cNvSpPr/>
            <p:nvPr/>
          </p:nvSpPr>
          <p:spPr>
            <a:xfrm>
              <a:off x="621087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6"/>
            <p:cNvSpPr/>
            <p:nvPr/>
          </p:nvSpPr>
          <p:spPr>
            <a:xfrm>
              <a:off x="621087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6"/>
            <p:cNvSpPr/>
            <p:nvPr/>
          </p:nvSpPr>
          <p:spPr>
            <a:xfrm>
              <a:off x="621087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6"/>
            <p:cNvSpPr/>
            <p:nvPr/>
          </p:nvSpPr>
          <p:spPr>
            <a:xfrm>
              <a:off x="621087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6"/>
            <p:cNvSpPr/>
            <p:nvPr/>
          </p:nvSpPr>
          <p:spPr>
            <a:xfrm>
              <a:off x="621087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6"/>
            <p:cNvSpPr/>
            <p:nvPr/>
          </p:nvSpPr>
          <p:spPr>
            <a:xfrm>
              <a:off x="621087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6"/>
            <p:cNvSpPr/>
            <p:nvPr/>
          </p:nvSpPr>
          <p:spPr>
            <a:xfrm>
              <a:off x="621087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6"/>
            <p:cNvSpPr/>
            <p:nvPr/>
          </p:nvSpPr>
          <p:spPr>
            <a:xfrm>
              <a:off x="621087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6"/>
            <p:cNvSpPr/>
            <p:nvPr/>
          </p:nvSpPr>
          <p:spPr>
            <a:xfrm>
              <a:off x="621087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6"/>
            <p:cNvSpPr/>
            <p:nvPr/>
          </p:nvSpPr>
          <p:spPr>
            <a:xfrm>
              <a:off x="621087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6"/>
            <p:cNvSpPr/>
            <p:nvPr/>
          </p:nvSpPr>
          <p:spPr>
            <a:xfrm>
              <a:off x="621087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6"/>
            <p:cNvSpPr/>
            <p:nvPr/>
          </p:nvSpPr>
          <p:spPr>
            <a:xfrm>
              <a:off x="621087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6"/>
            <p:cNvSpPr/>
            <p:nvPr/>
          </p:nvSpPr>
          <p:spPr>
            <a:xfrm>
              <a:off x="62108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6"/>
            <p:cNvSpPr/>
            <p:nvPr/>
          </p:nvSpPr>
          <p:spPr>
            <a:xfrm>
              <a:off x="621087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6"/>
            <p:cNvSpPr/>
            <p:nvPr/>
          </p:nvSpPr>
          <p:spPr>
            <a:xfrm>
              <a:off x="63613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6"/>
            <p:cNvSpPr/>
            <p:nvPr/>
          </p:nvSpPr>
          <p:spPr>
            <a:xfrm>
              <a:off x="63613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6"/>
            <p:cNvSpPr/>
            <p:nvPr/>
          </p:nvSpPr>
          <p:spPr>
            <a:xfrm>
              <a:off x="63613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6"/>
            <p:cNvSpPr/>
            <p:nvPr/>
          </p:nvSpPr>
          <p:spPr>
            <a:xfrm>
              <a:off x="63613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6"/>
            <p:cNvSpPr/>
            <p:nvPr/>
          </p:nvSpPr>
          <p:spPr>
            <a:xfrm>
              <a:off x="63613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6"/>
            <p:cNvSpPr/>
            <p:nvPr/>
          </p:nvSpPr>
          <p:spPr>
            <a:xfrm>
              <a:off x="63613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6"/>
            <p:cNvSpPr/>
            <p:nvPr/>
          </p:nvSpPr>
          <p:spPr>
            <a:xfrm>
              <a:off x="63613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6"/>
            <p:cNvSpPr/>
            <p:nvPr/>
          </p:nvSpPr>
          <p:spPr>
            <a:xfrm>
              <a:off x="63613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6"/>
            <p:cNvSpPr/>
            <p:nvPr/>
          </p:nvSpPr>
          <p:spPr>
            <a:xfrm>
              <a:off x="63613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6"/>
            <p:cNvSpPr/>
            <p:nvPr/>
          </p:nvSpPr>
          <p:spPr>
            <a:xfrm>
              <a:off x="63613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6"/>
            <p:cNvSpPr/>
            <p:nvPr/>
          </p:nvSpPr>
          <p:spPr>
            <a:xfrm>
              <a:off x="63613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6"/>
            <p:cNvSpPr/>
            <p:nvPr/>
          </p:nvSpPr>
          <p:spPr>
            <a:xfrm>
              <a:off x="63613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6"/>
            <p:cNvSpPr/>
            <p:nvPr/>
          </p:nvSpPr>
          <p:spPr>
            <a:xfrm>
              <a:off x="63613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6"/>
            <p:cNvSpPr/>
            <p:nvPr/>
          </p:nvSpPr>
          <p:spPr>
            <a:xfrm>
              <a:off x="63613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6"/>
            <p:cNvSpPr/>
            <p:nvPr/>
          </p:nvSpPr>
          <p:spPr>
            <a:xfrm>
              <a:off x="63613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6"/>
            <p:cNvSpPr/>
            <p:nvPr/>
          </p:nvSpPr>
          <p:spPr>
            <a:xfrm>
              <a:off x="63613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6"/>
            <p:cNvSpPr/>
            <p:nvPr/>
          </p:nvSpPr>
          <p:spPr>
            <a:xfrm>
              <a:off x="63613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6"/>
            <p:cNvSpPr/>
            <p:nvPr/>
          </p:nvSpPr>
          <p:spPr>
            <a:xfrm>
              <a:off x="63613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6"/>
            <p:cNvSpPr/>
            <p:nvPr/>
          </p:nvSpPr>
          <p:spPr>
            <a:xfrm>
              <a:off x="65119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6"/>
            <p:cNvSpPr/>
            <p:nvPr/>
          </p:nvSpPr>
          <p:spPr>
            <a:xfrm>
              <a:off x="65119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6"/>
            <p:cNvSpPr/>
            <p:nvPr/>
          </p:nvSpPr>
          <p:spPr>
            <a:xfrm>
              <a:off x="65119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6"/>
            <p:cNvSpPr/>
            <p:nvPr/>
          </p:nvSpPr>
          <p:spPr>
            <a:xfrm>
              <a:off x="65119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6"/>
            <p:cNvSpPr/>
            <p:nvPr/>
          </p:nvSpPr>
          <p:spPr>
            <a:xfrm>
              <a:off x="65119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6"/>
            <p:cNvSpPr/>
            <p:nvPr/>
          </p:nvSpPr>
          <p:spPr>
            <a:xfrm>
              <a:off x="65119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6"/>
            <p:cNvSpPr/>
            <p:nvPr/>
          </p:nvSpPr>
          <p:spPr>
            <a:xfrm>
              <a:off x="65119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6"/>
            <p:cNvSpPr/>
            <p:nvPr/>
          </p:nvSpPr>
          <p:spPr>
            <a:xfrm>
              <a:off x="65119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6"/>
            <p:cNvSpPr/>
            <p:nvPr/>
          </p:nvSpPr>
          <p:spPr>
            <a:xfrm>
              <a:off x="66624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6"/>
            <p:cNvSpPr/>
            <p:nvPr/>
          </p:nvSpPr>
          <p:spPr>
            <a:xfrm>
              <a:off x="666240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6"/>
            <p:cNvSpPr/>
            <p:nvPr/>
          </p:nvSpPr>
          <p:spPr>
            <a:xfrm>
              <a:off x="66624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69" name="Google Shape;2069;p6"/>
          <p:cNvGrpSpPr/>
          <p:nvPr/>
        </p:nvGrpSpPr>
        <p:grpSpPr>
          <a:xfrm rot="10800000">
            <a:off x="7682451" y="28707"/>
            <a:ext cx="1140783" cy="5086302"/>
            <a:chOff x="5608825" y="238125"/>
            <a:chExt cx="1174975" cy="5238750"/>
          </a:xfrm>
        </p:grpSpPr>
        <p:sp>
          <p:nvSpPr>
            <p:cNvPr id="2070" name="Google Shape;2070;p6"/>
            <p:cNvSpPr/>
            <p:nvPr/>
          </p:nvSpPr>
          <p:spPr>
            <a:xfrm>
              <a:off x="56088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6"/>
            <p:cNvSpPr/>
            <p:nvPr/>
          </p:nvSpPr>
          <p:spPr>
            <a:xfrm>
              <a:off x="5608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6"/>
            <p:cNvSpPr/>
            <p:nvPr/>
          </p:nvSpPr>
          <p:spPr>
            <a:xfrm>
              <a:off x="5608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6"/>
            <p:cNvSpPr/>
            <p:nvPr/>
          </p:nvSpPr>
          <p:spPr>
            <a:xfrm>
              <a:off x="5608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6"/>
            <p:cNvSpPr/>
            <p:nvPr/>
          </p:nvSpPr>
          <p:spPr>
            <a:xfrm>
              <a:off x="57593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6"/>
            <p:cNvSpPr/>
            <p:nvPr/>
          </p:nvSpPr>
          <p:spPr>
            <a:xfrm>
              <a:off x="57593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6"/>
            <p:cNvSpPr/>
            <p:nvPr/>
          </p:nvSpPr>
          <p:spPr>
            <a:xfrm>
              <a:off x="57593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6"/>
            <p:cNvSpPr/>
            <p:nvPr/>
          </p:nvSpPr>
          <p:spPr>
            <a:xfrm>
              <a:off x="57593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6"/>
            <p:cNvSpPr/>
            <p:nvPr/>
          </p:nvSpPr>
          <p:spPr>
            <a:xfrm>
              <a:off x="57593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6"/>
            <p:cNvSpPr/>
            <p:nvPr/>
          </p:nvSpPr>
          <p:spPr>
            <a:xfrm>
              <a:off x="57593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6"/>
            <p:cNvSpPr/>
            <p:nvPr/>
          </p:nvSpPr>
          <p:spPr>
            <a:xfrm>
              <a:off x="57593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6"/>
            <p:cNvSpPr/>
            <p:nvPr/>
          </p:nvSpPr>
          <p:spPr>
            <a:xfrm>
              <a:off x="57593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6"/>
            <p:cNvSpPr/>
            <p:nvPr/>
          </p:nvSpPr>
          <p:spPr>
            <a:xfrm>
              <a:off x="57593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6"/>
            <p:cNvSpPr/>
            <p:nvPr/>
          </p:nvSpPr>
          <p:spPr>
            <a:xfrm>
              <a:off x="57593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6"/>
            <p:cNvSpPr/>
            <p:nvPr/>
          </p:nvSpPr>
          <p:spPr>
            <a:xfrm>
              <a:off x="57593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6"/>
            <p:cNvSpPr/>
            <p:nvPr/>
          </p:nvSpPr>
          <p:spPr>
            <a:xfrm>
              <a:off x="57593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6"/>
            <p:cNvSpPr/>
            <p:nvPr/>
          </p:nvSpPr>
          <p:spPr>
            <a:xfrm>
              <a:off x="57593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6"/>
            <p:cNvSpPr/>
            <p:nvPr/>
          </p:nvSpPr>
          <p:spPr>
            <a:xfrm>
              <a:off x="57593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6"/>
            <p:cNvSpPr/>
            <p:nvPr/>
          </p:nvSpPr>
          <p:spPr>
            <a:xfrm>
              <a:off x="57593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6"/>
            <p:cNvSpPr/>
            <p:nvPr/>
          </p:nvSpPr>
          <p:spPr>
            <a:xfrm>
              <a:off x="57593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6"/>
            <p:cNvSpPr/>
            <p:nvPr/>
          </p:nvSpPr>
          <p:spPr>
            <a:xfrm>
              <a:off x="57593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6"/>
            <p:cNvSpPr/>
            <p:nvPr/>
          </p:nvSpPr>
          <p:spPr>
            <a:xfrm>
              <a:off x="59098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6"/>
            <p:cNvSpPr/>
            <p:nvPr/>
          </p:nvSpPr>
          <p:spPr>
            <a:xfrm>
              <a:off x="59098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6"/>
            <p:cNvSpPr/>
            <p:nvPr/>
          </p:nvSpPr>
          <p:spPr>
            <a:xfrm>
              <a:off x="59098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6"/>
            <p:cNvSpPr/>
            <p:nvPr/>
          </p:nvSpPr>
          <p:spPr>
            <a:xfrm>
              <a:off x="59098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6"/>
            <p:cNvSpPr/>
            <p:nvPr/>
          </p:nvSpPr>
          <p:spPr>
            <a:xfrm>
              <a:off x="59098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6"/>
            <p:cNvSpPr/>
            <p:nvPr/>
          </p:nvSpPr>
          <p:spPr>
            <a:xfrm>
              <a:off x="59098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6"/>
            <p:cNvSpPr/>
            <p:nvPr/>
          </p:nvSpPr>
          <p:spPr>
            <a:xfrm>
              <a:off x="59098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6"/>
            <p:cNvSpPr/>
            <p:nvPr/>
          </p:nvSpPr>
          <p:spPr>
            <a:xfrm>
              <a:off x="59098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6"/>
            <p:cNvSpPr/>
            <p:nvPr/>
          </p:nvSpPr>
          <p:spPr>
            <a:xfrm>
              <a:off x="59098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6"/>
            <p:cNvSpPr/>
            <p:nvPr/>
          </p:nvSpPr>
          <p:spPr>
            <a:xfrm>
              <a:off x="59098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6"/>
            <p:cNvSpPr/>
            <p:nvPr/>
          </p:nvSpPr>
          <p:spPr>
            <a:xfrm>
              <a:off x="59098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6"/>
            <p:cNvSpPr/>
            <p:nvPr/>
          </p:nvSpPr>
          <p:spPr>
            <a:xfrm>
              <a:off x="59098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6"/>
            <p:cNvSpPr/>
            <p:nvPr/>
          </p:nvSpPr>
          <p:spPr>
            <a:xfrm>
              <a:off x="59098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6"/>
            <p:cNvSpPr/>
            <p:nvPr/>
          </p:nvSpPr>
          <p:spPr>
            <a:xfrm>
              <a:off x="60603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6"/>
            <p:cNvSpPr/>
            <p:nvPr/>
          </p:nvSpPr>
          <p:spPr>
            <a:xfrm>
              <a:off x="606037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6"/>
            <p:cNvSpPr/>
            <p:nvPr/>
          </p:nvSpPr>
          <p:spPr>
            <a:xfrm>
              <a:off x="606037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2107;p6"/>
            <p:cNvSpPr/>
            <p:nvPr/>
          </p:nvSpPr>
          <p:spPr>
            <a:xfrm>
              <a:off x="606037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2108;p6"/>
            <p:cNvSpPr/>
            <p:nvPr/>
          </p:nvSpPr>
          <p:spPr>
            <a:xfrm>
              <a:off x="606037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6"/>
            <p:cNvSpPr/>
            <p:nvPr/>
          </p:nvSpPr>
          <p:spPr>
            <a:xfrm>
              <a:off x="606037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2110;p6"/>
            <p:cNvSpPr/>
            <p:nvPr/>
          </p:nvSpPr>
          <p:spPr>
            <a:xfrm>
              <a:off x="606037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6"/>
            <p:cNvSpPr/>
            <p:nvPr/>
          </p:nvSpPr>
          <p:spPr>
            <a:xfrm>
              <a:off x="606037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6"/>
            <p:cNvSpPr/>
            <p:nvPr/>
          </p:nvSpPr>
          <p:spPr>
            <a:xfrm>
              <a:off x="621087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2113;p6"/>
            <p:cNvSpPr/>
            <p:nvPr/>
          </p:nvSpPr>
          <p:spPr>
            <a:xfrm>
              <a:off x="62108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6"/>
            <p:cNvSpPr/>
            <p:nvPr/>
          </p:nvSpPr>
          <p:spPr>
            <a:xfrm>
              <a:off x="621087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6"/>
            <p:cNvSpPr/>
            <p:nvPr/>
          </p:nvSpPr>
          <p:spPr>
            <a:xfrm>
              <a:off x="621087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6"/>
            <p:cNvSpPr/>
            <p:nvPr/>
          </p:nvSpPr>
          <p:spPr>
            <a:xfrm>
              <a:off x="621087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6"/>
            <p:cNvSpPr/>
            <p:nvPr/>
          </p:nvSpPr>
          <p:spPr>
            <a:xfrm>
              <a:off x="63613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6"/>
            <p:cNvSpPr/>
            <p:nvPr/>
          </p:nvSpPr>
          <p:spPr>
            <a:xfrm>
              <a:off x="63613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6"/>
            <p:cNvSpPr/>
            <p:nvPr/>
          </p:nvSpPr>
          <p:spPr>
            <a:xfrm>
              <a:off x="66624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3 columns">
  <p:cSld name="TITLE_AND_TWO_COLUMNS_1">
    <p:spTree>
      <p:nvGrpSpPr>
        <p:cNvPr id="1" name="Shape 2120"/>
        <p:cNvGrpSpPr/>
        <p:nvPr/>
      </p:nvGrpSpPr>
      <p:grpSpPr>
        <a:xfrm>
          <a:off x="0" y="0"/>
          <a:ext cx="0" cy="0"/>
          <a:chOff x="0" y="0"/>
          <a:chExt cx="0" cy="0"/>
        </a:xfrm>
      </p:grpSpPr>
      <p:sp>
        <p:nvSpPr>
          <p:cNvPr id="2121" name="Google Shape;2121;p7"/>
          <p:cNvSpPr txBox="1">
            <a:spLocks noGrp="1"/>
          </p:cNvSpPr>
          <p:nvPr>
            <p:ph type="title"/>
          </p:nvPr>
        </p:nvSpPr>
        <p:spPr>
          <a:xfrm>
            <a:off x="718300" y="739375"/>
            <a:ext cx="6761100" cy="8574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2122" name="Google Shape;2122;p7"/>
          <p:cNvSpPr txBox="1">
            <a:spLocks noGrp="1"/>
          </p:cNvSpPr>
          <p:nvPr>
            <p:ph type="body" idx="1"/>
          </p:nvPr>
        </p:nvSpPr>
        <p:spPr>
          <a:xfrm>
            <a:off x="718300" y="1755475"/>
            <a:ext cx="2179200" cy="30942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Char char="▪"/>
              <a:defRPr sz="1600"/>
            </a:lvl1pPr>
            <a:lvl2pPr marL="914400" lvl="1" indent="-330200" rtl="0">
              <a:spcBef>
                <a:spcPts val="0"/>
              </a:spcBef>
              <a:spcAft>
                <a:spcPts val="0"/>
              </a:spcAft>
              <a:buSzPts val="1600"/>
              <a:buChar char="▫"/>
              <a:defRPr sz="1600"/>
            </a:lvl2pPr>
            <a:lvl3pPr marL="1371600" lvl="2" indent="-330200" rtl="0">
              <a:spcBef>
                <a:spcPts val="0"/>
              </a:spcBef>
              <a:spcAft>
                <a:spcPts val="0"/>
              </a:spcAft>
              <a:buSzPts val="1600"/>
              <a:buChar char="▫"/>
              <a:defRPr sz="1600"/>
            </a:lvl3pPr>
            <a:lvl4pPr marL="1828800" lvl="3" indent="-330200" rtl="0">
              <a:spcBef>
                <a:spcPts val="0"/>
              </a:spcBef>
              <a:spcAft>
                <a:spcPts val="0"/>
              </a:spcAft>
              <a:buSzPts val="1600"/>
              <a:buChar char="▫"/>
              <a:defRPr sz="1600"/>
            </a:lvl4pPr>
            <a:lvl5pPr marL="2286000" lvl="4" indent="-330200" rtl="0">
              <a:spcBef>
                <a:spcPts val="0"/>
              </a:spcBef>
              <a:spcAft>
                <a:spcPts val="0"/>
              </a:spcAft>
              <a:buSzPts val="1600"/>
              <a:buChar char="▫"/>
              <a:defRPr sz="1600"/>
            </a:lvl5pPr>
            <a:lvl6pPr marL="2743200" lvl="5" indent="-330200" rtl="0">
              <a:spcBef>
                <a:spcPts val="0"/>
              </a:spcBef>
              <a:spcAft>
                <a:spcPts val="0"/>
              </a:spcAft>
              <a:buSzPts val="1600"/>
              <a:buChar char="▫"/>
              <a:defRPr sz="1600"/>
            </a:lvl6pPr>
            <a:lvl7pPr marL="3200400" lvl="6" indent="-330200" rtl="0">
              <a:spcBef>
                <a:spcPts val="0"/>
              </a:spcBef>
              <a:spcAft>
                <a:spcPts val="0"/>
              </a:spcAft>
              <a:buSzPts val="1600"/>
              <a:buChar char="●"/>
              <a:defRPr sz="1600"/>
            </a:lvl7pPr>
            <a:lvl8pPr marL="3657600" lvl="7" indent="-330200" rtl="0">
              <a:spcBef>
                <a:spcPts val="0"/>
              </a:spcBef>
              <a:spcAft>
                <a:spcPts val="0"/>
              </a:spcAft>
              <a:buSzPts val="1600"/>
              <a:buChar char="○"/>
              <a:defRPr sz="1600"/>
            </a:lvl8pPr>
            <a:lvl9pPr marL="4114800" lvl="8" indent="-330200" rtl="0">
              <a:spcBef>
                <a:spcPts val="0"/>
              </a:spcBef>
              <a:spcAft>
                <a:spcPts val="0"/>
              </a:spcAft>
              <a:buSzPts val="1600"/>
              <a:buChar char="■"/>
              <a:defRPr sz="1600"/>
            </a:lvl9pPr>
          </a:lstStyle>
          <a:p>
            <a:endParaRPr/>
          </a:p>
        </p:txBody>
      </p:sp>
      <p:sp>
        <p:nvSpPr>
          <p:cNvPr id="2123" name="Google Shape;2123;p7"/>
          <p:cNvSpPr txBox="1">
            <a:spLocks noGrp="1"/>
          </p:cNvSpPr>
          <p:nvPr>
            <p:ph type="body" idx="2"/>
          </p:nvPr>
        </p:nvSpPr>
        <p:spPr>
          <a:xfrm>
            <a:off x="3009263" y="1755475"/>
            <a:ext cx="2179200" cy="30942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Char char="▪"/>
              <a:defRPr sz="1600"/>
            </a:lvl1pPr>
            <a:lvl2pPr marL="914400" lvl="1" indent="-330200" rtl="0">
              <a:spcBef>
                <a:spcPts val="0"/>
              </a:spcBef>
              <a:spcAft>
                <a:spcPts val="0"/>
              </a:spcAft>
              <a:buSzPts val="1600"/>
              <a:buChar char="▫"/>
              <a:defRPr sz="1600"/>
            </a:lvl2pPr>
            <a:lvl3pPr marL="1371600" lvl="2" indent="-330200" rtl="0">
              <a:spcBef>
                <a:spcPts val="0"/>
              </a:spcBef>
              <a:spcAft>
                <a:spcPts val="0"/>
              </a:spcAft>
              <a:buSzPts val="1600"/>
              <a:buChar char="▫"/>
              <a:defRPr sz="1600"/>
            </a:lvl3pPr>
            <a:lvl4pPr marL="1828800" lvl="3" indent="-330200" rtl="0">
              <a:spcBef>
                <a:spcPts val="0"/>
              </a:spcBef>
              <a:spcAft>
                <a:spcPts val="0"/>
              </a:spcAft>
              <a:buSzPts val="1600"/>
              <a:buChar char="▫"/>
              <a:defRPr sz="1600"/>
            </a:lvl4pPr>
            <a:lvl5pPr marL="2286000" lvl="4" indent="-330200" rtl="0">
              <a:spcBef>
                <a:spcPts val="0"/>
              </a:spcBef>
              <a:spcAft>
                <a:spcPts val="0"/>
              </a:spcAft>
              <a:buSzPts val="1600"/>
              <a:buChar char="▫"/>
              <a:defRPr sz="1600"/>
            </a:lvl5pPr>
            <a:lvl6pPr marL="2743200" lvl="5" indent="-330200" rtl="0">
              <a:spcBef>
                <a:spcPts val="0"/>
              </a:spcBef>
              <a:spcAft>
                <a:spcPts val="0"/>
              </a:spcAft>
              <a:buSzPts val="1600"/>
              <a:buChar char="▫"/>
              <a:defRPr sz="1600"/>
            </a:lvl6pPr>
            <a:lvl7pPr marL="3200400" lvl="6" indent="-330200" rtl="0">
              <a:spcBef>
                <a:spcPts val="0"/>
              </a:spcBef>
              <a:spcAft>
                <a:spcPts val="0"/>
              </a:spcAft>
              <a:buSzPts val="1600"/>
              <a:buChar char="●"/>
              <a:defRPr sz="1600"/>
            </a:lvl7pPr>
            <a:lvl8pPr marL="3657600" lvl="7" indent="-330200" rtl="0">
              <a:spcBef>
                <a:spcPts val="0"/>
              </a:spcBef>
              <a:spcAft>
                <a:spcPts val="0"/>
              </a:spcAft>
              <a:buSzPts val="1600"/>
              <a:buChar char="○"/>
              <a:defRPr sz="1600"/>
            </a:lvl8pPr>
            <a:lvl9pPr marL="4114800" lvl="8" indent="-330200" rtl="0">
              <a:spcBef>
                <a:spcPts val="0"/>
              </a:spcBef>
              <a:spcAft>
                <a:spcPts val="0"/>
              </a:spcAft>
              <a:buSzPts val="1600"/>
              <a:buChar char="■"/>
              <a:defRPr sz="1600"/>
            </a:lvl9pPr>
          </a:lstStyle>
          <a:p>
            <a:endParaRPr/>
          </a:p>
        </p:txBody>
      </p:sp>
      <p:sp>
        <p:nvSpPr>
          <p:cNvPr id="2124" name="Google Shape;2124;p7"/>
          <p:cNvSpPr txBox="1">
            <a:spLocks noGrp="1"/>
          </p:cNvSpPr>
          <p:nvPr>
            <p:ph type="body" idx="3"/>
          </p:nvPr>
        </p:nvSpPr>
        <p:spPr>
          <a:xfrm>
            <a:off x="5300226" y="1755475"/>
            <a:ext cx="2179200" cy="30942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Char char="▪"/>
              <a:defRPr sz="1600"/>
            </a:lvl1pPr>
            <a:lvl2pPr marL="914400" lvl="1" indent="-330200" rtl="0">
              <a:spcBef>
                <a:spcPts val="0"/>
              </a:spcBef>
              <a:spcAft>
                <a:spcPts val="0"/>
              </a:spcAft>
              <a:buSzPts val="1600"/>
              <a:buChar char="▫"/>
              <a:defRPr sz="1600"/>
            </a:lvl2pPr>
            <a:lvl3pPr marL="1371600" lvl="2" indent="-330200" rtl="0">
              <a:spcBef>
                <a:spcPts val="0"/>
              </a:spcBef>
              <a:spcAft>
                <a:spcPts val="0"/>
              </a:spcAft>
              <a:buSzPts val="1600"/>
              <a:buChar char="▫"/>
              <a:defRPr sz="1600"/>
            </a:lvl3pPr>
            <a:lvl4pPr marL="1828800" lvl="3" indent="-330200" rtl="0">
              <a:spcBef>
                <a:spcPts val="0"/>
              </a:spcBef>
              <a:spcAft>
                <a:spcPts val="0"/>
              </a:spcAft>
              <a:buSzPts val="1600"/>
              <a:buChar char="▫"/>
              <a:defRPr sz="1600"/>
            </a:lvl4pPr>
            <a:lvl5pPr marL="2286000" lvl="4" indent="-330200" rtl="0">
              <a:spcBef>
                <a:spcPts val="0"/>
              </a:spcBef>
              <a:spcAft>
                <a:spcPts val="0"/>
              </a:spcAft>
              <a:buSzPts val="1600"/>
              <a:buChar char="▫"/>
              <a:defRPr sz="1600"/>
            </a:lvl5pPr>
            <a:lvl6pPr marL="2743200" lvl="5" indent="-330200" rtl="0">
              <a:spcBef>
                <a:spcPts val="0"/>
              </a:spcBef>
              <a:spcAft>
                <a:spcPts val="0"/>
              </a:spcAft>
              <a:buSzPts val="1600"/>
              <a:buChar char="▫"/>
              <a:defRPr sz="1600"/>
            </a:lvl6pPr>
            <a:lvl7pPr marL="3200400" lvl="6" indent="-330200" rtl="0">
              <a:spcBef>
                <a:spcPts val="0"/>
              </a:spcBef>
              <a:spcAft>
                <a:spcPts val="0"/>
              </a:spcAft>
              <a:buSzPts val="1600"/>
              <a:buChar char="●"/>
              <a:defRPr sz="1600"/>
            </a:lvl7pPr>
            <a:lvl8pPr marL="3657600" lvl="7" indent="-330200" rtl="0">
              <a:spcBef>
                <a:spcPts val="0"/>
              </a:spcBef>
              <a:spcAft>
                <a:spcPts val="0"/>
              </a:spcAft>
              <a:buSzPts val="1600"/>
              <a:buChar char="○"/>
              <a:defRPr sz="1600"/>
            </a:lvl8pPr>
            <a:lvl9pPr marL="4114800" lvl="8" indent="-330200" rtl="0">
              <a:spcBef>
                <a:spcPts val="0"/>
              </a:spcBef>
              <a:spcAft>
                <a:spcPts val="0"/>
              </a:spcAft>
              <a:buSzPts val="1600"/>
              <a:buChar char="■"/>
              <a:defRPr sz="1600"/>
            </a:lvl9pPr>
          </a:lstStyle>
          <a:p>
            <a:endParaRPr/>
          </a:p>
        </p:txBody>
      </p:sp>
      <p:sp>
        <p:nvSpPr>
          <p:cNvPr id="2125" name="Google Shape;2125;p7"/>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grpSp>
        <p:nvGrpSpPr>
          <p:cNvPr id="2126" name="Google Shape;2126;p7"/>
          <p:cNvGrpSpPr/>
          <p:nvPr/>
        </p:nvGrpSpPr>
        <p:grpSpPr>
          <a:xfrm rot="10800000">
            <a:off x="8851487" y="28707"/>
            <a:ext cx="264012" cy="5086302"/>
            <a:chOff x="5307800" y="238125"/>
            <a:chExt cx="271925" cy="5238750"/>
          </a:xfrm>
        </p:grpSpPr>
        <p:sp>
          <p:nvSpPr>
            <p:cNvPr id="2127" name="Google Shape;2127;p7"/>
            <p:cNvSpPr/>
            <p:nvPr/>
          </p:nvSpPr>
          <p:spPr>
            <a:xfrm>
              <a:off x="53078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2128;p7"/>
            <p:cNvSpPr/>
            <p:nvPr/>
          </p:nvSpPr>
          <p:spPr>
            <a:xfrm>
              <a:off x="53078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9" name="Google Shape;2129;p7"/>
            <p:cNvSpPr/>
            <p:nvPr/>
          </p:nvSpPr>
          <p:spPr>
            <a:xfrm>
              <a:off x="53078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0" name="Google Shape;2130;p7"/>
            <p:cNvSpPr/>
            <p:nvPr/>
          </p:nvSpPr>
          <p:spPr>
            <a:xfrm>
              <a:off x="53078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1" name="Google Shape;2131;p7"/>
            <p:cNvSpPr/>
            <p:nvPr/>
          </p:nvSpPr>
          <p:spPr>
            <a:xfrm>
              <a:off x="53078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7"/>
            <p:cNvSpPr/>
            <p:nvPr/>
          </p:nvSpPr>
          <p:spPr>
            <a:xfrm>
              <a:off x="53078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7"/>
            <p:cNvSpPr/>
            <p:nvPr/>
          </p:nvSpPr>
          <p:spPr>
            <a:xfrm>
              <a:off x="53078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7"/>
            <p:cNvSpPr/>
            <p:nvPr/>
          </p:nvSpPr>
          <p:spPr>
            <a:xfrm>
              <a:off x="53078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5" name="Google Shape;2135;p7"/>
            <p:cNvSpPr/>
            <p:nvPr/>
          </p:nvSpPr>
          <p:spPr>
            <a:xfrm>
              <a:off x="53078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7"/>
            <p:cNvSpPr/>
            <p:nvPr/>
          </p:nvSpPr>
          <p:spPr>
            <a:xfrm>
              <a:off x="53078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7"/>
            <p:cNvSpPr/>
            <p:nvPr/>
          </p:nvSpPr>
          <p:spPr>
            <a:xfrm>
              <a:off x="53078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7"/>
            <p:cNvSpPr/>
            <p:nvPr/>
          </p:nvSpPr>
          <p:spPr>
            <a:xfrm>
              <a:off x="53078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7"/>
            <p:cNvSpPr/>
            <p:nvPr/>
          </p:nvSpPr>
          <p:spPr>
            <a:xfrm>
              <a:off x="53078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7"/>
            <p:cNvSpPr/>
            <p:nvPr/>
          </p:nvSpPr>
          <p:spPr>
            <a:xfrm>
              <a:off x="53078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7"/>
            <p:cNvSpPr/>
            <p:nvPr/>
          </p:nvSpPr>
          <p:spPr>
            <a:xfrm>
              <a:off x="53078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7"/>
            <p:cNvSpPr/>
            <p:nvPr/>
          </p:nvSpPr>
          <p:spPr>
            <a:xfrm>
              <a:off x="53078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7"/>
            <p:cNvSpPr/>
            <p:nvPr/>
          </p:nvSpPr>
          <p:spPr>
            <a:xfrm>
              <a:off x="53078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7"/>
            <p:cNvSpPr/>
            <p:nvPr/>
          </p:nvSpPr>
          <p:spPr>
            <a:xfrm>
              <a:off x="53078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5" name="Google Shape;2145;p7"/>
            <p:cNvSpPr/>
            <p:nvPr/>
          </p:nvSpPr>
          <p:spPr>
            <a:xfrm>
              <a:off x="53078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7"/>
            <p:cNvSpPr/>
            <p:nvPr/>
          </p:nvSpPr>
          <p:spPr>
            <a:xfrm>
              <a:off x="53078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7"/>
            <p:cNvSpPr/>
            <p:nvPr/>
          </p:nvSpPr>
          <p:spPr>
            <a:xfrm>
              <a:off x="53078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7"/>
            <p:cNvSpPr/>
            <p:nvPr/>
          </p:nvSpPr>
          <p:spPr>
            <a:xfrm>
              <a:off x="53078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7"/>
            <p:cNvSpPr/>
            <p:nvPr/>
          </p:nvSpPr>
          <p:spPr>
            <a:xfrm>
              <a:off x="53078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7"/>
            <p:cNvSpPr/>
            <p:nvPr/>
          </p:nvSpPr>
          <p:spPr>
            <a:xfrm>
              <a:off x="53078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7"/>
            <p:cNvSpPr/>
            <p:nvPr/>
          </p:nvSpPr>
          <p:spPr>
            <a:xfrm>
              <a:off x="53078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7"/>
            <p:cNvSpPr/>
            <p:nvPr/>
          </p:nvSpPr>
          <p:spPr>
            <a:xfrm>
              <a:off x="53078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7"/>
            <p:cNvSpPr/>
            <p:nvPr/>
          </p:nvSpPr>
          <p:spPr>
            <a:xfrm>
              <a:off x="53078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7"/>
            <p:cNvSpPr/>
            <p:nvPr/>
          </p:nvSpPr>
          <p:spPr>
            <a:xfrm>
              <a:off x="53078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7"/>
            <p:cNvSpPr/>
            <p:nvPr/>
          </p:nvSpPr>
          <p:spPr>
            <a:xfrm>
              <a:off x="53078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7"/>
            <p:cNvSpPr/>
            <p:nvPr/>
          </p:nvSpPr>
          <p:spPr>
            <a:xfrm>
              <a:off x="53078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7"/>
            <p:cNvSpPr/>
            <p:nvPr/>
          </p:nvSpPr>
          <p:spPr>
            <a:xfrm>
              <a:off x="53078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7"/>
            <p:cNvSpPr/>
            <p:nvPr/>
          </p:nvSpPr>
          <p:spPr>
            <a:xfrm>
              <a:off x="53078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7"/>
            <p:cNvSpPr/>
            <p:nvPr/>
          </p:nvSpPr>
          <p:spPr>
            <a:xfrm>
              <a:off x="53078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0" name="Google Shape;2160;p7"/>
            <p:cNvSpPr/>
            <p:nvPr/>
          </p:nvSpPr>
          <p:spPr>
            <a:xfrm>
              <a:off x="53078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1" name="Google Shape;2161;p7"/>
            <p:cNvSpPr/>
            <p:nvPr/>
          </p:nvSpPr>
          <p:spPr>
            <a:xfrm>
              <a:off x="53078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7"/>
            <p:cNvSpPr/>
            <p:nvPr/>
          </p:nvSpPr>
          <p:spPr>
            <a:xfrm>
              <a:off x="545832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2163;p7"/>
            <p:cNvSpPr/>
            <p:nvPr/>
          </p:nvSpPr>
          <p:spPr>
            <a:xfrm>
              <a:off x="545832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7"/>
            <p:cNvSpPr/>
            <p:nvPr/>
          </p:nvSpPr>
          <p:spPr>
            <a:xfrm>
              <a:off x="545832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7"/>
            <p:cNvSpPr/>
            <p:nvPr/>
          </p:nvSpPr>
          <p:spPr>
            <a:xfrm>
              <a:off x="545832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7"/>
            <p:cNvSpPr/>
            <p:nvPr/>
          </p:nvSpPr>
          <p:spPr>
            <a:xfrm>
              <a:off x="545832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7"/>
            <p:cNvSpPr/>
            <p:nvPr/>
          </p:nvSpPr>
          <p:spPr>
            <a:xfrm>
              <a:off x="545832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7"/>
            <p:cNvSpPr/>
            <p:nvPr/>
          </p:nvSpPr>
          <p:spPr>
            <a:xfrm>
              <a:off x="545832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7"/>
            <p:cNvSpPr/>
            <p:nvPr/>
          </p:nvSpPr>
          <p:spPr>
            <a:xfrm>
              <a:off x="545832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2170;p7"/>
            <p:cNvSpPr/>
            <p:nvPr/>
          </p:nvSpPr>
          <p:spPr>
            <a:xfrm>
              <a:off x="545832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7"/>
            <p:cNvSpPr/>
            <p:nvPr/>
          </p:nvSpPr>
          <p:spPr>
            <a:xfrm>
              <a:off x="545832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7"/>
            <p:cNvSpPr/>
            <p:nvPr/>
          </p:nvSpPr>
          <p:spPr>
            <a:xfrm>
              <a:off x="545832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7"/>
            <p:cNvSpPr/>
            <p:nvPr/>
          </p:nvSpPr>
          <p:spPr>
            <a:xfrm>
              <a:off x="545832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7"/>
            <p:cNvSpPr/>
            <p:nvPr/>
          </p:nvSpPr>
          <p:spPr>
            <a:xfrm>
              <a:off x="545832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7"/>
            <p:cNvSpPr/>
            <p:nvPr/>
          </p:nvSpPr>
          <p:spPr>
            <a:xfrm>
              <a:off x="545832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7"/>
            <p:cNvSpPr/>
            <p:nvPr/>
          </p:nvSpPr>
          <p:spPr>
            <a:xfrm>
              <a:off x="545832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7"/>
            <p:cNvSpPr/>
            <p:nvPr/>
          </p:nvSpPr>
          <p:spPr>
            <a:xfrm>
              <a:off x="545832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7"/>
            <p:cNvSpPr/>
            <p:nvPr/>
          </p:nvSpPr>
          <p:spPr>
            <a:xfrm>
              <a:off x="545832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7"/>
            <p:cNvSpPr/>
            <p:nvPr/>
          </p:nvSpPr>
          <p:spPr>
            <a:xfrm>
              <a:off x="545832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7"/>
            <p:cNvSpPr/>
            <p:nvPr/>
          </p:nvSpPr>
          <p:spPr>
            <a:xfrm>
              <a:off x="545832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7"/>
            <p:cNvSpPr/>
            <p:nvPr/>
          </p:nvSpPr>
          <p:spPr>
            <a:xfrm>
              <a:off x="545832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7"/>
            <p:cNvSpPr/>
            <p:nvPr/>
          </p:nvSpPr>
          <p:spPr>
            <a:xfrm>
              <a:off x="545832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7"/>
            <p:cNvSpPr/>
            <p:nvPr/>
          </p:nvSpPr>
          <p:spPr>
            <a:xfrm>
              <a:off x="545832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84" name="Google Shape;2184;p7"/>
          <p:cNvGrpSpPr/>
          <p:nvPr/>
        </p:nvGrpSpPr>
        <p:grpSpPr>
          <a:xfrm rot="10800000">
            <a:off x="7828571" y="28707"/>
            <a:ext cx="1140783" cy="5086302"/>
            <a:chOff x="5458325" y="238125"/>
            <a:chExt cx="1174975" cy="5238750"/>
          </a:xfrm>
        </p:grpSpPr>
        <p:sp>
          <p:nvSpPr>
            <p:cNvPr id="2185" name="Google Shape;2185;p7"/>
            <p:cNvSpPr/>
            <p:nvPr/>
          </p:nvSpPr>
          <p:spPr>
            <a:xfrm>
              <a:off x="545832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7"/>
            <p:cNvSpPr/>
            <p:nvPr/>
          </p:nvSpPr>
          <p:spPr>
            <a:xfrm>
              <a:off x="545832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7"/>
            <p:cNvSpPr/>
            <p:nvPr/>
          </p:nvSpPr>
          <p:spPr>
            <a:xfrm>
              <a:off x="545832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7"/>
            <p:cNvSpPr/>
            <p:nvPr/>
          </p:nvSpPr>
          <p:spPr>
            <a:xfrm>
              <a:off x="545832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7"/>
            <p:cNvSpPr/>
            <p:nvPr/>
          </p:nvSpPr>
          <p:spPr>
            <a:xfrm>
              <a:off x="545832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7"/>
            <p:cNvSpPr/>
            <p:nvPr/>
          </p:nvSpPr>
          <p:spPr>
            <a:xfrm>
              <a:off x="545832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7"/>
            <p:cNvSpPr/>
            <p:nvPr/>
          </p:nvSpPr>
          <p:spPr>
            <a:xfrm>
              <a:off x="545832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2192;p7"/>
            <p:cNvSpPr/>
            <p:nvPr/>
          </p:nvSpPr>
          <p:spPr>
            <a:xfrm>
              <a:off x="545832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7"/>
            <p:cNvSpPr/>
            <p:nvPr/>
          </p:nvSpPr>
          <p:spPr>
            <a:xfrm>
              <a:off x="545832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7"/>
            <p:cNvSpPr/>
            <p:nvPr/>
          </p:nvSpPr>
          <p:spPr>
            <a:xfrm>
              <a:off x="545832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7"/>
            <p:cNvSpPr/>
            <p:nvPr/>
          </p:nvSpPr>
          <p:spPr>
            <a:xfrm>
              <a:off x="545832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2196;p7"/>
            <p:cNvSpPr/>
            <p:nvPr/>
          </p:nvSpPr>
          <p:spPr>
            <a:xfrm>
              <a:off x="545832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2197;p7"/>
            <p:cNvSpPr/>
            <p:nvPr/>
          </p:nvSpPr>
          <p:spPr>
            <a:xfrm>
              <a:off x="545832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2198;p7"/>
            <p:cNvSpPr/>
            <p:nvPr/>
          </p:nvSpPr>
          <p:spPr>
            <a:xfrm>
              <a:off x="5608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2199;p7"/>
            <p:cNvSpPr/>
            <p:nvPr/>
          </p:nvSpPr>
          <p:spPr>
            <a:xfrm>
              <a:off x="56088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2200;p7"/>
            <p:cNvSpPr/>
            <p:nvPr/>
          </p:nvSpPr>
          <p:spPr>
            <a:xfrm>
              <a:off x="5608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7"/>
            <p:cNvSpPr/>
            <p:nvPr/>
          </p:nvSpPr>
          <p:spPr>
            <a:xfrm>
              <a:off x="56088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2202;p7"/>
            <p:cNvSpPr/>
            <p:nvPr/>
          </p:nvSpPr>
          <p:spPr>
            <a:xfrm>
              <a:off x="5608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2203;p7"/>
            <p:cNvSpPr/>
            <p:nvPr/>
          </p:nvSpPr>
          <p:spPr>
            <a:xfrm>
              <a:off x="56088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4" name="Google Shape;2204;p7"/>
            <p:cNvSpPr/>
            <p:nvPr/>
          </p:nvSpPr>
          <p:spPr>
            <a:xfrm>
              <a:off x="56088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2205;p7"/>
            <p:cNvSpPr/>
            <p:nvPr/>
          </p:nvSpPr>
          <p:spPr>
            <a:xfrm>
              <a:off x="5608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7"/>
            <p:cNvSpPr/>
            <p:nvPr/>
          </p:nvSpPr>
          <p:spPr>
            <a:xfrm>
              <a:off x="5608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7"/>
            <p:cNvSpPr/>
            <p:nvPr/>
          </p:nvSpPr>
          <p:spPr>
            <a:xfrm>
              <a:off x="56088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7"/>
            <p:cNvSpPr/>
            <p:nvPr/>
          </p:nvSpPr>
          <p:spPr>
            <a:xfrm>
              <a:off x="56088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7"/>
            <p:cNvSpPr/>
            <p:nvPr/>
          </p:nvSpPr>
          <p:spPr>
            <a:xfrm>
              <a:off x="56088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7"/>
            <p:cNvSpPr/>
            <p:nvPr/>
          </p:nvSpPr>
          <p:spPr>
            <a:xfrm>
              <a:off x="5608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7"/>
            <p:cNvSpPr/>
            <p:nvPr/>
          </p:nvSpPr>
          <p:spPr>
            <a:xfrm>
              <a:off x="56088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7"/>
            <p:cNvSpPr/>
            <p:nvPr/>
          </p:nvSpPr>
          <p:spPr>
            <a:xfrm>
              <a:off x="5608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7"/>
            <p:cNvSpPr/>
            <p:nvPr/>
          </p:nvSpPr>
          <p:spPr>
            <a:xfrm>
              <a:off x="5608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7"/>
            <p:cNvSpPr/>
            <p:nvPr/>
          </p:nvSpPr>
          <p:spPr>
            <a:xfrm>
              <a:off x="5608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7"/>
            <p:cNvSpPr/>
            <p:nvPr/>
          </p:nvSpPr>
          <p:spPr>
            <a:xfrm>
              <a:off x="56088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7"/>
            <p:cNvSpPr/>
            <p:nvPr/>
          </p:nvSpPr>
          <p:spPr>
            <a:xfrm>
              <a:off x="56088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7"/>
            <p:cNvSpPr/>
            <p:nvPr/>
          </p:nvSpPr>
          <p:spPr>
            <a:xfrm>
              <a:off x="5608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7"/>
            <p:cNvSpPr/>
            <p:nvPr/>
          </p:nvSpPr>
          <p:spPr>
            <a:xfrm>
              <a:off x="5608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7"/>
            <p:cNvSpPr/>
            <p:nvPr/>
          </p:nvSpPr>
          <p:spPr>
            <a:xfrm>
              <a:off x="5608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7"/>
            <p:cNvSpPr/>
            <p:nvPr/>
          </p:nvSpPr>
          <p:spPr>
            <a:xfrm>
              <a:off x="56088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7"/>
            <p:cNvSpPr/>
            <p:nvPr/>
          </p:nvSpPr>
          <p:spPr>
            <a:xfrm>
              <a:off x="5608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7"/>
            <p:cNvSpPr/>
            <p:nvPr/>
          </p:nvSpPr>
          <p:spPr>
            <a:xfrm>
              <a:off x="56088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7"/>
            <p:cNvSpPr/>
            <p:nvPr/>
          </p:nvSpPr>
          <p:spPr>
            <a:xfrm>
              <a:off x="56088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7"/>
            <p:cNvSpPr/>
            <p:nvPr/>
          </p:nvSpPr>
          <p:spPr>
            <a:xfrm>
              <a:off x="56088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7"/>
            <p:cNvSpPr/>
            <p:nvPr/>
          </p:nvSpPr>
          <p:spPr>
            <a:xfrm>
              <a:off x="5608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7"/>
            <p:cNvSpPr/>
            <p:nvPr/>
          </p:nvSpPr>
          <p:spPr>
            <a:xfrm>
              <a:off x="56088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7"/>
            <p:cNvSpPr/>
            <p:nvPr/>
          </p:nvSpPr>
          <p:spPr>
            <a:xfrm>
              <a:off x="5608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7"/>
            <p:cNvSpPr/>
            <p:nvPr/>
          </p:nvSpPr>
          <p:spPr>
            <a:xfrm>
              <a:off x="5608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7"/>
            <p:cNvSpPr/>
            <p:nvPr/>
          </p:nvSpPr>
          <p:spPr>
            <a:xfrm>
              <a:off x="57593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7"/>
            <p:cNvSpPr/>
            <p:nvPr/>
          </p:nvSpPr>
          <p:spPr>
            <a:xfrm>
              <a:off x="57593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7"/>
            <p:cNvSpPr/>
            <p:nvPr/>
          </p:nvSpPr>
          <p:spPr>
            <a:xfrm>
              <a:off x="57593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7"/>
            <p:cNvSpPr/>
            <p:nvPr/>
          </p:nvSpPr>
          <p:spPr>
            <a:xfrm>
              <a:off x="57593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7"/>
            <p:cNvSpPr/>
            <p:nvPr/>
          </p:nvSpPr>
          <p:spPr>
            <a:xfrm>
              <a:off x="57593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2234;p7"/>
            <p:cNvSpPr/>
            <p:nvPr/>
          </p:nvSpPr>
          <p:spPr>
            <a:xfrm>
              <a:off x="57593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2235;p7"/>
            <p:cNvSpPr/>
            <p:nvPr/>
          </p:nvSpPr>
          <p:spPr>
            <a:xfrm>
              <a:off x="57593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7"/>
            <p:cNvSpPr/>
            <p:nvPr/>
          </p:nvSpPr>
          <p:spPr>
            <a:xfrm>
              <a:off x="57593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2237;p7"/>
            <p:cNvSpPr/>
            <p:nvPr/>
          </p:nvSpPr>
          <p:spPr>
            <a:xfrm>
              <a:off x="57593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2238;p7"/>
            <p:cNvSpPr/>
            <p:nvPr/>
          </p:nvSpPr>
          <p:spPr>
            <a:xfrm>
              <a:off x="57593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2239;p7"/>
            <p:cNvSpPr/>
            <p:nvPr/>
          </p:nvSpPr>
          <p:spPr>
            <a:xfrm>
              <a:off x="57593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2240;p7"/>
            <p:cNvSpPr/>
            <p:nvPr/>
          </p:nvSpPr>
          <p:spPr>
            <a:xfrm>
              <a:off x="59098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7"/>
            <p:cNvSpPr/>
            <p:nvPr/>
          </p:nvSpPr>
          <p:spPr>
            <a:xfrm>
              <a:off x="59098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7"/>
            <p:cNvSpPr/>
            <p:nvPr/>
          </p:nvSpPr>
          <p:spPr>
            <a:xfrm>
              <a:off x="59098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7"/>
            <p:cNvSpPr/>
            <p:nvPr/>
          </p:nvSpPr>
          <p:spPr>
            <a:xfrm>
              <a:off x="606037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7"/>
            <p:cNvSpPr/>
            <p:nvPr/>
          </p:nvSpPr>
          <p:spPr>
            <a:xfrm>
              <a:off x="62108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7"/>
            <p:cNvSpPr/>
            <p:nvPr/>
          </p:nvSpPr>
          <p:spPr>
            <a:xfrm>
              <a:off x="621087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7"/>
            <p:cNvSpPr/>
            <p:nvPr/>
          </p:nvSpPr>
          <p:spPr>
            <a:xfrm>
              <a:off x="65119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47" name="Google Shape;2247;p7"/>
          <p:cNvGrpSpPr/>
          <p:nvPr/>
        </p:nvGrpSpPr>
        <p:grpSpPr>
          <a:xfrm rot="10800000">
            <a:off x="7682451" y="28707"/>
            <a:ext cx="994639" cy="4940182"/>
            <a:chOff x="5759350" y="388625"/>
            <a:chExt cx="1024450" cy="5088250"/>
          </a:xfrm>
        </p:grpSpPr>
        <p:sp>
          <p:nvSpPr>
            <p:cNvPr id="2248" name="Google Shape;2248;p7"/>
            <p:cNvSpPr/>
            <p:nvPr/>
          </p:nvSpPr>
          <p:spPr>
            <a:xfrm>
              <a:off x="57593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7"/>
            <p:cNvSpPr/>
            <p:nvPr/>
          </p:nvSpPr>
          <p:spPr>
            <a:xfrm>
              <a:off x="57593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7"/>
            <p:cNvSpPr/>
            <p:nvPr/>
          </p:nvSpPr>
          <p:spPr>
            <a:xfrm>
              <a:off x="57593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7"/>
            <p:cNvSpPr/>
            <p:nvPr/>
          </p:nvSpPr>
          <p:spPr>
            <a:xfrm>
              <a:off x="57593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7"/>
            <p:cNvSpPr/>
            <p:nvPr/>
          </p:nvSpPr>
          <p:spPr>
            <a:xfrm>
              <a:off x="57593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7"/>
            <p:cNvSpPr/>
            <p:nvPr/>
          </p:nvSpPr>
          <p:spPr>
            <a:xfrm>
              <a:off x="57593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7"/>
            <p:cNvSpPr/>
            <p:nvPr/>
          </p:nvSpPr>
          <p:spPr>
            <a:xfrm>
              <a:off x="57593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7"/>
            <p:cNvSpPr/>
            <p:nvPr/>
          </p:nvSpPr>
          <p:spPr>
            <a:xfrm>
              <a:off x="59098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7"/>
            <p:cNvSpPr/>
            <p:nvPr/>
          </p:nvSpPr>
          <p:spPr>
            <a:xfrm>
              <a:off x="59098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7"/>
            <p:cNvSpPr/>
            <p:nvPr/>
          </p:nvSpPr>
          <p:spPr>
            <a:xfrm>
              <a:off x="59098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7"/>
            <p:cNvSpPr/>
            <p:nvPr/>
          </p:nvSpPr>
          <p:spPr>
            <a:xfrm>
              <a:off x="59098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7"/>
            <p:cNvSpPr/>
            <p:nvPr/>
          </p:nvSpPr>
          <p:spPr>
            <a:xfrm>
              <a:off x="59098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7"/>
            <p:cNvSpPr/>
            <p:nvPr/>
          </p:nvSpPr>
          <p:spPr>
            <a:xfrm>
              <a:off x="59098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7"/>
            <p:cNvSpPr/>
            <p:nvPr/>
          </p:nvSpPr>
          <p:spPr>
            <a:xfrm>
              <a:off x="59098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7"/>
            <p:cNvSpPr/>
            <p:nvPr/>
          </p:nvSpPr>
          <p:spPr>
            <a:xfrm>
              <a:off x="59098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7"/>
            <p:cNvSpPr/>
            <p:nvPr/>
          </p:nvSpPr>
          <p:spPr>
            <a:xfrm>
              <a:off x="59098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7"/>
            <p:cNvSpPr/>
            <p:nvPr/>
          </p:nvSpPr>
          <p:spPr>
            <a:xfrm>
              <a:off x="59098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7"/>
            <p:cNvSpPr/>
            <p:nvPr/>
          </p:nvSpPr>
          <p:spPr>
            <a:xfrm>
              <a:off x="59098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7"/>
            <p:cNvSpPr/>
            <p:nvPr/>
          </p:nvSpPr>
          <p:spPr>
            <a:xfrm>
              <a:off x="59098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7"/>
            <p:cNvSpPr/>
            <p:nvPr/>
          </p:nvSpPr>
          <p:spPr>
            <a:xfrm>
              <a:off x="59098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7"/>
            <p:cNvSpPr/>
            <p:nvPr/>
          </p:nvSpPr>
          <p:spPr>
            <a:xfrm>
              <a:off x="59098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7"/>
            <p:cNvSpPr/>
            <p:nvPr/>
          </p:nvSpPr>
          <p:spPr>
            <a:xfrm>
              <a:off x="59098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7"/>
            <p:cNvSpPr/>
            <p:nvPr/>
          </p:nvSpPr>
          <p:spPr>
            <a:xfrm>
              <a:off x="59098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7"/>
            <p:cNvSpPr/>
            <p:nvPr/>
          </p:nvSpPr>
          <p:spPr>
            <a:xfrm>
              <a:off x="59098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7"/>
            <p:cNvSpPr/>
            <p:nvPr/>
          </p:nvSpPr>
          <p:spPr>
            <a:xfrm>
              <a:off x="59098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2273;p7"/>
            <p:cNvSpPr/>
            <p:nvPr/>
          </p:nvSpPr>
          <p:spPr>
            <a:xfrm>
              <a:off x="59098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2274;p7"/>
            <p:cNvSpPr/>
            <p:nvPr/>
          </p:nvSpPr>
          <p:spPr>
            <a:xfrm>
              <a:off x="606037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7"/>
            <p:cNvSpPr/>
            <p:nvPr/>
          </p:nvSpPr>
          <p:spPr>
            <a:xfrm>
              <a:off x="606037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7"/>
            <p:cNvSpPr/>
            <p:nvPr/>
          </p:nvSpPr>
          <p:spPr>
            <a:xfrm>
              <a:off x="606037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7"/>
            <p:cNvSpPr/>
            <p:nvPr/>
          </p:nvSpPr>
          <p:spPr>
            <a:xfrm>
              <a:off x="60603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7"/>
            <p:cNvSpPr/>
            <p:nvPr/>
          </p:nvSpPr>
          <p:spPr>
            <a:xfrm>
              <a:off x="606037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7"/>
            <p:cNvSpPr/>
            <p:nvPr/>
          </p:nvSpPr>
          <p:spPr>
            <a:xfrm>
              <a:off x="606037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7"/>
            <p:cNvSpPr/>
            <p:nvPr/>
          </p:nvSpPr>
          <p:spPr>
            <a:xfrm>
              <a:off x="606037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7"/>
            <p:cNvSpPr/>
            <p:nvPr/>
          </p:nvSpPr>
          <p:spPr>
            <a:xfrm>
              <a:off x="606037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7"/>
            <p:cNvSpPr/>
            <p:nvPr/>
          </p:nvSpPr>
          <p:spPr>
            <a:xfrm>
              <a:off x="606037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283;p7"/>
            <p:cNvSpPr/>
            <p:nvPr/>
          </p:nvSpPr>
          <p:spPr>
            <a:xfrm>
              <a:off x="60603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7"/>
            <p:cNvSpPr/>
            <p:nvPr/>
          </p:nvSpPr>
          <p:spPr>
            <a:xfrm>
              <a:off x="606037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7"/>
            <p:cNvSpPr/>
            <p:nvPr/>
          </p:nvSpPr>
          <p:spPr>
            <a:xfrm>
              <a:off x="606037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7"/>
            <p:cNvSpPr/>
            <p:nvPr/>
          </p:nvSpPr>
          <p:spPr>
            <a:xfrm>
              <a:off x="606037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287;p7"/>
            <p:cNvSpPr/>
            <p:nvPr/>
          </p:nvSpPr>
          <p:spPr>
            <a:xfrm>
              <a:off x="606037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2288;p7"/>
            <p:cNvSpPr/>
            <p:nvPr/>
          </p:nvSpPr>
          <p:spPr>
            <a:xfrm>
              <a:off x="60603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289;p7"/>
            <p:cNvSpPr/>
            <p:nvPr/>
          </p:nvSpPr>
          <p:spPr>
            <a:xfrm>
              <a:off x="606037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2290;p7"/>
            <p:cNvSpPr/>
            <p:nvPr/>
          </p:nvSpPr>
          <p:spPr>
            <a:xfrm>
              <a:off x="606037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291;p7"/>
            <p:cNvSpPr/>
            <p:nvPr/>
          </p:nvSpPr>
          <p:spPr>
            <a:xfrm>
              <a:off x="60603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7"/>
            <p:cNvSpPr/>
            <p:nvPr/>
          </p:nvSpPr>
          <p:spPr>
            <a:xfrm>
              <a:off x="606037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93;p7"/>
            <p:cNvSpPr/>
            <p:nvPr/>
          </p:nvSpPr>
          <p:spPr>
            <a:xfrm>
              <a:off x="606037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7"/>
            <p:cNvSpPr/>
            <p:nvPr/>
          </p:nvSpPr>
          <p:spPr>
            <a:xfrm>
              <a:off x="60603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7"/>
            <p:cNvSpPr/>
            <p:nvPr/>
          </p:nvSpPr>
          <p:spPr>
            <a:xfrm>
              <a:off x="606037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7"/>
            <p:cNvSpPr/>
            <p:nvPr/>
          </p:nvSpPr>
          <p:spPr>
            <a:xfrm>
              <a:off x="606037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7"/>
            <p:cNvSpPr/>
            <p:nvPr/>
          </p:nvSpPr>
          <p:spPr>
            <a:xfrm>
              <a:off x="606037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7"/>
            <p:cNvSpPr/>
            <p:nvPr/>
          </p:nvSpPr>
          <p:spPr>
            <a:xfrm>
              <a:off x="60603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7"/>
            <p:cNvSpPr/>
            <p:nvPr/>
          </p:nvSpPr>
          <p:spPr>
            <a:xfrm>
              <a:off x="606037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7"/>
            <p:cNvSpPr/>
            <p:nvPr/>
          </p:nvSpPr>
          <p:spPr>
            <a:xfrm>
              <a:off x="621087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7"/>
            <p:cNvSpPr/>
            <p:nvPr/>
          </p:nvSpPr>
          <p:spPr>
            <a:xfrm>
              <a:off x="621087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7"/>
            <p:cNvSpPr/>
            <p:nvPr/>
          </p:nvSpPr>
          <p:spPr>
            <a:xfrm>
              <a:off x="621087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03;p7"/>
            <p:cNvSpPr/>
            <p:nvPr/>
          </p:nvSpPr>
          <p:spPr>
            <a:xfrm>
              <a:off x="621087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7"/>
            <p:cNvSpPr/>
            <p:nvPr/>
          </p:nvSpPr>
          <p:spPr>
            <a:xfrm>
              <a:off x="62108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2305;p7"/>
            <p:cNvSpPr/>
            <p:nvPr/>
          </p:nvSpPr>
          <p:spPr>
            <a:xfrm>
              <a:off x="621087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2306;p7"/>
            <p:cNvSpPr/>
            <p:nvPr/>
          </p:nvSpPr>
          <p:spPr>
            <a:xfrm>
              <a:off x="621087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2307;p7"/>
            <p:cNvSpPr/>
            <p:nvPr/>
          </p:nvSpPr>
          <p:spPr>
            <a:xfrm>
              <a:off x="621087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2308;p7"/>
            <p:cNvSpPr/>
            <p:nvPr/>
          </p:nvSpPr>
          <p:spPr>
            <a:xfrm>
              <a:off x="621087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7"/>
            <p:cNvSpPr/>
            <p:nvPr/>
          </p:nvSpPr>
          <p:spPr>
            <a:xfrm>
              <a:off x="621087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2310;p7"/>
            <p:cNvSpPr/>
            <p:nvPr/>
          </p:nvSpPr>
          <p:spPr>
            <a:xfrm>
              <a:off x="621087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1" name="Google Shape;2311;p7"/>
            <p:cNvSpPr/>
            <p:nvPr/>
          </p:nvSpPr>
          <p:spPr>
            <a:xfrm>
              <a:off x="621087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312;p7"/>
            <p:cNvSpPr/>
            <p:nvPr/>
          </p:nvSpPr>
          <p:spPr>
            <a:xfrm>
              <a:off x="621087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313;p7"/>
            <p:cNvSpPr/>
            <p:nvPr/>
          </p:nvSpPr>
          <p:spPr>
            <a:xfrm>
              <a:off x="621087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7"/>
            <p:cNvSpPr/>
            <p:nvPr/>
          </p:nvSpPr>
          <p:spPr>
            <a:xfrm>
              <a:off x="621087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7"/>
            <p:cNvSpPr/>
            <p:nvPr/>
          </p:nvSpPr>
          <p:spPr>
            <a:xfrm>
              <a:off x="621087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7"/>
            <p:cNvSpPr/>
            <p:nvPr/>
          </p:nvSpPr>
          <p:spPr>
            <a:xfrm>
              <a:off x="621087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7"/>
            <p:cNvSpPr/>
            <p:nvPr/>
          </p:nvSpPr>
          <p:spPr>
            <a:xfrm>
              <a:off x="621087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7"/>
            <p:cNvSpPr/>
            <p:nvPr/>
          </p:nvSpPr>
          <p:spPr>
            <a:xfrm>
              <a:off x="62108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319;p7"/>
            <p:cNvSpPr/>
            <p:nvPr/>
          </p:nvSpPr>
          <p:spPr>
            <a:xfrm>
              <a:off x="621087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320;p7"/>
            <p:cNvSpPr/>
            <p:nvPr/>
          </p:nvSpPr>
          <p:spPr>
            <a:xfrm>
              <a:off x="63613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7"/>
            <p:cNvSpPr/>
            <p:nvPr/>
          </p:nvSpPr>
          <p:spPr>
            <a:xfrm>
              <a:off x="63613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322;p7"/>
            <p:cNvSpPr/>
            <p:nvPr/>
          </p:nvSpPr>
          <p:spPr>
            <a:xfrm>
              <a:off x="63613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323;p7"/>
            <p:cNvSpPr/>
            <p:nvPr/>
          </p:nvSpPr>
          <p:spPr>
            <a:xfrm>
              <a:off x="63613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324;p7"/>
            <p:cNvSpPr/>
            <p:nvPr/>
          </p:nvSpPr>
          <p:spPr>
            <a:xfrm>
              <a:off x="63613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325;p7"/>
            <p:cNvSpPr/>
            <p:nvPr/>
          </p:nvSpPr>
          <p:spPr>
            <a:xfrm>
              <a:off x="63613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326;p7"/>
            <p:cNvSpPr/>
            <p:nvPr/>
          </p:nvSpPr>
          <p:spPr>
            <a:xfrm>
              <a:off x="63613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327;p7"/>
            <p:cNvSpPr/>
            <p:nvPr/>
          </p:nvSpPr>
          <p:spPr>
            <a:xfrm>
              <a:off x="63613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7"/>
            <p:cNvSpPr/>
            <p:nvPr/>
          </p:nvSpPr>
          <p:spPr>
            <a:xfrm>
              <a:off x="63613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329;p7"/>
            <p:cNvSpPr/>
            <p:nvPr/>
          </p:nvSpPr>
          <p:spPr>
            <a:xfrm>
              <a:off x="63613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330;p7"/>
            <p:cNvSpPr/>
            <p:nvPr/>
          </p:nvSpPr>
          <p:spPr>
            <a:xfrm>
              <a:off x="63613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331;p7"/>
            <p:cNvSpPr/>
            <p:nvPr/>
          </p:nvSpPr>
          <p:spPr>
            <a:xfrm>
              <a:off x="63613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32;p7"/>
            <p:cNvSpPr/>
            <p:nvPr/>
          </p:nvSpPr>
          <p:spPr>
            <a:xfrm>
              <a:off x="63613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7"/>
            <p:cNvSpPr/>
            <p:nvPr/>
          </p:nvSpPr>
          <p:spPr>
            <a:xfrm>
              <a:off x="63613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7"/>
            <p:cNvSpPr/>
            <p:nvPr/>
          </p:nvSpPr>
          <p:spPr>
            <a:xfrm>
              <a:off x="63613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7"/>
            <p:cNvSpPr/>
            <p:nvPr/>
          </p:nvSpPr>
          <p:spPr>
            <a:xfrm>
              <a:off x="63613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336;p7"/>
            <p:cNvSpPr/>
            <p:nvPr/>
          </p:nvSpPr>
          <p:spPr>
            <a:xfrm>
              <a:off x="63613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337;p7"/>
            <p:cNvSpPr/>
            <p:nvPr/>
          </p:nvSpPr>
          <p:spPr>
            <a:xfrm>
              <a:off x="63613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7"/>
            <p:cNvSpPr/>
            <p:nvPr/>
          </p:nvSpPr>
          <p:spPr>
            <a:xfrm>
              <a:off x="65119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339;p7"/>
            <p:cNvSpPr/>
            <p:nvPr/>
          </p:nvSpPr>
          <p:spPr>
            <a:xfrm>
              <a:off x="65119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7"/>
            <p:cNvSpPr/>
            <p:nvPr/>
          </p:nvSpPr>
          <p:spPr>
            <a:xfrm>
              <a:off x="65119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7"/>
            <p:cNvSpPr/>
            <p:nvPr/>
          </p:nvSpPr>
          <p:spPr>
            <a:xfrm>
              <a:off x="65119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7"/>
            <p:cNvSpPr/>
            <p:nvPr/>
          </p:nvSpPr>
          <p:spPr>
            <a:xfrm>
              <a:off x="65119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7"/>
            <p:cNvSpPr/>
            <p:nvPr/>
          </p:nvSpPr>
          <p:spPr>
            <a:xfrm>
              <a:off x="65119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44;p7"/>
            <p:cNvSpPr/>
            <p:nvPr/>
          </p:nvSpPr>
          <p:spPr>
            <a:xfrm>
              <a:off x="65119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7"/>
            <p:cNvSpPr/>
            <p:nvPr/>
          </p:nvSpPr>
          <p:spPr>
            <a:xfrm>
              <a:off x="65119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7"/>
            <p:cNvSpPr/>
            <p:nvPr/>
          </p:nvSpPr>
          <p:spPr>
            <a:xfrm>
              <a:off x="66624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7"/>
            <p:cNvSpPr/>
            <p:nvPr/>
          </p:nvSpPr>
          <p:spPr>
            <a:xfrm>
              <a:off x="666240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48;p7"/>
            <p:cNvSpPr/>
            <p:nvPr/>
          </p:nvSpPr>
          <p:spPr>
            <a:xfrm>
              <a:off x="66624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9" name="Google Shape;2349;p7"/>
          <p:cNvGrpSpPr/>
          <p:nvPr/>
        </p:nvGrpSpPr>
        <p:grpSpPr>
          <a:xfrm rot="10800000">
            <a:off x="7682451" y="28707"/>
            <a:ext cx="1140783" cy="5086302"/>
            <a:chOff x="5608825" y="238125"/>
            <a:chExt cx="1174975" cy="5238750"/>
          </a:xfrm>
        </p:grpSpPr>
        <p:sp>
          <p:nvSpPr>
            <p:cNvPr id="2350" name="Google Shape;2350;p7"/>
            <p:cNvSpPr/>
            <p:nvPr/>
          </p:nvSpPr>
          <p:spPr>
            <a:xfrm>
              <a:off x="56088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7"/>
            <p:cNvSpPr/>
            <p:nvPr/>
          </p:nvSpPr>
          <p:spPr>
            <a:xfrm>
              <a:off x="5608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7"/>
            <p:cNvSpPr/>
            <p:nvPr/>
          </p:nvSpPr>
          <p:spPr>
            <a:xfrm>
              <a:off x="5608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7"/>
            <p:cNvSpPr/>
            <p:nvPr/>
          </p:nvSpPr>
          <p:spPr>
            <a:xfrm>
              <a:off x="5608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4" name="Google Shape;2354;p7"/>
            <p:cNvSpPr/>
            <p:nvPr/>
          </p:nvSpPr>
          <p:spPr>
            <a:xfrm>
              <a:off x="57593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2355;p7"/>
            <p:cNvSpPr/>
            <p:nvPr/>
          </p:nvSpPr>
          <p:spPr>
            <a:xfrm>
              <a:off x="57593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7"/>
            <p:cNvSpPr/>
            <p:nvPr/>
          </p:nvSpPr>
          <p:spPr>
            <a:xfrm>
              <a:off x="57593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7"/>
            <p:cNvSpPr/>
            <p:nvPr/>
          </p:nvSpPr>
          <p:spPr>
            <a:xfrm>
              <a:off x="57593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7"/>
            <p:cNvSpPr/>
            <p:nvPr/>
          </p:nvSpPr>
          <p:spPr>
            <a:xfrm>
              <a:off x="57593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7"/>
            <p:cNvSpPr/>
            <p:nvPr/>
          </p:nvSpPr>
          <p:spPr>
            <a:xfrm>
              <a:off x="57593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7"/>
            <p:cNvSpPr/>
            <p:nvPr/>
          </p:nvSpPr>
          <p:spPr>
            <a:xfrm>
              <a:off x="57593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7"/>
            <p:cNvSpPr/>
            <p:nvPr/>
          </p:nvSpPr>
          <p:spPr>
            <a:xfrm>
              <a:off x="57593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7"/>
            <p:cNvSpPr/>
            <p:nvPr/>
          </p:nvSpPr>
          <p:spPr>
            <a:xfrm>
              <a:off x="57593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7"/>
            <p:cNvSpPr/>
            <p:nvPr/>
          </p:nvSpPr>
          <p:spPr>
            <a:xfrm>
              <a:off x="57593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7"/>
            <p:cNvSpPr/>
            <p:nvPr/>
          </p:nvSpPr>
          <p:spPr>
            <a:xfrm>
              <a:off x="57593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7"/>
            <p:cNvSpPr/>
            <p:nvPr/>
          </p:nvSpPr>
          <p:spPr>
            <a:xfrm>
              <a:off x="57593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7"/>
            <p:cNvSpPr/>
            <p:nvPr/>
          </p:nvSpPr>
          <p:spPr>
            <a:xfrm>
              <a:off x="57593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7"/>
            <p:cNvSpPr/>
            <p:nvPr/>
          </p:nvSpPr>
          <p:spPr>
            <a:xfrm>
              <a:off x="57593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7"/>
            <p:cNvSpPr/>
            <p:nvPr/>
          </p:nvSpPr>
          <p:spPr>
            <a:xfrm>
              <a:off x="57593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7"/>
            <p:cNvSpPr/>
            <p:nvPr/>
          </p:nvSpPr>
          <p:spPr>
            <a:xfrm>
              <a:off x="57593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7"/>
            <p:cNvSpPr/>
            <p:nvPr/>
          </p:nvSpPr>
          <p:spPr>
            <a:xfrm>
              <a:off x="57593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7"/>
            <p:cNvSpPr/>
            <p:nvPr/>
          </p:nvSpPr>
          <p:spPr>
            <a:xfrm>
              <a:off x="59098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7"/>
            <p:cNvSpPr/>
            <p:nvPr/>
          </p:nvSpPr>
          <p:spPr>
            <a:xfrm>
              <a:off x="59098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7"/>
            <p:cNvSpPr/>
            <p:nvPr/>
          </p:nvSpPr>
          <p:spPr>
            <a:xfrm>
              <a:off x="59098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7"/>
            <p:cNvSpPr/>
            <p:nvPr/>
          </p:nvSpPr>
          <p:spPr>
            <a:xfrm>
              <a:off x="59098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7"/>
            <p:cNvSpPr/>
            <p:nvPr/>
          </p:nvSpPr>
          <p:spPr>
            <a:xfrm>
              <a:off x="59098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7"/>
            <p:cNvSpPr/>
            <p:nvPr/>
          </p:nvSpPr>
          <p:spPr>
            <a:xfrm>
              <a:off x="59098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7"/>
            <p:cNvSpPr/>
            <p:nvPr/>
          </p:nvSpPr>
          <p:spPr>
            <a:xfrm>
              <a:off x="59098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7"/>
            <p:cNvSpPr/>
            <p:nvPr/>
          </p:nvSpPr>
          <p:spPr>
            <a:xfrm>
              <a:off x="59098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7"/>
            <p:cNvSpPr/>
            <p:nvPr/>
          </p:nvSpPr>
          <p:spPr>
            <a:xfrm>
              <a:off x="59098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7"/>
            <p:cNvSpPr/>
            <p:nvPr/>
          </p:nvSpPr>
          <p:spPr>
            <a:xfrm>
              <a:off x="59098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7"/>
            <p:cNvSpPr/>
            <p:nvPr/>
          </p:nvSpPr>
          <p:spPr>
            <a:xfrm>
              <a:off x="59098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7"/>
            <p:cNvSpPr/>
            <p:nvPr/>
          </p:nvSpPr>
          <p:spPr>
            <a:xfrm>
              <a:off x="59098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7"/>
            <p:cNvSpPr/>
            <p:nvPr/>
          </p:nvSpPr>
          <p:spPr>
            <a:xfrm>
              <a:off x="59098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7"/>
            <p:cNvSpPr/>
            <p:nvPr/>
          </p:nvSpPr>
          <p:spPr>
            <a:xfrm>
              <a:off x="60603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7"/>
            <p:cNvSpPr/>
            <p:nvPr/>
          </p:nvSpPr>
          <p:spPr>
            <a:xfrm>
              <a:off x="606037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7"/>
            <p:cNvSpPr/>
            <p:nvPr/>
          </p:nvSpPr>
          <p:spPr>
            <a:xfrm>
              <a:off x="606037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7"/>
            <p:cNvSpPr/>
            <p:nvPr/>
          </p:nvSpPr>
          <p:spPr>
            <a:xfrm>
              <a:off x="606037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7"/>
            <p:cNvSpPr/>
            <p:nvPr/>
          </p:nvSpPr>
          <p:spPr>
            <a:xfrm>
              <a:off x="606037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7"/>
            <p:cNvSpPr/>
            <p:nvPr/>
          </p:nvSpPr>
          <p:spPr>
            <a:xfrm>
              <a:off x="606037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7"/>
            <p:cNvSpPr/>
            <p:nvPr/>
          </p:nvSpPr>
          <p:spPr>
            <a:xfrm>
              <a:off x="606037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7"/>
            <p:cNvSpPr/>
            <p:nvPr/>
          </p:nvSpPr>
          <p:spPr>
            <a:xfrm>
              <a:off x="606037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7"/>
            <p:cNvSpPr/>
            <p:nvPr/>
          </p:nvSpPr>
          <p:spPr>
            <a:xfrm>
              <a:off x="621087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7"/>
            <p:cNvSpPr/>
            <p:nvPr/>
          </p:nvSpPr>
          <p:spPr>
            <a:xfrm>
              <a:off x="62108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7"/>
            <p:cNvSpPr/>
            <p:nvPr/>
          </p:nvSpPr>
          <p:spPr>
            <a:xfrm>
              <a:off x="621087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7"/>
            <p:cNvSpPr/>
            <p:nvPr/>
          </p:nvSpPr>
          <p:spPr>
            <a:xfrm>
              <a:off x="621087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7"/>
            <p:cNvSpPr/>
            <p:nvPr/>
          </p:nvSpPr>
          <p:spPr>
            <a:xfrm>
              <a:off x="621087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7"/>
            <p:cNvSpPr/>
            <p:nvPr/>
          </p:nvSpPr>
          <p:spPr>
            <a:xfrm>
              <a:off x="63613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7"/>
            <p:cNvSpPr/>
            <p:nvPr/>
          </p:nvSpPr>
          <p:spPr>
            <a:xfrm>
              <a:off x="63613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7"/>
            <p:cNvSpPr/>
            <p:nvPr/>
          </p:nvSpPr>
          <p:spPr>
            <a:xfrm>
              <a:off x="66624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00"/>
        <p:cNvGrpSpPr/>
        <p:nvPr/>
      </p:nvGrpSpPr>
      <p:grpSpPr>
        <a:xfrm>
          <a:off x="0" y="0"/>
          <a:ext cx="0" cy="0"/>
          <a:chOff x="0" y="0"/>
          <a:chExt cx="0" cy="0"/>
        </a:xfrm>
      </p:grpSpPr>
      <p:sp>
        <p:nvSpPr>
          <p:cNvPr id="2401" name="Google Shape;2401;p8"/>
          <p:cNvSpPr txBox="1">
            <a:spLocks noGrp="1"/>
          </p:cNvSpPr>
          <p:nvPr>
            <p:ph type="title"/>
          </p:nvPr>
        </p:nvSpPr>
        <p:spPr>
          <a:xfrm>
            <a:off x="718300" y="739375"/>
            <a:ext cx="6761100" cy="8574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2402" name="Google Shape;2402;p8"/>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grpSp>
        <p:nvGrpSpPr>
          <p:cNvPr id="2403" name="Google Shape;2403;p8"/>
          <p:cNvGrpSpPr/>
          <p:nvPr/>
        </p:nvGrpSpPr>
        <p:grpSpPr>
          <a:xfrm rot="10800000">
            <a:off x="8851487" y="28707"/>
            <a:ext cx="264012" cy="5086302"/>
            <a:chOff x="5307800" y="238125"/>
            <a:chExt cx="271925" cy="5238750"/>
          </a:xfrm>
        </p:grpSpPr>
        <p:sp>
          <p:nvSpPr>
            <p:cNvPr id="2404" name="Google Shape;2404;p8"/>
            <p:cNvSpPr/>
            <p:nvPr/>
          </p:nvSpPr>
          <p:spPr>
            <a:xfrm>
              <a:off x="53078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8"/>
            <p:cNvSpPr/>
            <p:nvPr/>
          </p:nvSpPr>
          <p:spPr>
            <a:xfrm>
              <a:off x="53078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8"/>
            <p:cNvSpPr/>
            <p:nvPr/>
          </p:nvSpPr>
          <p:spPr>
            <a:xfrm>
              <a:off x="53078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8"/>
            <p:cNvSpPr/>
            <p:nvPr/>
          </p:nvSpPr>
          <p:spPr>
            <a:xfrm>
              <a:off x="53078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8"/>
            <p:cNvSpPr/>
            <p:nvPr/>
          </p:nvSpPr>
          <p:spPr>
            <a:xfrm>
              <a:off x="53078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8"/>
            <p:cNvSpPr/>
            <p:nvPr/>
          </p:nvSpPr>
          <p:spPr>
            <a:xfrm>
              <a:off x="53078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8"/>
            <p:cNvSpPr/>
            <p:nvPr/>
          </p:nvSpPr>
          <p:spPr>
            <a:xfrm>
              <a:off x="53078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8"/>
            <p:cNvSpPr/>
            <p:nvPr/>
          </p:nvSpPr>
          <p:spPr>
            <a:xfrm>
              <a:off x="53078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8"/>
            <p:cNvSpPr/>
            <p:nvPr/>
          </p:nvSpPr>
          <p:spPr>
            <a:xfrm>
              <a:off x="53078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8"/>
            <p:cNvSpPr/>
            <p:nvPr/>
          </p:nvSpPr>
          <p:spPr>
            <a:xfrm>
              <a:off x="53078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8"/>
            <p:cNvSpPr/>
            <p:nvPr/>
          </p:nvSpPr>
          <p:spPr>
            <a:xfrm>
              <a:off x="53078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8"/>
            <p:cNvSpPr/>
            <p:nvPr/>
          </p:nvSpPr>
          <p:spPr>
            <a:xfrm>
              <a:off x="53078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8"/>
            <p:cNvSpPr/>
            <p:nvPr/>
          </p:nvSpPr>
          <p:spPr>
            <a:xfrm>
              <a:off x="53078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8"/>
            <p:cNvSpPr/>
            <p:nvPr/>
          </p:nvSpPr>
          <p:spPr>
            <a:xfrm>
              <a:off x="53078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8"/>
            <p:cNvSpPr/>
            <p:nvPr/>
          </p:nvSpPr>
          <p:spPr>
            <a:xfrm>
              <a:off x="53078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8"/>
            <p:cNvSpPr/>
            <p:nvPr/>
          </p:nvSpPr>
          <p:spPr>
            <a:xfrm>
              <a:off x="53078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8"/>
            <p:cNvSpPr/>
            <p:nvPr/>
          </p:nvSpPr>
          <p:spPr>
            <a:xfrm>
              <a:off x="53078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8"/>
            <p:cNvSpPr/>
            <p:nvPr/>
          </p:nvSpPr>
          <p:spPr>
            <a:xfrm>
              <a:off x="53078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2" name="Google Shape;2422;p8"/>
            <p:cNvSpPr/>
            <p:nvPr/>
          </p:nvSpPr>
          <p:spPr>
            <a:xfrm>
              <a:off x="53078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3" name="Google Shape;2423;p8"/>
            <p:cNvSpPr/>
            <p:nvPr/>
          </p:nvSpPr>
          <p:spPr>
            <a:xfrm>
              <a:off x="53078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8"/>
            <p:cNvSpPr/>
            <p:nvPr/>
          </p:nvSpPr>
          <p:spPr>
            <a:xfrm>
              <a:off x="53078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8"/>
            <p:cNvSpPr/>
            <p:nvPr/>
          </p:nvSpPr>
          <p:spPr>
            <a:xfrm>
              <a:off x="53078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6" name="Google Shape;2426;p8"/>
            <p:cNvSpPr/>
            <p:nvPr/>
          </p:nvSpPr>
          <p:spPr>
            <a:xfrm>
              <a:off x="53078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7" name="Google Shape;2427;p8"/>
            <p:cNvSpPr/>
            <p:nvPr/>
          </p:nvSpPr>
          <p:spPr>
            <a:xfrm>
              <a:off x="53078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8"/>
            <p:cNvSpPr/>
            <p:nvPr/>
          </p:nvSpPr>
          <p:spPr>
            <a:xfrm>
              <a:off x="53078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9" name="Google Shape;2429;p8"/>
            <p:cNvSpPr/>
            <p:nvPr/>
          </p:nvSpPr>
          <p:spPr>
            <a:xfrm>
              <a:off x="53078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8"/>
            <p:cNvSpPr/>
            <p:nvPr/>
          </p:nvSpPr>
          <p:spPr>
            <a:xfrm>
              <a:off x="53078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8"/>
            <p:cNvSpPr/>
            <p:nvPr/>
          </p:nvSpPr>
          <p:spPr>
            <a:xfrm>
              <a:off x="53078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8"/>
            <p:cNvSpPr/>
            <p:nvPr/>
          </p:nvSpPr>
          <p:spPr>
            <a:xfrm>
              <a:off x="53078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8"/>
            <p:cNvSpPr/>
            <p:nvPr/>
          </p:nvSpPr>
          <p:spPr>
            <a:xfrm>
              <a:off x="53078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8"/>
            <p:cNvSpPr/>
            <p:nvPr/>
          </p:nvSpPr>
          <p:spPr>
            <a:xfrm>
              <a:off x="53078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8"/>
            <p:cNvSpPr/>
            <p:nvPr/>
          </p:nvSpPr>
          <p:spPr>
            <a:xfrm>
              <a:off x="53078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8"/>
            <p:cNvSpPr/>
            <p:nvPr/>
          </p:nvSpPr>
          <p:spPr>
            <a:xfrm>
              <a:off x="53078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8"/>
            <p:cNvSpPr/>
            <p:nvPr/>
          </p:nvSpPr>
          <p:spPr>
            <a:xfrm>
              <a:off x="53078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8"/>
            <p:cNvSpPr/>
            <p:nvPr/>
          </p:nvSpPr>
          <p:spPr>
            <a:xfrm>
              <a:off x="53078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8"/>
            <p:cNvSpPr/>
            <p:nvPr/>
          </p:nvSpPr>
          <p:spPr>
            <a:xfrm>
              <a:off x="545832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8"/>
            <p:cNvSpPr/>
            <p:nvPr/>
          </p:nvSpPr>
          <p:spPr>
            <a:xfrm>
              <a:off x="545832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8"/>
            <p:cNvSpPr/>
            <p:nvPr/>
          </p:nvSpPr>
          <p:spPr>
            <a:xfrm>
              <a:off x="545832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8"/>
            <p:cNvSpPr/>
            <p:nvPr/>
          </p:nvSpPr>
          <p:spPr>
            <a:xfrm>
              <a:off x="545832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8"/>
            <p:cNvSpPr/>
            <p:nvPr/>
          </p:nvSpPr>
          <p:spPr>
            <a:xfrm>
              <a:off x="545832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8"/>
            <p:cNvSpPr/>
            <p:nvPr/>
          </p:nvSpPr>
          <p:spPr>
            <a:xfrm>
              <a:off x="545832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2445;p8"/>
            <p:cNvSpPr/>
            <p:nvPr/>
          </p:nvSpPr>
          <p:spPr>
            <a:xfrm>
              <a:off x="545832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8"/>
            <p:cNvSpPr/>
            <p:nvPr/>
          </p:nvSpPr>
          <p:spPr>
            <a:xfrm>
              <a:off x="545832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8"/>
            <p:cNvSpPr/>
            <p:nvPr/>
          </p:nvSpPr>
          <p:spPr>
            <a:xfrm>
              <a:off x="545832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2448;p8"/>
            <p:cNvSpPr/>
            <p:nvPr/>
          </p:nvSpPr>
          <p:spPr>
            <a:xfrm>
              <a:off x="545832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9" name="Google Shape;2449;p8"/>
            <p:cNvSpPr/>
            <p:nvPr/>
          </p:nvSpPr>
          <p:spPr>
            <a:xfrm>
              <a:off x="545832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0" name="Google Shape;2450;p8"/>
            <p:cNvSpPr/>
            <p:nvPr/>
          </p:nvSpPr>
          <p:spPr>
            <a:xfrm>
              <a:off x="545832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451;p8"/>
            <p:cNvSpPr/>
            <p:nvPr/>
          </p:nvSpPr>
          <p:spPr>
            <a:xfrm>
              <a:off x="545832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452;p8"/>
            <p:cNvSpPr/>
            <p:nvPr/>
          </p:nvSpPr>
          <p:spPr>
            <a:xfrm>
              <a:off x="545832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8"/>
            <p:cNvSpPr/>
            <p:nvPr/>
          </p:nvSpPr>
          <p:spPr>
            <a:xfrm>
              <a:off x="545832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8"/>
            <p:cNvSpPr/>
            <p:nvPr/>
          </p:nvSpPr>
          <p:spPr>
            <a:xfrm>
              <a:off x="545832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8"/>
            <p:cNvSpPr/>
            <p:nvPr/>
          </p:nvSpPr>
          <p:spPr>
            <a:xfrm>
              <a:off x="545832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8"/>
            <p:cNvSpPr/>
            <p:nvPr/>
          </p:nvSpPr>
          <p:spPr>
            <a:xfrm>
              <a:off x="545832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8"/>
            <p:cNvSpPr/>
            <p:nvPr/>
          </p:nvSpPr>
          <p:spPr>
            <a:xfrm>
              <a:off x="545832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8"/>
            <p:cNvSpPr/>
            <p:nvPr/>
          </p:nvSpPr>
          <p:spPr>
            <a:xfrm>
              <a:off x="545832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8"/>
            <p:cNvSpPr/>
            <p:nvPr/>
          </p:nvSpPr>
          <p:spPr>
            <a:xfrm>
              <a:off x="545832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8"/>
            <p:cNvSpPr/>
            <p:nvPr/>
          </p:nvSpPr>
          <p:spPr>
            <a:xfrm>
              <a:off x="545832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61" name="Google Shape;2461;p8"/>
          <p:cNvGrpSpPr/>
          <p:nvPr/>
        </p:nvGrpSpPr>
        <p:grpSpPr>
          <a:xfrm rot="10800000">
            <a:off x="7828571" y="28707"/>
            <a:ext cx="1140783" cy="5086302"/>
            <a:chOff x="5458325" y="238125"/>
            <a:chExt cx="1174975" cy="5238750"/>
          </a:xfrm>
        </p:grpSpPr>
        <p:sp>
          <p:nvSpPr>
            <p:cNvPr id="2462" name="Google Shape;2462;p8"/>
            <p:cNvSpPr/>
            <p:nvPr/>
          </p:nvSpPr>
          <p:spPr>
            <a:xfrm>
              <a:off x="545832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8"/>
            <p:cNvSpPr/>
            <p:nvPr/>
          </p:nvSpPr>
          <p:spPr>
            <a:xfrm>
              <a:off x="545832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8"/>
            <p:cNvSpPr/>
            <p:nvPr/>
          </p:nvSpPr>
          <p:spPr>
            <a:xfrm>
              <a:off x="545832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8"/>
            <p:cNvSpPr/>
            <p:nvPr/>
          </p:nvSpPr>
          <p:spPr>
            <a:xfrm>
              <a:off x="545832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8"/>
            <p:cNvSpPr/>
            <p:nvPr/>
          </p:nvSpPr>
          <p:spPr>
            <a:xfrm>
              <a:off x="545832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8"/>
            <p:cNvSpPr/>
            <p:nvPr/>
          </p:nvSpPr>
          <p:spPr>
            <a:xfrm>
              <a:off x="545832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2468;p8"/>
            <p:cNvSpPr/>
            <p:nvPr/>
          </p:nvSpPr>
          <p:spPr>
            <a:xfrm>
              <a:off x="545832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2469;p8"/>
            <p:cNvSpPr/>
            <p:nvPr/>
          </p:nvSpPr>
          <p:spPr>
            <a:xfrm>
              <a:off x="545832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8"/>
            <p:cNvSpPr/>
            <p:nvPr/>
          </p:nvSpPr>
          <p:spPr>
            <a:xfrm>
              <a:off x="545832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8"/>
            <p:cNvSpPr/>
            <p:nvPr/>
          </p:nvSpPr>
          <p:spPr>
            <a:xfrm>
              <a:off x="545832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8"/>
            <p:cNvSpPr/>
            <p:nvPr/>
          </p:nvSpPr>
          <p:spPr>
            <a:xfrm>
              <a:off x="545832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8"/>
            <p:cNvSpPr/>
            <p:nvPr/>
          </p:nvSpPr>
          <p:spPr>
            <a:xfrm>
              <a:off x="545832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8"/>
            <p:cNvSpPr/>
            <p:nvPr/>
          </p:nvSpPr>
          <p:spPr>
            <a:xfrm>
              <a:off x="545832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8"/>
            <p:cNvSpPr/>
            <p:nvPr/>
          </p:nvSpPr>
          <p:spPr>
            <a:xfrm>
              <a:off x="5608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8"/>
            <p:cNvSpPr/>
            <p:nvPr/>
          </p:nvSpPr>
          <p:spPr>
            <a:xfrm>
              <a:off x="56088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8"/>
            <p:cNvSpPr/>
            <p:nvPr/>
          </p:nvSpPr>
          <p:spPr>
            <a:xfrm>
              <a:off x="5608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8"/>
            <p:cNvSpPr/>
            <p:nvPr/>
          </p:nvSpPr>
          <p:spPr>
            <a:xfrm>
              <a:off x="56088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8"/>
            <p:cNvSpPr/>
            <p:nvPr/>
          </p:nvSpPr>
          <p:spPr>
            <a:xfrm>
              <a:off x="5608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8"/>
            <p:cNvSpPr/>
            <p:nvPr/>
          </p:nvSpPr>
          <p:spPr>
            <a:xfrm>
              <a:off x="56088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8"/>
            <p:cNvSpPr/>
            <p:nvPr/>
          </p:nvSpPr>
          <p:spPr>
            <a:xfrm>
              <a:off x="56088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8"/>
            <p:cNvSpPr/>
            <p:nvPr/>
          </p:nvSpPr>
          <p:spPr>
            <a:xfrm>
              <a:off x="5608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8"/>
            <p:cNvSpPr/>
            <p:nvPr/>
          </p:nvSpPr>
          <p:spPr>
            <a:xfrm>
              <a:off x="5608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8"/>
            <p:cNvSpPr/>
            <p:nvPr/>
          </p:nvSpPr>
          <p:spPr>
            <a:xfrm>
              <a:off x="56088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8"/>
            <p:cNvSpPr/>
            <p:nvPr/>
          </p:nvSpPr>
          <p:spPr>
            <a:xfrm>
              <a:off x="56088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486;p8"/>
            <p:cNvSpPr/>
            <p:nvPr/>
          </p:nvSpPr>
          <p:spPr>
            <a:xfrm>
              <a:off x="56088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487;p8"/>
            <p:cNvSpPr/>
            <p:nvPr/>
          </p:nvSpPr>
          <p:spPr>
            <a:xfrm>
              <a:off x="5608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8"/>
            <p:cNvSpPr/>
            <p:nvPr/>
          </p:nvSpPr>
          <p:spPr>
            <a:xfrm>
              <a:off x="56088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8"/>
            <p:cNvSpPr/>
            <p:nvPr/>
          </p:nvSpPr>
          <p:spPr>
            <a:xfrm>
              <a:off x="5608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490;p8"/>
            <p:cNvSpPr/>
            <p:nvPr/>
          </p:nvSpPr>
          <p:spPr>
            <a:xfrm>
              <a:off x="5608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8"/>
            <p:cNvSpPr/>
            <p:nvPr/>
          </p:nvSpPr>
          <p:spPr>
            <a:xfrm>
              <a:off x="5608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2492;p8"/>
            <p:cNvSpPr/>
            <p:nvPr/>
          </p:nvSpPr>
          <p:spPr>
            <a:xfrm>
              <a:off x="56088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3" name="Google Shape;2493;p8"/>
            <p:cNvSpPr/>
            <p:nvPr/>
          </p:nvSpPr>
          <p:spPr>
            <a:xfrm>
              <a:off x="56088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2494;p8"/>
            <p:cNvSpPr/>
            <p:nvPr/>
          </p:nvSpPr>
          <p:spPr>
            <a:xfrm>
              <a:off x="5608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5" name="Google Shape;2495;p8"/>
            <p:cNvSpPr/>
            <p:nvPr/>
          </p:nvSpPr>
          <p:spPr>
            <a:xfrm>
              <a:off x="5608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496;p8"/>
            <p:cNvSpPr/>
            <p:nvPr/>
          </p:nvSpPr>
          <p:spPr>
            <a:xfrm>
              <a:off x="5608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8"/>
            <p:cNvSpPr/>
            <p:nvPr/>
          </p:nvSpPr>
          <p:spPr>
            <a:xfrm>
              <a:off x="56088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8"/>
            <p:cNvSpPr/>
            <p:nvPr/>
          </p:nvSpPr>
          <p:spPr>
            <a:xfrm>
              <a:off x="5608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2499;p8"/>
            <p:cNvSpPr/>
            <p:nvPr/>
          </p:nvSpPr>
          <p:spPr>
            <a:xfrm>
              <a:off x="56088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2500;p8"/>
            <p:cNvSpPr/>
            <p:nvPr/>
          </p:nvSpPr>
          <p:spPr>
            <a:xfrm>
              <a:off x="56088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1" name="Google Shape;2501;p8"/>
            <p:cNvSpPr/>
            <p:nvPr/>
          </p:nvSpPr>
          <p:spPr>
            <a:xfrm>
              <a:off x="56088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2" name="Google Shape;2502;p8"/>
            <p:cNvSpPr/>
            <p:nvPr/>
          </p:nvSpPr>
          <p:spPr>
            <a:xfrm>
              <a:off x="5608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3" name="Google Shape;2503;p8"/>
            <p:cNvSpPr/>
            <p:nvPr/>
          </p:nvSpPr>
          <p:spPr>
            <a:xfrm>
              <a:off x="56088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4" name="Google Shape;2504;p8"/>
            <p:cNvSpPr/>
            <p:nvPr/>
          </p:nvSpPr>
          <p:spPr>
            <a:xfrm>
              <a:off x="5608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5" name="Google Shape;2505;p8"/>
            <p:cNvSpPr/>
            <p:nvPr/>
          </p:nvSpPr>
          <p:spPr>
            <a:xfrm>
              <a:off x="5608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6" name="Google Shape;2506;p8"/>
            <p:cNvSpPr/>
            <p:nvPr/>
          </p:nvSpPr>
          <p:spPr>
            <a:xfrm>
              <a:off x="57593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2507;p8"/>
            <p:cNvSpPr/>
            <p:nvPr/>
          </p:nvSpPr>
          <p:spPr>
            <a:xfrm>
              <a:off x="57593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2508;p8"/>
            <p:cNvSpPr/>
            <p:nvPr/>
          </p:nvSpPr>
          <p:spPr>
            <a:xfrm>
              <a:off x="57593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9" name="Google Shape;2509;p8"/>
            <p:cNvSpPr/>
            <p:nvPr/>
          </p:nvSpPr>
          <p:spPr>
            <a:xfrm>
              <a:off x="57593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0" name="Google Shape;2510;p8"/>
            <p:cNvSpPr/>
            <p:nvPr/>
          </p:nvSpPr>
          <p:spPr>
            <a:xfrm>
              <a:off x="57593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1" name="Google Shape;2511;p8"/>
            <p:cNvSpPr/>
            <p:nvPr/>
          </p:nvSpPr>
          <p:spPr>
            <a:xfrm>
              <a:off x="57593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2" name="Google Shape;2512;p8"/>
            <p:cNvSpPr/>
            <p:nvPr/>
          </p:nvSpPr>
          <p:spPr>
            <a:xfrm>
              <a:off x="57593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3" name="Google Shape;2513;p8"/>
            <p:cNvSpPr/>
            <p:nvPr/>
          </p:nvSpPr>
          <p:spPr>
            <a:xfrm>
              <a:off x="57593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4" name="Google Shape;2514;p8"/>
            <p:cNvSpPr/>
            <p:nvPr/>
          </p:nvSpPr>
          <p:spPr>
            <a:xfrm>
              <a:off x="57593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2515;p8"/>
            <p:cNvSpPr/>
            <p:nvPr/>
          </p:nvSpPr>
          <p:spPr>
            <a:xfrm>
              <a:off x="57593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6" name="Google Shape;2516;p8"/>
            <p:cNvSpPr/>
            <p:nvPr/>
          </p:nvSpPr>
          <p:spPr>
            <a:xfrm>
              <a:off x="57593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7" name="Google Shape;2517;p8"/>
            <p:cNvSpPr/>
            <p:nvPr/>
          </p:nvSpPr>
          <p:spPr>
            <a:xfrm>
              <a:off x="59098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8" name="Google Shape;2518;p8"/>
            <p:cNvSpPr/>
            <p:nvPr/>
          </p:nvSpPr>
          <p:spPr>
            <a:xfrm>
              <a:off x="59098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9" name="Google Shape;2519;p8"/>
            <p:cNvSpPr/>
            <p:nvPr/>
          </p:nvSpPr>
          <p:spPr>
            <a:xfrm>
              <a:off x="59098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520;p8"/>
            <p:cNvSpPr/>
            <p:nvPr/>
          </p:nvSpPr>
          <p:spPr>
            <a:xfrm>
              <a:off x="606037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521;p8"/>
            <p:cNvSpPr/>
            <p:nvPr/>
          </p:nvSpPr>
          <p:spPr>
            <a:xfrm>
              <a:off x="62108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522;p8"/>
            <p:cNvSpPr/>
            <p:nvPr/>
          </p:nvSpPr>
          <p:spPr>
            <a:xfrm>
              <a:off x="621087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523;p8"/>
            <p:cNvSpPr/>
            <p:nvPr/>
          </p:nvSpPr>
          <p:spPr>
            <a:xfrm>
              <a:off x="65119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24" name="Google Shape;2524;p8"/>
          <p:cNvGrpSpPr/>
          <p:nvPr/>
        </p:nvGrpSpPr>
        <p:grpSpPr>
          <a:xfrm rot="10800000">
            <a:off x="7682451" y="28707"/>
            <a:ext cx="994639" cy="4940182"/>
            <a:chOff x="5759350" y="388625"/>
            <a:chExt cx="1024450" cy="5088250"/>
          </a:xfrm>
        </p:grpSpPr>
        <p:sp>
          <p:nvSpPr>
            <p:cNvPr id="2525" name="Google Shape;2525;p8"/>
            <p:cNvSpPr/>
            <p:nvPr/>
          </p:nvSpPr>
          <p:spPr>
            <a:xfrm>
              <a:off x="57593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6" name="Google Shape;2526;p8"/>
            <p:cNvSpPr/>
            <p:nvPr/>
          </p:nvSpPr>
          <p:spPr>
            <a:xfrm>
              <a:off x="57593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2527;p8"/>
            <p:cNvSpPr/>
            <p:nvPr/>
          </p:nvSpPr>
          <p:spPr>
            <a:xfrm>
              <a:off x="57593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8" name="Google Shape;2528;p8"/>
            <p:cNvSpPr/>
            <p:nvPr/>
          </p:nvSpPr>
          <p:spPr>
            <a:xfrm>
              <a:off x="57593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8"/>
            <p:cNvSpPr/>
            <p:nvPr/>
          </p:nvSpPr>
          <p:spPr>
            <a:xfrm>
              <a:off x="57593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2530;p8"/>
            <p:cNvSpPr/>
            <p:nvPr/>
          </p:nvSpPr>
          <p:spPr>
            <a:xfrm>
              <a:off x="57593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1" name="Google Shape;2531;p8"/>
            <p:cNvSpPr/>
            <p:nvPr/>
          </p:nvSpPr>
          <p:spPr>
            <a:xfrm>
              <a:off x="57593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2" name="Google Shape;2532;p8"/>
            <p:cNvSpPr/>
            <p:nvPr/>
          </p:nvSpPr>
          <p:spPr>
            <a:xfrm>
              <a:off x="59098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3" name="Google Shape;2533;p8"/>
            <p:cNvSpPr/>
            <p:nvPr/>
          </p:nvSpPr>
          <p:spPr>
            <a:xfrm>
              <a:off x="59098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4" name="Google Shape;2534;p8"/>
            <p:cNvSpPr/>
            <p:nvPr/>
          </p:nvSpPr>
          <p:spPr>
            <a:xfrm>
              <a:off x="59098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5" name="Google Shape;2535;p8"/>
            <p:cNvSpPr/>
            <p:nvPr/>
          </p:nvSpPr>
          <p:spPr>
            <a:xfrm>
              <a:off x="59098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536;p8"/>
            <p:cNvSpPr/>
            <p:nvPr/>
          </p:nvSpPr>
          <p:spPr>
            <a:xfrm>
              <a:off x="59098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537;p8"/>
            <p:cNvSpPr/>
            <p:nvPr/>
          </p:nvSpPr>
          <p:spPr>
            <a:xfrm>
              <a:off x="59098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538;p8"/>
            <p:cNvSpPr/>
            <p:nvPr/>
          </p:nvSpPr>
          <p:spPr>
            <a:xfrm>
              <a:off x="59098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2539;p8"/>
            <p:cNvSpPr/>
            <p:nvPr/>
          </p:nvSpPr>
          <p:spPr>
            <a:xfrm>
              <a:off x="59098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540;p8"/>
            <p:cNvSpPr/>
            <p:nvPr/>
          </p:nvSpPr>
          <p:spPr>
            <a:xfrm>
              <a:off x="59098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2541;p8"/>
            <p:cNvSpPr/>
            <p:nvPr/>
          </p:nvSpPr>
          <p:spPr>
            <a:xfrm>
              <a:off x="59098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542;p8"/>
            <p:cNvSpPr/>
            <p:nvPr/>
          </p:nvSpPr>
          <p:spPr>
            <a:xfrm>
              <a:off x="59098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3" name="Google Shape;2543;p8"/>
            <p:cNvSpPr/>
            <p:nvPr/>
          </p:nvSpPr>
          <p:spPr>
            <a:xfrm>
              <a:off x="59098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544;p8"/>
            <p:cNvSpPr/>
            <p:nvPr/>
          </p:nvSpPr>
          <p:spPr>
            <a:xfrm>
              <a:off x="59098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8"/>
            <p:cNvSpPr/>
            <p:nvPr/>
          </p:nvSpPr>
          <p:spPr>
            <a:xfrm>
              <a:off x="59098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2546;p8"/>
            <p:cNvSpPr/>
            <p:nvPr/>
          </p:nvSpPr>
          <p:spPr>
            <a:xfrm>
              <a:off x="59098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7" name="Google Shape;2547;p8"/>
            <p:cNvSpPr/>
            <p:nvPr/>
          </p:nvSpPr>
          <p:spPr>
            <a:xfrm>
              <a:off x="59098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8" name="Google Shape;2548;p8"/>
            <p:cNvSpPr/>
            <p:nvPr/>
          </p:nvSpPr>
          <p:spPr>
            <a:xfrm>
              <a:off x="59098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9" name="Google Shape;2549;p8"/>
            <p:cNvSpPr/>
            <p:nvPr/>
          </p:nvSpPr>
          <p:spPr>
            <a:xfrm>
              <a:off x="59098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0" name="Google Shape;2550;p8"/>
            <p:cNvSpPr/>
            <p:nvPr/>
          </p:nvSpPr>
          <p:spPr>
            <a:xfrm>
              <a:off x="59098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8"/>
            <p:cNvSpPr/>
            <p:nvPr/>
          </p:nvSpPr>
          <p:spPr>
            <a:xfrm>
              <a:off x="606037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8"/>
            <p:cNvSpPr/>
            <p:nvPr/>
          </p:nvSpPr>
          <p:spPr>
            <a:xfrm>
              <a:off x="606037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8"/>
            <p:cNvSpPr/>
            <p:nvPr/>
          </p:nvSpPr>
          <p:spPr>
            <a:xfrm>
              <a:off x="606037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8"/>
            <p:cNvSpPr/>
            <p:nvPr/>
          </p:nvSpPr>
          <p:spPr>
            <a:xfrm>
              <a:off x="60603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8"/>
            <p:cNvSpPr/>
            <p:nvPr/>
          </p:nvSpPr>
          <p:spPr>
            <a:xfrm>
              <a:off x="606037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8"/>
            <p:cNvSpPr/>
            <p:nvPr/>
          </p:nvSpPr>
          <p:spPr>
            <a:xfrm>
              <a:off x="606037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8"/>
            <p:cNvSpPr/>
            <p:nvPr/>
          </p:nvSpPr>
          <p:spPr>
            <a:xfrm>
              <a:off x="606037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8" name="Google Shape;2558;p8"/>
            <p:cNvSpPr/>
            <p:nvPr/>
          </p:nvSpPr>
          <p:spPr>
            <a:xfrm>
              <a:off x="606037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2559;p8"/>
            <p:cNvSpPr/>
            <p:nvPr/>
          </p:nvSpPr>
          <p:spPr>
            <a:xfrm>
              <a:off x="606037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 name="Google Shape;2560;p8"/>
            <p:cNvSpPr/>
            <p:nvPr/>
          </p:nvSpPr>
          <p:spPr>
            <a:xfrm>
              <a:off x="60603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8"/>
            <p:cNvSpPr/>
            <p:nvPr/>
          </p:nvSpPr>
          <p:spPr>
            <a:xfrm>
              <a:off x="606037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8"/>
            <p:cNvSpPr/>
            <p:nvPr/>
          </p:nvSpPr>
          <p:spPr>
            <a:xfrm>
              <a:off x="606037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8"/>
            <p:cNvSpPr/>
            <p:nvPr/>
          </p:nvSpPr>
          <p:spPr>
            <a:xfrm>
              <a:off x="606037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8"/>
            <p:cNvSpPr/>
            <p:nvPr/>
          </p:nvSpPr>
          <p:spPr>
            <a:xfrm>
              <a:off x="606037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565;p8"/>
            <p:cNvSpPr/>
            <p:nvPr/>
          </p:nvSpPr>
          <p:spPr>
            <a:xfrm>
              <a:off x="60603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2566;p8"/>
            <p:cNvSpPr/>
            <p:nvPr/>
          </p:nvSpPr>
          <p:spPr>
            <a:xfrm>
              <a:off x="606037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8"/>
            <p:cNvSpPr/>
            <p:nvPr/>
          </p:nvSpPr>
          <p:spPr>
            <a:xfrm>
              <a:off x="606037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8"/>
            <p:cNvSpPr/>
            <p:nvPr/>
          </p:nvSpPr>
          <p:spPr>
            <a:xfrm>
              <a:off x="60603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8"/>
            <p:cNvSpPr/>
            <p:nvPr/>
          </p:nvSpPr>
          <p:spPr>
            <a:xfrm>
              <a:off x="606037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570;p8"/>
            <p:cNvSpPr/>
            <p:nvPr/>
          </p:nvSpPr>
          <p:spPr>
            <a:xfrm>
              <a:off x="606037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571;p8"/>
            <p:cNvSpPr/>
            <p:nvPr/>
          </p:nvSpPr>
          <p:spPr>
            <a:xfrm>
              <a:off x="60603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8"/>
            <p:cNvSpPr/>
            <p:nvPr/>
          </p:nvSpPr>
          <p:spPr>
            <a:xfrm>
              <a:off x="606037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8"/>
            <p:cNvSpPr/>
            <p:nvPr/>
          </p:nvSpPr>
          <p:spPr>
            <a:xfrm>
              <a:off x="606037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4" name="Google Shape;2574;p8"/>
            <p:cNvSpPr/>
            <p:nvPr/>
          </p:nvSpPr>
          <p:spPr>
            <a:xfrm>
              <a:off x="606037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8"/>
            <p:cNvSpPr/>
            <p:nvPr/>
          </p:nvSpPr>
          <p:spPr>
            <a:xfrm>
              <a:off x="60603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6" name="Google Shape;2576;p8"/>
            <p:cNvSpPr/>
            <p:nvPr/>
          </p:nvSpPr>
          <p:spPr>
            <a:xfrm>
              <a:off x="606037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7" name="Google Shape;2577;p8"/>
            <p:cNvSpPr/>
            <p:nvPr/>
          </p:nvSpPr>
          <p:spPr>
            <a:xfrm>
              <a:off x="621087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8" name="Google Shape;2578;p8"/>
            <p:cNvSpPr/>
            <p:nvPr/>
          </p:nvSpPr>
          <p:spPr>
            <a:xfrm>
              <a:off x="621087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9" name="Google Shape;2579;p8"/>
            <p:cNvSpPr/>
            <p:nvPr/>
          </p:nvSpPr>
          <p:spPr>
            <a:xfrm>
              <a:off x="621087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8"/>
            <p:cNvSpPr/>
            <p:nvPr/>
          </p:nvSpPr>
          <p:spPr>
            <a:xfrm>
              <a:off x="621087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1" name="Google Shape;2581;p8"/>
            <p:cNvSpPr/>
            <p:nvPr/>
          </p:nvSpPr>
          <p:spPr>
            <a:xfrm>
              <a:off x="62108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2582;p8"/>
            <p:cNvSpPr/>
            <p:nvPr/>
          </p:nvSpPr>
          <p:spPr>
            <a:xfrm>
              <a:off x="621087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8"/>
            <p:cNvSpPr/>
            <p:nvPr/>
          </p:nvSpPr>
          <p:spPr>
            <a:xfrm>
              <a:off x="621087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8"/>
            <p:cNvSpPr/>
            <p:nvPr/>
          </p:nvSpPr>
          <p:spPr>
            <a:xfrm>
              <a:off x="621087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2585;p8"/>
            <p:cNvSpPr/>
            <p:nvPr/>
          </p:nvSpPr>
          <p:spPr>
            <a:xfrm>
              <a:off x="621087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8"/>
            <p:cNvSpPr/>
            <p:nvPr/>
          </p:nvSpPr>
          <p:spPr>
            <a:xfrm>
              <a:off x="621087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8"/>
            <p:cNvSpPr/>
            <p:nvPr/>
          </p:nvSpPr>
          <p:spPr>
            <a:xfrm>
              <a:off x="621087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8" name="Google Shape;2588;p8"/>
            <p:cNvSpPr/>
            <p:nvPr/>
          </p:nvSpPr>
          <p:spPr>
            <a:xfrm>
              <a:off x="621087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9" name="Google Shape;2589;p8"/>
            <p:cNvSpPr/>
            <p:nvPr/>
          </p:nvSpPr>
          <p:spPr>
            <a:xfrm>
              <a:off x="621087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0" name="Google Shape;2590;p8"/>
            <p:cNvSpPr/>
            <p:nvPr/>
          </p:nvSpPr>
          <p:spPr>
            <a:xfrm>
              <a:off x="621087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1" name="Google Shape;2591;p8"/>
            <p:cNvSpPr/>
            <p:nvPr/>
          </p:nvSpPr>
          <p:spPr>
            <a:xfrm>
              <a:off x="621087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2" name="Google Shape;2592;p8"/>
            <p:cNvSpPr/>
            <p:nvPr/>
          </p:nvSpPr>
          <p:spPr>
            <a:xfrm>
              <a:off x="621087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3" name="Google Shape;2593;p8"/>
            <p:cNvSpPr/>
            <p:nvPr/>
          </p:nvSpPr>
          <p:spPr>
            <a:xfrm>
              <a:off x="621087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4" name="Google Shape;2594;p8"/>
            <p:cNvSpPr/>
            <p:nvPr/>
          </p:nvSpPr>
          <p:spPr>
            <a:xfrm>
              <a:off x="621087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5" name="Google Shape;2595;p8"/>
            <p:cNvSpPr/>
            <p:nvPr/>
          </p:nvSpPr>
          <p:spPr>
            <a:xfrm>
              <a:off x="62108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6" name="Google Shape;2596;p8"/>
            <p:cNvSpPr/>
            <p:nvPr/>
          </p:nvSpPr>
          <p:spPr>
            <a:xfrm>
              <a:off x="621087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7" name="Google Shape;2597;p8"/>
            <p:cNvSpPr/>
            <p:nvPr/>
          </p:nvSpPr>
          <p:spPr>
            <a:xfrm>
              <a:off x="63613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8" name="Google Shape;2598;p8"/>
            <p:cNvSpPr/>
            <p:nvPr/>
          </p:nvSpPr>
          <p:spPr>
            <a:xfrm>
              <a:off x="63613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9" name="Google Shape;2599;p8"/>
            <p:cNvSpPr/>
            <p:nvPr/>
          </p:nvSpPr>
          <p:spPr>
            <a:xfrm>
              <a:off x="63613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0" name="Google Shape;2600;p8"/>
            <p:cNvSpPr/>
            <p:nvPr/>
          </p:nvSpPr>
          <p:spPr>
            <a:xfrm>
              <a:off x="63613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1" name="Google Shape;2601;p8"/>
            <p:cNvSpPr/>
            <p:nvPr/>
          </p:nvSpPr>
          <p:spPr>
            <a:xfrm>
              <a:off x="63613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2" name="Google Shape;2602;p8"/>
            <p:cNvSpPr/>
            <p:nvPr/>
          </p:nvSpPr>
          <p:spPr>
            <a:xfrm>
              <a:off x="63613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3" name="Google Shape;2603;p8"/>
            <p:cNvSpPr/>
            <p:nvPr/>
          </p:nvSpPr>
          <p:spPr>
            <a:xfrm>
              <a:off x="63613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4" name="Google Shape;2604;p8"/>
            <p:cNvSpPr/>
            <p:nvPr/>
          </p:nvSpPr>
          <p:spPr>
            <a:xfrm>
              <a:off x="63613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5" name="Google Shape;2605;p8"/>
            <p:cNvSpPr/>
            <p:nvPr/>
          </p:nvSpPr>
          <p:spPr>
            <a:xfrm>
              <a:off x="63613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8"/>
            <p:cNvSpPr/>
            <p:nvPr/>
          </p:nvSpPr>
          <p:spPr>
            <a:xfrm>
              <a:off x="63613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8"/>
            <p:cNvSpPr/>
            <p:nvPr/>
          </p:nvSpPr>
          <p:spPr>
            <a:xfrm>
              <a:off x="63613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8" name="Google Shape;2608;p8"/>
            <p:cNvSpPr/>
            <p:nvPr/>
          </p:nvSpPr>
          <p:spPr>
            <a:xfrm>
              <a:off x="63613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9" name="Google Shape;2609;p8"/>
            <p:cNvSpPr/>
            <p:nvPr/>
          </p:nvSpPr>
          <p:spPr>
            <a:xfrm>
              <a:off x="63613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0" name="Google Shape;2610;p8"/>
            <p:cNvSpPr/>
            <p:nvPr/>
          </p:nvSpPr>
          <p:spPr>
            <a:xfrm>
              <a:off x="63613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1" name="Google Shape;2611;p8"/>
            <p:cNvSpPr/>
            <p:nvPr/>
          </p:nvSpPr>
          <p:spPr>
            <a:xfrm>
              <a:off x="63613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2" name="Google Shape;2612;p8"/>
            <p:cNvSpPr/>
            <p:nvPr/>
          </p:nvSpPr>
          <p:spPr>
            <a:xfrm>
              <a:off x="63613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3" name="Google Shape;2613;p8"/>
            <p:cNvSpPr/>
            <p:nvPr/>
          </p:nvSpPr>
          <p:spPr>
            <a:xfrm>
              <a:off x="63613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4" name="Google Shape;2614;p8"/>
            <p:cNvSpPr/>
            <p:nvPr/>
          </p:nvSpPr>
          <p:spPr>
            <a:xfrm>
              <a:off x="63613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5" name="Google Shape;2615;p8"/>
            <p:cNvSpPr/>
            <p:nvPr/>
          </p:nvSpPr>
          <p:spPr>
            <a:xfrm>
              <a:off x="65119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6" name="Google Shape;2616;p8"/>
            <p:cNvSpPr/>
            <p:nvPr/>
          </p:nvSpPr>
          <p:spPr>
            <a:xfrm>
              <a:off x="65119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7" name="Google Shape;2617;p8"/>
            <p:cNvSpPr/>
            <p:nvPr/>
          </p:nvSpPr>
          <p:spPr>
            <a:xfrm>
              <a:off x="65119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8" name="Google Shape;2618;p8"/>
            <p:cNvSpPr/>
            <p:nvPr/>
          </p:nvSpPr>
          <p:spPr>
            <a:xfrm>
              <a:off x="65119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9" name="Google Shape;2619;p8"/>
            <p:cNvSpPr/>
            <p:nvPr/>
          </p:nvSpPr>
          <p:spPr>
            <a:xfrm>
              <a:off x="65119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0" name="Google Shape;2620;p8"/>
            <p:cNvSpPr/>
            <p:nvPr/>
          </p:nvSpPr>
          <p:spPr>
            <a:xfrm>
              <a:off x="65119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1" name="Google Shape;2621;p8"/>
            <p:cNvSpPr/>
            <p:nvPr/>
          </p:nvSpPr>
          <p:spPr>
            <a:xfrm>
              <a:off x="65119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2" name="Google Shape;2622;p8"/>
            <p:cNvSpPr/>
            <p:nvPr/>
          </p:nvSpPr>
          <p:spPr>
            <a:xfrm>
              <a:off x="65119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3" name="Google Shape;2623;p8"/>
            <p:cNvSpPr/>
            <p:nvPr/>
          </p:nvSpPr>
          <p:spPr>
            <a:xfrm>
              <a:off x="66624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4" name="Google Shape;2624;p8"/>
            <p:cNvSpPr/>
            <p:nvPr/>
          </p:nvSpPr>
          <p:spPr>
            <a:xfrm>
              <a:off x="666240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5" name="Google Shape;2625;p8"/>
            <p:cNvSpPr/>
            <p:nvPr/>
          </p:nvSpPr>
          <p:spPr>
            <a:xfrm>
              <a:off x="66624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26" name="Google Shape;2626;p8"/>
          <p:cNvGrpSpPr/>
          <p:nvPr/>
        </p:nvGrpSpPr>
        <p:grpSpPr>
          <a:xfrm rot="10800000">
            <a:off x="7682451" y="28707"/>
            <a:ext cx="1140783" cy="5086302"/>
            <a:chOff x="5608825" y="238125"/>
            <a:chExt cx="1174975" cy="5238750"/>
          </a:xfrm>
        </p:grpSpPr>
        <p:sp>
          <p:nvSpPr>
            <p:cNvPr id="2627" name="Google Shape;2627;p8"/>
            <p:cNvSpPr/>
            <p:nvPr/>
          </p:nvSpPr>
          <p:spPr>
            <a:xfrm>
              <a:off x="56088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8" name="Google Shape;2628;p8"/>
            <p:cNvSpPr/>
            <p:nvPr/>
          </p:nvSpPr>
          <p:spPr>
            <a:xfrm>
              <a:off x="5608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9" name="Google Shape;2629;p8"/>
            <p:cNvSpPr/>
            <p:nvPr/>
          </p:nvSpPr>
          <p:spPr>
            <a:xfrm>
              <a:off x="5608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0" name="Google Shape;2630;p8"/>
            <p:cNvSpPr/>
            <p:nvPr/>
          </p:nvSpPr>
          <p:spPr>
            <a:xfrm>
              <a:off x="5608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1" name="Google Shape;2631;p8"/>
            <p:cNvSpPr/>
            <p:nvPr/>
          </p:nvSpPr>
          <p:spPr>
            <a:xfrm>
              <a:off x="57593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2632;p8"/>
            <p:cNvSpPr/>
            <p:nvPr/>
          </p:nvSpPr>
          <p:spPr>
            <a:xfrm>
              <a:off x="57593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3" name="Google Shape;2633;p8"/>
            <p:cNvSpPr/>
            <p:nvPr/>
          </p:nvSpPr>
          <p:spPr>
            <a:xfrm>
              <a:off x="57593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4" name="Google Shape;2634;p8"/>
            <p:cNvSpPr/>
            <p:nvPr/>
          </p:nvSpPr>
          <p:spPr>
            <a:xfrm>
              <a:off x="57593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5" name="Google Shape;2635;p8"/>
            <p:cNvSpPr/>
            <p:nvPr/>
          </p:nvSpPr>
          <p:spPr>
            <a:xfrm>
              <a:off x="57593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6" name="Google Shape;2636;p8"/>
            <p:cNvSpPr/>
            <p:nvPr/>
          </p:nvSpPr>
          <p:spPr>
            <a:xfrm>
              <a:off x="57593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7" name="Google Shape;2637;p8"/>
            <p:cNvSpPr/>
            <p:nvPr/>
          </p:nvSpPr>
          <p:spPr>
            <a:xfrm>
              <a:off x="57593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8" name="Google Shape;2638;p8"/>
            <p:cNvSpPr/>
            <p:nvPr/>
          </p:nvSpPr>
          <p:spPr>
            <a:xfrm>
              <a:off x="57593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9" name="Google Shape;2639;p8"/>
            <p:cNvSpPr/>
            <p:nvPr/>
          </p:nvSpPr>
          <p:spPr>
            <a:xfrm>
              <a:off x="57593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0" name="Google Shape;2640;p8"/>
            <p:cNvSpPr/>
            <p:nvPr/>
          </p:nvSpPr>
          <p:spPr>
            <a:xfrm>
              <a:off x="57593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1" name="Google Shape;2641;p8"/>
            <p:cNvSpPr/>
            <p:nvPr/>
          </p:nvSpPr>
          <p:spPr>
            <a:xfrm>
              <a:off x="57593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2" name="Google Shape;2642;p8"/>
            <p:cNvSpPr/>
            <p:nvPr/>
          </p:nvSpPr>
          <p:spPr>
            <a:xfrm>
              <a:off x="57593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3" name="Google Shape;2643;p8"/>
            <p:cNvSpPr/>
            <p:nvPr/>
          </p:nvSpPr>
          <p:spPr>
            <a:xfrm>
              <a:off x="57593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4" name="Google Shape;2644;p8"/>
            <p:cNvSpPr/>
            <p:nvPr/>
          </p:nvSpPr>
          <p:spPr>
            <a:xfrm>
              <a:off x="57593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5" name="Google Shape;2645;p8"/>
            <p:cNvSpPr/>
            <p:nvPr/>
          </p:nvSpPr>
          <p:spPr>
            <a:xfrm>
              <a:off x="57593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6" name="Google Shape;2646;p8"/>
            <p:cNvSpPr/>
            <p:nvPr/>
          </p:nvSpPr>
          <p:spPr>
            <a:xfrm>
              <a:off x="57593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7" name="Google Shape;2647;p8"/>
            <p:cNvSpPr/>
            <p:nvPr/>
          </p:nvSpPr>
          <p:spPr>
            <a:xfrm>
              <a:off x="57593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8" name="Google Shape;2648;p8"/>
            <p:cNvSpPr/>
            <p:nvPr/>
          </p:nvSpPr>
          <p:spPr>
            <a:xfrm>
              <a:off x="59098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8"/>
            <p:cNvSpPr/>
            <p:nvPr/>
          </p:nvSpPr>
          <p:spPr>
            <a:xfrm>
              <a:off x="59098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0" name="Google Shape;2650;p8"/>
            <p:cNvSpPr/>
            <p:nvPr/>
          </p:nvSpPr>
          <p:spPr>
            <a:xfrm>
              <a:off x="59098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1" name="Google Shape;2651;p8"/>
            <p:cNvSpPr/>
            <p:nvPr/>
          </p:nvSpPr>
          <p:spPr>
            <a:xfrm>
              <a:off x="59098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2" name="Google Shape;2652;p8"/>
            <p:cNvSpPr/>
            <p:nvPr/>
          </p:nvSpPr>
          <p:spPr>
            <a:xfrm>
              <a:off x="59098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3" name="Google Shape;2653;p8"/>
            <p:cNvSpPr/>
            <p:nvPr/>
          </p:nvSpPr>
          <p:spPr>
            <a:xfrm>
              <a:off x="59098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4" name="Google Shape;2654;p8"/>
            <p:cNvSpPr/>
            <p:nvPr/>
          </p:nvSpPr>
          <p:spPr>
            <a:xfrm>
              <a:off x="59098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5" name="Google Shape;2655;p8"/>
            <p:cNvSpPr/>
            <p:nvPr/>
          </p:nvSpPr>
          <p:spPr>
            <a:xfrm>
              <a:off x="59098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6" name="Google Shape;2656;p8"/>
            <p:cNvSpPr/>
            <p:nvPr/>
          </p:nvSpPr>
          <p:spPr>
            <a:xfrm>
              <a:off x="59098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7" name="Google Shape;2657;p8"/>
            <p:cNvSpPr/>
            <p:nvPr/>
          </p:nvSpPr>
          <p:spPr>
            <a:xfrm>
              <a:off x="59098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8" name="Google Shape;2658;p8"/>
            <p:cNvSpPr/>
            <p:nvPr/>
          </p:nvSpPr>
          <p:spPr>
            <a:xfrm>
              <a:off x="59098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9" name="Google Shape;2659;p8"/>
            <p:cNvSpPr/>
            <p:nvPr/>
          </p:nvSpPr>
          <p:spPr>
            <a:xfrm>
              <a:off x="59098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0" name="Google Shape;2660;p8"/>
            <p:cNvSpPr/>
            <p:nvPr/>
          </p:nvSpPr>
          <p:spPr>
            <a:xfrm>
              <a:off x="59098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1" name="Google Shape;2661;p8"/>
            <p:cNvSpPr/>
            <p:nvPr/>
          </p:nvSpPr>
          <p:spPr>
            <a:xfrm>
              <a:off x="60603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2" name="Google Shape;2662;p8"/>
            <p:cNvSpPr/>
            <p:nvPr/>
          </p:nvSpPr>
          <p:spPr>
            <a:xfrm>
              <a:off x="606037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3" name="Google Shape;2663;p8"/>
            <p:cNvSpPr/>
            <p:nvPr/>
          </p:nvSpPr>
          <p:spPr>
            <a:xfrm>
              <a:off x="606037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4" name="Google Shape;2664;p8"/>
            <p:cNvSpPr/>
            <p:nvPr/>
          </p:nvSpPr>
          <p:spPr>
            <a:xfrm>
              <a:off x="606037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5" name="Google Shape;2665;p8"/>
            <p:cNvSpPr/>
            <p:nvPr/>
          </p:nvSpPr>
          <p:spPr>
            <a:xfrm>
              <a:off x="606037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6" name="Google Shape;2666;p8"/>
            <p:cNvSpPr/>
            <p:nvPr/>
          </p:nvSpPr>
          <p:spPr>
            <a:xfrm>
              <a:off x="606037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8"/>
            <p:cNvSpPr/>
            <p:nvPr/>
          </p:nvSpPr>
          <p:spPr>
            <a:xfrm>
              <a:off x="606037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8" name="Google Shape;2668;p8"/>
            <p:cNvSpPr/>
            <p:nvPr/>
          </p:nvSpPr>
          <p:spPr>
            <a:xfrm>
              <a:off x="606037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9" name="Google Shape;2669;p8"/>
            <p:cNvSpPr/>
            <p:nvPr/>
          </p:nvSpPr>
          <p:spPr>
            <a:xfrm>
              <a:off x="621087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0" name="Google Shape;2670;p8"/>
            <p:cNvSpPr/>
            <p:nvPr/>
          </p:nvSpPr>
          <p:spPr>
            <a:xfrm>
              <a:off x="62108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1" name="Google Shape;2671;p8"/>
            <p:cNvSpPr/>
            <p:nvPr/>
          </p:nvSpPr>
          <p:spPr>
            <a:xfrm>
              <a:off x="621087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8"/>
            <p:cNvSpPr/>
            <p:nvPr/>
          </p:nvSpPr>
          <p:spPr>
            <a:xfrm>
              <a:off x="621087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8"/>
            <p:cNvSpPr/>
            <p:nvPr/>
          </p:nvSpPr>
          <p:spPr>
            <a:xfrm>
              <a:off x="621087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8"/>
            <p:cNvSpPr/>
            <p:nvPr/>
          </p:nvSpPr>
          <p:spPr>
            <a:xfrm>
              <a:off x="63613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5" name="Google Shape;2675;p8"/>
            <p:cNvSpPr/>
            <p:nvPr/>
          </p:nvSpPr>
          <p:spPr>
            <a:xfrm>
              <a:off x="63613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8"/>
            <p:cNvSpPr/>
            <p:nvPr/>
          </p:nvSpPr>
          <p:spPr>
            <a:xfrm>
              <a:off x="66624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954"/>
        <p:cNvGrpSpPr/>
        <p:nvPr/>
      </p:nvGrpSpPr>
      <p:grpSpPr>
        <a:xfrm>
          <a:off x="0" y="0"/>
          <a:ext cx="0" cy="0"/>
          <a:chOff x="0" y="0"/>
          <a:chExt cx="0" cy="0"/>
        </a:xfrm>
      </p:grpSpPr>
      <p:sp>
        <p:nvSpPr>
          <p:cNvPr id="2955" name="Google Shape;2955;p10"/>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grpSp>
        <p:nvGrpSpPr>
          <p:cNvPr id="2956" name="Google Shape;2956;p10"/>
          <p:cNvGrpSpPr/>
          <p:nvPr/>
        </p:nvGrpSpPr>
        <p:grpSpPr>
          <a:xfrm rot="10800000">
            <a:off x="8851487" y="28707"/>
            <a:ext cx="264012" cy="5086302"/>
            <a:chOff x="5307800" y="238125"/>
            <a:chExt cx="271925" cy="5238750"/>
          </a:xfrm>
        </p:grpSpPr>
        <p:sp>
          <p:nvSpPr>
            <p:cNvPr id="2957" name="Google Shape;2957;p10"/>
            <p:cNvSpPr/>
            <p:nvPr/>
          </p:nvSpPr>
          <p:spPr>
            <a:xfrm>
              <a:off x="53078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8" name="Google Shape;2958;p10"/>
            <p:cNvSpPr/>
            <p:nvPr/>
          </p:nvSpPr>
          <p:spPr>
            <a:xfrm>
              <a:off x="53078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9" name="Google Shape;2959;p10"/>
            <p:cNvSpPr/>
            <p:nvPr/>
          </p:nvSpPr>
          <p:spPr>
            <a:xfrm>
              <a:off x="53078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0" name="Google Shape;2960;p10"/>
            <p:cNvSpPr/>
            <p:nvPr/>
          </p:nvSpPr>
          <p:spPr>
            <a:xfrm>
              <a:off x="53078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1" name="Google Shape;2961;p10"/>
            <p:cNvSpPr/>
            <p:nvPr/>
          </p:nvSpPr>
          <p:spPr>
            <a:xfrm>
              <a:off x="53078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2" name="Google Shape;2962;p10"/>
            <p:cNvSpPr/>
            <p:nvPr/>
          </p:nvSpPr>
          <p:spPr>
            <a:xfrm>
              <a:off x="53078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3" name="Google Shape;2963;p10"/>
            <p:cNvSpPr/>
            <p:nvPr/>
          </p:nvSpPr>
          <p:spPr>
            <a:xfrm>
              <a:off x="53078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4" name="Google Shape;2964;p10"/>
            <p:cNvSpPr/>
            <p:nvPr/>
          </p:nvSpPr>
          <p:spPr>
            <a:xfrm>
              <a:off x="53078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5" name="Google Shape;2965;p10"/>
            <p:cNvSpPr/>
            <p:nvPr/>
          </p:nvSpPr>
          <p:spPr>
            <a:xfrm>
              <a:off x="53078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6" name="Google Shape;2966;p10"/>
            <p:cNvSpPr/>
            <p:nvPr/>
          </p:nvSpPr>
          <p:spPr>
            <a:xfrm>
              <a:off x="53078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7" name="Google Shape;2967;p10"/>
            <p:cNvSpPr/>
            <p:nvPr/>
          </p:nvSpPr>
          <p:spPr>
            <a:xfrm>
              <a:off x="53078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8" name="Google Shape;2968;p10"/>
            <p:cNvSpPr/>
            <p:nvPr/>
          </p:nvSpPr>
          <p:spPr>
            <a:xfrm>
              <a:off x="53078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9" name="Google Shape;2969;p10"/>
            <p:cNvSpPr/>
            <p:nvPr/>
          </p:nvSpPr>
          <p:spPr>
            <a:xfrm>
              <a:off x="53078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0" name="Google Shape;2970;p10"/>
            <p:cNvSpPr/>
            <p:nvPr/>
          </p:nvSpPr>
          <p:spPr>
            <a:xfrm>
              <a:off x="53078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1" name="Google Shape;2971;p10"/>
            <p:cNvSpPr/>
            <p:nvPr/>
          </p:nvSpPr>
          <p:spPr>
            <a:xfrm>
              <a:off x="53078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2" name="Google Shape;2972;p10"/>
            <p:cNvSpPr/>
            <p:nvPr/>
          </p:nvSpPr>
          <p:spPr>
            <a:xfrm>
              <a:off x="53078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3" name="Google Shape;2973;p10"/>
            <p:cNvSpPr/>
            <p:nvPr/>
          </p:nvSpPr>
          <p:spPr>
            <a:xfrm>
              <a:off x="53078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4" name="Google Shape;2974;p10"/>
            <p:cNvSpPr/>
            <p:nvPr/>
          </p:nvSpPr>
          <p:spPr>
            <a:xfrm>
              <a:off x="53078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5" name="Google Shape;2975;p10"/>
            <p:cNvSpPr/>
            <p:nvPr/>
          </p:nvSpPr>
          <p:spPr>
            <a:xfrm>
              <a:off x="53078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6" name="Google Shape;2976;p10"/>
            <p:cNvSpPr/>
            <p:nvPr/>
          </p:nvSpPr>
          <p:spPr>
            <a:xfrm>
              <a:off x="53078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7" name="Google Shape;2977;p10"/>
            <p:cNvSpPr/>
            <p:nvPr/>
          </p:nvSpPr>
          <p:spPr>
            <a:xfrm>
              <a:off x="53078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8" name="Google Shape;2978;p10"/>
            <p:cNvSpPr/>
            <p:nvPr/>
          </p:nvSpPr>
          <p:spPr>
            <a:xfrm>
              <a:off x="53078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9" name="Google Shape;2979;p10"/>
            <p:cNvSpPr/>
            <p:nvPr/>
          </p:nvSpPr>
          <p:spPr>
            <a:xfrm>
              <a:off x="53078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0" name="Google Shape;2980;p10"/>
            <p:cNvSpPr/>
            <p:nvPr/>
          </p:nvSpPr>
          <p:spPr>
            <a:xfrm>
              <a:off x="53078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1" name="Google Shape;2981;p10"/>
            <p:cNvSpPr/>
            <p:nvPr/>
          </p:nvSpPr>
          <p:spPr>
            <a:xfrm>
              <a:off x="53078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2" name="Google Shape;2982;p10"/>
            <p:cNvSpPr/>
            <p:nvPr/>
          </p:nvSpPr>
          <p:spPr>
            <a:xfrm>
              <a:off x="53078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3" name="Google Shape;2983;p10"/>
            <p:cNvSpPr/>
            <p:nvPr/>
          </p:nvSpPr>
          <p:spPr>
            <a:xfrm>
              <a:off x="53078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4" name="Google Shape;2984;p10"/>
            <p:cNvSpPr/>
            <p:nvPr/>
          </p:nvSpPr>
          <p:spPr>
            <a:xfrm>
              <a:off x="53078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5" name="Google Shape;2985;p10"/>
            <p:cNvSpPr/>
            <p:nvPr/>
          </p:nvSpPr>
          <p:spPr>
            <a:xfrm>
              <a:off x="53078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6" name="Google Shape;2986;p10"/>
            <p:cNvSpPr/>
            <p:nvPr/>
          </p:nvSpPr>
          <p:spPr>
            <a:xfrm>
              <a:off x="53078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7" name="Google Shape;2987;p10"/>
            <p:cNvSpPr/>
            <p:nvPr/>
          </p:nvSpPr>
          <p:spPr>
            <a:xfrm>
              <a:off x="53078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8" name="Google Shape;2988;p10"/>
            <p:cNvSpPr/>
            <p:nvPr/>
          </p:nvSpPr>
          <p:spPr>
            <a:xfrm>
              <a:off x="53078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9" name="Google Shape;2989;p10"/>
            <p:cNvSpPr/>
            <p:nvPr/>
          </p:nvSpPr>
          <p:spPr>
            <a:xfrm>
              <a:off x="53078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0" name="Google Shape;2990;p10"/>
            <p:cNvSpPr/>
            <p:nvPr/>
          </p:nvSpPr>
          <p:spPr>
            <a:xfrm>
              <a:off x="53078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1" name="Google Shape;2991;p10"/>
            <p:cNvSpPr/>
            <p:nvPr/>
          </p:nvSpPr>
          <p:spPr>
            <a:xfrm>
              <a:off x="53078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2" name="Google Shape;2992;p10"/>
            <p:cNvSpPr/>
            <p:nvPr/>
          </p:nvSpPr>
          <p:spPr>
            <a:xfrm>
              <a:off x="545832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3" name="Google Shape;2993;p10"/>
            <p:cNvSpPr/>
            <p:nvPr/>
          </p:nvSpPr>
          <p:spPr>
            <a:xfrm>
              <a:off x="545832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4" name="Google Shape;2994;p10"/>
            <p:cNvSpPr/>
            <p:nvPr/>
          </p:nvSpPr>
          <p:spPr>
            <a:xfrm>
              <a:off x="545832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5" name="Google Shape;2995;p10"/>
            <p:cNvSpPr/>
            <p:nvPr/>
          </p:nvSpPr>
          <p:spPr>
            <a:xfrm>
              <a:off x="545832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6" name="Google Shape;2996;p10"/>
            <p:cNvSpPr/>
            <p:nvPr/>
          </p:nvSpPr>
          <p:spPr>
            <a:xfrm>
              <a:off x="545832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7" name="Google Shape;2997;p10"/>
            <p:cNvSpPr/>
            <p:nvPr/>
          </p:nvSpPr>
          <p:spPr>
            <a:xfrm>
              <a:off x="545832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8" name="Google Shape;2998;p10"/>
            <p:cNvSpPr/>
            <p:nvPr/>
          </p:nvSpPr>
          <p:spPr>
            <a:xfrm>
              <a:off x="545832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9" name="Google Shape;2999;p10"/>
            <p:cNvSpPr/>
            <p:nvPr/>
          </p:nvSpPr>
          <p:spPr>
            <a:xfrm>
              <a:off x="545832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0" name="Google Shape;3000;p10"/>
            <p:cNvSpPr/>
            <p:nvPr/>
          </p:nvSpPr>
          <p:spPr>
            <a:xfrm>
              <a:off x="545832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1" name="Google Shape;3001;p10"/>
            <p:cNvSpPr/>
            <p:nvPr/>
          </p:nvSpPr>
          <p:spPr>
            <a:xfrm>
              <a:off x="545832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2" name="Google Shape;3002;p10"/>
            <p:cNvSpPr/>
            <p:nvPr/>
          </p:nvSpPr>
          <p:spPr>
            <a:xfrm>
              <a:off x="545832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3" name="Google Shape;3003;p10"/>
            <p:cNvSpPr/>
            <p:nvPr/>
          </p:nvSpPr>
          <p:spPr>
            <a:xfrm>
              <a:off x="545832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4" name="Google Shape;3004;p10"/>
            <p:cNvSpPr/>
            <p:nvPr/>
          </p:nvSpPr>
          <p:spPr>
            <a:xfrm>
              <a:off x="545832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5" name="Google Shape;3005;p10"/>
            <p:cNvSpPr/>
            <p:nvPr/>
          </p:nvSpPr>
          <p:spPr>
            <a:xfrm>
              <a:off x="545832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6" name="Google Shape;3006;p10"/>
            <p:cNvSpPr/>
            <p:nvPr/>
          </p:nvSpPr>
          <p:spPr>
            <a:xfrm>
              <a:off x="545832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7" name="Google Shape;3007;p10"/>
            <p:cNvSpPr/>
            <p:nvPr/>
          </p:nvSpPr>
          <p:spPr>
            <a:xfrm>
              <a:off x="545832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3008;p10"/>
            <p:cNvSpPr/>
            <p:nvPr/>
          </p:nvSpPr>
          <p:spPr>
            <a:xfrm>
              <a:off x="545832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9" name="Google Shape;3009;p10"/>
            <p:cNvSpPr/>
            <p:nvPr/>
          </p:nvSpPr>
          <p:spPr>
            <a:xfrm>
              <a:off x="545832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3010;p10"/>
            <p:cNvSpPr/>
            <p:nvPr/>
          </p:nvSpPr>
          <p:spPr>
            <a:xfrm>
              <a:off x="545832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3011;p10"/>
            <p:cNvSpPr/>
            <p:nvPr/>
          </p:nvSpPr>
          <p:spPr>
            <a:xfrm>
              <a:off x="545832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10"/>
            <p:cNvSpPr/>
            <p:nvPr/>
          </p:nvSpPr>
          <p:spPr>
            <a:xfrm>
              <a:off x="545832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3013;p10"/>
            <p:cNvSpPr/>
            <p:nvPr/>
          </p:nvSpPr>
          <p:spPr>
            <a:xfrm>
              <a:off x="545832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14" name="Google Shape;3014;p10"/>
          <p:cNvGrpSpPr/>
          <p:nvPr/>
        </p:nvGrpSpPr>
        <p:grpSpPr>
          <a:xfrm rot="10800000">
            <a:off x="7828571" y="28707"/>
            <a:ext cx="1140783" cy="5086302"/>
            <a:chOff x="5458325" y="238125"/>
            <a:chExt cx="1174975" cy="5238750"/>
          </a:xfrm>
        </p:grpSpPr>
        <p:sp>
          <p:nvSpPr>
            <p:cNvPr id="3015" name="Google Shape;3015;p10"/>
            <p:cNvSpPr/>
            <p:nvPr/>
          </p:nvSpPr>
          <p:spPr>
            <a:xfrm>
              <a:off x="545832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3016;p10"/>
            <p:cNvSpPr/>
            <p:nvPr/>
          </p:nvSpPr>
          <p:spPr>
            <a:xfrm>
              <a:off x="545832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3017;p10"/>
            <p:cNvSpPr/>
            <p:nvPr/>
          </p:nvSpPr>
          <p:spPr>
            <a:xfrm>
              <a:off x="545832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3018;p10"/>
            <p:cNvSpPr/>
            <p:nvPr/>
          </p:nvSpPr>
          <p:spPr>
            <a:xfrm>
              <a:off x="545832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3019;p10"/>
            <p:cNvSpPr/>
            <p:nvPr/>
          </p:nvSpPr>
          <p:spPr>
            <a:xfrm>
              <a:off x="545832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3020;p10"/>
            <p:cNvSpPr/>
            <p:nvPr/>
          </p:nvSpPr>
          <p:spPr>
            <a:xfrm>
              <a:off x="545832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3021;p10"/>
            <p:cNvSpPr/>
            <p:nvPr/>
          </p:nvSpPr>
          <p:spPr>
            <a:xfrm>
              <a:off x="545832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3022;p10"/>
            <p:cNvSpPr/>
            <p:nvPr/>
          </p:nvSpPr>
          <p:spPr>
            <a:xfrm>
              <a:off x="545832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3023;p10"/>
            <p:cNvSpPr/>
            <p:nvPr/>
          </p:nvSpPr>
          <p:spPr>
            <a:xfrm>
              <a:off x="545832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3024;p10"/>
            <p:cNvSpPr/>
            <p:nvPr/>
          </p:nvSpPr>
          <p:spPr>
            <a:xfrm>
              <a:off x="545832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3025;p10"/>
            <p:cNvSpPr/>
            <p:nvPr/>
          </p:nvSpPr>
          <p:spPr>
            <a:xfrm>
              <a:off x="545832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6" name="Google Shape;3026;p10"/>
            <p:cNvSpPr/>
            <p:nvPr/>
          </p:nvSpPr>
          <p:spPr>
            <a:xfrm>
              <a:off x="545832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7" name="Google Shape;3027;p10"/>
            <p:cNvSpPr/>
            <p:nvPr/>
          </p:nvSpPr>
          <p:spPr>
            <a:xfrm>
              <a:off x="545832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8" name="Google Shape;3028;p10"/>
            <p:cNvSpPr/>
            <p:nvPr/>
          </p:nvSpPr>
          <p:spPr>
            <a:xfrm>
              <a:off x="5608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9" name="Google Shape;3029;p10"/>
            <p:cNvSpPr/>
            <p:nvPr/>
          </p:nvSpPr>
          <p:spPr>
            <a:xfrm>
              <a:off x="56088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0" name="Google Shape;3030;p10"/>
            <p:cNvSpPr/>
            <p:nvPr/>
          </p:nvSpPr>
          <p:spPr>
            <a:xfrm>
              <a:off x="5608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1" name="Google Shape;3031;p10"/>
            <p:cNvSpPr/>
            <p:nvPr/>
          </p:nvSpPr>
          <p:spPr>
            <a:xfrm>
              <a:off x="56088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2" name="Google Shape;3032;p10"/>
            <p:cNvSpPr/>
            <p:nvPr/>
          </p:nvSpPr>
          <p:spPr>
            <a:xfrm>
              <a:off x="5608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3033;p10"/>
            <p:cNvSpPr/>
            <p:nvPr/>
          </p:nvSpPr>
          <p:spPr>
            <a:xfrm>
              <a:off x="56088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4" name="Google Shape;3034;p10"/>
            <p:cNvSpPr/>
            <p:nvPr/>
          </p:nvSpPr>
          <p:spPr>
            <a:xfrm>
              <a:off x="56088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3035;p10"/>
            <p:cNvSpPr/>
            <p:nvPr/>
          </p:nvSpPr>
          <p:spPr>
            <a:xfrm>
              <a:off x="5608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3036;p10"/>
            <p:cNvSpPr/>
            <p:nvPr/>
          </p:nvSpPr>
          <p:spPr>
            <a:xfrm>
              <a:off x="5608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3037;p10"/>
            <p:cNvSpPr/>
            <p:nvPr/>
          </p:nvSpPr>
          <p:spPr>
            <a:xfrm>
              <a:off x="56088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8" name="Google Shape;3038;p10"/>
            <p:cNvSpPr/>
            <p:nvPr/>
          </p:nvSpPr>
          <p:spPr>
            <a:xfrm>
              <a:off x="56088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9" name="Google Shape;3039;p10"/>
            <p:cNvSpPr/>
            <p:nvPr/>
          </p:nvSpPr>
          <p:spPr>
            <a:xfrm>
              <a:off x="56088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0" name="Google Shape;3040;p10"/>
            <p:cNvSpPr/>
            <p:nvPr/>
          </p:nvSpPr>
          <p:spPr>
            <a:xfrm>
              <a:off x="5608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1" name="Google Shape;3041;p10"/>
            <p:cNvSpPr/>
            <p:nvPr/>
          </p:nvSpPr>
          <p:spPr>
            <a:xfrm>
              <a:off x="56088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2" name="Google Shape;3042;p10"/>
            <p:cNvSpPr/>
            <p:nvPr/>
          </p:nvSpPr>
          <p:spPr>
            <a:xfrm>
              <a:off x="5608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3" name="Google Shape;3043;p10"/>
            <p:cNvSpPr/>
            <p:nvPr/>
          </p:nvSpPr>
          <p:spPr>
            <a:xfrm>
              <a:off x="5608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4" name="Google Shape;3044;p10"/>
            <p:cNvSpPr/>
            <p:nvPr/>
          </p:nvSpPr>
          <p:spPr>
            <a:xfrm>
              <a:off x="5608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5" name="Google Shape;3045;p10"/>
            <p:cNvSpPr/>
            <p:nvPr/>
          </p:nvSpPr>
          <p:spPr>
            <a:xfrm>
              <a:off x="56088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6" name="Google Shape;3046;p10"/>
            <p:cNvSpPr/>
            <p:nvPr/>
          </p:nvSpPr>
          <p:spPr>
            <a:xfrm>
              <a:off x="56088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3047;p10"/>
            <p:cNvSpPr/>
            <p:nvPr/>
          </p:nvSpPr>
          <p:spPr>
            <a:xfrm>
              <a:off x="5608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3048;p10"/>
            <p:cNvSpPr/>
            <p:nvPr/>
          </p:nvSpPr>
          <p:spPr>
            <a:xfrm>
              <a:off x="5608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9" name="Google Shape;3049;p10"/>
            <p:cNvSpPr/>
            <p:nvPr/>
          </p:nvSpPr>
          <p:spPr>
            <a:xfrm>
              <a:off x="5608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3050;p10"/>
            <p:cNvSpPr/>
            <p:nvPr/>
          </p:nvSpPr>
          <p:spPr>
            <a:xfrm>
              <a:off x="56088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3051;p10"/>
            <p:cNvSpPr/>
            <p:nvPr/>
          </p:nvSpPr>
          <p:spPr>
            <a:xfrm>
              <a:off x="5608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3052;p10"/>
            <p:cNvSpPr/>
            <p:nvPr/>
          </p:nvSpPr>
          <p:spPr>
            <a:xfrm>
              <a:off x="56088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3053;p10"/>
            <p:cNvSpPr/>
            <p:nvPr/>
          </p:nvSpPr>
          <p:spPr>
            <a:xfrm>
              <a:off x="56088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3054;p10"/>
            <p:cNvSpPr/>
            <p:nvPr/>
          </p:nvSpPr>
          <p:spPr>
            <a:xfrm>
              <a:off x="56088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3055;p10"/>
            <p:cNvSpPr/>
            <p:nvPr/>
          </p:nvSpPr>
          <p:spPr>
            <a:xfrm>
              <a:off x="5608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3056;p10"/>
            <p:cNvSpPr/>
            <p:nvPr/>
          </p:nvSpPr>
          <p:spPr>
            <a:xfrm>
              <a:off x="56088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3057;p10"/>
            <p:cNvSpPr/>
            <p:nvPr/>
          </p:nvSpPr>
          <p:spPr>
            <a:xfrm>
              <a:off x="5608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3058;p10"/>
            <p:cNvSpPr/>
            <p:nvPr/>
          </p:nvSpPr>
          <p:spPr>
            <a:xfrm>
              <a:off x="5608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3059;p10"/>
            <p:cNvSpPr/>
            <p:nvPr/>
          </p:nvSpPr>
          <p:spPr>
            <a:xfrm>
              <a:off x="57593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3060;p10"/>
            <p:cNvSpPr/>
            <p:nvPr/>
          </p:nvSpPr>
          <p:spPr>
            <a:xfrm>
              <a:off x="57593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1" name="Google Shape;3061;p10"/>
            <p:cNvSpPr/>
            <p:nvPr/>
          </p:nvSpPr>
          <p:spPr>
            <a:xfrm>
              <a:off x="57593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3062;p10"/>
            <p:cNvSpPr/>
            <p:nvPr/>
          </p:nvSpPr>
          <p:spPr>
            <a:xfrm>
              <a:off x="57593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10"/>
            <p:cNvSpPr/>
            <p:nvPr/>
          </p:nvSpPr>
          <p:spPr>
            <a:xfrm>
              <a:off x="57593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3064;p10"/>
            <p:cNvSpPr/>
            <p:nvPr/>
          </p:nvSpPr>
          <p:spPr>
            <a:xfrm>
              <a:off x="57593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3065;p10"/>
            <p:cNvSpPr/>
            <p:nvPr/>
          </p:nvSpPr>
          <p:spPr>
            <a:xfrm>
              <a:off x="57593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10"/>
            <p:cNvSpPr/>
            <p:nvPr/>
          </p:nvSpPr>
          <p:spPr>
            <a:xfrm>
              <a:off x="57593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10"/>
            <p:cNvSpPr/>
            <p:nvPr/>
          </p:nvSpPr>
          <p:spPr>
            <a:xfrm>
              <a:off x="57593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3068;p10"/>
            <p:cNvSpPr/>
            <p:nvPr/>
          </p:nvSpPr>
          <p:spPr>
            <a:xfrm>
              <a:off x="57593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9" name="Google Shape;3069;p10"/>
            <p:cNvSpPr/>
            <p:nvPr/>
          </p:nvSpPr>
          <p:spPr>
            <a:xfrm>
              <a:off x="57593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3070;p10"/>
            <p:cNvSpPr/>
            <p:nvPr/>
          </p:nvSpPr>
          <p:spPr>
            <a:xfrm>
              <a:off x="59098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3071;p10"/>
            <p:cNvSpPr/>
            <p:nvPr/>
          </p:nvSpPr>
          <p:spPr>
            <a:xfrm>
              <a:off x="59098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2" name="Google Shape;3072;p10"/>
            <p:cNvSpPr/>
            <p:nvPr/>
          </p:nvSpPr>
          <p:spPr>
            <a:xfrm>
              <a:off x="59098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3" name="Google Shape;3073;p10"/>
            <p:cNvSpPr/>
            <p:nvPr/>
          </p:nvSpPr>
          <p:spPr>
            <a:xfrm>
              <a:off x="606037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4" name="Google Shape;3074;p10"/>
            <p:cNvSpPr/>
            <p:nvPr/>
          </p:nvSpPr>
          <p:spPr>
            <a:xfrm>
              <a:off x="62108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10"/>
            <p:cNvSpPr/>
            <p:nvPr/>
          </p:nvSpPr>
          <p:spPr>
            <a:xfrm>
              <a:off x="621087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6" name="Google Shape;3076;p10"/>
            <p:cNvSpPr/>
            <p:nvPr/>
          </p:nvSpPr>
          <p:spPr>
            <a:xfrm>
              <a:off x="65119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77" name="Google Shape;3077;p10"/>
          <p:cNvGrpSpPr/>
          <p:nvPr/>
        </p:nvGrpSpPr>
        <p:grpSpPr>
          <a:xfrm rot="10800000">
            <a:off x="7682451" y="28707"/>
            <a:ext cx="994639" cy="4940182"/>
            <a:chOff x="5759350" y="388625"/>
            <a:chExt cx="1024450" cy="5088250"/>
          </a:xfrm>
        </p:grpSpPr>
        <p:sp>
          <p:nvSpPr>
            <p:cNvPr id="3078" name="Google Shape;3078;p10"/>
            <p:cNvSpPr/>
            <p:nvPr/>
          </p:nvSpPr>
          <p:spPr>
            <a:xfrm>
              <a:off x="57593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9" name="Google Shape;3079;p10"/>
            <p:cNvSpPr/>
            <p:nvPr/>
          </p:nvSpPr>
          <p:spPr>
            <a:xfrm>
              <a:off x="57593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0" name="Google Shape;3080;p10"/>
            <p:cNvSpPr/>
            <p:nvPr/>
          </p:nvSpPr>
          <p:spPr>
            <a:xfrm>
              <a:off x="57593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1" name="Google Shape;3081;p10"/>
            <p:cNvSpPr/>
            <p:nvPr/>
          </p:nvSpPr>
          <p:spPr>
            <a:xfrm>
              <a:off x="57593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2" name="Google Shape;3082;p10"/>
            <p:cNvSpPr/>
            <p:nvPr/>
          </p:nvSpPr>
          <p:spPr>
            <a:xfrm>
              <a:off x="57593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3" name="Google Shape;3083;p10"/>
            <p:cNvSpPr/>
            <p:nvPr/>
          </p:nvSpPr>
          <p:spPr>
            <a:xfrm>
              <a:off x="57593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4" name="Google Shape;3084;p10"/>
            <p:cNvSpPr/>
            <p:nvPr/>
          </p:nvSpPr>
          <p:spPr>
            <a:xfrm>
              <a:off x="57593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5" name="Google Shape;3085;p10"/>
            <p:cNvSpPr/>
            <p:nvPr/>
          </p:nvSpPr>
          <p:spPr>
            <a:xfrm>
              <a:off x="59098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6" name="Google Shape;3086;p10"/>
            <p:cNvSpPr/>
            <p:nvPr/>
          </p:nvSpPr>
          <p:spPr>
            <a:xfrm>
              <a:off x="59098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7" name="Google Shape;3087;p10"/>
            <p:cNvSpPr/>
            <p:nvPr/>
          </p:nvSpPr>
          <p:spPr>
            <a:xfrm>
              <a:off x="59098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8" name="Google Shape;3088;p10"/>
            <p:cNvSpPr/>
            <p:nvPr/>
          </p:nvSpPr>
          <p:spPr>
            <a:xfrm>
              <a:off x="59098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9" name="Google Shape;3089;p10"/>
            <p:cNvSpPr/>
            <p:nvPr/>
          </p:nvSpPr>
          <p:spPr>
            <a:xfrm>
              <a:off x="59098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0" name="Google Shape;3090;p10"/>
            <p:cNvSpPr/>
            <p:nvPr/>
          </p:nvSpPr>
          <p:spPr>
            <a:xfrm>
              <a:off x="59098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1" name="Google Shape;3091;p10"/>
            <p:cNvSpPr/>
            <p:nvPr/>
          </p:nvSpPr>
          <p:spPr>
            <a:xfrm>
              <a:off x="59098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2" name="Google Shape;3092;p10"/>
            <p:cNvSpPr/>
            <p:nvPr/>
          </p:nvSpPr>
          <p:spPr>
            <a:xfrm>
              <a:off x="59098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3" name="Google Shape;3093;p10"/>
            <p:cNvSpPr/>
            <p:nvPr/>
          </p:nvSpPr>
          <p:spPr>
            <a:xfrm>
              <a:off x="59098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10"/>
            <p:cNvSpPr/>
            <p:nvPr/>
          </p:nvSpPr>
          <p:spPr>
            <a:xfrm>
              <a:off x="59098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10"/>
            <p:cNvSpPr/>
            <p:nvPr/>
          </p:nvSpPr>
          <p:spPr>
            <a:xfrm>
              <a:off x="59098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10"/>
            <p:cNvSpPr/>
            <p:nvPr/>
          </p:nvSpPr>
          <p:spPr>
            <a:xfrm>
              <a:off x="59098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7" name="Google Shape;3097;p10"/>
            <p:cNvSpPr/>
            <p:nvPr/>
          </p:nvSpPr>
          <p:spPr>
            <a:xfrm>
              <a:off x="59098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8" name="Google Shape;3098;p10"/>
            <p:cNvSpPr/>
            <p:nvPr/>
          </p:nvSpPr>
          <p:spPr>
            <a:xfrm>
              <a:off x="59098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10"/>
            <p:cNvSpPr/>
            <p:nvPr/>
          </p:nvSpPr>
          <p:spPr>
            <a:xfrm>
              <a:off x="59098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10"/>
            <p:cNvSpPr/>
            <p:nvPr/>
          </p:nvSpPr>
          <p:spPr>
            <a:xfrm>
              <a:off x="59098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10"/>
            <p:cNvSpPr/>
            <p:nvPr/>
          </p:nvSpPr>
          <p:spPr>
            <a:xfrm>
              <a:off x="59098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2" name="Google Shape;3102;p10"/>
            <p:cNvSpPr/>
            <p:nvPr/>
          </p:nvSpPr>
          <p:spPr>
            <a:xfrm>
              <a:off x="59098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3" name="Google Shape;3103;p10"/>
            <p:cNvSpPr/>
            <p:nvPr/>
          </p:nvSpPr>
          <p:spPr>
            <a:xfrm>
              <a:off x="59098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10"/>
            <p:cNvSpPr/>
            <p:nvPr/>
          </p:nvSpPr>
          <p:spPr>
            <a:xfrm>
              <a:off x="606037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10"/>
            <p:cNvSpPr/>
            <p:nvPr/>
          </p:nvSpPr>
          <p:spPr>
            <a:xfrm>
              <a:off x="606037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6" name="Google Shape;3106;p10"/>
            <p:cNvSpPr/>
            <p:nvPr/>
          </p:nvSpPr>
          <p:spPr>
            <a:xfrm>
              <a:off x="606037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7" name="Google Shape;3107;p10"/>
            <p:cNvSpPr/>
            <p:nvPr/>
          </p:nvSpPr>
          <p:spPr>
            <a:xfrm>
              <a:off x="60603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8" name="Google Shape;3108;p10"/>
            <p:cNvSpPr/>
            <p:nvPr/>
          </p:nvSpPr>
          <p:spPr>
            <a:xfrm>
              <a:off x="606037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9" name="Google Shape;3109;p10"/>
            <p:cNvSpPr/>
            <p:nvPr/>
          </p:nvSpPr>
          <p:spPr>
            <a:xfrm>
              <a:off x="606037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0" name="Google Shape;3110;p10"/>
            <p:cNvSpPr/>
            <p:nvPr/>
          </p:nvSpPr>
          <p:spPr>
            <a:xfrm>
              <a:off x="606037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1" name="Google Shape;3111;p10"/>
            <p:cNvSpPr/>
            <p:nvPr/>
          </p:nvSpPr>
          <p:spPr>
            <a:xfrm>
              <a:off x="606037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2" name="Google Shape;3112;p10"/>
            <p:cNvSpPr/>
            <p:nvPr/>
          </p:nvSpPr>
          <p:spPr>
            <a:xfrm>
              <a:off x="606037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3" name="Google Shape;3113;p10"/>
            <p:cNvSpPr/>
            <p:nvPr/>
          </p:nvSpPr>
          <p:spPr>
            <a:xfrm>
              <a:off x="60603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4" name="Google Shape;3114;p10"/>
            <p:cNvSpPr/>
            <p:nvPr/>
          </p:nvSpPr>
          <p:spPr>
            <a:xfrm>
              <a:off x="606037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5" name="Google Shape;3115;p10"/>
            <p:cNvSpPr/>
            <p:nvPr/>
          </p:nvSpPr>
          <p:spPr>
            <a:xfrm>
              <a:off x="606037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6" name="Google Shape;3116;p10"/>
            <p:cNvSpPr/>
            <p:nvPr/>
          </p:nvSpPr>
          <p:spPr>
            <a:xfrm>
              <a:off x="606037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7" name="Google Shape;3117;p10"/>
            <p:cNvSpPr/>
            <p:nvPr/>
          </p:nvSpPr>
          <p:spPr>
            <a:xfrm>
              <a:off x="606037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8" name="Google Shape;3118;p10"/>
            <p:cNvSpPr/>
            <p:nvPr/>
          </p:nvSpPr>
          <p:spPr>
            <a:xfrm>
              <a:off x="60603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9" name="Google Shape;3119;p10"/>
            <p:cNvSpPr/>
            <p:nvPr/>
          </p:nvSpPr>
          <p:spPr>
            <a:xfrm>
              <a:off x="606037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0" name="Google Shape;3120;p10"/>
            <p:cNvSpPr/>
            <p:nvPr/>
          </p:nvSpPr>
          <p:spPr>
            <a:xfrm>
              <a:off x="606037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1" name="Google Shape;3121;p10"/>
            <p:cNvSpPr/>
            <p:nvPr/>
          </p:nvSpPr>
          <p:spPr>
            <a:xfrm>
              <a:off x="60603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2" name="Google Shape;3122;p10"/>
            <p:cNvSpPr/>
            <p:nvPr/>
          </p:nvSpPr>
          <p:spPr>
            <a:xfrm>
              <a:off x="606037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3" name="Google Shape;3123;p10"/>
            <p:cNvSpPr/>
            <p:nvPr/>
          </p:nvSpPr>
          <p:spPr>
            <a:xfrm>
              <a:off x="606037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4" name="Google Shape;3124;p10"/>
            <p:cNvSpPr/>
            <p:nvPr/>
          </p:nvSpPr>
          <p:spPr>
            <a:xfrm>
              <a:off x="60603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5" name="Google Shape;3125;p10"/>
            <p:cNvSpPr/>
            <p:nvPr/>
          </p:nvSpPr>
          <p:spPr>
            <a:xfrm>
              <a:off x="606037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6" name="Google Shape;3126;p10"/>
            <p:cNvSpPr/>
            <p:nvPr/>
          </p:nvSpPr>
          <p:spPr>
            <a:xfrm>
              <a:off x="606037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7" name="Google Shape;3127;p10"/>
            <p:cNvSpPr/>
            <p:nvPr/>
          </p:nvSpPr>
          <p:spPr>
            <a:xfrm>
              <a:off x="606037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8" name="Google Shape;3128;p10"/>
            <p:cNvSpPr/>
            <p:nvPr/>
          </p:nvSpPr>
          <p:spPr>
            <a:xfrm>
              <a:off x="60603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9" name="Google Shape;3129;p10"/>
            <p:cNvSpPr/>
            <p:nvPr/>
          </p:nvSpPr>
          <p:spPr>
            <a:xfrm>
              <a:off x="606037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0" name="Google Shape;3130;p10"/>
            <p:cNvSpPr/>
            <p:nvPr/>
          </p:nvSpPr>
          <p:spPr>
            <a:xfrm>
              <a:off x="621087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1" name="Google Shape;3131;p10"/>
            <p:cNvSpPr/>
            <p:nvPr/>
          </p:nvSpPr>
          <p:spPr>
            <a:xfrm>
              <a:off x="621087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2" name="Google Shape;3132;p10"/>
            <p:cNvSpPr/>
            <p:nvPr/>
          </p:nvSpPr>
          <p:spPr>
            <a:xfrm>
              <a:off x="621087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3" name="Google Shape;3133;p10"/>
            <p:cNvSpPr/>
            <p:nvPr/>
          </p:nvSpPr>
          <p:spPr>
            <a:xfrm>
              <a:off x="621087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4" name="Google Shape;3134;p10"/>
            <p:cNvSpPr/>
            <p:nvPr/>
          </p:nvSpPr>
          <p:spPr>
            <a:xfrm>
              <a:off x="62108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5" name="Google Shape;3135;p10"/>
            <p:cNvSpPr/>
            <p:nvPr/>
          </p:nvSpPr>
          <p:spPr>
            <a:xfrm>
              <a:off x="621087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3136;p10"/>
            <p:cNvSpPr/>
            <p:nvPr/>
          </p:nvSpPr>
          <p:spPr>
            <a:xfrm>
              <a:off x="621087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3137;p10"/>
            <p:cNvSpPr/>
            <p:nvPr/>
          </p:nvSpPr>
          <p:spPr>
            <a:xfrm>
              <a:off x="621087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8" name="Google Shape;3138;p10"/>
            <p:cNvSpPr/>
            <p:nvPr/>
          </p:nvSpPr>
          <p:spPr>
            <a:xfrm>
              <a:off x="621087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9" name="Google Shape;3139;p10"/>
            <p:cNvSpPr/>
            <p:nvPr/>
          </p:nvSpPr>
          <p:spPr>
            <a:xfrm>
              <a:off x="621087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0" name="Google Shape;3140;p10"/>
            <p:cNvSpPr/>
            <p:nvPr/>
          </p:nvSpPr>
          <p:spPr>
            <a:xfrm>
              <a:off x="621087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1" name="Google Shape;3141;p10"/>
            <p:cNvSpPr/>
            <p:nvPr/>
          </p:nvSpPr>
          <p:spPr>
            <a:xfrm>
              <a:off x="621087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2" name="Google Shape;3142;p10"/>
            <p:cNvSpPr/>
            <p:nvPr/>
          </p:nvSpPr>
          <p:spPr>
            <a:xfrm>
              <a:off x="621087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3" name="Google Shape;3143;p10"/>
            <p:cNvSpPr/>
            <p:nvPr/>
          </p:nvSpPr>
          <p:spPr>
            <a:xfrm>
              <a:off x="621087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4" name="Google Shape;3144;p10"/>
            <p:cNvSpPr/>
            <p:nvPr/>
          </p:nvSpPr>
          <p:spPr>
            <a:xfrm>
              <a:off x="621087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5" name="Google Shape;3145;p10"/>
            <p:cNvSpPr/>
            <p:nvPr/>
          </p:nvSpPr>
          <p:spPr>
            <a:xfrm>
              <a:off x="621087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6" name="Google Shape;3146;p10"/>
            <p:cNvSpPr/>
            <p:nvPr/>
          </p:nvSpPr>
          <p:spPr>
            <a:xfrm>
              <a:off x="621087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7" name="Google Shape;3147;p10"/>
            <p:cNvSpPr/>
            <p:nvPr/>
          </p:nvSpPr>
          <p:spPr>
            <a:xfrm>
              <a:off x="621087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8" name="Google Shape;3148;p10"/>
            <p:cNvSpPr/>
            <p:nvPr/>
          </p:nvSpPr>
          <p:spPr>
            <a:xfrm>
              <a:off x="62108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9" name="Google Shape;3149;p10"/>
            <p:cNvSpPr/>
            <p:nvPr/>
          </p:nvSpPr>
          <p:spPr>
            <a:xfrm>
              <a:off x="621087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0" name="Google Shape;3150;p10"/>
            <p:cNvSpPr/>
            <p:nvPr/>
          </p:nvSpPr>
          <p:spPr>
            <a:xfrm>
              <a:off x="63613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1" name="Google Shape;3151;p10"/>
            <p:cNvSpPr/>
            <p:nvPr/>
          </p:nvSpPr>
          <p:spPr>
            <a:xfrm>
              <a:off x="63613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2" name="Google Shape;3152;p10"/>
            <p:cNvSpPr/>
            <p:nvPr/>
          </p:nvSpPr>
          <p:spPr>
            <a:xfrm>
              <a:off x="63613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3" name="Google Shape;3153;p10"/>
            <p:cNvSpPr/>
            <p:nvPr/>
          </p:nvSpPr>
          <p:spPr>
            <a:xfrm>
              <a:off x="63613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4" name="Google Shape;3154;p10"/>
            <p:cNvSpPr/>
            <p:nvPr/>
          </p:nvSpPr>
          <p:spPr>
            <a:xfrm>
              <a:off x="63613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5" name="Google Shape;3155;p10"/>
            <p:cNvSpPr/>
            <p:nvPr/>
          </p:nvSpPr>
          <p:spPr>
            <a:xfrm>
              <a:off x="63613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6" name="Google Shape;3156;p10"/>
            <p:cNvSpPr/>
            <p:nvPr/>
          </p:nvSpPr>
          <p:spPr>
            <a:xfrm>
              <a:off x="63613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7" name="Google Shape;3157;p10"/>
            <p:cNvSpPr/>
            <p:nvPr/>
          </p:nvSpPr>
          <p:spPr>
            <a:xfrm>
              <a:off x="63613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8" name="Google Shape;3158;p10"/>
            <p:cNvSpPr/>
            <p:nvPr/>
          </p:nvSpPr>
          <p:spPr>
            <a:xfrm>
              <a:off x="63613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3159;p10"/>
            <p:cNvSpPr/>
            <p:nvPr/>
          </p:nvSpPr>
          <p:spPr>
            <a:xfrm>
              <a:off x="63613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0" name="Google Shape;3160;p10"/>
            <p:cNvSpPr/>
            <p:nvPr/>
          </p:nvSpPr>
          <p:spPr>
            <a:xfrm>
              <a:off x="63613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1" name="Google Shape;3161;p10"/>
            <p:cNvSpPr/>
            <p:nvPr/>
          </p:nvSpPr>
          <p:spPr>
            <a:xfrm>
              <a:off x="63613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2" name="Google Shape;3162;p10"/>
            <p:cNvSpPr/>
            <p:nvPr/>
          </p:nvSpPr>
          <p:spPr>
            <a:xfrm>
              <a:off x="63613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3163;p10"/>
            <p:cNvSpPr/>
            <p:nvPr/>
          </p:nvSpPr>
          <p:spPr>
            <a:xfrm>
              <a:off x="63613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4" name="Google Shape;3164;p10"/>
            <p:cNvSpPr/>
            <p:nvPr/>
          </p:nvSpPr>
          <p:spPr>
            <a:xfrm>
              <a:off x="63613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5" name="Google Shape;3165;p10"/>
            <p:cNvSpPr/>
            <p:nvPr/>
          </p:nvSpPr>
          <p:spPr>
            <a:xfrm>
              <a:off x="63613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3166;p10"/>
            <p:cNvSpPr/>
            <p:nvPr/>
          </p:nvSpPr>
          <p:spPr>
            <a:xfrm>
              <a:off x="63613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3167;p10"/>
            <p:cNvSpPr/>
            <p:nvPr/>
          </p:nvSpPr>
          <p:spPr>
            <a:xfrm>
              <a:off x="63613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3168;p10"/>
            <p:cNvSpPr/>
            <p:nvPr/>
          </p:nvSpPr>
          <p:spPr>
            <a:xfrm>
              <a:off x="65119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3169;p10"/>
            <p:cNvSpPr/>
            <p:nvPr/>
          </p:nvSpPr>
          <p:spPr>
            <a:xfrm>
              <a:off x="65119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3170;p10"/>
            <p:cNvSpPr/>
            <p:nvPr/>
          </p:nvSpPr>
          <p:spPr>
            <a:xfrm>
              <a:off x="65119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3171;p10"/>
            <p:cNvSpPr/>
            <p:nvPr/>
          </p:nvSpPr>
          <p:spPr>
            <a:xfrm>
              <a:off x="65119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2" name="Google Shape;3172;p10"/>
            <p:cNvSpPr/>
            <p:nvPr/>
          </p:nvSpPr>
          <p:spPr>
            <a:xfrm>
              <a:off x="65119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3" name="Google Shape;3173;p10"/>
            <p:cNvSpPr/>
            <p:nvPr/>
          </p:nvSpPr>
          <p:spPr>
            <a:xfrm>
              <a:off x="65119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3174;p10"/>
            <p:cNvSpPr/>
            <p:nvPr/>
          </p:nvSpPr>
          <p:spPr>
            <a:xfrm>
              <a:off x="65119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3175;p10"/>
            <p:cNvSpPr/>
            <p:nvPr/>
          </p:nvSpPr>
          <p:spPr>
            <a:xfrm>
              <a:off x="65119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3176;p10"/>
            <p:cNvSpPr/>
            <p:nvPr/>
          </p:nvSpPr>
          <p:spPr>
            <a:xfrm>
              <a:off x="66624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3177;p10"/>
            <p:cNvSpPr/>
            <p:nvPr/>
          </p:nvSpPr>
          <p:spPr>
            <a:xfrm>
              <a:off x="666240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3178;p10"/>
            <p:cNvSpPr/>
            <p:nvPr/>
          </p:nvSpPr>
          <p:spPr>
            <a:xfrm>
              <a:off x="66624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79" name="Google Shape;3179;p10"/>
          <p:cNvGrpSpPr/>
          <p:nvPr/>
        </p:nvGrpSpPr>
        <p:grpSpPr>
          <a:xfrm rot="10800000">
            <a:off x="7682451" y="28707"/>
            <a:ext cx="1140783" cy="5086302"/>
            <a:chOff x="5608825" y="238125"/>
            <a:chExt cx="1174975" cy="5238750"/>
          </a:xfrm>
        </p:grpSpPr>
        <p:sp>
          <p:nvSpPr>
            <p:cNvPr id="3180" name="Google Shape;3180;p10"/>
            <p:cNvSpPr/>
            <p:nvPr/>
          </p:nvSpPr>
          <p:spPr>
            <a:xfrm>
              <a:off x="56088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1" name="Google Shape;3181;p10"/>
            <p:cNvSpPr/>
            <p:nvPr/>
          </p:nvSpPr>
          <p:spPr>
            <a:xfrm>
              <a:off x="5608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2" name="Google Shape;3182;p10"/>
            <p:cNvSpPr/>
            <p:nvPr/>
          </p:nvSpPr>
          <p:spPr>
            <a:xfrm>
              <a:off x="5608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3" name="Google Shape;3183;p10"/>
            <p:cNvSpPr/>
            <p:nvPr/>
          </p:nvSpPr>
          <p:spPr>
            <a:xfrm>
              <a:off x="5608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4" name="Google Shape;3184;p10"/>
            <p:cNvSpPr/>
            <p:nvPr/>
          </p:nvSpPr>
          <p:spPr>
            <a:xfrm>
              <a:off x="57593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5" name="Google Shape;3185;p10"/>
            <p:cNvSpPr/>
            <p:nvPr/>
          </p:nvSpPr>
          <p:spPr>
            <a:xfrm>
              <a:off x="57593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6" name="Google Shape;3186;p10"/>
            <p:cNvSpPr/>
            <p:nvPr/>
          </p:nvSpPr>
          <p:spPr>
            <a:xfrm>
              <a:off x="57593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3187;p10"/>
            <p:cNvSpPr/>
            <p:nvPr/>
          </p:nvSpPr>
          <p:spPr>
            <a:xfrm>
              <a:off x="57593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3188;p10"/>
            <p:cNvSpPr/>
            <p:nvPr/>
          </p:nvSpPr>
          <p:spPr>
            <a:xfrm>
              <a:off x="57593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3189;p10"/>
            <p:cNvSpPr/>
            <p:nvPr/>
          </p:nvSpPr>
          <p:spPr>
            <a:xfrm>
              <a:off x="57593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3190;p10"/>
            <p:cNvSpPr/>
            <p:nvPr/>
          </p:nvSpPr>
          <p:spPr>
            <a:xfrm>
              <a:off x="57593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1" name="Google Shape;3191;p10"/>
            <p:cNvSpPr/>
            <p:nvPr/>
          </p:nvSpPr>
          <p:spPr>
            <a:xfrm>
              <a:off x="57593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2" name="Google Shape;3192;p10"/>
            <p:cNvSpPr/>
            <p:nvPr/>
          </p:nvSpPr>
          <p:spPr>
            <a:xfrm>
              <a:off x="57593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3" name="Google Shape;3193;p10"/>
            <p:cNvSpPr/>
            <p:nvPr/>
          </p:nvSpPr>
          <p:spPr>
            <a:xfrm>
              <a:off x="57593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4" name="Google Shape;3194;p10"/>
            <p:cNvSpPr/>
            <p:nvPr/>
          </p:nvSpPr>
          <p:spPr>
            <a:xfrm>
              <a:off x="57593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3195;p10"/>
            <p:cNvSpPr/>
            <p:nvPr/>
          </p:nvSpPr>
          <p:spPr>
            <a:xfrm>
              <a:off x="57593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6" name="Google Shape;3196;p10"/>
            <p:cNvSpPr/>
            <p:nvPr/>
          </p:nvSpPr>
          <p:spPr>
            <a:xfrm>
              <a:off x="57593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7" name="Google Shape;3197;p10"/>
            <p:cNvSpPr/>
            <p:nvPr/>
          </p:nvSpPr>
          <p:spPr>
            <a:xfrm>
              <a:off x="57593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8" name="Google Shape;3198;p10"/>
            <p:cNvSpPr/>
            <p:nvPr/>
          </p:nvSpPr>
          <p:spPr>
            <a:xfrm>
              <a:off x="57593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9" name="Google Shape;3199;p10"/>
            <p:cNvSpPr/>
            <p:nvPr/>
          </p:nvSpPr>
          <p:spPr>
            <a:xfrm>
              <a:off x="57593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0" name="Google Shape;3200;p10"/>
            <p:cNvSpPr/>
            <p:nvPr/>
          </p:nvSpPr>
          <p:spPr>
            <a:xfrm>
              <a:off x="57593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1" name="Google Shape;3201;p10"/>
            <p:cNvSpPr/>
            <p:nvPr/>
          </p:nvSpPr>
          <p:spPr>
            <a:xfrm>
              <a:off x="59098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2" name="Google Shape;3202;p10"/>
            <p:cNvSpPr/>
            <p:nvPr/>
          </p:nvSpPr>
          <p:spPr>
            <a:xfrm>
              <a:off x="59098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3" name="Google Shape;3203;p10"/>
            <p:cNvSpPr/>
            <p:nvPr/>
          </p:nvSpPr>
          <p:spPr>
            <a:xfrm>
              <a:off x="59098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3204;p10"/>
            <p:cNvSpPr/>
            <p:nvPr/>
          </p:nvSpPr>
          <p:spPr>
            <a:xfrm>
              <a:off x="59098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3205;p10"/>
            <p:cNvSpPr/>
            <p:nvPr/>
          </p:nvSpPr>
          <p:spPr>
            <a:xfrm>
              <a:off x="59098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3206;p10"/>
            <p:cNvSpPr/>
            <p:nvPr/>
          </p:nvSpPr>
          <p:spPr>
            <a:xfrm>
              <a:off x="59098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3207;p10"/>
            <p:cNvSpPr/>
            <p:nvPr/>
          </p:nvSpPr>
          <p:spPr>
            <a:xfrm>
              <a:off x="59098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3208;p10"/>
            <p:cNvSpPr/>
            <p:nvPr/>
          </p:nvSpPr>
          <p:spPr>
            <a:xfrm>
              <a:off x="59098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3209;p10"/>
            <p:cNvSpPr/>
            <p:nvPr/>
          </p:nvSpPr>
          <p:spPr>
            <a:xfrm>
              <a:off x="59098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0" name="Google Shape;3210;p10"/>
            <p:cNvSpPr/>
            <p:nvPr/>
          </p:nvSpPr>
          <p:spPr>
            <a:xfrm>
              <a:off x="59098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1" name="Google Shape;3211;p10"/>
            <p:cNvSpPr/>
            <p:nvPr/>
          </p:nvSpPr>
          <p:spPr>
            <a:xfrm>
              <a:off x="59098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2" name="Google Shape;3212;p10"/>
            <p:cNvSpPr/>
            <p:nvPr/>
          </p:nvSpPr>
          <p:spPr>
            <a:xfrm>
              <a:off x="59098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3" name="Google Shape;3213;p10"/>
            <p:cNvSpPr/>
            <p:nvPr/>
          </p:nvSpPr>
          <p:spPr>
            <a:xfrm>
              <a:off x="59098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4" name="Google Shape;3214;p10"/>
            <p:cNvSpPr/>
            <p:nvPr/>
          </p:nvSpPr>
          <p:spPr>
            <a:xfrm>
              <a:off x="60603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5" name="Google Shape;3215;p10"/>
            <p:cNvSpPr/>
            <p:nvPr/>
          </p:nvSpPr>
          <p:spPr>
            <a:xfrm>
              <a:off x="606037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6" name="Google Shape;3216;p10"/>
            <p:cNvSpPr/>
            <p:nvPr/>
          </p:nvSpPr>
          <p:spPr>
            <a:xfrm>
              <a:off x="606037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7" name="Google Shape;3217;p10"/>
            <p:cNvSpPr/>
            <p:nvPr/>
          </p:nvSpPr>
          <p:spPr>
            <a:xfrm>
              <a:off x="606037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8" name="Google Shape;3218;p10"/>
            <p:cNvSpPr/>
            <p:nvPr/>
          </p:nvSpPr>
          <p:spPr>
            <a:xfrm>
              <a:off x="606037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9" name="Google Shape;3219;p10"/>
            <p:cNvSpPr/>
            <p:nvPr/>
          </p:nvSpPr>
          <p:spPr>
            <a:xfrm>
              <a:off x="606037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0" name="Google Shape;3220;p10"/>
            <p:cNvSpPr/>
            <p:nvPr/>
          </p:nvSpPr>
          <p:spPr>
            <a:xfrm>
              <a:off x="606037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1" name="Google Shape;3221;p10"/>
            <p:cNvSpPr/>
            <p:nvPr/>
          </p:nvSpPr>
          <p:spPr>
            <a:xfrm>
              <a:off x="606037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2" name="Google Shape;3222;p10"/>
            <p:cNvSpPr/>
            <p:nvPr/>
          </p:nvSpPr>
          <p:spPr>
            <a:xfrm>
              <a:off x="621087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3223;p10"/>
            <p:cNvSpPr/>
            <p:nvPr/>
          </p:nvSpPr>
          <p:spPr>
            <a:xfrm>
              <a:off x="62108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4" name="Google Shape;3224;p10"/>
            <p:cNvSpPr/>
            <p:nvPr/>
          </p:nvSpPr>
          <p:spPr>
            <a:xfrm>
              <a:off x="621087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5" name="Google Shape;3225;p10"/>
            <p:cNvSpPr/>
            <p:nvPr/>
          </p:nvSpPr>
          <p:spPr>
            <a:xfrm>
              <a:off x="621087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6" name="Google Shape;3226;p10"/>
            <p:cNvSpPr/>
            <p:nvPr/>
          </p:nvSpPr>
          <p:spPr>
            <a:xfrm>
              <a:off x="621087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7" name="Google Shape;3227;p10"/>
            <p:cNvSpPr/>
            <p:nvPr/>
          </p:nvSpPr>
          <p:spPr>
            <a:xfrm>
              <a:off x="63613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8" name="Google Shape;3228;p10"/>
            <p:cNvSpPr/>
            <p:nvPr/>
          </p:nvSpPr>
          <p:spPr>
            <a:xfrm>
              <a:off x="63613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9" name="Google Shape;3229;p10"/>
            <p:cNvSpPr/>
            <p:nvPr/>
          </p:nvSpPr>
          <p:spPr>
            <a:xfrm>
              <a:off x="66624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dark">
  <p:cSld name="BLANK_1">
    <p:bg>
      <p:bgPr>
        <a:solidFill>
          <a:schemeClr val="accent5"/>
        </a:solidFill>
        <a:effectLst/>
      </p:bgPr>
    </p:bg>
    <p:spTree>
      <p:nvGrpSpPr>
        <p:cNvPr id="1" name="Shape 3230"/>
        <p:cNvGrpSpPr/>
        <p:nvPr/>
      </p:nvGrpSpPr>
      <p:grpSpPr>
        <a:xfrm>
          <a:off x="0" y="0"/>
          <a:ext cx="0" cy="0"/>
          <a:chOff x="0" y="0"/>
          <a:chExt cx="0" cy="0"/>
        </a:xfrm>
      </p:grpSpPr>
      <p:grpSp>
        <p:nvGrpSpPr>
          <p:cNvPr id="3231" name="Google Shape;3231;p11"/>
          <p:cNvGrpSpPr/>
          <p:nvPr/>
        </p:nvGrpSpPr>
        <p:grpSpPr>
          <a:xfrm rot="10800000">
            <a:off x="8851487" y="28707"/>
            <a:ext cx="264012" cy="5086302"/>
            <a:chOff x="5307800" y="238125"/>
            <a:chExt cx="271925" cy="5238750"/>
          </a:xfrm>
        </p:grpSpPr>
        <p:sp>
          <p:nvSpPr>
            <p:cNvPr id="3232" name="Google Shape;3232;p11"/>
            <p:cNvSpPr/>
            <p:nvPr/>
          </p:nvSpPr>
          <p:spPr>
            <a:xfrm>
              <a:off x="53078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3" name="Google Shape;3233;p11"/>
            <p:cNvSpPr/>
            <p:nvPr/>
          </p:nvSpPr>
          <p:spPr>
            <a:xfrm>
              <a:off x="53078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11"/>
            <p:cNvSpPr/>
            <p:nvPr/>
          </p:nvSpPr>
          <p:spPr>
            <a:xfrm>
              <a:off x="53078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11"/>
            <p:cNvSpPr/>
            <p:nvPr/>
          </p:nvSpPr>
          <p:spPr>
            <a:xfrm>
              <a:off x="53078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6" name="Google Shape;3236;p11"/>
            <p:cNvSpPr/>
            <p:nvPr/>
          </p:nvSpPr>
          <p:spPr>
            <a:xfrm>
              <a:off x="53078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7" name="Google Shape;3237;p11"/>
            <p:cNvSpPr/>
            <p:nvPr/>
          </p:nvSpPr>
          <p:spPr>
            <a:xfrm>
              <a:off x="53078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8" name="Google Shape;3238;p11"/>
            <p:cNvSpPr/>
            <p:nvPr/>
          </p:nvSpPr>
          <p:spPr>
            <a:xfrm>
              <a:off x="53078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9" name="Google Shape;3239;p11"/>
            <p:cNvSpPr/>
            <p:nvPr/>
          </p:nvSpPr>
          <p:spPr>
            <a:xfrm>
              <a:off x="53078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0" name="Google Shape;3240;p11"/>
            <p:cNvSpPr/>
            <p:nvPr/>
          </p:nvSpPr>
          <p:spPr>
            <a:xfrm>
              <a:off x="53078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1" name="Google Shape;3241;p11"/>
            <p:cNvSpPr/>
            <p:nvPr/>
          </p:nvSpPr>
          <p:spPr>
            <a:xfrm>
              <a:off x="53078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2" name="Google Shape;3242;p11"/>
            <p:cNvSpPr/>
            <p:nvPr/>
          </p:nvSpPr>
          <p:spPr>
            <a:xfrm>
              <a:off x="53078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3" name="Google Shape;3243;p11"/>
            <p:cNvSpPr/>
            <p:nvPr/>
          </p:nvSpPr>
          <p:spPr>
            <a:xfrm>
              <a:off x="53078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4" name="Google Shape;3244;p11"/>
            <p:cNvSpPr/>
            <p:nvPr/>
          </p:nvSpPr>
          <p:spPr>
            <a:xfrm>
              <a:off x="53078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5" name="Google Shape;3245;p11"/>
            <p:cNvSpPr/>
            <p:nvPr/>
          </p:nvSpPr>
          <p:spPr>
            <a:xfrm>
              <a:off x="53078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6" name="Google Shape;3246;p11"/>
            <p:cNvSpPr/>
            <p:nvPr/>
          </p:nvSpPr>
          <p:spPr>
            <a:xfrm>
              <a:off x="53078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7" name="Google Shape;3247;p11"/>
            <p:cNvSpPr/>
            <p:nvPr/>
          </p:nvSpPr>
          <p:spPr>
            <a:xfrm>
              <a:off x="53078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8" name="Google Shape;3248;p11"/>
            <p:cNvSpPr/>
            <p:nvPr/>
          </p:nvSpPr>
          <p:spPr>
            <a:xfrm>
              <a:off x="53078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9" name="Google Shape;3249;p11"/>
            <p:cNvSpPr/>
            <p:nvPr/>
          </p:nvSpPr>
          <p:spPr>
            <a:xfrm>
              <a:off x="53078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0" name="Google Shape;3250;p11"/>
            <p:cNvSpPr/>
            <p:nvPr/>
          </p:nvSpPr>
          <p:spPr>
            <a:xfrm>
              <a:off x="53078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1" name="Google Shape;3251;p11"/>
            <p:cNvSpPr/>
            <p:nvPr/>
          </p:nvSpPr>
          <p:spPr>
            <a:xfrm>
              <a:off x="53078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2" name="Google Shape;3252;p11"/>
            <p:cNvSpPr/>
            <p:nvPr/>
          </p:nvSpPr>
          <p:spPr>
            <a:xfrm>
              <a:off x="53078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3" name="Google Shape;3253;p11"/>
            <p:cNvSpPr/>
            <p:nvPr/>
          </p:nvSpPr>
          <p:spPr>
            <a:xfrm>
              <a:off x="53078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4" name="Google Shape;3254;p11"/>
            <p:cNvSpPr/>
            <p:nvPr/>
          </p:nvSpPr>
          <p:spPr>
            <a:xfrm>
              <a:off x="53078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5" name="Google Shape;3255;p11"/>
            <p:cNvSpPr/>
            <p:nvPr/>
          </p:nvSpPr>
          <p:spPr>
            <a:xfrm>
              <a:off x="53078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6" name="Google Shape;3256;p11"/>
            <p:cNvSpPr/>
            <p:nvPr/>
          </p:nvSpPr>
          <p:spPr>
            <a:xfrm>
              <a:off x="53078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7" name="Google Shape;3257;p11"/>
            <p:cNvSpPr/>
            <p:nvPr/>
          </p:nvSpPr>
          <p:spPr>
            <a:xfrm>
              <a:off x="53078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8" name="Google Shape;3258;p11"/>
            <p:cNvSpPr/>
            <p:nvPr/>
          </p:nvSpPr>
          <p:spPr>
            <a:xfrm>
              <a:off x="53078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9" name="Google Shape;3259;p11"/>
            <p:cNvSpPr/>
            <p:nvPr/>
          </p:nvSpPr>
          <p:spPr>
            <a:xfrm>
              <a:off x="53078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0" name="Google Shape;3260;p11"/>
            <p:cNvSpPr/>
            <p:nvPr/>
          </p:nvSpPr>
          <p:spPr>
            <a:xfrm>
              <a:off x="53078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1" name="Google Shape;3261;p11"/>
            <p:cNvSpPr/>
            <p:nvPr/>
          </p:nvSpPr>
          <p:spPr>
            <a:xfrm>
              <a:off x="53078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2" name="Google Shape;3262;p11"/>
            <p:cNvSpPr/>
            <p:nvPr/>
          </p:nvSpPr>
          <p:spPr>
            <a:xfrm>
              <a:off x="53078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3" name="Google Shape;3263;p11"/>
            <p:cNvSpPr/>
            <p:nvPr/>
          </p:nvSpPr>
          <p:spPr>
            <a:xfrm>
              <a:off x="53078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4" name="Google Shape;3264;p11"/>
            <p:cNvSpPr/>
            <p:nvPr/>
          </p:nvSpPr>
          <p:spPr>
            <a:xfrm>
              <a:off x="53078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5" name="Google Shape;3265;p11"/>
            <p:cNvSpPr/>
            <p:nvPr/>
          </p:nvSpPr>
          <p:spPr>
            <a:xfrm>
              <a:off x="53078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6" name="Google Shape;3266;p11"/>
            <p:cNvSpPr/>
            <p:nvPr/>
          </p:nvSpPr>
          <p:spPr>
            <a:xfrm>
              <a:off x="53078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7" name="Google Shape;3267;p11"/>
            <p:cNvSpPr/>
            <p:nvPr/>
          </p:nvSpPr>
          <p:spPr>
            <a:xfrm>
              <a:off x="545832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8" name="Google Shape;3268;p11"/>
            <p:cNvSpPr/>
            <p:nvPr/>
          </p:nvSpPr>
          <p:spPr>
            <a:xfrm>
              <a:off x="545832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9" name="Google Shape;3269;p11"/>
            <p:cNvSpPr/>
            <p:nvPr/>
          </p:nvSpPr>
          <p:spPr>
            <a:xfrm>
              <a:off x="545832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0" name="Google Shape;3270;p11"/>
            <p:cNvSpPr/>
            <p:nvPr/>
          </p:nvSpPr>
          <p:spPr>
            <a:xfrm>
              <a:off x="545832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1" name="Google Shape;3271;p11"/>
            <p:cNvSpPr/>
            <p:nvPr/>
          </p:nvSpPr>
          <p:spPr>
            <a:xfrm>
              <a:off x="545832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2" name="Google Shape;3272;p11"/>
            <p:cNvSpPr/>
            <p:nvPr/>
          </p:nvSpPr>
          <p:spPr>
            <a:xfrm>
              <a:off x="545832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3" name="Google Shape;3273;p11"/>
            <p:cNvSpPr/>
            <p:nvPr/>
          </p:nvSpPr>
          <p:spPr>
            <a:xfrm>
              <a:off x="545832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4" name="Google Shape;3274;p11"/>
            <p:cNvSpPr/>
            <p:nvPr/>
          </p:nvSpPr>
          <p:spPr>
            <a:xfrm>
              <a:off x="545832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5" name="Google Shape;3275;p11"/>
            <p:cNvSpPr/>
            <p:nvPr/>
          </p:nvSpPr>
          <p:spPr>
            <a:xfrm>
              <a:off x="545832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6" name="Google Shape;3276;p11"/>
            <p:cNvSpPr/>
            <p:nvPr/>
          </p:nvSpPr>
          <p:spPr>
            <a:xfrm>
              <a:off x="545832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7" name="Google Shape;3277;p11"/>
            <p:cNvSpPr/>
            <p:nvPr/>
          </p:nvSpPr>
          <p:spPr>
            <a:xfrm>
              <a:off x="545832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8" name="Google Shape;3278;p11"/>
            <p:cNvSpPr/>
            <p:nvPr/>
          </p:nvSpPr>
          <p:spPr>
            <a:xfrm>
              <a:off x="545832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9" name="Google Shape;3279;p11"/>
            <p:cNvSpPr/>
            <p:nvPr/>
          </p:nvSpPr>
          <p:spPr>
            <a:xfrm>
              <a:off x="545832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0" name="Google Shape;3280;p11"/>
            <p:cNvSpPr/>
            <p:nvPr/>
          </p:nvSpPr>
          <p:spPr>
            <a:xfrm>
              <a:off x="545832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1" name="Google Shape;3281;p11"/>
            <p:cNvSpPr/>
            <p:nvPr/>
          </p:nvSpPr>
          <p:spPr>
            <a:xfrm>
              <a:off x="545832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2" name="Google Shape;3282;p11"/>
            <p:cNvSpPr/>
            <p:nvPr/>
          </p:nvSpPr>
          <p:spPr>
            <a:xfrm>
              <a:off x="545832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3" name="Google Shape;3283;p11"/>
            <p:cNvSpPr/>
            <p:nvPr/>
          </p:nvSpPr>
          <p:spPr>
            <a:xfrm>
              <a:off x="545832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4" name="Google Shape;3284;p11"/>
            <p:cNvSpPr/>
            <p:nvPr/>
          </p:nvSpPr>
          <p:spPr>
            <a:xfrm>
              <a:off x="545832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5" name="Google Shape;3285;p11"/>
            <p:cNvSpPr/>
            <p:nvPr/>
          </p:nvSpPr>
          <p:spPr>
            <a:xfrm>
              <a:off x="545832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6" name="Google Shape;3286;p11"/>
            <p:cNvSpPr/>
            <p:nvPr/>
          </p:nvSpPr>
          <p:spPr>
            <a:xfrm>
              <a:off x="545832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7" name="Google Shape;3287;p11"/>
            <p:cNvSpPr/>
            <p:nvPr/>
          </p:nvSpPr>
          <p:spPr>
            <a:xfrm>
              <a:off x="545832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8" name="Google Shape;3288;p11"/>
            <p:cNvSpPr/>
            <p:nvPr/>
          </p:nvSpPr>
          <p:spPr>
            <a:xfrm>
              <a:off x="545832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89" name="Google Shape;3289;p11"/>
          <p:cNvGrpSpPr/>
          <p:nvPr/>
        </p:nvGrpSpPr>
        <p:grpSpPr>
          <a:xfrm rot="10800000">
            <a:off x="7828571" y="28707"/>
            <a:ext cx="1140783" cy="5086302"/>
            <a:chOff x="5458325" y="238125"/>
            <a:chExt cx="1174975" cy="5238750"/>
          </a:xfrm>
        </p:grpSpPr>
        <p:sp>
          <p:nvSpPr>
            <p:cNvPr id="3290" name="Google Shape;3290;p11"/>
            <p:cNvSpPr/>
            <p:nvPr/>
          </p:nvSpPr>
          <p:spPr>
            <a:xfrm>
              <a:off x="545832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1" name="Google Shape;3291;p11"/>
            <p:cNvSpPr/>
            <p:nvPr/>
          </p:nvSpPr>
          <p:spPr>
            <a:xfrm>
              <a:off x="545832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2" name="Google Shape;3292;p11"/>
            <p:cNvSpPr/>
            <p:nvPr/>
          </p:nvSpPr>
          <p:spPr>
            <a:xfrm>
              <a:off x="545832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3" name="Google Shape;3293;p11"/>
            <p:cNvSpPr/>
            <p:nvPr/>
          </p:nvSpPr>
          <p:spPr>
            <a:xfrm>
              <a:off x="545832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4" name="Google Shape;3294;p11"/>
            <p:cNvSpPr/>
            <p:nvPr/>
          </p:nvSpPr>
          <p:spPr>
            <a:xfrm>
              <a:off x="545832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5" name="Google Shape;3295;p11"/>
            <p:cNvSpPr/>
            <p:nvPr/>
          </p:nvSpPr>
          <p:spPr>
            <a:xfrm>
              <a:off x="545832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6" name="Google Shape;3296;p11"/>
            <p:cNvSpPr/>
            <p:nvPr/>
          </p:nvSpPr>
          <p:spPr>
            <a:xfrm>
              <a:off x="545832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7" name="Google Shape;3297;p11"/>
            <p:cNvSpPr/>
            <p:nvPr/>
          </p:nvSpPr>
          <p:spPr>
            <a:xfrm>
              <a:off x="545832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8" name="Google Shape;3298;p11"/>
            <p:cNvSpPr/>
            <p:nvPr/>
          </p:nvSpPr>
          <p:spPr>
            <a:xfrm>
              <a:off x="545832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9" name="Google Shape;3299;p11"/>
            <p:cNvSpPr/>
            <p:nvPr/>
          </p:nvSpPr>
          <p:spPr>
            <a:xfrm>
              <a:off x="545832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0" name="Google Shape;3300;p11"/>
            <p:cNvSpPr/>
            <p:nvPr/>
          </p:nvSpPr>
          <p:spPr>
            <a:xfrm>
              <a:off x="545832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1" name="Google Shape;3301;p11"/>
            <p:cNvSpPr/>
            <p:nvPr/>
          </p:nvSpPr>
          <p:spPr>
            <a:xfrm>
              <a:off x="545832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2" name="Google Shape;3302;p11"/>
            <p:cNvSpPr/>
            <p:nvPr/>
          </p:nvSpPr>
          <p:spPr>
            <a:xfrm>
              <a:off x="545832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3" name="Google Shape;3303;p11"/>
            <p:cNvSpPr/>
            <p:nvPr/>
          </p:nvSpPr>
          <p:spPr>
            <a:xfrm>
              <a:off x="5608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4" name="Google Shape;3304;p11"/>
            <p:cNvSpPr/>
            <p:nvPr/>
          </p:nvSpPr>
          <p:spPr>
            <a:xfrm>
              <a:off x="56088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5" name="Google Shape;3305;p11"/>
            <p:cNvSpPr/>
            <p:nvPr/>
          </p:nvSpPr>
          <p:spPr>
            <a:xfrm>
              <a:off x="5608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6" name="Google Shape;3306;p11"/>
            <p:cNvSpPr/>
            <p:nvPr/>
          </p:nvSpPr>
          <p:spPr>
            <a:xfrm>
              <a:off x="56088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7" name="Google Shape;3307;p11"/>
            <p:cNvSpPr/>
            <p:nvPr/>
          </p:nvSpPr>
          <p:spPr>
            <a:xfrm>
              <a:off x="5608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8" name="Google Shape;3308;p11"/>
            <p:cNvSpPr/>
            <p:nvPr/>
          </p:nvSpPr>
          <p:spPr>
            <a:xfrm>
              <a:off x="56088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9" name="Google Shape;3309;p11"/>
            <p:cNvSpPr/>
            <p:nvPr/>
          </p:nvSpPr>
          <p:spPr>
            <a:xfrm>
              <a:off x="56088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0" name="Google Shape;3310;p11"/>
            <p:cNvSpPr/>
            <p:nvPr/>
          </p:nvSpPr>
          <p:spPr>
            <a:xfrm>
              <a:off x="5608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1" name="Google Shape;3311;p11"/>
            <p:cNvSpPr/>
            <p:nvPr/>
          </p:nvSpPr>
          <p:spPr>
            <a:xfrm>
              <a:off x="5608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2" name="Google Shape;3312;p11"/>
            <p:cNvSpPr/>
            <p:nvPr/>
          </p:nvSpPr>
          <p:spPr>
            <a:xfrm>
              <a:off x="56088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3" name="Google Shape;3313;p11"/>
            <p:cNvSpPr/>
            <p:nvPr/>
          </p:nvSpPr>
          <p:spPr>
            <a:xfrm>
              <a:off x="56088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4" name="Google Shape;3314;p11"/>
            <p:cNvSpPr/>
            <p:nvPr/>
          </p:nvSpPr>
          <p:spPr>
            <a:xfrm>
              <a:off x="56088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5" name="Google Shape;3315;p11"/>
            <p:cNvSpPr/>
            <p:nvPr/>
          </p:nvSpPr>
          <p:spPr>
            <a:xfrm>
              <a:off x="5608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6" name="Google Shape;3316;p11"/>
            <p:cNvSpPr/>
            <p:nvPr/>
          </p:nvSpPr>
          <p:spPr>
            <a:xfrm>
              <a:off x="56088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7" name="Google Shape;3317;p11"/>
            <p:cNvSpPr/>
            <p:nvPr/>
          </p:nvSpPr>
          <p:spPr>
            <a:xfrm>
              <a:off x="5608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8" name="Google Shape;3318;p11"/>
            <p:cNvSpPr/>
            <p:nvPr/>
          </p:nvSpPr>
          <p:spPr>
            <a:xfrm>
              <a:off x="5608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9" name="Google Shape;3319;p11"/>
            <p:cNvSpPr/>
            <p:nvPr/>
          </p:nvSpPr>
          <p:spPr>
            <a:xfrm>
              <a:off x="5608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0" name="Google Shape;3320;p11"/>
            <p:cNvSpPr/>
            <p:nvPr/>
          </p:nvSpPr>
          <p:spPr>
            <a:xfrm>
              <a:off x="56088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1" name="Google Shape;3321;p11"/>
            <p:cNvSpPr/>
            <p:nvPr/>
          </p:nvSpPr>
          <p:spPr>
            <a:xfrm>
              <a:off x="56088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2" name="Google Shape;3322;p11"/>
            <p:cNvSpPr/>
            <p:nvPr/>
          </p:nvSpPr>
          <p:spPr>
            <a:xfrm>
              <a:off x="5608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3" name="Google Shape;3323;p11"/>
            <p:cNvSpPr/>
            <p:nvPr/>
          </p:nvSpPr>
          <p:spPr>
            <a:xfrm>
              <a:off x="5608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4" name="Google Shape;3324;p11"/>
            <p:cNvSpPr/>
            <p:nvPr/>
          </p:nvSpPr>
          <p:spPr>
            <a:xfrm>
              <a:off x="5608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5" name="Google Shape;3325;p11"/>
            <p:cNvSpPr/>
            <p:nvPr/>
          </p:nvSpPr>
          <p:spPr>
            <a:xfrm>
              <a:off x="56088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6" name="Google Shape;3326;p11"/>
            <p:cNvSpPr/>
            <p:nvPr/>
          </p:nvSpPr>
          <p:spPr>
            <a:xfrm>
              <a:off x="5608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7" name="Google Shape;3327;p11"/>
            <p:cNvSpPr/>
            <p:nvPr/>
          </p:nvSpPr>
          <p:spPr>
            <a:xfrm>
              <a:off x="56088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8" name="Google Shape;3328;p11"/>
            <p:cNvSpPr/>
            <p:nvPr/>
          </p:nvSpPr>
          <p:spPr>
            <a:xfrm>
              <a:off x="56088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9" name="Google Shape;3329;p11"/>
            <p:cNvSpPr/>
            <p:nvPr/>
          </p:nvSpPr>
          <p:spPr>
            <a:xfrm>
              <a:off x="56088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0" name="Google Shape;3330;p11"/>
            <p:cNvSpPr/>
            <p:nvPr/>
          </p:nvSpPr>
          <p:spPr>
            <a:xfrm>
              <a:off x="5608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1" name="Google Shape;3331;p11"/>
            <p:cNvSpPr/>
            <p:nvPr/>
          </p:nvSpPr>
          <p:spPr>
            <a:xfrm>
              <a:off x="56088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2" name="Google Shape;3332;p11"/>
            <p:cNvSpPr/>
            <p:nvPr/>
          </p:nvSpPr>
          <p:spPr>
            <a:xfrm>
              <a:off x="5608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3" name="Google Shape;3333;p11"/>
            <p:cNvSpPr/>
            <p:nvPr/>
          </p:nvSpPr>
          <p:spPr>
            <a:xfrm>
              <a:off x="5608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4" name="Google Shape;3334;p11"/>
            <p:cNvSpPr/>
            <p:nvPr/>
          </p:nvSpPr>
          <p:spPr>
            <a:xfrm>
              <a:off x="57593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5" name="Google Shape;3335;p11"/>
            <p:cNvSpPr/>
            <p:nvPr/>
          </p:nvSpPr>
          <p:spPr>
            <a:xfrm>
              <a:off x="57593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6" name="Google Shape;3336;p11"/>
            <p:cNvSpPr/>
            <p:nvPr/>
          </p:nvSpPr>
          <p:spPr>
            <a:xfrm>
              <a:off x="57593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7" name="Google Shape;3337;p11"/>
            <p:cNvSpPr/>
            <p:nvPr/>
          </p:nvSpPr>
          <p:spPr>
            <a:xfrm>
              <a:off x="57593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8" name="Google Shape;3338;p11"/>
            <p:cNvSpPr/>
            <p:nvPr/>
          </p:nvSpPr>
          <p:spPr>
            <a:xfrm>
              <a:off x="57593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9" name="Google Shape;3339;p11"/>
            <p:cNvSpPr/>
            <p:nvPr/>
          </p:nvSpPr>
          <p:spPr>
            <a:xfrm>
              <a:off x="57593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0" name="Google Shape;3340;p11"/>
            <p:cNvSpPr/>
            <p:nvPr/>
          </p:nvSpPr>
          <p:spPr>
            <a:xfrm>
              <a:off x="57593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1" name="Google Shape;3341;p11"/>
            <p:cNvSpPr/>
            <p:nvPr/>
          </p:nvSpPr>
          <p:spPr>
            <a:xfrm>
              <a:off x="57593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2" name="Google Shape;3342;p11"/>
            <p:cNvSpPr/>
            <p:nvPr/>
          </p:nvSpPr>
          <p:spPr>
            <a:xfrm>
              <a:off x="57593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3" name="Google Shape;3343;p11"/>
            <p:cNvSpPr/>
            <p:nvPr/>
          </p:nvSpPr>
          <p:spPr>
            <a:xfrm>
              <a:off x="57593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4" name="Google Shape;3344;p11"/>
            <p:cNvSpPr/>
            <p:nvPr/>
          </p:nvSpPr>
          <p:spPr>
            <a:xfrm>
              <a:off x="57593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5" name="Google Shape;3345;p11"/>
            <p:cNvSpPr/>
            <p:nvPr/>
          </p:nvSpPr>
          <p:spPr>
            <a:xfrm>
              <a:off x="59098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6" name="Google Shape;3346;p11"/>
            <p:cNvSpPr/>
            <p:nvPr/>
          </p:nvSpPr>
          <p:spPr>
            <a:xfrm>
              <a:off x="59098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7" name="Google Shape;3347;p11"/>
            <p:cNvSpPr/>
            <p:nvPr/>
          </p:nvSpPr>
          <p:spPr>
            <a:xfrm>
              <a:off x="59098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8" name="Google Shape;3348;p11"/>
            <p:cNvSpPr/>
            <p:nvPr/>
          </p:nvSpPr>
          <p:spPr>
            <a:xfrm>
              <a:off x="606037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9" name="Google Shape;3349;p11"/>
            <p:cNvSpPr/>
            <p:nvPr/>
          </p:nvSpPr>
          <p:spPr>
            <a:xfrm>
              <a:off x="62108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0" name="Google Shape;3350;p11"/>
            <p:cNvSpPr/>
            <p:nvPr/>
          </p:nvSpPr>
          <p:spPr>
            <a:xfrm>
              <a:off x="621087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1" name="Google Shape;3351;p11"/>
            <p:cNvSpPr/>
            <p:nvPr/>
          </p:nvSpPr>
          <p:spPr>
            <a:xfrm>
              <a:off x="65119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52" name="Google Shape;3352;p11"/>
          <p:cNvGrpSpPr/>
          <p:nvPr/>
        </p:nvGrpSpPr>
        <p:grpSpPr>
          <a:xfrm rot="10800000">
            <a:off x="7682451" y="28707"/>
            <a:ext cx="994639" cy="4940182"/>
            <a:chOff x="5759350" y="388625"/>
            <a:chExt cx="1024450" cy="5088250"/>
          </a:xfrm>
        </p:grpSpPr>
        <p:sp>
          <p:nvSpPr>
            <p:cNvPr id="3353" name="Google Shape;3353;p11"/>
            <p:cNvSpPr/>
            <p:nvPr/>
          </p:nvSpPr>
          <p:spPr>
            <a:xfrm>
              <a:off x="57593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4" name="Google Shape;3354;p11"/>
            <p:cNvSpPr/>
            <p:nvPr/>
          </p:nvSpPr>
          <p:spPr>
            <a:xfrm>
              <a:off x="57593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5" name="Google Shape;3355;p11"/>
            <p:cNvSpPr/>
            <p:nvPr/>
          </p:nvSpPr>
          <p:spPr>
            <a:xfrm>
              <a:off x="57593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6" name="Google Shape;3356;p11"/>
            <p:cNvSpPr/>
            <p:nvPr/>
          </p:nvSpPr>
          <p:spPr>
            <a:xfrm>
              <a:off x="57593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7" name="Google Shape;3357;p11"/>
            <p:cNvSpPr/>
            <p:nvPr/>
          </p:nvSpPr>
          <p:spPr>
            <a:xfrm>
              <a:off x="57593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8" name="Google Shape;3358;p11"/>
            <p:cNvSpPr/>
            <p:nvPr/>
          </p:nvSpPr>
          <p:spPr>
            <a:xfrm>
              <a:off x="57593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9" name="Google Shape;3359;p11"/>
            <p:cNvSpPr/>
            <p:nvPr/>
          </p:nvSpPr>
          <p:spPr>
            <a:xfrm>
              <a:off x="57593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0" name="Google Shape;3360;p11"/>
            <p:cNvSpPr/>
            <p:nvPr/>
          </p:nvSpPr>
          <p:spPr>
            <a:xfrm>
              <a:off x="59098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1" name="Google Shape;3361;p11"/>
            <p:cNvSpPr/>
            <p:nvPr/>
          </p:nvSpPr>
          <p:spPr>
            <a:xfrm>
              <a:off x="59098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2" name="Google Shape;3362;p11"/>
            <p:cNvSpPr/>
            <p:nvPr/>
          </p:nvSpPr>
          <p:spPr>
            <a:xfrm>
              <a:off x="59098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3" name="Google Shape;3363;p11"/>
            <p:cNvSpPr/>
            <p:nvPr/>
          </p:nvSpPr>
          <p:spPr>
            <a:xfrm>
              <a:off x="59098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4" name="Google Shape;3364;p11"/>
            <p:cNvSpPr/>
            <p:nvPr/>
          </p:nvSpPr>
          <p:spPr>
            <a:xfrm>
              <a:off x="59098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5" name="Google Shape;3365;p11"/>
            <p:cNvSpPr/>
            <p:nvPr/>
          </p:nvSpPr>
          <p:spPr>
            <a:xfrm>
              <a:off x="59098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6" name="Google Shape;3366;p11"/>
            <p:cNvSpPr/>
            <p:nvPr/>
          </p:nvSpPr>
          <p:spPr>
            <a:xfrm>
              <a:off x="59098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7" name="Google Shape;3367;p11"/>
            <p:cNvSpPr/>
            <p:nvPr/>
          </p:nvSpPr>
          <p:spPr>
            <a:xfrm>
              <a:off x="59098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8" name="Google Shape;3368;p11"/>
            <p:cNvSpPr/>
            <p:nvPr/>
          </p:nvSpPr>
          <p:spPr>
            <a:xfrm>
              <a:off x="59098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9" name="Google Shape;3369;p11"/>
            <p:cNvSpPr/>
            <p:nvPr/>
          </p:nvSpPr>
          <p:spPr>
            <a:xfrm>
              <a:off x="59098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0" name="Google Shape;3370;p11"/>
            <p:cNvSpPr/>
            <p:nvPr/>
          </p:nvSpPr>
          <p:spPr>
            <a:xfrm>
              <a:off x="59098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1" name="Google Shape;3371;p11"/>
            <p:cNvSpPr/>
            <p:nvPr/>
          </p:nvSpPr>
          <p:spPr>
            <a:xfrm>
              <a:off x="59098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2" name="Google Shape;3372;p11"/>
            <p:cNvSpPr/>
            <p:nvPr/>
          </p:nvSpPr>
          <p:spPr>
            <a:xfrm>
              <a:off x="59098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3" name="Google Shape;3373;p11"/>
            <p:cNvSpPr/>
            <p:nvPr/>
          </p:nvSpPr>
          <p:spPr>
            <a:xfrm>
              <a:off x="59098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4" name="Google Shape;3374;p11"/>
            <p:cNvSpPr/>
            <p:nvPr/>
          </p:nvSpPr>
          <p:spPr>
            <a:xfrm>
              <a:off x="59098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5" name="Google Shape;3375;p11"/>
            <p:cNvSpPr/>
            <p:nvPr/>
          </p:nvSpPr>
          <p:spPr>
            <a:xfrm>
              <a:off x="59098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6" name="Google Shape;3376;p11"/>
            <p:cNvSpPr/>
            <p:nvPr/>
          </p:nvSpPr>
          <p:spPr>
            <a:xfrm>
              <a:off x="59098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7" name="Google Shape;3377;p11"/>
            <p:cNvSpPr/>
            <p:nvPr/>
          </p:nvSpPr>
          <p:spPr>
            <a:xfrm>
              <a:off x="59098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8" name="Google Shape;3378;p11"/>
            <p:cNvSpPr/>
            <p:nvPr/>
          </p:nvSpPr>
          <p:spPr>
            <a:xfrm>
              <a:off x="59098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9" name="Google Shape;3379;p11"/>
            <p:cNvSpPr/>
            <p:nvPr/>
          </p:nvSpPr>
          <p:spPr>
            <a:xfrm>
              <a:off x="606037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0" name="Google Shape;3380;p11"/>
            <p:cNvSpPr/>
            <p:nvPr/>
          </p:nvSpPr>
          <p:spPr>
            <a:xfrm>
              <a:off x="606037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1" name="Google Shape;3381;p11"/>
            <p:cNvSpPr/>
            <p:nvPr/>
          </p:nvSpPr>
          <p:spPr>
            <a:xfrm>
              <a:off x="606037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2" name="Google Shape;3382;p11"/>
            <p:cNvSpPr/>
            <p:nvPr/>
          </p:nvSpPr>
          <p:spPr>
            <a:xfrm>
              <a:off x="60603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3" name="Google Shape;3383;p11"/>
            <p:cNvSpPr/>
            <p:nvPr/>
          </p:nvSpPr>
          <p:spPr>
            <a:xfrm>
              <a:off x="606037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4" name="Google Shape;3384;p11"/>
            <p:cNvSpPr/>
            <p:nvPr/>
          </p:nvSpPr>
          <p:spPr>
            <a:xfrm>
              <a:off x="606037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5" name="Google Shape;3385;p11"/>
            <p:cNvSpPr/>
            <p:nvPr/>
          </p:nvSpPr>
          <p:spPr>
            <a:xfrm>
              <a:off x="606037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6" name="Google Shape;3386;p11"/>
            <p:cNvSpPr/>
            <p:nvPr/>
          </p:nvSpPr>
          <p:spPr>
            <a:xfrm>
              <a:off x="606037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7" name="Google Shape;3387;p11"/>
            <p:cNvSpPr/>
            <p:nvPr/>
          </p:nvSpPr>
          <p:spPr>
            <a:xfrm>
              <a:off x="606037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8" name="Google Shape;3388;p11"/>
            <p:cNvSpPr/>
            <p:nvPr/>
          </p:nvSpPr>
          <p:spPr>
            <a:xfrm>
              <a:off x="60603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9" name="Google Shape;3389;p11"/>
            <p:cNvSpPr/>
            <p:nvPr/>
          </p:nvSpPr>
          <p:spPr>
            <a:xfrm>
              <a:off x="606037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0" name="Google Shape;3390;p11"/>
            <p:cNvSpPr/>
            <p:nvPr/>
          </p:nvSpPr>
          <p:spPr>
            <a:xfrm>
              <a:off x="606037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1" name="Google Shape;3391;p11"/>
            <p:cNvSpPr/>
            <p:nvPr/>
          </p:nvSpPr>
          <p:spPr>
            <a:xfrm>
              <a:off x="606037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2" name="Google Shape;3392;p11"/>
            <p:cNvSpPr/>
            <p:nvPr/>
          </p:nvSpPr>
          <p:spPr>
            <a:xfrm>
              <a:off x="606037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3" name="Google Shape;3393;p11"/>
            <p:cNvSpPr/>
            <p:nvPr/>
          </p:nvSpPr>
          <p:spPr>
            <a:xfrm>
              <a:off x="60603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4" name="Google Shape;3394;p11"/>
            <p:cNvSpPr/>
            <p:nvPr/>
          </p:nvSpPr>
          <p:spPr>
            <a:xfrm>
              <a:off x="606037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5" name="Google Shape;3395;p11"/>
            <p:cNvSpPr/>
            <p:nvPr/>
          </p:nvSpPr>
          <p:spPr>
            <a:xfrm>
              <a:off x="606037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6" name="Google Shape;3396;p11"/>
            <p:cNvSpPr/>
            <p:nvPr/>
          </p:nvSpPr>
          <p:spPr>
            <a:xfrm>
              <a:off x="60603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7" name="Google Shape;3397;p11"/>
            <p:cNvSpPr/>
            <p:nvPr/>
          </p:nvSpPr>
          <p:spPr>
            <a:xfrm>
              <a:off x="606037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8" name="Google Shape;3398;p11"/>
            <p:cNvSpPr/>
            <p:nvPr/>
          </p:nvSpPr>
          <p:spPr>
            <a:xfrm>
              <a:off x="606037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9" name="Google Shape;3399;p11"/>
            <p:cNvSpPr/>
            <p:nvPr/>
          </p:nvSpPr>
          <p:spPr>
            <a:xfrm>
              <a:off x="60603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0" name="Google Shape;3400;p11"/>
            <p:cNvSpPr/>
            <p:nvPr/>
          </p:nvSpPr>
          <p:spPr>
            <a:xfrm>
              <a:off x="606037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1" name="Google Shape;3401;p11"/>
            <p:cNvSpPr/>
            <p:nvPr/>
          </p:nvSpPr>
          <p:spPr>
            <a:xfrm>
              <a:off x="606037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2" name="Google Shape;3402;p11"/>
            <p:cNvSpPr/>
            <p:nvPr/>
          </p:nvSpPr>
          <p:spPr>
            <a:xfrm>
              <a:off x="606037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3" name="Google Shape;3403;p11"/>
            <p:cNvSpPr/>
            <p:nvPr/>
          </p:nvSpPr>
          <p:spPr>
            <a:xfrm>
              <a:off x="60603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4" name="Google Shape;3404;p11"/>
            <p:cNvSpPr/>
            <p:nvPr/>
          </p:nvSpPr>
          <p:spPr>
            <a:xfrm>
              <a:off x="606037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5" name="Google Shape;3405;p11"/>
            <p:cNvSpPr/>
            <p:nvPr/>
          </p:nvSpPr>
          <p:spPr>
            <a:xfrm>
              <a:off x="621087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6" name="Google Shape;3406;p11"/>
            <p:cNvSpPr/>
            <p:nvPr/>
          </p:nvSpPr>
          <p:spPr>
            <a:xfrm>
              <a:off x="621087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7" name="Google Shape;3407;p11"/>
            <p:cNvSpPr/>
            <p:nvPr/>
          </p:nvSpPr>
          <p:spPr>
            <a:xfrm>
              <a:off x="621087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8" name="Google Shape;3408;p11"/>
            <p:cNvSpPr/>
            <p:nvPr/>
          </p:nvSpPr>
          <p:spPr>
            <a:xfrm>
              <a:off x="621087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9" name="Google Shape;3409;p11"/>
            <p:cNvSpPr/>
            <p:nvPr/>
          </p:nvSpPr>
          <p:spPr>
            <a:xfrm>
              <a:off x="62108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0" name="Google Shape;3410;p11"/>
            <p:cNvSpPr/>
            <p:nvPr/>
          </p:nvSpPr>
          <p:spPr>
            <a:xfrm>
              <a:off x="621087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1" name="Google Shape;3411;p11"/>
            <p:cNvSpPr/>
            <p:nvPr/>
          </p:nvSpPr>
          <p:spPr>
            <a:xfrm>
              <a:off x="621087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2" name="Google Shape;3412;p11"/>
            <p:cNvSpPr/>
            <p:nvPr/>
          </p:nvSpPr>
          <p:spPr>
            <a:xfrm>
              <a:off x="621087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3" name="Google Shape;3413;p11"/>
            <p:cNvSpPr/>
            <p:nvPr/>
          </p:nvSpPr>
          <p:spPr>
            <a:xfrm>
              <a:off x="621087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4" name="Google Shape;3414;p11"/>
            <p:cNvSpPr/>
            <p:nvPr/>
          </p:nvSpPr>
          <p:spPr>
            <a:xfrm>
              <a:off x="621087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5" name="Google Shape;3415;p11"/>
            <p:cNvSpPr/>
            <p:nvPr/>
          </p:nvSpPr>
          <p:spPr>
            <a:xfrm>
              <a:off x="621087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6" name="Google Shape;3416;p11"/>
            <p:cNvSpPr/>
            <p:nvPr/>
          </p:nvSpPr>
          <p:spPr>
            <a:xfrm>
              <a:off x="621087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7" name="Google Shape;3417;p11"/>
            <p:cNvSpPr/>
            <p:nvPr/>
          </p:nvSpPr>
          <p:spPr>
            <a:xfrm>
              <a:off x="621087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8" name="Google Shape;3418;p11"/>
            <p:cNvSpPr/>
            <p:nvPr/>
          </p:nvSpPr>
          <p:spPr>
            <a:xfrm>
              <a:off x="621087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9" name="Google Shape;3419;p11"/>
            <p:cNvSpPr/>
            <p:nvPr/>
          </p:nvSpPr>
          <p:spPr>
            <a:xfrm>
              <a:off x="621087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0" name="Google Shape;3420;p11"/>
            <p:cNvSpPr/>
            <p:nvPr/>
          </p:nvSpPr>
          <p:spPr>
            <a:xfrm>
              <a:off x="621087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1" name="Google Shape;3421;p11"/>
            <p:cNvSpPr/>
            <p:nvPr/>
          </p:nvSpPr>
          <p:spPr>
            <a:xfrm>
              <a:off x="621087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2" name="Google Shape;3422;p11"/>
            <p:cNvSpPr/>
            <p:nvPr/>
          </p:nvSpPr>
          <p:spPr>
            <a:xfrm>
              <a:off x="621087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3" name="Google Shape;3423;p11"/>
            <p:cNvSpPr/>
            <p:nvPr/>
          </p:nvSpPr>
          <p:spPr>
            <a:xfrm>
              <a:off x="62108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4" name="Google Shape;3424;p11"/>
            <p:cNvSpPr/>
            <p:nvPr/>
          </p:nvSpPr>
          <p:spPr>
            <a:xfrm>
              <a:off x="621087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5" name="Google Shape;3425;p11"/>
            <p:cNvSpPr/>
            <p:nvPr/>
          </p:nvSpPr>
          <p:spPr>
            <a:xfrm>
              <a:off x="63613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6" name="Google Shape;3426;p11"/>
            <p:cNvSpPr/>
            <p:nvPr/>
          </p:nvSpPr>
          <p:spPr>
            <a:xfrm>
              <a:off x="63613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7" name="Google Shape;3427;p11"/>
            <p:cNvSpPr/>
            <p:nvPr/>
          </p:nvSpPr>
          <p:spPr>
            <a:xfrm>
              <a:off x="63613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8" name="Google Shape;3428;p11"/>
            <p:cNvSpPr/>
            <p:nvPr/>
          </p:nvSpPr>
          <p:spPr>
            <a:xfrm>
              <a:off x="63613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9" name="Google Shape;3429;p11"/>
            <p:cNvSpPr/>
            <p:nvPr/>
          </p:nvSpPr>
          <p:spPr>
            <a:xfrm>
              <a:off x="63613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0" name="Google Shape;3430;p11"/>
            <p:cNvSpPr/>
            <p:nvPr/>
          </p:nvSpPr>
          <p:spPr>
            <a:xfrm>
              <a:off x="63613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1" name="Google Shape;3431;p11"/>
            <p:cNvSpPr/>
            <p:nvPr/>
          </p:nvSpPr>
          <p:spPr>
            <a:xfrm>
              <a:off x="63613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2" name="Google Shape;3432;p11"/>
            <p:cNvSpPr/>
            <p:nvPr/>
          </p:nvSpPr>
          <p:spPr>
            <a:xfrm>
              <a:off x="63613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3" name="Google Shape;3433;p11"/>
            <p:cNvSpPr/>
            <p:nvPr/>
          </p:nvSpPr>
          <p:spPr>
            <a:xfrm>
              <a:off x="63613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4" name="Google Shape;3434;p11"/>
            <p:cNvSpPr/>
            <p:nvPr/>
          </p:nvSpPr>
          <p:spPr>
            <a:xfrm>
              <a:off x="63613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5" name="Google Shape;3435;p11"/>
            <p:cNvSpPr/>
            <p:nvPr/>
          </p:nvSpPr>
          <p:spPr>
            <a:xfrm>
              <a:off x="63613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6" name="Google Shape;3436;p11"/>
            <p:cNvSpPr/>
            <p:nvPr/>
          </p:nvSpPr>
          <p:spPr>
            <a:xfrm>
              <a:off x="63613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7" name="Google Shape;3437;p11"/>
            <p:cNvSpPr/>
            <p:nvPr/>
          </p:nvSpPr>
          <p:spPr>
            <a:xfrm>
              <a:off x="63613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8" name="Google Shape;3438;p11"/>
            <p:cNvSpPr/>
            <p:nvPr/>
          </p:nvSpPr>
          <p:spPr>
            <a:xfrm>
              <a:off x="63613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9" name="Google Shape;3439;p11"/>
            <p:cNvSpPr/>
            <p:nvPr/>
          </p:nvSpPr>
          <p:spPr>
            <a:xfrm>
              <a:off x="63613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0" name="Google Shape;3440;p11"/>
            <p:cNvSpPr/>
            <p:nvPr/>
          </p:nvSpPr>
          <p:spPr>
            <a:xfrm>
              <a:off x="63613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1" name="Google Shape;3441;p11"/>
            <p:cNvSpPr/>
            <p:nvPr/>
          </p:nvSpPr>
          <p:spPr>
            <a:xfrm>
              <a:off x="63613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2" name="Google Shape;3442;p11"/>
            <p:cNvSpPr/>
            <p:nvPr/>
          </p:nvSpPr>
          <p:spPr>
            <a:xfrm>
              <a:off x="63613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3" name="Google Shape;3443;p11"/>
            <p:cNvSpPr/>
            <p:nvPr/>
          </p:nvSpPr>
          <p:spPr>
            <a:xfrm>
              <a:off x="65119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4" name="Google Shape;3444;p11"/>
            <p:cNvSpPr/>
            <p:nvPr/>
          </p:nvSpPr>
          <p:spPr>
            <a:xfrm>
              <a:off x="65119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5" name="Google Shape;3445;p11"/>
            <p:cNvSpPr/>
            <p:nvPr/>
          </p:nvSpPr>
          <p:spPr>
            <a:xfrm>
              <a:off x="65119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6" name="Google Shape;3446;p11"/>
            <p:cNvSpPr/>
            <p:nvPr/>
          </p:nvSpPr>
          <p:spPr>
            <a:xfrm>
              <a:off x="65119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7" name="Google Shape;3447;p11"/>
            <p:cNvSpPr/>
            <p:nvPr/>
          </p:nvSpPr>
          <p:spPr>
            <a:xfrm>
              <a:off x="65119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8" name="Google Shape;3448;p11"/>
            <p:cNvSpPr/>
            <p:nvPr/>
          </p:nvSpPr>
          <p:spPr>
            <a:xfrm>
              <a:off x="65119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9" name="Google Shape;3449;p11"/>
            <p:cNvSpPr/>
            <p:nvPr/>
          </p:nvSpPr>
          <p:spPr>
            <a:xfrm>
              <a:off x="65119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0" name="Google Shape;3450;p11"/>
            <p:cNvSpPr/>
            <p:nvPr/>
          </p:nvSpPr>
          <p:spPr>
            <a:xfrm>
              <a:off x="65119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1" name="Google Shape;3451;p11"/>
            <p:cNvSpPr/>
            <p:nvPr/>
          </p:nvSpPr>
          <p:spPr>
            <a:xfrm>
              <a:off x="66624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2" name="Google Shape;3452;p11"/>
            <p:cNvSpPr/>
            <p:nvPr/>
          </p:nvSpPr>
          <p:spPr>
            <a:xfrm>
              <a:off x="666240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3" name="Google Shape;3453;p11"/>
            <p:cNvSpPr/>
            <p:nvPr/>
          </p:nvSpPr>
          <p:spPr>
            <a:xfrm>
              <a:off x="66624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54" name="Google Shape;3454;p11"/>
          <p:cNvGrpSpPr/>
          <p:nvPr/>
        </p:nvGrpSpPr>
        <p:grpSpPr>
          <a:xfrm rot="10800000">
            <a:off x="7682451" y="28707"/>
            <a:ext cx="1140783" cy="5086302"/>
            <a:chOff x="5608825" y="238125"/>
            <a:chExt cx="1174975" cy="5238750"/>
          </a:xfrm>
        </p:grpSpPr>
        <p:sp>
          <p:nvSpPr>
            <p:cNvPr id="3455" name="Google Shape;3455;p11"/>
            <p:cNvSpPr/>
            <p:nvPr/>
          </p:nvSpPr>
          <p:spPr>
            <a:xfrm>
              <a:off x="56088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6" name="Google Shape;3456;p11"/>
            <p:cNvSpPr/>
            <p:nvPr/>
          </p:nvSpPr>
          <p:spPr>
            <a:xfrm>
              <a:off x="5608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7" name="Google Shape;3457;p11"/>
            <p:cNvSpPr/>
            <p:nvPr/>
          </p:nvSpPr>
          <p:spPr>
            <a:xfrm>
              <a:off x="5608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8" name="Google Shape;3458;p11"/>
            <p:cNvSpPr/>
            <p:nvPr/>
          </p:nvSpPr>
          <p:spPr>
            <a:xfrm>
              <a:off x="5608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9" name="Google Shape;3459;p11"/>
            <p:cNvSpPr/>
            <p:nvPr/>
          </p:nvSpPr>
          <p:spPr>
            <a:xfrm>
              <a:off x="57593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0" name="Google Shape;3460;p11"/>
            <p:cNvSpPr/>
            <p:nvPr/>
          </p:nvSpPr>
          <p:spPr>
            <a:xfrm>
              <a:off x="57593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1" name="Google Shape;3461;p11"/>
            <p:cNvSpPr/>
            <p:nvPr/>
          </p:nvSpPr>
          <p:spPr>
            <a:xfrm>
              <a:off x="57593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2" name="Google Shape;3462;p11"/>
            <p:cNvSpPr/>
            <p:nvPr/>
          </p:nvSpPr>
          <p:spPr>
            <a:xfrm>
              <a:off x="57593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3" name="Google Shape;3463;p11"/>
            <p:cNvSpPr/>
            <p:nvPr/>
          </p:nvSpPr>
          <p:spPr>
            <a:xfrm>
              <a:off x="57593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4" name="Google Shape;3464;p11"/>
            <p:cNvSpPr/>
            <p:nvPr/>
          </p:nvSpPr>
          <p:spPr>
            <a:xfrm>
              <a:off x="57593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5" name="Google Shape;3465;p11"/>
            <p:cNvSpPr/>
            <p:nvPr/>
          </p:nvSpPr>
          <p:spPr>
            <a:xfrm>
              <a:off x="57593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6" name="Google Shape;3466;p11"/>
            <p:cNvSpPr/>
            <p:nvPr/>
          </p:nvSpPr>
          <p:spPr>
            <a:xfrm>
              <a:off x="57593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7" name="Google Shape;3467;p11"/>
            <p:cNvSpPr/>
            <p:nvPr/>
          </p:nvSpPr>
          <p:spPr>
            <a:xfrm>
              <a:off x="57593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8" name="Google Shape;3468;p11"/>
            <p:cNvSpPr/>
            <p:nvPr/>
          </p:nvSpPr>
          <p:spPr>
            <a:xfrm>
              <a:off x="57593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9" name="Google Shape;3469;p11"/>
            <p:cNvSpPr/>
            <p:nvPr/>
          </p:nvSpPr>
          <p:spPr>
            <a:xfrm>
              <a:off x="57593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0" name="Google Shape;3470;p11"/>
            <p:cNvSpPr/>
            <p:nvPr/>
          </p:nvSpPr>
          <p:spPr>
            <a:xfrm>
              <a:off x="57593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1" name="Google Shape;3471;p11"/>
            <p:cNvSpPr/>
            <p:nvPr/>
          </p:nvSpPr>
          <p:spPr>
            <a:xfrm>
              <a:off x="57593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2" name="Google Shape;3472;p11"/>
            <p:cNvSpPr/>
            <p:nvPr/>
          </p:nvSpPr>
          <p:spPr>
            <a:xfrm>
              <a:off x="57593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3" name="Google Shape;3473;p11"/>
            <p:cNvSpPr/>
            <p:nvPr/>
          </p:nvSpPr>
          <p:spPr>
            <a:xfrm>
              <a:off x="57593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4" name="Google Shape;3474;p11"/>
            <p:cNvSpPr/>
            <p:nvPr/>
          </p:nvSpPr>
          <p:spPr>
            <a:xfrm>
              <a:off x="57593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5" name="Google Shape;3475;p11"/>
            <p:cNvSpPr/>
            <p:nvPr/>
          </p:nvSpPr>
          <p:spPr>
            <a:xfrm>
              <a:off x="57593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6" name="Google Shape;3476;p11"/>
            <p:cNvSpPr/>
            <p:nvPr/>
          </p:nvSpPr>
          <p:spPr>
            <a:xfrm>
              <a:off x="59098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7" name="Google Shape;3477;p11"/>
            <p:cNvSpPr/>
            <p:nvPr/>
          </p:nvSpPr>
          <p:spPr>
            <a:xfrm>
              <a:off x="59098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8" name="Google Shape;3478;p11"/>
            <p:cNvSpPr/>
            <p:nvPr/>
          </p:nvSpPr>
          <p:spPr>
            <a:xfrm>
              <a:off x="59098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9" name="Google Shape;3479;p11"/>
            <p:cNvSpPr/>
            <p:nvPr/>
          </p:nvSpPr>
          <p:spPr>
            <a:xfrm>
              <a:off x="59098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0" name="Google Shape;3480;p11"/>
            <p:cNvSpPr/>
            <p:nvPr/>
          </p:nvSpPr>
          <p:spPr>
            <a:xfrm>
              <a:off x="59098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1" name="Google Shape;3481;p11"/>
            <p:cNvSpPr/>
            <p:nvPr/>
          </p:nvSpPr>
          <p:spPr>
            <a:xfrm>
              <a:off x="59098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2" name="Google Shape;3482;p11"/>
            <p:cNvSpPr/>
            <p:nvPr/>
          </p:nvSpPr>
          <p:spPr>
            <a:xfrm>
              <a:off x="59098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3" name="Google Shape;3483;p11"/>
            <p:cNvSpPr/>
            <p:nvPr/>
          </p:nvSpPr>
          <p:spPr>
            <a:xfrm>
              <a:off x="59098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4" name="Google Shape;3484;p11"/>
            <p:cNvSpPr/>
            <p:nvPr/>
          </p:nvSpPr>
          <p:spPr>
            <a:xfrm>
              <a:off x="59098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5" name="Google Shape;3485;p11"/>
            <p:cNvSpPr/>
            <p:nvPr/>
          </p:nvSpPr>
          <p:spPr>
            <a:xfrm>
              <a:off x="59098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6" name="Google Shape;3486;p11"/>
            <p:cNvSpPr/>
            <p:nvPr/>
          </p:nvSpPr>
          <p:spPr>
            <a:xfrm>
              <a:off x="59098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7" name="Google Shape;3487;p11"/>
            <p:cNvSpPr/>
            <p:nvPr/>
          </p:nvSpPr>
          <p:spPr>
            <a:xfrm>
              <a:off x="59098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8" name="Google Shape;3488;p11"/>
            <p:cNvSpPr/>
            <p:nvPr/>
          </p:nvSpPr>
          <p:spPr>
            <a:xfrm>
              <a:off x="59098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9" name="Google Shape;3489;p11"/>
            <p:cNvSpPr/>
            <p:nvPr/>
          </p:nvSpPr>
          <p:spPr>
            <a:xfrm>
              <a:off x="60603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0" name="Google Shape;3490;p11"/>
            <p:cNvSpPr/>
            <p:nvPr/>
          </p:nvSpPr>
          <p:spPr>
            <a:xfrm>
              <a:off x="606037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1" name="Google Shape;3491;p11"/>
            <p:cNvSpPr/>
            <p:nvPr/>
          </p:nvSpPr>
          <p:spPr>
            <a:xfrm>
              <a:off x="606037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2" name="Google Shape;3492;p11"/>
            <p:cNvSpPr/>
            <p:nvPr/>
          </p:nvSpPr>
          <p:spPr>
            <a:xfrm>
              <a:off x="606037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3" name="Google Shape;3493;p11"/>
            <p:cNvSpPr/>
            <p:nvPr/>
          </p:nvSpPr>
          <p:spPr>
            <a:xfrm>
              <a:off x="606037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4" name="Google Shape;3494;p11"/>
            <p:cNvSpPr/>
            <p:nvPr/>
          </p:nvSpPr>
          <p:spPr>
            <a:xfrm>
              <a:off x="606037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5" name="Google Shape;3495;p11"/>
            <p:cNvSpPr/>
            <p:nvPr/>
          </p:nvSpPr>
          <p:spPr>
            <a:xfrm>
              <a:off x="606037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6" name="Google Shape;3496;p11"/>
            <p:cNvSpPr/>
            <p:nvPr/>
          </p:nvSpPr>
          <p:spPr>
            <a:xfrm>
              <a:off x="606037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7" name="Google Shape;3497;p11"/>
            <p:cNvSpPr/>
            <p:nvPr/>
          </p:nvSpPr>
          <p:spPr>
            <a:xfrm>
              <a:off x="621087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8" name="Google Shape;3498;p11"/>
            <p:cNvSpPr/>
            <p:nvPr/>
          </p:nvSpPr>
          <p:spPr>
            <a:xfrm>
              <a:off x="62108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9" name="Google Shape;3499;p11"/>
            <p:cNvSpPr/>
            <p:nvPr/>
          </p:nvSpPr>
          <p:spPr>
            <a:xfrm>
              <a:off x="621087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0" name="Google Shape;3500;p11"/>
            <p:cNvSpPr/>
            <p:nvPr/>
          </p:nvSpPr>
          <p:spPr>
            <a:xfrm>
              <a:off x="621087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1" name="Google Shape;3501;p11"/>
            <p:cNvSpPr/>
            <p:nvPr/>
          </p:nvSpPr>
          <p:spPr>
            <a:xfrm>
              <a:off x="621087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2" name="Google Shape;3502;p11"/>
            <p:cNvSpPr/>
            <p:nvPr/>
          </p:nvSpPr>
          <p:spPr>
            <a:xfrm>
              <a:off x="63613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3" name="Google Shape;3503;p11"/>
            <p:cNvSpPr/>
            <p:nvPr/>
          </p:nvSpPr>
          <p:spPr>
            <a:xfrm>
              <a:off x="63613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4" name="Google Shape;3504;p11"/>
            <p:cNvSpPr/>
            <p:nvPr/>
          </p:nvSpPr>
          <p:spPr>
            <a:xfrm>
              <a:off x="66624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05" name="Google Shape;3505;p11"/>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lvl1pPr lvl="0">
              <a:buNone/>
              <a:defRPr>
                <a:solidFill>
                  <a:schemeClr val="accent2"/>
                </a:solidFill>
              </a:defRPr>
            </a:lvl1pPr>
            <a:lvl2pPr lvl="1">
              <a:buNone/>
              <a:defRPr>
                <a:solidFill>
                  <a:schemeClr val="accent2"/>
                </a:solidFill>
              </a:defRPr>
            </a:lvl2pPr>
            <a:lvl3pPr lvl="2">
              <a:buNone/>
              <a:defRPr>
                <a:solidFill>
                  <a:schemeClr val="accent2"/>
                </a:solidFill>
              </a:defRPr>
            </a:lvl3pPr>
            <a:lvl4pPr lvl="3">
              <a:buNone/>
              <a:defRPr>
                <a:solidFill>
                  <a:schemeClr val="accent2"/>
                </a:solidFill>
              </a:defRPr>
            </a:lvl4pPr>
            <a:lvl5pPr lvl="4">
              <a:buNone/>
              <a:defRPr>
                <a:solidFill>
                  <a:schemeClr val="accent2"/>
                </a:solidFill>
              </a:defRPr>
            </a:lvl5pPr>
            <a:lvl6pPr lvl="5">
              <a:buNone/>
              <a:defRPr>
                <a:solidFill>
                  <a:schemeClr val="accent2"/>
                </a:solidFill>
              </a:defRPr>
            </a:lvl6pPr>
            <a:lvl7pPr lvl="6">
              <a:buNone/>
              <a:defRPr>
                <a:solidFill>
                  <a:schemeClr val="accent2"/>
                </a:solidFill>
              </a:defRPr>
            </a:lvl7pPr>
            <a:lvl8pPr lvl="7">
              <a:buNone/>
              <a:defRPr>
                <a:solidFill>
                  <a:schemeClr val="accent2"/>
                </a:solidFill>
              </a:defRPr>
            </a:lvl8pPr>
            <a:lvl9pPr lvl="8">
              <a:buNone/>
              <a:defRPr>
                <a:solidFill>
                  <a:schemeClr val="accent2"/>
                </a:solidFil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8300" y="739375"/>
            <a:ext cx="6761100" cy="8574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1pPr>
            <a:lvl2pPr lvl="1">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2pPr>
            <a:lvl3pPr lvl="2">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3pPr>
            <a:lvl4pPr lvl="3">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4pPr>
            <a:lvl5pPr lvl="4">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5pPr>
            <a:lvl6pPr lvl="5">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6pPr>
            <a:lvl7pPr lvl="6">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7pPr>
            <a:lvl8pPr lvl="7">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8pPr>
            <a:lvl9pPr lvl="8">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9pPr>
          </a:lstStyle>
          <a:p>
            <a:endParaRPr/>
          </a:p>
        </p:txBody>
      </p:sp>
      <p:sp>
        <p:nvSpPr>
          <p:cNvPr id="7" name="Google Shape;7;p1"/>
          <p:cNvSpPr txBox="1">
            <a:spLocks noGrp="1"/>
          </p:cNvSpPr>
          <p:nvPr>
            <p:ph type="body" idx="1"/>
          </p:nvPr>
        </p:nvSpPr>
        <p:spPr>
          <a:xfrm>
            <a:off x="718300" y="1733550"/>
            <a:ext cx="6761100" cy="2980500"/>
          </a:xfrm>
          <a:prstGeom prst="rect">
            <a:avLst/>
          </a:prstGeom>
          <a:noFill/>
          <a:ln>
            <a:noFill/>
          </a:ln>
        </p:spPr>
        <p:txBody>
          <a:bodyPr spcFirstLastPara="1" wrap="square" lIns="91425" tIns="91425" rIns="91425" bIns="91425" anchor="t" anchorCtr="0">
            <a:noAutofit/>
          </a:bodyPr>
          <a:lstStyle>
            <a:lvl1pPr marL="457200" lvl="0" indent="-381000">
              <a:spcBef>
                <a:spcPts val="600"/>
              </a:spcBef>
              <a:spcAft>
                <a:spcPts val="0"/>
              </a:spcAft>
              <a:buClr>
                <a:schemeClr val="accent1"/>
              </a:buClr>
              <a:buSzPts val="2400"/>
              <a:buFont typeface="Titillium Web Light"/>
              <a:buChar char="▪"/>
              <a:defRPr sz="2400">
                <a:solidFill>
                  <a:schemeClr val="dk1"/>
                </a:solidFill>
                <a:latin typeface="Titillium Web Light"/>
                <a:ea typeface="Titillium Web Light"/>
                <a:cs typeface="Titillium Web Light"/>
                <a:sym typeface="Titillium Web Light"/>
              </a:defRPr>
            </a:lvl1pPr>
            <a:lvl2pPr marL="914400" lvl="1" indent="-381000">
              <a:spcBef>
                <a:spcPts val="0"/>
              </a:spcBef>
              <a:spcAft>
                <a:spcPts val="0"/>
              </a:spcAft>
              <a:buClr>
                <a:schemeClr val="accent1"/>
              </a:buClr>
              <a:buSzPts val="2400"/>
              <a:buFont typeface="Titillium Web Light"/>
              <a:buChar char="▫"/>
              <a:defRPr sz="2400">
                <a:solidFill>
                  <a:schemeClr val="dk1"/>
                </a:solidFill>
                <a:latin typeface="Titillium Web Light"/>
                <a:ea typeface="Titillium Web Light"/>
                <a:cs typeface="Titillium Web Light"/>
                <a:sym typeface="Titillium Web Light"/>
              </a:defRPr>
            </a:lvl2pPr>
            <a:lvl3pPr marL="1371600" lvl="2" indent="-381000">
              <a:spcBef>
                <a:spcPts val="0"/>
              </a:spcBef>
              <a:spcAft>
                <a:spcPts val="0"/>
              </a:spcAft>
              <a:buClr>
                <a:schemeClr val="accent1"/>
              </a:buClr>
              <a:buSzPts val="2400"/>
              <a:buFont typeface="Titillium Web Light"/>
              <a:buChar char="▫"/>
              <a:defRPr sz="2400">
                <a:solidFill>
                  <a:schemeClr val="dk1"/>
                </a:solidFill>
                <a:latin typeface="Titillium Web Light"/>
                <a:ea typeface="Titillium Web Light"/>
                <a:cs typeface="Titillium Web Light"/>
                <a:sym typeface="Titillium Web Light"/>
              </a:defRPr>
            </a:lvl3pPr>
            <a:lvl4pPr marL="1828800" lvl="3"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4pPr>
            <a:lvl5pPr marL="2286000" lvl="4"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5pPr>
            <a:lvl6pPr marL="2743200" lvl="5"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6pPr>
            <a:lvl7pPr marL="3200400" lvl="6"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7pPr>
            <a:lvl8pPr marL="3657600" lvl="7"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8pPr>
            <a:lvl9pPr marL="4114800" lvl="8"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9pPr>
          </a:lstStyle>
          <a:p>
            <a:endParaRPr/>
          </a:p>
        </p:txBody>
      </p:sp>
      <p:sp>
        <p:nvSpPr>
          <p:cNvPr id="8" name="Google Shape;8;p1"/>
          <p:cNvSpPr txBox="1">
            <a:spLocks noGrp="1"/>
          </p:cNvSpPr>
          <p:nvPr>
            <p:ph type="sldNum" idx="12"/>
          </p:nvPr>
        </p:nvSpPr>
        <p:spPr>
          <a:xfrm>
            <a:off x="91531" y="4720201"/>
            <a:ext cx="548700" cy="393600"/>
          </a:xfrm>
          <a:prstGeom prst="rect">
            <a:avLst/>
          </a:prstGeom>
          <a:noFill/>
          <a:ln>
            <a:noFill/>
          </a:ln>
        </p:spPr>
        <p:txBody>
          <a:bodyPr spcFirstLastPara="1" wrap="square" lIns="91425" tIns="91425" rIns="91425" bIns="91425" anchor="ctr" anchorCtr="0">
            <a:noAutofit/>
          </a:bodyPr>
          <a:lstStyle>
            <a:lvl1pPr lvl="0">
              <a:buNone/>
              <a:defRPr sz="1200">
                <a:solidFill>
                  <a:schemeClr val="dk2"/>
                </a:solidFill>
                <a:latin typeface="Dosis ExtraLight"/>
                <a:ea typeface="Dosis ExtraLight"/>
                <a:cs typeface="Dosis ExtraLight"/>
                <a:sym typeface="Dosis ExtraLight"/>
              </a:defRPr>
            </a:lvl1pPr>
            <a:lvl2pPr lvl="1">
              <a:buNone/>
              <a:defRPr sz="1200">
                <a:solidFill>
                  <a:schemeClr val="dk2"/>
                </a:solidFill>
                <a:latin typeface="Dosis ExtraLight"/>
                <a:ea typeface="Dosis ExtraLight"/>
                <a:cs typeface="Dosis ExtraLight"/>
                <a:sym typeface="Dosis ExtraLight"/>
              </a:defRPr>
            </a:lvl2pPr>
            <a:lvl3pPr lvl="2">
              <a:buNone/>
              <a:defRPr sz="1200">
                <a:solidFill>
                  <a:schemeClr val="dk2"/>
                </a:solidFill>
                <a:latin typeface="Dosis ExtraLight"/>
                <a:ea typeface="Dosis ExtraLight"/>
                <a:cs typeface="Dosis ExtraLight"/>
                <a:sym typeface="Dosis ExtraLight"/>
              </a:defRPr>
            </a:lvl3pPr>
            <a:lvl4pPr lvl="3">
              <a:buNone/>
              <a:defRPr sz="1200">
                <a:solidFill>
                  <a:schemeClr val="dk2"/>
                </a:solidFill>
                <a:latin typeface="Dosis ExtraLight"/>
                <a:ea typeface="Dosis ExtraLight"/>
                <a:cs typeface="Dosis ExtraLight"/>
                <a:sym typeface="Dosis ExtraLight"/>
              </a:defRPr>
            </a:lvl4pPr>
            <a:lvl5pPr lvl="4">
              <a:buNone/>
              <a:defRPr sz="1200">
                <a:solidFill>
                  <a:schemeClr val="dk2"/>
                </a:solidFill>
                <a:latin typeface="Dosis ExtraLight"/>
                <a:ea typeface="Dosis ExtraLight"/>
                <a:cs typeface="Dosis ExtraLight"/>
                <a:sym typeface="Dosis ExtraLight"/>
              </a:defRPr>
            </a:lvl5pPr>
            <a:lvl6pPr lvl="5">
              <a:buNone/>
              <a:defRPr sz="1200">
                <a:solidFill>
                  <a:schemeClr val="dk2"/>
                </a:solidFill>
                <a:latin typeface="Dosis ExtraLight"/>
                <a:ea typeface="Dosis ExtraLight"/>
                <a:cs typeface="Dosis ExtraLight"/>
                <a:sym typeface="Dosis ExtraLight"/>
              </a:defRPr>
            </a:lvl6pPr>
            <a:lvl7pPr lvl="6">
              <a:buNone/>
              <a:defRPr sz="1200">
                <a:solidFill>
                  <a:schemeClr val="dk2"/>
                </a:solidFill>
                <a:latin typeface="Dosis ExtraLight"/>
                <a:ea typeface="Dosis ExtraLight"/>
                <a:cs typeface="Dosis ExtraLight"/>
                <a:sym typeface="Dosis ExtraLight"/>
              </a:defRPr>
            </a:lvl7pPr>
            <a:lvl8pPr lvl="7">
              <a:buNone/>
              <a:defRPr sz="1200">
                <a:solidFill>
                  <a:schemeClr val="dk2"/>
                </a:solidFill>
                <a:latin typeface="Dosis ExtraLight"/>
                <a:ea typeface="Dosis ExtraLight"/>
                <a:cs typeface="Dosis ExtraLight"/>
                <a:sym typeface="Dosis ExtraLight"/>
              </a:defRPr>
            </a:lvl8pPr>
            <a:lvl9pPr lvl="8">
              <a:buNone/>
              <a:defRPr sz="1200">
                <a:solidFill>
                  <a:schemeClr val="dk2"/>
                </a:solidFill>
                <a:latin typeface="Dosis ExtraLight"/>
                <a:ea typeface="Dosis ExtraLight"/>
                <a:cs typeface="Dosis ExtraLight"/>
                <a:sym typeface="Dosis ExtraLight"/>
              </a:defRPr>
            </a:lvl9pPr>
          </a:lstStyle>
          <a:p>
            <a:pPr marL="0" lvl="0" indent="0" algn="l"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6" r:id="rId8"/>
    <p:sldLayoutId id="2147483657" r:id="rId9"/>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0.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835"/>
        <p:cNvGrpSpPr/>
        <p:nvPr/>
      </p:nvGrpSpPr>
      <p:grpSpPr>
        <a:xfrm>
          <a:off x="0" y="0"/>
          <a:ext cx="0" cy="0"/>
          <a:chOff x="0" y="0"/>
          <a:chExt cx="0" cy="0"/>
        </a:xfrm>
      </p:grpSpPr>
      <p:sp>
        <p:nvSpPr>
          <p:cNvPr id="3836" name="Google Shape;3836;p13"/>
          <p:cNvSpPr txBox="1">
            <a:spLocks noGrp="1"/>
          </p:cNvSpPr>
          <p:nvPr>
            <p:ph type="ctrTitle"/>
          </p:nvPr>
        </p:nvSpPr>
        <p:spPr>
          <a:xfrm>
            <a:off x="247135" y="498717"/>
            <a:ext cx="5878614" cy="1159800"/>
          </a:xfrm>
          <a:prstGeom prst="rect">
            <a:avLst/>
          </a:prstGeom>
        </p:spPr>
        <p:txBody>
          <a:bodyPr spcFirstLastPara="1" wrap="square" lIns="91425" tIns="91425" rIns="91425" bIns="91425" anchor="t" anchorCtr="0">
            <a:noAutofit/>
          </a:bodyPr>
          <a:lstStyle/>
          <a:p>
            <a:pPr lvl="0" algn="ctr"/>
            <a:r>
              <a:rPr lang="en-US" sz="4400" dirty="0" err="1"/>
              <a:t>Precoded</a:t>
            </a:r>
            <a:r>
              <a:rPr lang="en-US" sz="4400" dirty="0"/>
              <a:t> Cluster Hopping in Multi-Beam High Throughput Satellite Systems</a:t>
            </a:r>
            <a:endParaRPr sz="4400" dirty="0"/>
          </a:p>
        </p:txBody>
      </p:sp>
      <p:sp>
        <p:nvSpPr>
          <p:cNvPr id="2" name="矩形 1">
            <a:extLst>
              <a:ext uri="{FF2B5EF4-FFF2-40B4-BE49-F238E27FC236}">
                <a16:creationId xmlns:a16="http://schemas.microsoft.com/office/drawing/2014/main" id="{0A3FA827-3F89-45B7-9D1F-B91B31B4E41D}"/>
              </a:ext>
            </a:extLst>
          </p:cNvPr>
          <p:cNvSpPr/>
          <p:nvPr/>
        </p:nvSpPr>
        <p:spPr>
          <a:xfrm>
            <a:off x="900442" y="3583838"/>
            <a:ext cx="4572000" cy="523220"/>
          </a:xfrm>
          <a:prstGeom prst="rect">
            <a:avLst/>
          </a:prstGeom>
        </p:spPr>
        <p:txBody>
          <a:bodyPr>
            <a:spAutoFit/>
          </a:bodyPr>
          <a:lstStyle/>
          <a:p>
            <a:pPr algn="ctr"/>
            <a:r>
              <a:rPr lang="en-US" altLang="zh-TW" dirty="0">
                <a:solidFill>
                  <a:schemeClr val="bg1">
                    <a:lumMod val="85000"/>
                  </a:schemeClr>
                </a:solidFill>
              </a:rPr>
              <a:t>GLOBECOM 2019 - 2019 IEEE Global Communications Conference</a:t>
            </a:r>
            <a:endParaRPr lang="zh-TW" altLang="en-US" dirty="0">
              <a:solidFill>
                <a:schemeClr val="bg1">
                  <a:lumMod val="8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840"/>
        <p:cNvGrpSpPr/>
        <p:nvPr/>
      </p:nvGrpSpPr>
      <p:grpSpPr>
        <a:xfrm>
          <a:off x="0" y="0"/>
          <a:ext cx="0" cy="0"/>
          <a:chOff x="0" y="0"/>
          <a:chExt cx="0" cy="0"/>
        </a:xfrm>
      </p:grpSpPr>
      <p:sp>
        <p:nvSpPr>
          <p:cNvPr id="3841" name="Google Shape;3841;p14"/>
          <p:cNvSpPr txBox="1">
            <a:spLocks noGrp="1"/>
          </p:cNvSpPr>
          <p:nvPr>
            <p:ph type="title"/>
          </p:nvPr>
        </p:nvSpPr>
        <p:spPr>
          <a:xfrm>
            <a:off x="718300" y="261580"/>
            <a:ext cx="6761100" cy="857400"/>
          </a:xfrm>
          <a:prstGeom prst="rect">
            <a:avLst/>
          </a:prstGeom>
        </p:spPr>
        <p:txBody>
          <a:bodyPr spcFirstLastPara="1" wrap="square" lIns="91425" tIns="91425" rIns="91425" bIns="91425" anchor="b" anchorCtr="0">
            <a:noAutofit/>
          </a:bodyPr>
          <a:lstStyle/>
          <a:p>
            <a:pPr lvl="0"/>
            <a:r>
              <a:rPr lang="en-US" altLang="zh-TW" dirty="0"/>
              <a:t>Introduction</a:t>
            </a:r>
            <a:endParaRPr dirty="0"/>
          </a:p>
        </p:txBody>
      </p:sp>
      <p:sp>
        <p:nvSpPr>
          <p:cNvPr id="8" name="文字版面配置區 7">
            <a:extLst>
              <a:ext uri="{FF2B5EF4-FFF2-40B4-BE49-F238E27FC236}">
                <a16:creationId xmlns:a16="http://schemas.microsoft.com/office/drawing/2014/main" id="{D0DB9C07-2550-4D8B-B66C-68B0DE7CBB67}"/>
              </a:ext>
            </a:extLst>
          </p:cNvPr>
          <p:cNvSpPr>
            <a:spLocks noGrp="1"/>
          </p:cNvSpPr>
          <p:nvPr>
            <p:ph type="body" idx="1"/>
          </p:nvPr>
        </p:nvSpPr>
        <p:spPr>
          <a:xfrm>
            <a:off x="718300" y="1379323"/>
            <a:ext cx="6761100" cy="2980500"/>
          </a:xfrm>
        </p:spPr>
        <p:txBody>
          <a:bodyPr/>
          <a:lstStyle/>
          <a:p>
            <a:r>
              <a:rPr lang="en-US" altLang="zh-TW" sz="1800" dirty="0"/>
              <a:t>The satellite traffic is not homogeneous over time and coverage areas.</a:t>
            </a:r>
          </a:p>
          <a:p>
            <a:endParaRPr lang="en-US" altLang="zh-TW" sz="1800" dirty="0"/>
          </a:p>
          <a:p>
            <a:r>
              <a:rPr lang="en-US" altLang="zh-TW" sz="1800" dirty="0"/>
              <a:t>Offering the same level of service or capacity over the whole coverage area all the times results in inefficient utilization of available resources.</a:t>
            </a:r>
          </a:p>
          <a:p>
            <a:endParaRPr lang="en-US" altLang="zh-TW" sz="1800" dirty="0"/>
          </a:p>
          <a:p>
            <a:r>
              <a:rPr lang="en-US" altLang="zh-TW" sz="1800" dirty="0"/>
              <a:t>The heavily</a:t>
            </a:r>
            <a:r>
              <a:rPr lang="zh-TW" altLang="en-US" sz="1800" dirty="0"/>
              <a:t> </a:t>
            </a:r>
            <a:r>
              <a:rPr lang="en-US" altLang="zh-TW" sz="1800" dirty="0"/>
              <a:t>loaded beams will suffer from capacity deficiency while lightly</a:t>
            </a:r>
            <a:r>
              <a:rPr lang="zh-TW" altLang="en-US" sz="1800" dirty="0"/>
              <a:t> </a:t>
            </a:r>
            <a:r>
              <a:rPr lang="en-US" altLang="zh-TW" sz="1800" dirty="0"/>
              <a:t>loaded beams will have the excessive capacity.</a:t>
            </a:r>
            <a:endParaRPr lang="zh-TW" altLang="en-US" sz="1400" dirty="0"/>
          </a:p>
        </p:txBody>
      </p:sp>
      <p:sp>
        <p:nvSpPr>
          <p:cNvPr id="3845" name="Google Shape;3845;p14"/>
          <p:cNvSpPr txBox="1">
            <a:spLocks noGrp="1"/>
          </p:cNvSpPr>
          <p:nvPr>
            <p:ph type="sldNum" idx="12"/>
          </p:nvPr>
        </p:nvSpPr>
        <p:spPr>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840"/>
        <p:cNvGrpSpPr/>
        <p:nvPr/>
      </p:nvGrpSpPr>
      <p:grpSpPr>
        <a:xfrm>
          <a:off x="0" y="0"/>
          <a:ext cx="0" cy="0"/>
          <a:chOff x="0" y="0"/>
          <a:chExt cx="0" cy="0"/>
        </a:xfrm>
      </p:grpSpPr>
      <p:sp>
        <p:nvSpPr>
          <p:cNvPr id="3841" name="Google Shape;3841;p14"/>
          <p:cNvSpPr txBox="1">
            <a:spLocks noGrp="1"/>
          </p:cNvSpPr>
          <p:nvPr>
            <p:ph type="title"/>
          </p:nvPr>
        </p:nvSpPr>
        <p:spPr>
          <a:xfrm>
            <a:off x="718300" y="261580"/>
            <a:ext cx="6761100" cy="857400"/>
          </a:xfrm>
          <a:prstGeom prst="rect">
            <a:avLst/>
          </a:prstGeom>
        </p:spPr>
        <p:txBody>
          <a:bodyPr spcFirstLastPara="1" wrap="square" lIns="91425" tIns="91425" rIns="91425" bIns="91425" anchor="b" anchorCtr="0">
            <a:noAutofit/>
          </a:bodyPr>
          <a:lstStyle/>
          <a:p>
            <a:pPr lvl="0"/>
            <a:r>
              <a:rPr lang="en-US" altLang="zh-TW" dirty="0"/>
              <a:t>Introduction</a:t>
            </a:r>
            <a:endParaRPr dirty="0"/>
          </a:p>
        </p:txBody>
      </p:sp>
      <p:sp>
        <p:nvSpPr>
          <p:cNvPr id="8" name="文字版面配置區 7">
            <a:extLst>
              <a:ext uri="{FF2B5EF4-FFF2-40B4-BE49-F238E27FC236}">
                <a16:creationId xmlns:a16="http://schemas.microsoft.com/office/drawing/2014/main" id="{D0DB9C07-2550-4D8B-B66C-68B0DE7CBB67}"/>
              </a:ext>
            </a:extLst>
          </p:cNvPr>
          <p:cNvSpPr>
            <a:spLocks noGrp="1"/>
          </p:cNvSpPr>
          <p:nvPr>
            <p:ph type="body" idx="1"/>
          </p:nvPr>
        </p:nvSpPr>
        <p:spPr>
          <a:xfrm>
            <a:off x="718300" y="1379323"/>
            <a:ext cx="6761100" cy="2980500"/>
          </a:xfrm>
        </p:spPr>
        <p:txBody>
          <a:bodyPr/>
          <a:lstStyle/>
          <a:p>
            <a:r>
              <a:rPr lang="en-US" altLang="zh-TW" sz="1800" dirty="0"/>
              <a:t>BH provides the means to flexibly adapt the offered capacity to the time and geographic variations of the traffic demands.</a:t>
            </a:r>
          </a:p>
          <a:p>
            <a:endParaRPr lang="en-US" altLang="zh-TW" sz="1800" dirty="0"/>
          </a:p>
          <a:p>
            <a:r>
              <a:rPr lang="en-US" altLang="zh-TW" sz="1800" dirty="0"/>
              <a:t>One of the main benefits of BH is the resource allocation flexibility in the time domain by allocating different dwell time</a:t>
            </a:r>
          </a:p>
          <a:p>
            <a:endParaRPr lang="en-US" altLang="zh-TW" sz="1800" dirty="0"/>
          </a:p>
          <a:p>
            <a:r>
              <a:rPr lang="en-US" altLang="zh-TW" sz="1800" dirty="0"/>
              <a:t>Challenges are designing an illumination pattern able to perfectly match the demands, acquisition, and synchronization of </a:t>
            </a:r>
            <a:r>
              <a:rPr lang="en-US" altLang="zh-TW" sz="1800" dirty="0" err="1"/>
              <a:t>bursty</a:t>
            </a:r>
            <a:r>
              <a:rPr lang="zh-TW" altLang="en-US" sz="1800" dirty="0"/>
              <a:t> </a:t>
            </a:r>
            <a:r>
              <a:rPr lang="en-US" altLang="zh-TW" sz="1800" dirty="0"/>
              <a:t>transmitted data.</a:t>
            </a:r>
          </a:p>
          <a:p>
            <a:endParaRPr lang="en-US" altLang="zh-TW" sz="1800" dirty="0"/>
          </a:p>
        </p:txBody>
      </p:sp>
      <p:sp>
        <p:nvSpPr>
          <p:cNvPr id="3845" name="Google Shape;3845;p14"/>
          <p:cNvSpPr txBox="1">
            <a:spLocks noGrp="1"/>
          </p:cNvSpPr>
          <p:nvPr>
            <p:ph type="sldNum" idx="12"/>
          </p:nvPr>
        </p:nvSpPr>
        <p:spPr>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a:t>
            </a:fld>
            <a:endParaRPr/>
          </a:p>
        </p:txBody>
      </p:sp>
    </p:spTree>
    <p:extLst>
      <p:ext uri="{BB962C8B-B14F-4D97-AF65-F5344CB8AC3E}">
        <p14:creationId xmlns:p14="http://schemas.microsoft.com/office/powerpoint/2010/main" val="9974239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840"/>
        <p:cNvGrpSpPr/>
        <p:nvPr/>
      </p:nvGrpSpPr>
      <p:grpSpPr>
        <a:xfrm>
          <a:off x="0" y="0"/>
          <a:ext cx="0" cy="0"/>
          <a:chOff x="0" y="0"/>
          <a:chExt cx="0" cy="0"/>
        </a:xfrm>
      </p:grpSpPr>
      <p:sp>
        <p:nvSpPr>
          <p:cNvPr id="3841" name="Google Shape;3841;p14"/>
          <p:cNvSpPr txBox="1">
            <a:spLocks noGrp="1"/>
          </p:cNvSpPr>
          <p:nvPr>
            <p:ph type="title"/>
          </p:nvPr>
        </p:nvSpPr>
        <p:spPr>
          <a:xfrm>
            <a:off x="718300" y="261580"/>
            <a:ext cx="6761100" cy="857400"/>
          </a:xfrm>
          <a:prstGeom prst="rect">
            <a:avLst/>
          </a:prstGeom>
        </p:spPr>
        <p:txBody>
          <a:bodyPr spcFirstLastPara="1" wrap="square" lIns="91425" tIns="91425" rIns="91425" bIns="91425" anchor="b" anchorCtr="0">
            <a:noAutofit/>
          </a:bodyPr>
          <a:lstStyle/>
          <a:p>
            <a:pPr lvl="0"/>
            <a:r>
              <a:rPr lang="en-US" altLang="zh-TW" dirty="0"/>
              <a:t>Introduction</a:t>
            </a:r>
            <a:endParaRPr dirty="0"/>
          </a:p>
        </p:txBody>
      </p:sp>
      <p:sp>
        <p:nvSpPr>
          <p:cNvPr id="8" name="文字版面配置區 7">
            <a:extLst>
              <a:ext uri="{FF2B5EF4-FFF2-40B4-BE49-F238E27FC236}">
                <a16:creationId xmlns:a16="http://schemas.microsoft.com/office/drawing/2014/main" id="{D0DB9C07-2550-4D8B-B66C-68B0DE7CBB67}"/>
              </a:ext>
            </a:extLst>
          </p:cNvPr>
          <p:cNvSpPr>
            <a:spLocks noGrp="1"/>
          </p:cNvSpPr>
          <p:nvPr>
            <p:ph type="body" idx="1"/>
          </p:nvPr>
        </p:nvSpPr>
        <p:spPr>
          <a:xfrm>
            <a:off x="718300" y="1379323"/>
            <a:ext cx="6761100" cy="2980500"/>
          </a:xfrm>
        </p:spPr>
        <p:txBody>
          <a:bodyPr/>
          <a:lstStyle/>
          <a:p>
            <a:r>
              <a:rPr lang="en-US" altLang="zh-TW" sz="1800" dirty="0"/>
              <a:t>One of the major challenges in such full frequency-reuse (FFR) systems is dealing with intra-beam and inter beam interference.</a:t>
            </a:r>
          </a:p>
          <a:p>
            <a:endParaRPr lang="en-US" altLang="zh-TW" sz="1800" dirty="0"/>
          </a:p>
          <a:p>
            <a:r>
              <a:rPr lang="en-US" altLang="zh-TW" sz="1800" dirty="0"/>
              <a:t>Linear</a:t>
            </a:r>
            <a:r>
              <a:rPr lang="zh-TW" altLang="en-US" sz="1800" dirty="0"/>
              <a:t> </a:t>
            </a:r>
            <a:r>
              <a:rPr lang="en-US" altLang="zh-TW" sz="1800" dirty="0"/>
              <a:t>precoding, can be applied in the forward link of a multibeam</a:t>
            </a:r>
            <a:r>
              <a:rPr lang="zh-TW" altLang="en-US" sz="1800" dirty="0"/>
              <a:t> </a:t>
            </a:r>
            <a:r>
              <a:rPr lang="en-US" altLang="zh-TW" sz="1800" dirty="0"/>
              <a:t>satellite system operating in FFR for spatial interference</a:t>
            </a:r>
            <a:r>
              <a:rPr lang="zh-TW" altLang="en-US" sz="1800" dirty="0"/>
              <a:t> </a:t>
            </a:r>
            <a:r>
              <a:rPr lang="en-US" altLang="zh-TW" sz="1800" dirty="0"/>
              <a:t>mitigation.</a:t>
            </a:r>
          </a:p>
          <a:p>
            <a:endParaRPr lang="en-US" altLang="zh-TW" sz="1800" dirty="0"/>
          </a:p>
          <a:p>
            <a:endParaRPr lang="en-US" altLang="zh-TW" sz="1800" dirty="0"/>
          </a:p>
        </p:txBody>
      </p:sp>
      <p:sp>
        <p:nvSpPr>
          <p:cNvPr id="3845" name="Google Shape;3845;p14"/>
          <p:cNvSpPr txBox="1">
            <a:spLocks noGrp="1"/>
          </p:cNvSpPr>
          <p:nvPr>
            <p:ph type="sldNum" idx="12"/>
          </p:nvPr>
        </p:nvSpPr>
        <p:spPr>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4</a:t>
            </a:fld>
            <a:endParaRPr/>
          </a:p>
        </p:txBody>
      </p:sp>
    </p:spTree>
    <p:extLst>
      <p:ext uri="{BB962C8B-B14F-4D97-AF65-F5344CB8AC3E}">
        <p14:creationId xmlns:p14="http://schemas.microsoft.com/office/powerpoint/2010/main" val="783582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840"/>
        <p:cNvGrpSpPr/>
        <p:nvPr/>
      </p:nvGrpSpPr>
      <p:grpSpPr>
        <a:xfrm>
          <a:off x="0" y="0"/>
          <a:ext cx="0" cy="0"/>
          <a:chOff x="0" y="0"/>
          <a:chExt cx="0" cy="0"/>
        </a:xfrm>
      </p:grpSpPr>
      <p:sp>
        <p:nvSpPr>
          <p:cNvPr id="3841" name="Google Shape;3841;p14"/>
          <p:cNvSpPr txBox="1">
            <a:spLocks noGrp="1"/>
          </p:cNvSpPr>
          <p:nvPr>
            <p:ph type="title"/>
          </p:nvPr>
        </p:nvSpPr>
        <p:spPr>
          <a:xfrm>
            <a:off x="718300" y="261580"/>
            <a:ext cx="6761100" cy="857400"/>
          </a:xfrm>
          <a:prstGeom prst="rect">
            <a:avLst/>
          </a:prstGeom>
        </p:spPr>
        <p:txBody>
          <a:bodyPr spcFirstLastPara="1" wrap="square" lIns="91425" tIns="91425" rIns="91425" bIns="91425" anchor="b" anchorCtr="0">
            <a:noAutofit/>
          </a:bodyPr>
          <a:lstStyle/>
          <a:p>
            <a:pPr lvl="0"/>
            <a:r>
              <a:rPr lang="en-US" altLang="zh-TW" dirty="0"/>
              <a:t>Introduction</a:t>
            </a:r>
            <a:endParaRPr dirty="0"/>
          </a:p>
        </p:txBody>
      </p:sp>
      <p:sp>
        <p:nvSpPr>
          <p:cNvPr id="8" name="文字版面配置區 7">
            <a:extLst>
              <a:ext uri="{FF2B5EF4-FFF2-40B4-BE49-F238E27FC236}">
                <a16:creationId xmlns:a16="http://schemas.microsoft.com/office/drawing/2014/main" id="{D0DB9C07-2550-4D8B-B66C-68B0DE7CBB67}"/>
              </a:ext>
            </a:extLst>
          </p:cNvPr>
          <p:cNvSpPr>
            <a:spLocks noGrp="1"/>
          </p:cNvSpPr>
          <p:nvPr>
            <p:ph type="body" idx="1"/>
          </p:nvPr>
        </p:nvSpPr>
        <p:spPr>
          <a:xfrm>
            <a:off x="718300" y="1379323"/>
            <a:ext cx="6761100" cy="2980500"/>
          </a:xfrm>
        </p:spPr>
        <p:txBody>
          <a:bodyPr/>
          <a:lstStyle/>
          <a:p>
            <a:r>
              <a:rPr lang="en-US" altLang="zh-TW" sz="1800" dirty="0"/>
              <a:t>Clearly, BH provides the means to flexibly adapt the offered capacity to the spatiotemporal variations of the traffic demands, </a:t>
            </a:r>
          </a:p>
          <a:p>
            <a:endParaRPr lang="en-US" altLang="zh-TW" sz="1800" dirty="0"/>
          </a:p>
          <a:p>
            <a:r>
              <a:rPr lang="en-US" altLang="zh-TW" sz="1800" dirty="0"/>
              <a:t>while precoding exploits the multiplexing feature enabled by the use of multiple antenna feeds at the transmitter side onboard to boost the spectral efficiency</a:t>
            </a:r>
          </a:p>
          <a:p>
            <a:endParaRPr lang="en-US" altLang="zh-TW" sz="1800" dirty="0"/>
          </a:p>
          <a:p>
            <a:r>
              <a:rPr lang="en-US" altLang="zh-TW" sz="1800" dirty="0"/>
              <a:t>Focusing on the convergence of both BH and precoding techniques, we propose a  </a:t>
            </a:r>
            <a:r>
              <a:rPr lang="en-US" altLang="zh-TW" b="1" dirty="0"/>
              <a:t>Cluster Hopping (CH)</a:t>
            </a:r>
            <a:endParaRPr lang="en-US" altLang="zh-TW" sz="1800" b="1" dirty="0"/>
          </a:p>
        </p:txBody>
      </p:sp>
      <p:sp>
        <p:nvSpPr>
          <p:cNvPr id="3845" name="Google Shape;3845;p14"/>
          <p:cNvSpPr txBox="1">
            <a:spLocks noGrp="1"/>
          </p:cNvSpPr>
          <p:nvPr>
            <p:ph type="sldNum" idx="12"/>
          </p:nvPr>
        </p:nvSpPr>
        <p:spPr>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5</a:t>
            </a:fld>
            <a:endParaRPr/>
          </a:p>
        </p:txBody>
      </p:sp>
    </p:spTree>
    <p:extLst>
      <p:ext uri="{BB962C8B-B14F-4D97-AF65-F5344CB8AC3E}">
        <p14:creationId xmlns:p14="http://schemas.microsoft.com/office/powerpoint/2010/main" val="3119742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840"/>
        <p:cNvGrpSpPr/>
        <p:nvPr/>
      </p:nvGrpSpPr>
      <p:grpSpPr>
        <a:xfrm>
          <a:off x="0" y="0"/>
          <a:ext cx="0" cy="0"/>
          <a:chOff x="0" y="0"/>
          <a:chExt cx="0" cy="0"/>
        </a:xfrm>
      </p:grpSpPr>
      <p:sp>
        <p:nvSpPr>
          <p:cNvPr id="3841" name="Google Shape;3841;p14"/>
          <p:cNvSpPr txBox="1">
            <a:spLocks noGrp="1"/>
          </p:cNvSpPr>
          <p:nvPr>
            <p:ph type="title"/>
          </p:nvPr>
        </p:nvSpPr>
        <p:spPr>
          <a:xfrm>
            <a:off x="718300" y="261580"/>
            <a:ext cx="6761100" cy="857400"/>
          </a:xfrm>
          <a:prstGeom prst="rect">
            <a:avLst/>
          </a:prstGeom>
        </p:spPr>
        <p:txBody>
          <a:bodyPr spcFirstLastPara="1" wrap="square" lIns="91425" tIns="91425" rIns="91425" bIns="91425" anchor="b" anchorCtr="0">
            <a:noAutofit/>
          </a:bodyPr>
          <a:lstStyle/>
          <a:p>
            <a:pPr lvl="0"/>
            <a:r>
              <a:rPr lang="en-US" altLang="zh-TW" dirty="0"/>
              <a:t>Introduction</a:t>
            </a:r>
            <a:endParaRPr dirty="0"/>
          </a:p>
        </p:txBody>
      </p:sp>
      <p:sp>
        <p:nvSpPr>
          <p:cNvPr id="8" name="文字版面配置區 7">
            <a:extLst>
              <a:ext uri="{FF2B5EF4-FFF2-40B4-BE49-F238E27FC236}">
                <a16:creationId xmlns:a16="http://schemas.microsoft.com/office/drawing/2014/main" id="{D0DB9C07-2550-4D8B-B66C-68B0DE7CBB67}"/>
              </a:ext>
            </a:extLst>
          </p:cNvPr>
          <p:cNvSpPr>
            <a:spLocks noGrp="1"/>
          </p:cNvSpPr>
          <p:nvPr>
            <p:ph type="body" idx="1"/>
          </p:nvPr>
        </p:nvSpPr>
        <p:spPr>
          <a:xfrm>
            <a:off x="718300" y="1379323"/>
            <a:ext cx="6761100" cy="2980500"/>
          </a:xfrm>
        </p:spPr>
        <p:txBody>
          <a:bodyPr/>
          <a:lstStyle/>
          <a:p>
            <a:r>
              <a:rPr lang="en-US" altLang="zh-TW" sz="1800" dirty="0"/>
              <a:t>Note that the simultaneously illuminated clusters can be adjacent or non-adjacent.</a:t>
            </a:r>
          </a:p>
          <a:p>
            <a:endParaRPr lang="en-US" altLang="zh-TW" sz="1800" dirty="0"/>
          </a:p>
          <a:p>
            <a:r>
              <a:rPr lang="en-US" altLang="zh-TW" sz="1800" dirty="0"/>
              <a:t>We impose the constraint that the simultaneously illuminated clusters are non-adjacent to avoid inter-cluster interference.</a:t>
            </a:r>
          </a:p>
          <a:p>
            <a:endParaRPr lang="en-US" altLang="zh-TW" sz="1800" dirty="0"/>
          </a:p>
        </p:txBody>
      </p:sp>
      <p:sp>
        <p:nvSpPr>
          <p:cNvPr id="3845" name="Google Shape;3845;p14"/>
          <p:cNvSpPr txBox="1">
            <a:spLocks noGrp="1"/>
          </p:cNvSpPr>
          <p:nvPr>
            <p:ph type="sldNum" idx="12"/>
          </p:nvPr>
        </p:nvSpPr>
        <p:spPr>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6</a:t>
            </a:fld>
            <a:endParaRPr/>
          </a:p>
        </p:txBody>
      </p:sp>
    </p:spTree>
    <p:extLst>
      <p:ext uri="{BB962C8B-B14F-4D97-AF65-F5344CB8AC3E}">
        <p14:creationId xmlns:p14="http://schemas.microsoft.com/office/powerpoint/2010/main" val="10523769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849"/>
        <p:cNvGrpSpPr/>
        <p:nvPr/>
      </p:nvGrpSpPr>
      <p:grpSpPr>
        <a:xfrm>
          <a:off x="0" y="0"/>
          <a:ext cx="0" cy="0"/>
          <a:chOff x="0" y="0"/>
          <a:chExt cx="0" cy="0"/>
        </a:xfrm>
      </p:grpSpPr>
      <p:sp>
        <p:nvSpPr>
          <p:cNvPr id="3850" name="Google Shape;3850;p15"/>
          <p:cNvSpPr txBox="1">
            <a:spLocks noGrp="1"/>
          </p:cNvSpPr>
          <p:nvPr>
            <p:ph type="ctrTitle" idx="4294967295"/>
          </p:nvPr>
        </p:nvSpPr>
        <p:spPr>
          <a:xfrm>
            <a:off x="3339503" y="3014585"/>
            <a:ext cx="3731400" cy="1159800"/>
          </a:xfrm>
          <a:prstGeom prst="rect">
            <a:avLst/>
          </a:prstGeom>
        </p:spPr>
        <p:txBody>
          <a:bodyPr spcFirstLastPara="1" wrap="square" lIns="91425" tIns="91425" rIns="91425" bIns="91425" anchor="b" anchorCtr="0">
            <a:noAutofit/>
          </a:bodyPr>
          <a:lstStyle/>
          <a:p>
            <a:r>
              <a:rPr lang="en-US" altLang="zh-TW" dirty="0"/>
              <a:t>System Model</a:t>
            </a:r>
            <a:br>
              <a:rPr lang="en-US" altLang="zh-TW" dirty="0"/>
            </a:br>
            <a:r>
              <a:rPr lang="zh-TW" altLang="en-US" dirty="0"/>
              <a:t> </a:t>
            </a:r>
            <a:r>
              <a:rPr lang="en-US" altLang="zh-TW" dirty="0"/>
              <a:t>&amp;</a:t>
            </a:r>
            <a:br>
              <a:rPr lang="en-US" altLang="zh-TW" dirty="0"/>
            </a:br>
            <a:r>
              <a:rPr lang="en-US" altLang="zh-TW" dirty="0"/>
              <a:t>CH Illumination Pattern Optimization</a:t>
            </a:r>
            <a:br>
              <a:rPr lang="en-US" altLang="zh-TW" dirty="0"/>
            </a:br>
            <a:r>
              <a:rPr lang="en-US" altLang="zh-TW" dirty="0"/>
              <a:t>Problem Statement</a:t>
            </a:r>
            <a:endParaRPr sz="6000" dirty="0"/>
          </a:p>
        </p:txBody>
      </p:sp>
      <p:pic>
        <p:nvPicPr>
          <p:cNvPr id="3852" name="Google Shape;3852;p15" descr="photo-1434030216411-0b793f4b4173.jpg"/>
          <p:cNvPicPr preferRelativeResize="0"/>
          <p:nvPr/>
        </p:nvPicPr>
        <p:blipFill rotWithShape="1">
          <a:blip r:embed="rId3">
            <a:alphaModFix/>
          </a:blip>
          <a:srcRect l="23367" r="21417"/>
          <a:stretch/>
        </p:blipFill>
        <p:spPr>
          <a:xfrm>
            <a:off x="0" y="0"/>
            <a:ext cx="2840000" cy="5143500"/>
          </a:xfrm>
          <a:prstGeom prst="rect">
            <a:avLst/>
          </a:prstGeom>
          <a:noFill/>
          <a:ln>
            <a:noFill/>
          </a:ln>
        </p:spPr>
      </p:pic>
      <p:sp>
        <p:nvSpPr>
          <p:cNvPr id="3853" name="Google Shape;3853;p15"/>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904"/>
        <p:cNvGrpSpPr/>
        <p:nvPr/>
      </p:nvGrpSpPr>
      <p:grpSpPr>
        <a:xfrm>
          <a:off x="0" y="0"/>
          <a:ext cx="0" cy="0"/>
          <a:chOff x="0" y="0"/>
          <a:chExt cx="0" cy="0"/>
        </a:xfrm>
      </p:grpSpPr>
      <p:sp>
        <p:nvSpPr>
          <p:cNvPr id="3905" name="Google Shape;3905;p21"/>
          <p:cNvSpPr txBox="1">
            <a:spLocks noGrp="1"/>
          </p:cNvSpPr>
          <p:nvPr>
            <p:ph type="title"/>
          </p:nvPr>
        </p:nvSpPr>
        <p:spPr>
          <a:xfrm>
            <a:off x="640231" y="293825"/>
            <a:ext cx="6761100" cy="857400"/>
          </a:xfrm>
          <a:prstGeom prst="rect">
            <a:avLst/>
          </a:prstGeom>
        </p:spPr>
        <p:txBody>
          <a:bodyPr spcFirstLastPara="1" wrap="square" lIns="91425" tIns="91425" rIns="91425" bIns="91425" anchor="b" anchorCtr="0">
            <a:noAutofit/>
          </a:bodyPr>
          <a:lstStyle/>
          <a:p>
            <a:pPr lvl="0"/>
            <a:r>
              <a:rPr lang="en-US" sz="2400" dirty="0"/>
              <a:t>In this paper, we use the following terminologies:</a:t>
            </a:r>
            <a:endParaRPr sz="2400" dirty="0"/>
          </a:p>
        </p:txBody>
      </p:sp>
      <p:sp>
        <p:nvSpPr>
          <p:cNvPr id="3906" name="Google Shape;3906;p21"/>
          <p:cNvSpPr txBox="1">
            <a:spLocks noGrp="1"/>
          </p:cNvSpPr>
          <p:nvPr>
            <p:ph type="body" idx="1"/>
          </p:nvPr>
        </p:nvSpPr>
        <p:spPr>
          <a:xfrm>
            <a:off x="718300" y="1755475"/>
            <a:ext cx="2179200" cy="3094200"/>
          </a:xfrm>
          <a:prstGeom prst="rect">
            <a:avLst/>
          </a:prstGeom>
        </p:spPr>
        <p:txBody>
          <a:bodyPr spcFirstLastPara="1" wrap="square" lIns="91425" tIns="91425" rIns="91425" bIns="91425" anchor="t" anchorCtr="0">
            <a:noAutofit/>
          </a:bodyPr>
          <a:lstStyle/>
          <a:p>
            <a:pPr marL="0" lvl="0" indent="0">
              <a:buNone/>
            </a:pPr>
            <a:r>
              <a:rPr lang="en-US" b="1" dirty="0"/>
              <a:t>Cluster:</a:t>
            </a:r>
          </a:p>
          <a:p>
            <a:pPr marL="0" lvl="0" indent="0">
              <a:buNone/>
            </a:pPr>
            <a:r>
              <a:rPr lang="en-US" dirty="0"/>
              <a:t>A group of adjacent beams illuminated simultaneously. The available satellite beams are grouped into a number of clusters.</a:t>
            </a:r>
            <a:endParaRPr dirty="0"/>
          </a:p>
        </p:txBody>
      </p:sp>
      <mc:AlternateContent xmlns:mc="http://schemas.openxmlformats.org/markup-compatibility/2006" xmlns:a14="http://schemas.microsoft.com/office/drawing/2010/main">
        <mc:Choice Requires="a14">
          <p:sp>
            <p:nvSpPr>
              <p:cNvPr id="3907" name="Google Shape;3907;p21"/>
              <p:cNvSpPr txBox="1">
                <a:spLocks noGrp="1"/>
              </p:cNvSpPr>
              <p:nvPr>
                <p:ph type="body" idx="2"/>
              </p:nvPr>
            </p:nvSpPr>
            <p:spPr>
              <a:xfrm>
                <a:off x="3009263" y="1755475"/>
                <a:ext cx="2179200" cy="3094200"/>
              </a:xfrm>
              <a:prstGeom prst="rect">
                <a:avLst/>
              </a:prstGeom>
            </p:spPr>
            <p:txBody>
              <a:bodyPr spcFirstLastPara="1" wrap="square" lIns="91425" tIns="91425" rIns="91425" bIns="91425" anchor="t" anchorCtr="0">
                <a:noAutofit/>
              </a:bodyPr>
              <a:lstStyle/>
              <a:p>
                <a:pPr marL="0" lvl="0" indent="0">
                  <a:buNone/>
                </a:pPr>
                <a:r>
                  <a:rPr lang="en-US" b="1" dirty="0"/>
                  <a:t>Snap-shot:</a:t>
                </a:r>
              </a:p>
              <a:p>
                <a:pPr marL="0" lvl="0" indent="0">
                  <a:buNone/>
                </a:pPr>
                <a:r>
                  <a:rPr lang="en-US" dirty="0"/>
                  <a:t>A particular arrangement of illuminated and non-illuminated clusters</a:t>
                </a:r>
                <a:r>
                  <a:rPr lang="en-US" altLang="zh-TW" dirty="0"/>
                  <a:t>.</a:t>
                </a:r>
              </a:p>
              <a:p>
                <a:pPr marL="0" lvl="0" indent="0">
                  <a:buNone/>
                </a:pPr>
                <a:r>
                  <a:rPr lang="en-US" dirty="0"/>
                  <a:t>There can be as many as  </a:t>
                </a:r>
                <a14:m>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2</m:t>
                        </m:r>
                      </m:e>
                      <m:sub/>
                      <m:sup>
                        <m:sSubSup>
                          <m:sSubSupPr>
                            <m:ctrlPr>
                              <a:rPr lang="en-US" altLang="zh-TW" i="1">
                                <a:latin typeface="Cambria Math" panose="02040503050406030204" pitchFamily="18" charset="0"/>
                              </a:rPr>
                            </m:ctrlPr>
                          </m:sSubSupPr>
                          <m:e>
                            <m:r>
                              <m:rPr>
                                <m:sty m:val="p"/>
                              </m:rPr>
                              <a:rPr lang="en-US" altLang="zh-TW" i="1">
                                <a:latin typeface="Cambria Math" panose="02040503050406030204" pitchFamily="18" charset="0"/>
                              </a:rPr>
                              <m:t>N</m:t>
                            </m:r>
                          </m:e>
                          <m:sub>
                            <m:r>
                              <m:rPr>
                                <m:sty m:val="p"/>
                              </m:rPr>
                              <a:rPr lang="en-US" altLang="zh-TW" i="1">
                                <a:latin typeface="Cambria Math" panose="02040503050406030204" pitchFamily="18" charset="0"/>
                              </a:rPr>
                              <m:t>C</m:t>
                            </m:r>
                          </m:sub>
                          <m:sup/>
                        </m:sSubSup>
                      </m:sup>
                    </m:sSubSup>
                  </m:oMath>
                </a14:m>
                <a:r>
                  <a:rPr lang="en-US" dirty="0"/>
                  <a:t> achievable snap-shots</a:t>
                </a:r>
                <a:endParaRPr dirty="0"/>
              </a:p>
            </p:txBody>
          </p:sp>
        </mc:Choice>
        <mc:Fallback xmlns="">
          <p:sp>
            <p:nvSpPr>
              <p:cNvPr id="3907" name="Google Shape;3907;p21"/>
              <p:cNvSpPr txBox="1">
                <a:spLocks noGrp="1" noRot="1" noChangeAspect="1" noMove="1" noResize="1" noEditPoints="1" noAdjustHandles="1" noChangeArrowheads="1" noChangeShapeType="1" noTextEdit="1"/>
              </p:cNvSpPr>
              <p:nvPr>
                <p:ph type="body" idx="2"/>
              </p:nvPr>
            </p:nvSpPr>
            <p:spPr>
              <a:xfrm>
                <a:off x="3009263" y="1755475"/>
                <a:ext cx="2179200" cy="3094200"/>
              </a:xfrm>
              <a:prstGeom prst="rect">
                <a:avLst/>
              </a:prstGeom>
              <a:blipFill>
                <a:blip r:embed="rId3"/>
                <a:stretch>
                  <a:fillRect l="-1681"/>
                </a:stretch>
              </a:blipFill>
            </p:spPr>
            <p:txBody>
              <a:bodyPr/>
              <a:lstStyle/>
              <a:p>
                <a:r>
                  <a:rPr lang="zh-TW" altLang="en-US">
                    <a:noFill/>
                  </a:rPr>
                  <a:t> </a:t>
                </a:r>
              </a:p>
            </p:txBody>
          </p:sp>
        </mc:Fallback>
      </mc:AlternateContent>
      <p:sp>
        <p:nvSpPr>
          <p:cNvPr id="3908" name="Google Shape;3908;p21"/>
          <p:cNvSpPr txBox="1">
            <a:spLocks noGrp="1"/>
          </p:cNvSpPr>
          <p:nvPr>
            <p:ph type="body" idx="3"/>
          </p:nvPr>
        </p:nvSpPr>
        <p:spPr>
          <a:xfrm>
            <a:off x="5300226" y="1755475"/>
            <a:ext cx="2179200" cy="3094200"/>
          </a:xfrm>
          <a:prstGeom prst="rect">
            <a:avLst/>
          </a:prstGeom>
        </p:spPr>
        <p:txBody>
          <a:bodyPr spcFirstLastPara="1" wrap="square" lIns="91425" tIns="91425" rIns="91425" bIns="91425" anchor="t" anchorCtr="0">
            <a:noAutofit/>
          </a:bodyPr>
          <a:lstStyle/>
          <a:p>
            <a:pPr marL="0" lvl="0" indent="0">
              <a:buNone/>
            </a:pPr>
            <a:r>
              <a:rPr lang="en-US" b="1" dirty="0"/>
              <a:t>Slot-time:</a:t>
            </a:r>
          </a:p>
          <a:p>
            <a:pPr marL="0" lvl="0" indent="0">
              <a:buNone/>
            </a:pPr>
            <a:r>
              <a:rPr lang="en-US" dirty="0"/>
              <a:t>Duration of a time-slot. The slot-time defines the time granularity of the hopping operation,</a:t>
            </a:r>
            <a:endParaRPr dirty="0"/>
          </a:p>
        </p:txBody>
      </p:sp>
      <p:sp>
        <p:nvSpPr>
          <p:cNvPr id="3909" name="Google Shape;3909;p21"/>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857"/>
        <p:cNvGrpSpPr/>
        <p:nvPr/>
      </p:nvGrpSpPr>
      <p:grpSpPr>
        <a:xfrm>
          <a:off x="0" y="0"/>
          <a:ext cx="0" cy="0"/>
          <a:chOff x="0" y="0"/>
          <a:chExt cx="0" cy="0"/>
        </a:xfrm>
      </p:grpSpPr>
      <p:pic>
        <p:nvPicPr>
          <p:cNvPr id="2" name="圖片 1">
            <a:extLst>
              <a:ext uri="{FF2B5EF4-FFF2-40B4-BE49-F238E27FC236}">
                <a16:creationId xmlns:a16="http://schemas.microsoft.com/office/drawing/2014/main" id="{E0AECA22-D4C3-4D35-8356-5A46980AEC9D}"/>
              </a:ext>
            </a:extLst>
          </p:cNvPr>
          <p:cNvPicPr>
            <a:picLocks noChangeAspect="1"/>
          </p:cNvPicPr>
          <p:nvPr/>
        </p:nvPicPr>
        <p:blipFill>
          <a:blip r:embed="rId3"/>
          <a:stretch>
            <a:fillRect/>
          </a:stretch>
        </p:blipFill>
        <p:spPr>
          <a:xfrm>
            <a:off x="1420702" y="0"/>
            <a:ext cx="5527343"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904"/>
        <p:cNvGrpSpPr/>
        <p:nvPr/>
      </p:nvGrpSpPr>
      <p:grpSpPr>
        <a:xfrm>
          <a:off x="0" y="0"/>
          <a:ext cx="0" cy="0"/>
          <a:chOff x="0" y="0"/>
          <a:chExt cx="0" cy="0"/>
        </a:xfrm>
      </p:grpSpPr>
      <p:sp>
        <p:nvSpPr>
          <p:cNvPr id="3905" name="Google Shape;3905;p21"/>
          <p:cNvSpPr txBox="1">
            <a:spLocks noGrp="1"/>
          </p:cNvSpPr>
          <p:nvPr>
            <p:ph type="title"/>
          </p:nvPr>
        </p:nvSpPr>
        <p:spPr>
          <a:xfrm>
            <a:off x="640231" y="293825"/>
            <a:ext cx="6761100" cy="857400"/>
          </a:xfrm>
          <a:prstGeom prst="rect">
            <a:avLst/>
          </a:prstGeom>
        </p:spPr>
        <p:txBody>
          <a:bodyPr spcFirstLastPara="1" wrap="square" lIns="91425" tIns="91425" rIns="91425" bIns="91425" anchor="b" anchorCtr="0">
            <a:noAutofit/>
          </a:bodyPr>
          <a:lstStyle/>
          <a:p>
            <a:pPr lvl="0"/>
            <a:r>
              <a:rPr lang="en-US" sz="2400" dirty="0"/>
              <a:t>In this paper, we use the following terminologies:</a:t>
            </a:r>
            <a:endParaRPr sz="2400" dirty="0"/>
          </a:p>
        </p:txBody>
      </p:sp>
      <p:sp>
        <p:nvSpPr>
          <p:cNvPr id="3906" name="Google Shape;3906;p21"/>
          <p:cNvSpPr txBox="1">
            <a:spLocks noGrp="1"/>
          </p:cNvSpPr>
          <p:nvPr>
            <p:ph type="body" idx="1"/>
          </p:nvPr>
        </p:nvSpPr>
        <p:spPr>
          <a:xfrm>
            <a:off x="718300" y="1755475"/>
            <a:ext cx="2179200" cy="3094200"/>
          </a:xfrm>
          <a:prstGeom prst="rect">
            <a:avLst/>
          </a:prstGeom>
        </p:spPr>
        <p:txBody>
          <a:bodyPr spcFirstLastPara="1" wrap="square" lIns="91425" tIns="91425" rIns="91425" bIns="91425" anchor="t" anchorCtr="0">
            <a:noAutofit/>
          </a:bodyPr>
          <a:lstStyle/>
          <a:p>
            <a:pPr marL="0" lvl="0" indent="0">
              <a:buNone/>
            </a:pPr>
            <a:r>
              <a:rPr lang="en-US" b="1" dirty="0"/>
              <a:t>Cluster:</a:t>
            </a:r>
          </a:p>
          <a:p>
            <a:pPr marL="0" lvl="0" indent="0">
              <a:buNone/>
            </a:pPr>
            <a:r>
              <a:rPr lang="en-US" dirty="0"/>
              <a:t>A group of adjacent beams illuminated simultaneously. The available satellite beams are grouped into a number of clusters.</a:t>
            </a:r>
            <a:endParaRPr dirty="0"/>
          </a:p>
        </p:txBody>
      </p:sp>
      <mc:AlternateContent xmlns:mc="http://schemas.openxmlformats.org/markup-compatibility/2006" xmlns:a14="http://schemas.microsoft.com/office/drawing/2010/main">
        <mc:Choice Requires="a14">
          <p:sp>
            <p:nvSpPr>
              <p:cNvPr id="3907" name="Google Shape;3907;p21"/>
              <p:cNvSpPr txBox="1">
                <a:spLocks noGrp="1"/>
              </p:cNvSpPr>
              <p:nvPr>
                <p:ph type="body" idx="2"/>
              </p:nvPr>
            </p:nvSpPr>
            <p:spPr>
              <a:xfrm>
                <a:off x="3009263" y="1755475"/>
                <a:ext cx="2179200" cy="3094200"/>
              </a:xfrm>
              <a:prstGeom prst="rect">
                <a:avLst/>
              </a:prstGeom>
            </p:spPr>
            <p:txBody>
              <a:bodyPr spcFirstLastPara="1" wrap="square" lIns="91425" tIns="91425" rIns="91425" bIns="91425" anchor="t" anchorCtr="0">
                <a:noAutofit/>
              </a:bodyPr>
              <a:lstStyle/>
              <a:p>
                <a:pPr marL="0" lvl="0" indent="0">
                  <a:buNone/>
                </a:pPr>
                <a:r>
                  <a:rPr lang="en-US" b="1" dirty="0"/>
                  <a:t>Snap-shot:</a:t>
                </a:r>
              </a:p>
              <a:p>
                <a:pPr marL="0" lvl="0" indent="0">
                  <a:buNone/>
                </a:pPr>
                <a:r>
                  <a:rPr lang="en-US" dirty="0"/>
                  <a:t>A particular arrangement of illuminated and non-illuminated clusters</a:t>
                </a:r>
                <a:r>
                  <a:rPr lang="en-US" altLang="zh-TW" dirty="0"/>
                  <a:t>.</a:t>
                </a:r>
              </a:p>
              <a:p>
                <a:pPr marL="0" lvl="0" indent="0">
                  <a:buNone/>
                </a:pPr>
                <a:r>
                  <a:rPr lang="en-US" dirty="0"/>
                  <a:t>There can be as many as  </a:t>
                </a:r>
                <a14:m>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2</m:t>
                        </m:r>
                      </m:e>
                      <m:sub/>
                      <m:sup>
                        <m:sSubSup>
                          <m:sSubSupPr>
                            <m:ctrlPr>
                              <a:rPr lang="en-US" altLang="zh-TW" i="1">
                                <a:latin typeface="Cambria Math" panose="02040503050406030204" pitchFamily="18" charset="0"/>
                              </a:rPr>
                            </m:ctrlPr>
                          </m:sSubSupPr>
                          <m:e>
                            <m:r>
                              <m:rPr>
                                <m:sty m:val="p"/>
                              </m:rPr>
                              <a:rPr lang="en-US" altLang="zh-TW" i="1">
                                <a:latin typeface="Cambria Math" panose="02040503050406030204" pitchFamily="18" charset="0"/>
                              </a:rPr>
                              <m:t>N</m:t>
                            </m:r>
                          </m:e>
                          <m:sub>
                            <m:r>
                              <m:rPr>
                                <m:sty m:val="p"/>
                              </m:rPr>
                              <a:rPr lang="en-US" altLang="zh-TW" i="1">
                                <a:latin typeface="Cambria Math" panose="02040503050406030204" pitchFamily="18" charset="0"/>
                              </a:rPr>
                              <m:t>C</m:t>
                            </m:r>
                          </m:sub>
                          <m:sup/>
                        </m:sSubSup>
                      </m:sup>
                    </m:sSubSup>
                  </m:oMath>
                </a14:m>
                <a:r>
                  <a:rPr lang="en-US" dirty="0"/>
                  <a:t> achievable snap-shots</a:t>
                </a:r>
                <a:endParaRPr dirty="0"/>
              </a:p>
            </p:txBody>
          </p:sp>
        </mc:Choice>
        <mc:Fallback xmlns="">
          <p:sp>
            <p:nvSpPr>
              <p:cNvPr id="3907" name="Google Shape;3907;p21"/>
              <p:cNvSpPr txBox="1">
                <a:spLocks noGrp="1" noRot="1" noChangeAspect="1" noMove="1" noResize="1" noEditPoints="1" noAdjustHandles="1" noChangeArrowheads="1" noChangeShapeType="1" noTextEdit="1"/>
              </p:cNvSpPr>
              <p:nvPr>
                <p:ph type="body" idx="2"/>
              </p:nvPr>
            </p:nvSpPr>
            <p:spPr>
              <a:xfrm>
                <a:off x="3009263" y="1755475"/>
                <a:ext cx="2179200" cy="3094200"/>
              </a:xfrm>
              <a:prstGeom prst="rect">
                <a:avLst/>
              </a:prstGeom>
              <a:blipFill>
                <a:blip r:embed="rId3"/>
                <a:stretch>
                  <a:fillRect l="-1681"/>
                </a:stretch>
              </a:blipFill>
            </p:spPr>
            <p:txBody>
              <a:bodyPr/>
              <a:lstStyle/>
              <a:p>
                <a:r>
                  <a:rPr lang="zh-TW" altLang="en-US">
                    <a:noFill/>
                  </a:rPr>
                  <a:t> </a:t>
                </a:r>
              </a:p>
            </p:txBody>
          </p:sp>
        </mc:Fallback>
      </mc:AlternateContent>
      <p:sp>
        <p:nvSpPr>
          <p:cNvPr id="3908" name="Google Shape;3908;p21"/>
          <p:cNvSpPr txBox="1">
            <a:spLocks noGrp="1"/>
          </p:cNvSpPr>
          <p:nvPr>
            <p:ph type="body" idx="3"/>
          </p:nvPr>
        </p:nvSpPr>
        <p:spPr>
          <a:xfrm>
            <a:off x="5300226" y="1755475"/>
            <a:ext cx="2179200" cy="3094200"/>
          </a:xfrm>
          <a:prstGeom prst="rect">
            <a:avLst/>
          </a:prstGeom>
        </p:spPr>
        <p:txBody>
          <a:bodyPr spcFirstLastPara="1" wrap="square" lIns="91425" tIns="91425" rIns="91425" bIns="91425" anchor="t" anchorCtr="0">
            <a:noAutofit/>
          </a:bodyPr>
          <a:lstStyle/>
          <a:p>
            <a:pPr marL="0" lvl="0" indent="0">
              <a:buNone/>
            </a:pPr>
            <a:r>
              <a:rPr lang="en-US" b="1" dirty="0"/>
              <a:t>Slot-time:</a:t>
            </a:r>
          </a:p>
          <a:p>
            <a:pPr marL="0" lvl="0" indent="0">
              <a:buNone/>
            </a:pPr>
            <a:r>
              <a:rPr lang="en-US" dirty="0"/>
              <a:t>Duration of a time-slot. The slot-time defines the time granularity of the hopping operation,</a:t>
            </a:r>
            <a:endParaRPr dirty="0"/>
          </a:p>
        </p:txBody>
      </p:sp>
      <p:sp>
        <p:nvSpPr>
          <p:cNvPr id="3909" name="Google Shape;3909;p21"/>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10</a:t>
            </a:fld>
            <a:endParaRPr/>
          </a:p>
        </p:txBody>
      </p:sp>
    </p:spTree>
    <p:extLst>
      <p:ext uri="{BB962C8B-B14F-4D97-AF65-F5344CB8AC3E}">
        <p14:creationId xmlns:p14="http://schemas.microsoft.com/office/powerpoint/2010/main" val="37619598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759E4DCB-6751-4718-A966-B8591E8486FB}"/>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11</a:t>
            </a:fld>
            <a:endParaRPr lang="en"/>
          </a:p>
        </p:txBody>
      </p:sp>
      <p:pic>
        <p:nvPicPr>
          <p:cNvPr id="3" name="圖片 2">
            <a:extLst>
              <a:ext uri="{FF2B5EF4-FFF2-40B4-BE49-F238E27FC236}">
                <a16:creationId xmlns:a16="http://schemas.microsoft.com/office/drawing/2014/main" id="{61CB0FAC-6690-4F06-B701-E063CE783200}"/>
              </a:ext>
            </a:extLst>
          </p:cNvPr>
          <p:cNvPicPr>
            <a:picLocks noChangeAspect="1"/>
          </p:cNvPicPr>
          <p:nvPr/>
        </p:nvPicPr>
        <p:blipFill>
          <a:blip r:embed="rId3"/>
          <a:stretch>
            <a:fillRect/>
          </a:stretch>
        </p:blipFill>
        <p:spPr>
          <a:xfrm>
            <a:off x="0" y="1421561"/>
            <a:ext cx="9144000" cy="2300377"/>
          </a:xfrm>
          <a:prstGeom prst="rect">
            <a:avLst/>
          </a:prstGeom>
        </p:spPr>
      </p:pic>
    </p:spTree>
    <p:extLst>
      <p:ext uri="{BB962C8B-B14F-4D97-AF65-F5344CB8AC3E}">
        <p14:creationId xmlns:p14="http://schemas.microsoft.com/office/powerpoint/2010/main" val="17525424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904"/>
        <p:cNvGrpSpPr/>
        <p:nvPr/>
      </p:nvGrpSpPr>
      <p:grpSpPr>
        <a:xfrm>
          <a:off x="0" y="0"/>
          <a:ext cx="0" cy="0"/>
          <a:chOff x="0" y="0"/>
          <a:chExt cx="0" cy="0"/>
        </a:xfrm>
      </p:grpSpPr>
      <p:sp>
        <p:nvSpPr>
          <p:cNvPr id="3905" name="Google Shape;3905;p21"/>
          <p:cNvSpPr txBox="1">
            <a:spLocks noGrp="1"/>
          </p:cNvSpPr>
          <p:nvPr>
            <p:ph type="title"/>
          </p:nvPr>
        </p:nvSpPr>
        <p:spPr>
          <a:xfrm>
            <a:off x="640231" y="293825"/>
            <a:ext cx="6761100" cy="857400"/>
          </a:xfrm>
          <a:prstGeom prst="rect">
            <a:avLst/>
          </a:prstGeom>
        </p:spPr>
        <p:txBody>
          <a:bodyPr spcFirstLastPara="1" wrap="square" lIns="91425" tIns="91425" rIns="91425" bIns="91425" anchor="b" anchorCtr="0">
            <a:noAutofit/>
          </a:bodyPr>
          <a:lstStyle/>
          <a:p>
            <a:pPr lvl="0"/>
            <a:r>
              <a:rPr lang="en-US" sz="2400" dirty="0"/>
              <a:t>In this paper, we use the following terminologies:</a:t>
            </a:r>
            <a:endParaRPr sz="2400" dirty="0"/>
          </a:p>
        </p:txBody>
      </p:sp>
      <p:sp>
        <p:nvSpPr>
          <p:cNvPr id="3906" name="Google Shape;3906;p21"/>
          <p:cNvSpPr txBox="1">
            <a:spLocks noGrp="1"/>
          </p:cNvSpPr>
          <p:nvPr>
            <p:ph type="body" idx="1"/>
          </p:nvPr>
        </p:nvSpPr>
        <p:spPr>
          <a:xfrm>
            <a:off x="718300" y="1755475"/>
            <a:ext cx="2179200" cy="3094200"/>
          </a:xfrm>
          <a:prstGeom prst="rect">
            <a:avLst/>
          </a:prstGeom>
        </p:spPr>
        <p:txBody>
          <a:bodyPr spcFirstLastPara="1" wrap="square" lIns="91425" tIns="91425" rIns="91425" bIns="91425" anchor="t" anchorCtr="0">
            <a:noAutofit/>
          </a:bodyPr>
          <a:lstStyle/>
          <a:p>
            <a:pPr marL="0" lvl="0" indent="0">
              <a:buNone/>
            </a:pPr>
            <a:r>
              <a:rPr lang="en-US" b="1" dirty="0"/>
              <a:t>Cluster:</a:t>
            </a:r>
          </a:p>
          <a:p>
            <a:pPr marL="0" lvl="0" indent="0">
              <a:buNone/>
            </a:pPr>
            <a:r>
              <a:rPr lang="en-US" dirty="0"/>
              <a:t>A group of adjacent beams illuminated simultaneously. The available satellite beams are grouped into a number of clusters.</a:t>
            </a:r>
            <a:endParaRPr dirty="0"/>
          </a:p>
        </p:txBody>
      </p:sp>
      <mc:AlternateContent xmlns:mc="http://schemas.openxmlformats.org/markup-compatibility/2006" xmlns:a14="http://schemas.microsoft.com/office/drawing/2010/main">
        <mc:Choice Requires="a14">
          <p:sp>
            <p:nvSpPr>
              <p:cNvPr id="3907" name="Google Shape;3907;p21"/>
              <p:cNvSpPr txBox="1">
                <a:spLocks noGrp="1"/>
              </p:cNvSpPr>
              <p:nvPr>
                <p:ph type="body" idx="2"/>
              </p:nvPr>
            </p:nvSpPr>
            <p:spPr>
              <a:xfrm>
                <a:off x="3009263" y="1755475"/>
                <a:ext cx="2179200" cy="3094200"/>
              </a:xfrm>
              <a:prstGeom prst="rect">
                <a:avLst/>
              </a:prstGeom>
            </p:spPr>
            <p:txBody>
              <a:bodyPr spcFirstLastPara="1" wrap="square" lIns="91425" tIns="91425" rIns="91425" bIns="91425" anchor="t" anchorCtr="0">
                <a:noAutofit/>
              </a:bodyPr>
              <a:lstStyle/>
              <a:p>
                <a:pPr marL="0" lvl="0" indent="0">
                  <a:buNone/>
                </a:pPr>
                <a:r>
                  <a:rPr lang="en-US" b="1" dirty="0"/>
                  <a:t>Snap-shot:</a:t>
                </a:r>
              </a:p>
              <a:p>
                <a:pPr marL="0" lvl="0" indent="0">
                  <a:buNone/>
                </a:pPr>
                <a:r>
                  <a:rPr lang="en-US" dirty="0"/>
                  <a:t>A particular arrangement of illuminated and non-illuminated clusters</a:t>
                </a:r>
                <a:r>
                  <a:rPr lang="en-US" altLang="zh-TW" dirty="0"/>
                  <a:t>.</a:t>
                </a:r>
              </a:p>
              <a:p>
                <a:pPr marL="0" lvl="0" indent="0">
                  <a:buNone/>
                </a:pPr>
                <a:r>
                  <a:rPr lang="en-US" dirty="0"/>
                  <a:t>There can be as many as  </a:t>
                </a:r>
                <a14:m>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2</m:t>
                        </m:r>
                      </m:e>
                      <m:sub/>
                      <m:sup>
                        <m:sSubSup>
                          <m:sSubSupPr>
                            <m:ctrlPr>
                              <a:rPr lang="en-US" altLang="zh-TW" i="1">
                                <a:latin typeface="Cambria Math" panose="02040503050406030204" pitchFamily="18" charset="0"/>
                              </a:rPr>
                            </m:ctrlPr>
                          </m:sSubSupPr>
                          <m:e>
                            <m:r>
                              <m:rPr>
                                <m:sty m:val="p"/>
                              </m:rPr>
                              <a:rPr lang="en-US" altLang="zh-TW" i="1">
                                <a:latin typeface="Cambria Math" panose="02040503050406030204" pitchFamily="18" charset="0"/>
                              </a:rPr>
                              <m:t>N</m:t>
                            </m:r>
                          </m:e>
                          <m:sub>
                            <m:r>
                              <m:rPr>
                                <m:sty m:val="p"/>
                              </m:rPr>
                              <a:rPr lang="en-US" altLang="zh-TW" i="1">
                                <a:latin typeface="Cambria Math" panose="02040503050406030204" pitchFamily="18" charset="0"/>
                              </a:rPr>
                              <m:t>C</m:t>
                            </m:r>
                          </m:sub>
                          <m:sup/>
                        </m:sSubSup>
                      </m:sup>
                    </m:sSubSup>
                  </m:oMath>
                </a14:m>
                <a:r>
                  <a:rPr lang="en-US" dirty="0"/>
                  <a:t> achievable snap-shots</a:t>
                </a:r>
                <a:endParaRPr dirty="0"/>
              </a:p>
            </p:txBody>
          </p:sp>
        </mc:Choice>
        <mc:Fallback xmlns="">
          <p:sp>
            <p:nvSpPr>
              <p:cNvPr id="3907" name="Google Shape;3907;p21"/>
              <p:cNvSpPr txBox="1">
                <a:spLocks noGrp="1" noRot="1" noChangeAspect="1" noMove="1" noResize="1" noEditPoints="1" noAdjustHandles="1" noChangeArrowheads="1" noChangeShapeType="1" noTextEdit="1"/>
              </p:cNvSpPr>
              <p:nvPr>
                <p:ph type="body" idx="2"/>
              </p:nvPr>
            </p:nvSpPr>
            <p:spPr>
              <a:xfrm>
                <a:off x="3009263" y="1755475"/>
                <a:ext cx="2179200" cy="3094200"/>
              </a:xfrm>
              <a:prstGeom prst="rect">
                <a:avLst/>
              </a:prstGeom>
              <a:blipFill>
                <a:blip r:embed="rId3"/>
                <a:stretch>
                  <a:fillRect l="-1681"/>
                </a:stretch>
              </a:blipFill>
            </p:spPr>
            <p:txBody>
              <a:bodyPr/>
              <a:lstStyle/>
              <a:p>
                <a:r>
                  <a:rPr lang="zh-TW" altLang="en-US">
                    <a:noFill/>
                  </a:rPr>
                  <a:t> </a:t>
                </a:r>
              </a:p>
            </p:txBody>
          </p:sp>
        </mc:Fallback>
      </mc:AlternateContent>
      <p:sp>
        <p:nvSpPr>
          <p:cNvPr id="3908" name="Google Shape;3908;p21"/>
          <p:cNvSpPr txBox="1">
            <a:spLocks noGrp="1"/>
          </p:cNvSpPr>
          <p:nvPr>
            <p:ph type="body" idx="3"/>
          </p:nvPr>
        </p:nvSpPr>
        <p:spPr>
          <a:xfrm>
            <a:off x="5300226" y="1755475"/>
            <a:ext cx="2179200" cy="3094200"/>
          </a:xfrm>
          <a:prstGeom prst="rect">
            <a:avLst/>
          </a:prstGeom>
        </p:spPr>
        <p:txBody>
          <a:bodyPr spcFirstLastPara="1" wrap="square" lIns="91425" tIns="91425" rIns="91425" bIns="91425" anchor="t" anchorCtr="0">
            <a:noAutofit/>
          </a:bodyPr>
          <a:lstStyle/>
          <a:p>
            <a:pPr marL="0" lvl="0" indent="0">
              <a:buNone/>
            </a:pPr>
            <a:r>
              <a:rPr lang="en-US" b="1" dirty="0"/>
              <a:t>Slot-time:</a:t>
            </a:r>
          </a:p>
          <a:p>
            <a:pPr marL="0" lvl="0" indent="0">
              <a:buNone/>
            </a:pPr>
            <a:r>
              <a:rPr lang="en-US" dirty="0"/>
              <a:t>Duration of a time-slot. The slot-time defines the time granularity of the hopping operation,</a:t>
            </a:r>
            <a:endParaRPr dirty="0"/>
          </a:p>
        </p:txBody>
      </p:sp>
      <p:sp>
        <p:nvSpPr>
          <p:cNvPr id="3909" name="Google Shape;3909;p21"/>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12</a:t>
            </a:fld>
            <a:endParaRPr/>
          </a:p>
        </p:txBody>
      </p:sp>
    </p:spTree>
    <p:extLst>
      <p:ext uri="{BB962C8B-B14F-4D97-AF65-F5344CB8AC3E}">
        <p14:creationId xmlns:p14="http://schemas.microsoft.com/office/powerpoint/2010/main" val="22895666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3213C29B-9AA0-4A33-9C3A-1D6AC931D201}"/>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13</a:t>
            </a:fld>
            <a:endParaRPr lang="en"/>
          </a:p>
        </p:txBody>
      </p:sp>
      <p:pic>
        <p:nvPicPr>
          <p:cNvPr id="3" name="圖片 2">
            <a:extLst>
              <a:ext uri="{FF2B5EF4-FFF2-40B4-BE49-F238E27FC236}">
                <a16:creationId xmlns:a16="http://schemas.microsoft.com/office/drawing/2014/main" id="{E908E54A-1912-4138-A86E-FC380726698E}"/>
              </a:ext>
            </a:extLst>
          </p:cNvPr>
          <p:cNvPicPr>
            <a:picLocks noChangeAspect="1"/>
          </p:cNvPicPr>
          <p:nvPr/>
        </p:nvPicPr>
        <p:blipFill>
          <a:blip r:embed="rId3"/>
          <a:stretch>
            <a:fillRect/>
          </a:stretch>
        </p:blipFill>
        <p:spPr>
          <a:xfrm>
            <a:off x="0" y="1931445"/>
            <a:ext cx="9144000" cy="1280609"/>
          </a:xfrm>
          <a:prstGeom prst="rect">
            <a:avLst/>
          </a:prstGeom>
        </p:spPr>
      </p:pic>
    </p:spTree>
    <p:extLst>
      <p:ext uri="{BB962C8B-B14F-4D97-AF65-F5344CB8AC3E}">
        <p14:creationId xmlns:p14="http://schemas.microsoft.com/office/powerpoint/2010/main" val="22859607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857"/>
        <p:cNvGrpSpPr/>
        <p:nvPr/>
      </p:nvGrpSpPr>
      <p:grpSpPr>
        <a:xfrm>
          <a:off x="0" y="0"/>
          <a:ext cx="0" cy="0"/>
          <a:chOff x="0" y="0"/>
          <a:chExt cx="0" cy="0"/>
        </a:xfrm>
      </p:grpSpPr>
      <p:pic>
        <p:nvPicPr>
          <p:cNvPr id="3" name="圖片 2">
            <a:extLst>
              <a:ext uri="{FF2B5EF4-FFF2-40B4-BE49-F238E27FC236}">
                <a16:creationId xmlns:a16="http://schemas.microsoft.com/office/drawing/2014/main" id="{3CCE39B3-5D6B-4C5D-93BC-DA232255A001}"/>
              </a:ext>
            </a:extLst>
          </p:cNvPr>
          <p:cNvPicPr>
            <a:picLocks noChangeAspect="1"/>
          </p:cNvPicPr>
          <p:nvPr/>
        </p:nvPicPr>
        <p:blipFill>
          <a:blip r:embed="rId3"/>
          <a:stretch>
            <a:fillRect/>
          </a:stretch>
        </p:blipFill>
        <p:spPr>
          <a:xfrm>
            <a:off x="914208" y="1313969"/>
            <a:ext cx="2743583" cy="1000265"/>
          </a:xfrm>
          <a:prstGeom prst="rect">
            <a:avLst/>
          </a:prstGeom>
        </p:spPr>
      </p:pic>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F8053DD5-753A-4FD7-8875-C171E25DD3CA}"/>
                  </a:ext>
                </a:extLst>
              </p:cNvPr>
              <p:cNvSpPr txBox="1"/>
              <p:nvPr/>
            </p:nvSpPr>
            <p:spPr>
              <a:xfrm>
                <a:off x="4164495" y="1276487"/>
                <a:ext cx="4651513" cy="1075231"/>
              </a:xfrm>
              <a:prstGeom prst="rect">
                <a:avLst/>
              </a:prstGeom>
              <a:noFill/>
            </p:spPr>
            <p:txBody>
              <a:bodyPr wrap="square" rtlCol="0">
                <a:spAutoFit/>
              </a:bodyPr>
              <a:lstStyle/>
              <a:p>
                <a14:m>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𝑑</m:t>
                        </m:r>
                      </m:e>
                      <m:sub>
                        <m:r>
                          <a:rPr lang="en-US" altLang="zh-TW" b="0" i="1" smtClean="0">
                            <a:latin typeface="Cambria Math" panose="02040503050406030204" pitchFamily="18" charset="0"/>
                          </a:rPr>
                          <m:t>𝑗</m:t>
                        </m:r>
                      </m:sub>
                      <m:sup/>
                    </m:sSubSup>
                  </m:oMath>
                </a14:m>
                <a:r>
                  <a:rPr lang="en-US" altLang="zh-TW" dirty="0"/>
                  <a:t>:</a:t>
                </a:r>
                <a:r>
                  <a:rPr lang="zh-TW" altLang="en-US" dirty="0"/>
                  <a:t> </a:t>
                </a:r>
                <a:r>
                  <a:rPr lang="en-US" altLang="zh-TW" dirty="0"/>
                  <a:t>all the demanded capacity in cluster j</a:t>
                </a:r>
              </a:p>
              <a:p>
                <a:endParaRPr lang="en-US" altLang="zh-TW" dirty="0"/>
              </a:p>
              <a:p>
                <a14:m>
                  <m:oMath xmlns:m="http://schemas.openxmlformats.org/officeDocument/2006/math">
                    <m:acc>
                      <m:accPr>
                        <m:chr m:val="̂"/>
                        <m:ctrlPr>
                          <a:rPr lang="zh-TW" altLang="en-US" i="1" smtClean="0">
                            <a:latin typeface="Cambria Math" panose="02040503050406030204" pitchFamily="18" charset="0"/>
                          </a:rPr>
                        </m:ctrlPr>
                      </m:accPr>
                      <m:e>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𝑑</m:t>
                            </m:r>
                          </m:e>
                          <m:sub>
                            <m:r>
                              <a:rPr lang="en-US" altLang="zh-TW" b="0" i="1" smtClean="0">
                                <a:latin typeface="Cambria Math" panose="02040503050406030204" pitchFamily="18" charset="0"/>
                              </a:rPr>
                              <m:t>𝑖</m:t>
                            </m:r>
                          </m:sub>
                          <m:sup/>
                        </m:sSubSup>
                      </m:e>
                    </m:acc>
                    <m:r>
                      <a:rPr lang="en-US" altLang="zh-TW" b="0" i="1" smtClean="0">
                        <a:latin typeface="Cambria Math" panose="02040503050406030204" pitchFamily="18" charset="0"/>
                      </a:rPr>
                      <m:t>:</m:t>
                    </m:r>
                  </m:oMath>
                </a14:m>
                <a:r>
                  <a:rPr lang="zh-TW" altLang="en-US" dirty="0"/>
                  <a:t> </a:t>
                </a:r>
                <a:r>
                  <a:rPr lang="en-US" altLang="zh-TW" dirty="0"/>
                  <a:t>beam </a:t>
                </a:r>
                <a:r>
                  <a:rPr lang="en-US" altLang="zh-TW" dirty="0" err="1"/>
                  <a:t>i</a:t>
                </a:r>
                <a:r>
                  <a:rPr lang="en-US" altLang="zh-TW" dirty="0"/>
                  <a:t> ‘s  demanded capacity</a:t>
                </a:r>
              </a:p>
              <a:p>
                <a:endParaRPr lang="zh-TW" altLang="en-US" dirty="0"/>
              </a:p>
            </p:txBody>
          </p:sp>
        </mc:Choice>
        <mc:Fallback xmlns="">
          <p:sp>
            <p:nvSpPr>
              <p:cNvPr id="6" name="文字方塊 5">
                <a:extLst>
                  <a:ext uri="{FF2B5EF4-FFF2-40B4-BE49-F238E27FC236}">
                    <a16:creationId xmlns:a16="http://schemas.microsoft.com/office/drawing/2014/main" id="{F8053DD5-753A-4FD7-8875-C171E25DD3CA}"/>
                  </a:ext>
                </a:extLst>
              </p:cNvPr>
              <p:cNvSpPr txBox="1">
                <a:spLocks noRot="1" noChangeAspect="1" noMove="1" noResize="1" noEditPoints="1" noAdjustHandles="1" noChangeArrowheads="1" noChangeShapeType="1" noTextEdit="1"/>
              </p:cNvSpPr>
              <p:nvPr/>
            </p:nvSpPr>
            <p:spPr>
              <a:xfrm>
                <a:off x="4164495" y="1276487"/>
                <a:ext cx="4651513" cy="1075231"/>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60085925-CB36-4191-82F2-7A5443E1E30D}"/>
                  </a:ext>
                </a:extLst>
              </p:cNvPr>
              <p:cNvSpPr txBox="1"/>
              <p:nvPr/>
            </p:nvSpPr>
            <p:spPr>
              <a:xfrm>
                <a:off x="510208" y="708152"/>
                <a:ext cx="4651513" cy="369332"/>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altLang="zh-TW" sz="1800" b="0" i="1" smtClean="0">
                          <a:latin typeface="Cambria Math" panose="02040503050406030204" pitchFamily="18" charset="0"/>
                        </a:rPr>
                        <m:t>𝐷𝑒𝑚𝑎𝑛𝑑𝑒𝑑</m:t>
                      </m:r>
                      <m:r>
                        <a:rPr lang="en-US" altLang="zh-TW" sz="1800" b="0" i="1" smtClean="0">
                          <a:latin typeface="Cambria Math" panose="02040503050406030204" pitchFamily="18" charset="0"/>
                        </a:rPr>
                        <m:t> </m:t>
                      </m:r>
                      <m:r>
                        <a:rPr lang="en-US" altLang="zh-TW" sz="1800" b="0" i="1" smtClean="0">
                          <a:latin typeface="Cambria Math" panose="02040503050406030204" pitchFamily="18" charset="0"/>
                        </a:rPr>
                        <m:t>𝑐𝑎𝑝𝑎𝑐𝑖𝑡𝑦</m:t>
                      </m:r>
                      <m:r>
                        <a:rPr lang="en-US" altLang="zh-TW" sz="1800" b="0" i="1" smtClean="0">
                          <a:latin typeface="Cambria Math" panose="02040503050406030204" pitchFamily="18" charset="0"/>
                        </a:rPr>
                        <m:t> (</m:t>
                      </m:r>
                      <m:r>
                        <a:rPr lang="en-US" altLang="zh-TW" sz="1800" b="0" i="1" smtClean="0">
                          <a:latin typeface="Cambria Math" panose="02040503050406030204" pitchFamily="18" charset="0"/>
                        </a:rPr>
                        <m:t>𝑏𝑝𝑠</m:t>
                      </m:r>
                      <m:r>
                        <a:rPr lang="en-US" altLang="zh-TW" sz="1800" b="0" i="1" smtClean="0">
                          <a:latin typeface="Cambria Math" panose="02040503050406030204" pitchFamily="18" charset="0"/>
                        </a:rPr>
                        <m:t>):</m:t>
                      </m:r>
                    </m:oMath>
                  </m:oMathPara>
                </a14:m>
                <a:endParaRPr lang="zh-TW" altLang="en-US" sz="1800" dirty="0"/>
              </a:p>
            </p:txBody>
          </p:sp>
        </mc:Choice>
        <mc:Fallback xmlns="">
          <p:sp>
            <p:nvSpPr>
              <p:cNvPr id="7" name="文字方塊 6">
                <a:extLst>
                  <a:ext uri="{FF2B5EF4-FFF2-40B4-BE49-F238E27FC236}">
                    <a16:creationId xmlns:a16="http://schemas.microsoft.com/office/drawing/2014/main" id="{60085925-CB36-4191-82F2-7A5443E1E30D}"/>
                  </a:ext>
                </a:extLst>
              </p:cNvPr>
              <p:cNvSpPr txBox="1">
                <a:spLocks noRot="1" noChangeAspect="1" noMove="1" noResize="1" noEditPoints="1" noAdjustHandles="1" noChangeArrowheads="1" noChangeShapeType="1" noTextEdit="1"/>
              </p:cNvSpPr>
              <p:nvPr/>
            </p:nvSpPr>
            <p:spPr>
              <a:xfrm>
                <a:off x="510208" y="708152"/>
                <a:ext cx="4651513" cy="369332"/>
              </a:xfrm>
              <a:prstGeom prst="rect">
                <a:avLst/>
              </a:prstGeom>
              <a:blipFill>
                <a:blip r:embed="rId5"/>
                <a:stretch>
                  <a:fillRect b="-1475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E3860A62-4493-467B-BB10-32A1D4432251}"/>
                  </a:ext>
                </a:extLst>
              </p:cNvPr>
              <p:cNvSpPr txBox="1"/>
              <p:nvPr/>
            </p:nvSpPr>
            <p:spPr>
              <a:xfrm>
                <a:off x="510207" y="2604695"/>
                <a:ext cx="4651513" cy="369332"/>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altLang="zh-TW" sz="1800" i="1" smtClean="0">
                          <a:latin typeface="Cambria Math" panose="02040503050406030204" pitchFamily="18" charset="0"/>
                        </a:rPr>
                        <m:t>𝐻</m:t>
                      </m:r>
                      <m:r>
                        <a:rPr lang="en-US" altLang="zh-TW" sz="1800" b="0" i="1" smtClean="0">
                          <a:latin typeface="Cambria Math" panose="02040503050406030204" pitchFamily="18" charset="0"/>
                        </a:rPr>
                        <m:t>𝑜𝑝𝑝𝑖𝑛𝑔</m:t>
                      </m:r>
                      <m:r>
                        <a:rPr lang="en-US" altLang="zh-TW" sz="1800" b="0" i="1" smtClean="0">
                          <a:latin typeface="Cambria Math" panose="02040503050406030204" pitchFamily="18" charset="0"/>
                        </a:rPr>
                        <m:t> </m:t>
                      </m:r>
                      <m:r>
                        <a:rPr lang="en-US" altLang="zh-TW" sz="1800" b="0" i="1" smtClean="0">
                          <a:latin typeface="Cambria Math" panose="02040503050406030204" pitchFamily="18" charset="0"/>
                        </a:rPr>
                        <m:t>𝑤𝑖𝑛𝑑𝑜𝑤</m:t>
                      </m:r>
                      <m:r>
                        <a:rPr lang="en-US" altLang="zh-TW" sz="1800" b="0" i="1" smtClean="0">
                          <a:latin typeface="Cambria Math" panose="02040503050406030204" pitchFamily="18" charset="0"/>
                        </a:rPr>
                        <m:t> (</m:t>
                      </m:r>
                      <m:r>
                        <a:rPr lang="en-US" altLang="zh-TW" sz="1800" b="0" i="1" smtClean="0">
                          <a:latin typeface="Cambria Math" panose="02040503050406030204" pitchFamily="18" charset="0"/>
                        </a:rPr>
                        <m:t>𝑚𝑠</m:t>
                      </m:r>
                      <m:r>
                        <a:rPr lang="en-US" altLang="zh-TW" sz="1800" b="0" i="1" smtClean="0">
                          <a:latin typeface="Cambria Math" panose="02040503050406030204" pitchFamily="18" charset="0"/>
                        </a:rPr>
                        <m:t>):</m:t>
                      </m:r>
                    </m:oMath>
                  </m:oMathPara>
                </a14:m>
                <a:endParaRPr lang="zh-TW" altLang="en-US" sz="1800" dirty="0"/>
              </a:p>
            </p:txBody>
          </p:sp>
        </mc:Choice>
        <mc:Fallback xmlns="">
          <p:sp>
            <p:nvSpPr>
              <p:cNvPr id="8" name="文字方塊 7">
                <a:extLst>
                  <a:ext uri="{FF2B5EF4-FFF2-40B4-BE49-F238E27FC236}">
                    <a16:creationId xmlns:a16="http://schemas.microsoft.com/office/drawing/2014/main" id="{E3860A62-4493-467B-BB10-32A1D4432251}"/>
                  </a:ext>
                </a:extLst>
              </p:cNvPr>
              <p:cNvSpPr txBox="1">
                <a:spLocks noRot="1" noChangeAspect="1" noMove="1" noResize="1" noEditPoints="1" noAdjustHandles="1" noChangeArrowheads="1" noChangeShapeType="1" noTextEdit="1"/>
              </p:cNvSpPr>
              <p:nvPr/>
            </p:nvSpPr>
            <p:spPr>
              <a:xfrm>
                <a:off x="510207" y="2604695"/>
                <a:ext cx="4651513" cy="369332"/>
              </a:xfrm>
              <a:prstGeom prst="rect">
                <a:avLst/>
              </a:prstGeom>
              <a:blipFill>
                <a:blip r:embed="rId6"/>
                <a:stretch>
                  <a:fillRect l="-393" b="-1475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94AEECAE-D8A9-4983-81D1-5DB4F4EDA0DF}"/>
                  </a:ext>
                </a:extLst>
              </p:cNvPr>
              <p:cNvSpPr txBox="1"/>
              <p:nvPr/>
            </p:nvSpPr>
            <p:spPr>
              <a:xfrm>
                <a:off x="1076739" y="3426007"/>
                <a:ext cx="2839469" cy="509370"/>
              </a:xfrm>
              <a:prstGeom prst="rect">
                <a:avLst/>
              </a:prstGeom>
              <a:noFill/>
            </p:spPr>
            <p:txBody>
              <a:bodyPr wrap="square" rtlCol="0">
                <a:spAutoFit/>
              </a:bodyPr>
              <a:lstStyle/>
              <a:p>
                <a14:m>
                  <m:oMath xmlns:m="http://schemas.openxmlformats.org/officeDocument/2006/math">
                    <m:sSubSup>
                      <m:sSubSupPr>
                        <m:ctrlPr>
                          <a:rPr lang="en-US" altLang="zh-TW" sz="2400" i="1" smtClean="0">
                            <a:latin typeface="Cambria Math" panose="02040503050406030204" pitchFamily="18" charset="0"/>
                          </a:rPr>
                        </m:ctrlPr>
                      </m:sSubSupPr>
                      <m:e>
                        <m:r>
                          <a:rPr lang="en-US" altLang="zh-TW" sz="2400" b="0" i="1" smtClean="0">
                            <a:latin typeface="Cambria Math" panose="02040503050406030204" pitchFamily="18" charset="0"/>
                          </a:rPr>
                          <m:t>𝑇</m:t>
                        </m:r>
                      </m:e>
                      <m:sub>
                        <m:r>
                          <a:rPr lang="en-US" altLang="zh-TW" sz="2400" b="0" i="1" smtClean="0">
                            <a:latin typeface="Cambria Math" panose="02040503050406030204" pitchFamily="18" charset="0"/>
                          </a:rPr>
                          <m:t>𝐻</m:t>
                        </m:r>
                      </m:sub>
                      <m:sup/>
                    </m:sSubSup>
                  </m:oMath>
                </a14:m>
                <a:r>
                  <a:rPr lang="en-US" altLang="zh-TW" sz="2400" dirty="0"/>
                  <a:t>= </a:t>
                </a:r>
                <a14:m>
                  <m:oMath xmlns:m="http://schemas.openxmlformats.org/officeDocument/2006/math">
                    <m:sSubSup>
                      <m:sSubSupPr>
                        <m:ctrlPr>
                          <a:rPr lang="en-US" altLang="zh-TW" sz="2400" i="1">
                            <a:latin typeface="Cambria Math" panose="02040503050406030204" pitchFamily="18" charset="0"/>
                          </a:rPr>
                        </m:ctrlPr>
                      </m:sSubSupPr>
                      <m:e>
                        <m:r>
                          <a:rPr lang="en-US" altLang="zh-TW" sz="2400" b="0" i="1" smtClean="0">
                            <a:latin typeface="Cambria Math" panose="02040503050406030204" pitchFamily="18" charset="0"/>
                          </a:rPr>
                          <m:t>𝑁</m:t>
                        </m:r>
                      </m:e>
                      <m:sub>
                        <m:r>
                          <a:rPr lang="en-US" altLang="zh-TW" sz="2400" b="0" i="1" smtClean="0">
                            <a:latin typeface="Cambria Math" panose="02040503050406030204" pitchFamily="18" charset="0"/>
                          </a:rPr>
                          <m:t>𝑠𝑙𝑜𝑡</m:t>
                        </m:r>
                      </m:sub>
                      <m:sup/>
                    </m:sSubSup>
                  </m:oMath>
                </a14:m>
                <a:r>
                  <a:rPr lang="zh-TW" altLang="en-US" sz="2400" dirty="0"/>
                  <a:t>  </a:t>
                </a:r>
                <a:r>
                  <a:rPr lang="en-US" altLang="zh-TW" sz="2400" dirty="0"/>
                  <a:t>X  </a:t>
                </a:r>
                <a14:m>
                  <m:oMath xmlns:m="http://schemas.openxmlformats.org/officeDocument/2006/math">
                    <m:sSubSup>
                      <m:sSubSupPr>
                        <m:ctrlPr>
                          <a:rPr lang="en-US" altLang="zh-TW" sz="2400" i="1">
                            <a:latin typeface="Cambria Math" panose="02040503050406030204" pitchFamily="18" charset="0"/>
                          </a:rPr>
                        </m:ctrlPr>
                      </m:sSubSupPr>
                      <m:e>
                        <m:r>
                          <a:rPr lang="en-US" altLang="zh-TW" sz="2400" i="1">
                            <a:latin typeface="Cambria Math" panose="02040503050406030204" pitchFamily="18" charset="0"/>
                          </a:rPr>
                          <m:t>𝑇</m:t>
                        </m:r>
                      </m:e>
                      <m:sub>
                        <m:r>
                          <a:rPr lang="en-US" altLang="zh-TW" sz="2400" b="0" i="1" smtClean="0">
                            <a:latin typeface="Cambria Math" panose="02040503050406030204" pitchFamily="18" charset="0"/>
                          </a:rPr>
                          <m:t>𝑆𝑙𝑜𝑡</m:t>
                        </m:r>
                      </m:sub>
                      <m:sup/>
                    </m:sSubSup>
                  </m:oMath>
                </a14:m>
                <a:endParaRPr lang="zh-TW" altLang="en-US" sz="2400" dirty="0"/>
              </a:p>
            </p:txBody>
          </p:sp>
        </mc:Choice>
        <mc:Fallback xmlns="">
          <p:sp>
            <p:nvSpPr>
              <p:cNvPr id="9" name="文字方塊 8">
                <a:extLst>
                  <a:ext uri="{FF2B5EF4-FFF2-40B4-BE49-F238E27FC236}">
                    <a16:creationId xmlns:a16="http://schemas.microsoft.com/office/drawing/2014/main" id="{94AEECAE-D8A9-4983-81D1-5DB4F4EDA0DF}"/>
                  </a:ext>
                </a:extLst>
              </p:cNvPr>
              <p:cNvSpPr txBox="1">
                <a:spLocks noRot="1" noChangeAspect="1" noMove="1" noResize="1" noEditPoints="1" noAdjustHandles="1" noChangeArrowheads="1" noChangeShapeType="1" noTextEdit="1"/>
              </p:cNvSpPr>
              <p:nvPr/>
            </p:nvSpPr>
            <p:spPr>
              <a:xfrm>
                <a:off x="1076739" y="3426007"/>
                <a:ext cx="2839469" cy="509370"/>
              </a:xfrm>
              <a:prstGeom prst="rect">
                <a:avLst/>
              </a:prstGeom>
              <a:blipFill>
                <a:blip r:embed="rId7"/>
                <a:stretch>
                  <a:fillRect b="-261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1415248E-7908-457A-801D-A7034170F564}"/>
                  </a:ext>
                </a:extLst>
              </p:cNvPr>
              <p:cNvSpPr txBox="1"/>
              <p:nvPr/>
            </p:nvSpPr>
            <p:spPr>
              <a:xfrm>
                <a:off x="4164494" y="3223368"/>
                <a:ext cx="4651513" cy="1009507"/>
              </a:xfrm>
              <a:prstGeom prst="rect">
                <a:avLst/>
              </a:prstGeom>
              <a:noFill/>
            </p:spPr>
            <p:txBody>
              <a:bodyPr wrap="square" rtlCol="0">
                <a:spAutoFit/>
              </a:bodyPr>
              <a:lstStyle/>
              <a:p>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𝑁</m:t>
                        </m:r>
                      </m:e>
                      <m:sub>
                        <m:r>
                          <a:rPr lang="en-US" altLang="zh-TW" i="1">
                            <a:latin typeface="Cambria Math" panose="02040503050406030204" pitchFamily="18" charset="0"/>
                          </a:rPr>
                          <m:t>𝑠𝑙𝑜𝑡</m:t>
                        </m:r>
                      </m:sub>
                      <m:sup/>
                    </m:sSubSup>
                  </m:oMath>
                </a14:m>
                <a:r>
                  <a:rPr lang="en-US" altLang="zh-TW" dirty="0"/>
                  <a:t>:</a:t>
                </a:r>
                <a:r>
                  <a:rPr lang="zh-TW" altLang="en-US" dirty="0"/>
                  <a:t> </a:t>
                </a:r>
                <a:r>
                  <a:rPr lang="en-US" altLang="zh-TW" dirty="0"/>
                  <a:t>the number of slots</a:t>
                </a:r>
              </a:p>
              <a:p>
                <a:endParaRPr lang="en-US" altLang="zh-TW" dirty="0"/>
              </a:p>
              <a:p>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𝑇</m:t>
                        </m:r>
                      </m:e>
                      <m:sub>
                        <m:r>
                          <a:rPr lang="en-US" altLang="zh-TW" i="1">
                            <a:latin typeface="Cambria Math" panose="02040503050406030204" pitchFamily="18" charset="0"/>
                          </a:rPr>
                          <m:t>𝑆𝑙𝑜𝑡</m:t>
                        </m:r>
                      </m:sub>
                      <m:sup/>
                    </m:sSubSup>
                    <m:r>
                      <a:rPr lang="en-US" altLang="zh-TW" i="1">
                        <a:latin typeface="Cambria Math" panose="02040503050406030204" pitchFamily="18" charset="0"/>
                      </a:rPr>
                      <m:t> </m:t>
                    </m:r>
                    <m:r>
                      <a:rPr lang="en-US" altLang="zh-TW" b="0" i="1" smtClean="0">
                        <a:latin typeface="Cambria Math" panose="02040503050406030204" pitchFamily="18" charset="0"/>
                      </a:rPr>
                      <m:t>:</m:t>
                    </m:r>
                  </m:oMath>
                </a14:m>
                <a:r>
                  <a:rPr lang="zh-TW" altLang="en-US" dirty="0"/>
                  <a:t> </a:t>
                </a:r>
                <a:r>
                  <a:rPr lang="en-US" altLang="zh-TW" dirty="0"/>
                  <a:t>the duration time in a slot</a:t>
                </a:r>
              </a:p>
              <a:p>
                <a:endParaRPr lang="zh-TW" altLang="en-US" dirty="0"/>
              </a:p>
            </p:txBody>
          </p:sp>
        </mc:Choice>
        <mc:Fallback xmlns="">
          <p:sp>
            <p:nvSpPr>
              <p:cNvPr id="10" name="文字方塊 9">
                <a:extLst>
                  <a:ext uri="{FF2B5EF4-FFF2-40B4-BE49-F238E27FC236}">
                    <a16:creationId xmlns:a16="http://schemas.microsoft.com/office/drawing/2014/main" id="{1415248E-7908-457A-801D-A7034170F564}"/>
                  </a:ext>
                </a:extLst>
              </p:cNvPr>
              <p:cNvSpPr txBox="1">
                <a:spLocks noRot="1" noChangeAspect="1" noMove="1" noResize="1" noEditPoints="1" noAdjustHandles="1" noChangeArrowheads="1" noChangeShapeType="1" noTextEdit="1"/>
              </p:cNvSpPr>
              <p:nvPr/>
            </p:nvSpPr>
            <p:spPr>
              <a:xfrm>
                <a:off x="4164494" y="3223368"/>
                <a:ext cx="4651513" cy="1009507"/>
              </a:xfrm>
              <a:prstGeom prst="rect">
                <a:avLst/>
              </a:prstGeom>
              <a:blipFill>
                <a:blip r:embed="rId8"/>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0428292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85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 name="標題 14">
                <a:extLst>
                  <a:ext uri="{FF2B5EF4-FFF2-40B4-BE49-F238E27FC236}">
                    <a16:creationId xmlns:a16="http://schemas.microsoft.com/office/drawing/2014/main" id="{632B75DD-52BA-4BC8-BBC4-1229DDED4238}"/>
                  </a:ext>
                </a:extLst>
              </p:cNvPr>
              <p:cNvSpPr>
                <a:spLocks noGrp="1"/>
              </p:cNvSpPr>
              <p:nvPr>
                <p:ph type="title"/>
              </p:nvPr>
            </p:nvSpPr>
            <p:spPr>
              <a:xfrm>
                <a:off x="489699" y="-135269"/>
                <a:ext cx="6761100" cy="857400"/>
              </a:xfrm>
            </p:spPr>
            <p:txBody>
              <a:bodyPr/>
              <a:lstStyle/>
              <a:p>
                <a:pPr/>
                <a14:m>
                  <m:oMathPara xmlns:m="http://schemas.openxmlformats.org/officeDocument/2006/math">
                    <m:oMathParaPr>
                      <m:jc m:val="centerGroup"/>
                    </m:oMathParaPr>
                    <m:oMath xmlns:m="http://schemas.openxmlformats.org/officeDocument/2006/math">
                      <m:r>
                        <a:rPr lang="en-US" altLang="zh-TW" sz="2000" b="1" i="1">
                          <a:latin typeface="Cambria Math" panose="02040503050406030204" pitchFamily="18" charset="0"/>
                        </a:rPr>
                        <m:t>𝑪𝑯</m:t>
                      </m:r>
                      <m:r>
                        <a:rPr lang="en-US" altLang="zh-TW" sz="2000" b="1" i="1">
                          <a:latin typeface="Cambria Math" panose="02040503050406030204" pitchFamily="18" charset="0"/>
                        </a:rPr>
                        <m:t> </m:t>
                      </m:r>
                      <m:r>
                        <a:rPr lang="en-US" altLang="zh-TW" sz="2000" b="1" i="1">
                          <a:latin typeface="Cambria Math" panose="02040503050406030204" pitchFamily="18" charset="0"/>
                        </a:rPr>
                        <m:t>𝒊𝒍𝒍𝒖𝒎𝒖𝒏𝒂𝒕𝒊𝒐𝒏</m:t>
                      </m:r>
                      <m:r>
                        <a:rPr lang="en-US" altLang="zh-TW" sz="2000" b="1" i="1">
                          <a:latin typeface="Cambria Math" panose="02040503050406030204" pitchFamily="18" charset="0"/>
                        </a:rPr>
                        <m:t> </m:t>
                      </m:r>
                      <m:r>
                        <a:rPr lang="en-US" altLang="zh-TW" sz="2000" b="1" i="1">
                          <a:latin typeface="Cambria Math" panose="02040503050406030204" pitchFamily="18" charset="0"/>
                        </a:rPr>
                        <m:t>𝒑𝒂𝒕𝒕𝒆𝒓𝒏</m:t>
                      </m:r>
                      <m:r>
                        <a:rPr lang="en-US" altLang="zh-TW" sz="2000" b="1" i="1">
                          <a:latin typeface="Cambria Math" panose="02040503050406030204" pitchFamily="18" charset="0"/>
                        </a:rPr>
                        <m:t> </m:t>
                      </m:r>
                      <m:r>
                        <a:rPr lang="en-US" altLang="zh-TW" sz="2000" b="1" i="1">
                          <a:latin typeface="Cambria Math" panose="02040503050406030204" pitchFamily="18" charset="0"/>
                        </a:rPr>
                        <m:t>𝒐𝒑𝒕𝒊𝒎𝒊𝒛𝒂𝒕𝒊𝒐𝒏</m:t>
                      </m:r>
                      <m:r>
                        <a:rPr lang="en-US" altLang="zh-TW" sz="2000" b="1" i="1">
                          <a:latin typeface="Cambria Math" panose="02040503050406030204" pitchFamily="18" charset="0"/>
                        </a:rPr>
                        <m:t> </m:t>
                      </m:r>
                      <m:r>
                        <a:rPr lang="en-US" altLang="zh-TW" sz="2000" b="1" i="1">
                          <a:latin typeface="Cambria Math" panose="02040503050406030204" pitchFamily="18" charset="0"/>
                        </a:rPr>
                        <m:t>𝒑𝒓𝒐𝒃𝒍𝒆𝒎</m:t>
                      </m:r>
                    </m:oMath>
                  </m:oMathPara>
                </a14:m>
                <a:br>
                  <a:rPr lang="zh-TW" altLang="en-US" sz="2000" b="1" dirty="0"/>
                </a:br>
                <a:endParaRPr lang="zh-TW" altLang="en-US" sz="2000" dirty="0"/>
              </a:p>
            </p:txBody>
          </p:sp>
        </mc:Choice>
        <mc:Fallback xmlns="">
          <p:sp>
            <p:nvSpPr>
              <p:cNvPr id="15" name="標題 14">
                <a:extLst>
                  <a:ext uri="{FF2B5EF4-FFF2-40B4-BE49-F238E27FC236}">
                    <a16:creationId xmlns:a16="http://schemas.microsoft.com/office/drawing/2014/main" id="{632B75DD-52BA-4BC8-BBC4-1229DDED4238}"/>
                  </a:ext>
                </a:extLst>
              </p:cNvPr>
              <p:cNvSpPr>
                <a:spLocks noGrp="1" noRot="1" noChangeAspect="1" noMove="1" noResize="1" noEditPoints="1" noAdjustHandles="1" noChangeArrowheads="1" noChangeShapeType="1" noTextEdit="1"/>
              </p:cNvSpPr>
              <p:nvPr>
                <p:ph type="title"/>
              </p:nvPr>
            </p:nvSpPr>
            <p:spPr>
              <a:xfrm>
                <a:off x="489699" y="-135269"/>
                <a:ext cx="6761100" cy="857400"/>
              </a:xfrm>
              <a:blipFill>
                <a:blip r:embed="rId3"/>
                <a:stretch>
                  <a:fillRect b="-357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文字版面配置區 15">
                <a:extLst>
                  <a:ext uri="{FF2B5EF4-FFF2-40B4-BE49-F238E27FC236}">
                    <a16:creationId xmlns:a16="http://schemas.microsoft.com/office/drawing/2014/main" id="{EBC83FCA-81B8-46B3-AD23-8116C6EB9F88}"/>
                  </a:ext>
                </a:extLst>
              </p:cNvPr>
              <p:cNvSpPr>
                <a:spLocks noGrp="1"/>
              </p:cNvSpPr>
              <p:nvPr>
                <p:ph type="body" idx="1"/>
              </p:nvPr>
            </p:nvSpPr>
            <p:spPr>
              <a:xfrm>
                <a:off x="688483" y="722131"/>
                <a:ext cx="6761100" cy="4495912"/>
              </a:xfrm>
            </p:spPr>
            <p:txBody>
              <a:bodyPr/>
              <a:lstStyle/>
              <a:p>
                <a:r>
                  <a:rPr lang="en-US" altLang="zh-TW" sz="1800" dirty="0"/>
                  <a:t>The objective is to find snap-shots at different hopping events such that the demands of the users are fairly satisfied.</a:t>
                </a:r>
              </a:p>
              <a:p>
                <a:endParaRPr lang="en-US" altLang="zh-TW" sz="1800" dirty="0"/>
              </a:p>
              <a:p>
                <a:r>
                  <a:rPr lang="en-US" altLang="zh-TW" sz="1800" dirty="0"/>
                  <a:t>Let </a:t>
                </a:r>
                <a:r>
                  <a:rPr lang="en-US" altLang="zh-TW" sz="1800" b="1" dirty="0"/>
                  <a:t>c</a:t>
                </a:r>
                <a:r>
                  <a:rPr lang="en-US" altLang="zh-TW" sz="1800" dirty="0"/>
                  <a:t> = [</a:t>
                </a:r>
                <a14:m>
                  <m:oMath xmlns:m="http://schemas.openxmlformats.org/officeDocument/2006/math">
                    <m:sSub>
                      <m:sSubPr>
                        <m:ctrlPr>
                          <a:rPr lang="en-US" altLang="zh-TW" sz="1800" i="1" smtClean="0">
                            <a:latin typeface="Cambria Math" panose="02040503050406030204" pitchFamily="18" charset="0"/>
                          </a:rPr>
                        </m:ctrlPr>
                      </m:sSubPr>
                      <m:e>
                        <m:r>
                          <a:rPr lang="en-US" altLang="zh-TW" sz="1800" b="0" i="1" smtClean="0">
                            <a:latin typeface="Cambria Math" panose="02040503050406030204" pitchFamily="18" charset="0"/>
                          </a:rPr>
                          <m:t>𝑐</m:t>
                        </m:r>
                      </m:e>
                      <m:sub>
                        <m:r>
                          <a:rPr lang="en-US" altLang="zh-TW" sz="1800" b="0" i="1" smtClean="0">
                            <a:latin typeface="Cambria Math" panose="02040503050406030204" pitchFamily="18" charset="0"/>
                          </a:rPr>
                          <m:t>1</m:t>
                        </m:r>
                      </m:sub>
                    </m:sSub>
                  </m:oMath>
                </a14:m>
                <a:r>
                  <a:rPr lang="en-US" altLang="zh-TW" sz="1800" dirty="0"/>
                  <a:t>, </a:t>
                </a:r>
                <a14:m>
                  <m:oMath xmlns:m="http://schemas.openxmlformats.org/officeDocument/2006/math">
                    <m:sSub>
                      <m:sSubPr>
                        <m:ctrlPr>
                          <a:rPr lang="en-US" altLang="zh-TW" sz="1800" i="1">
                            <a:latin typeface="Cambria Math" panose="02040503050406030204" pitchFamily="18" charset="0"/>
                          </a:rPr>
                        </m:ctrlPr>
                      </m:sSubPr>
                      <m:e>
                        <m:r>
                          <a:rPr lang="en-US" altLang="zh-TW" sz="1800" i="1">
                            <a:latin typeface="Cambria Math" panose="02040503050406030204" pitchFamily="18" charset="0"/>
                          </a:rPr>
                          <m:t>𝑐</m:t>
                        </m:r>
                      </m:e>
                      <m:sub>
                        <m:r>
                          <a:rPr lang="en-US" altLang="zh-TW" sz="1800" b="0" i="1" smtClean="0">
                            <a:latin typeface="Cambria Math" panose="02040503050406030204" pitchFamily="18" charset="0"/>
                          </a:rPr>
                          <m:t>2</m:t>
                        </m:r>
                      </m:sub>
                    </m:sSub>
                    <m:r>
                      <a:rPr lang="en-US" altLang="zh-TW" sz="1800" i="1">
                        <a:latin typeface="Cambria Math" panose="02040503050406030204" pitchFamily="18" charset="0"/>
                      </a:rPr>
                      <m:t> </m:t>
                    </m:r>
                  </m:oMath>
                </a14:m>
                <a:r>
                  <a:rPr lang="en-US" altLang="zh-TW" sz="1800" dirty="0"/>
                  <a:t>,… , </a:t>
                </a:r>
                <a14:m>
                  <m:oMath xmlns:m="http://schemas.openxmlformats.org/officeDocument/2006/math">
                    <m:sSub>
                      <m:sSubPr>
                        <m:ctrlPr>
                          <a:rPr lang="en-US" altLang="zh-TW" sz="1800" i="1">
                            <a:latin typeface="Cambria Math" panose="02040503050406030204" pitchFamily="18" charset="0"/>
                          </a:rPr>
                        </m:ctrlPr>
                      </m:sSubPr>
                      <m:e>
                        <m:r>
                          <a:rPr lang="en-US" altLang="zh-TW" sz="1800" i="1">
                            <a:latin typeface="Cambria Math" panose="02040503050406030204" pitchFamily="18" charset="0"/>
                          </a:rPr>
                          <m:t>𝑐</m:t>
                        </m:r>
                      </m:e>
                      <m:sub>
                        <m:sSub>
                          <m:sSubPr>
                            <m:ctrlPr>
                              <a:rPr lang="en-US" altLang="zh-TW" sz="1800" i="1">
                                <a:latin typeface="Cambria Math" panose="02040503050406030204" pitchFamily="18" charset="0"/>
                              </a:rPr>
                            </m:ctrlPr>
                          </m:sSubPr>
                          <m:e>
                            <m:r>
                              <a:rPr lang="en-US" altLang="zh-TW" sz="1800" b="0" i="1" smtClean="0">
                                <a:latin typeface="Cambria Math" panose="02040503050406030204" pitchFamily="18" charset="0"/>
                              </a:rPr>
                              <m:t>𝑁</m:t>
                            </m:r>
                          </m:e>
                          <m:sub>
                            <m:r>
                              <a:rPr lang="en-US" altLang="zh-TW" sz="1800" b="0" i="1" smtClean="0">
                                <a:latin typeface="Cambria Math" panose="02040503050406030204" pitchFamily="18" charset="0"/>
                              </a:rPr>
                              <m:t>𝐶</m:t>
                            </m:r>
                          </m:sub>
                        </m:sSub>
                      </m:sub>
                    </m:sSub>
                  </m:oMath>
                </a14:m>
                <a:r>
                  <a:rPr lang="en-US" altLang="zh-TW" sz="1800" dirty="0"/>
                  <a:t> </a:t>
                </a:r>
                <a14:m>
                  <m:oMath xmlns:m="http://schemas.openxmlformats.org/officeDocument/2006/math">
                    <m:sSup>
                      <m:sSupPr>
                        <m:ctrlPr>
                          <a:rPr lang="en-US" altLang="zh-TW" sz="1800" i="1" dirty="0" smtClean="0">
                            <a:latin typeface="Cambria Math" panose="02040503050406030204" pitchFamily="18" charset="0"/>
                          </a:rPr>
                        </m:ctrlPr>
                      </m:sSupPr>
                      <m:e>
                        <m:r>
                          <a:rPr lang="en-US" altLang="zh-TW" sz="1800" i="1" dirty="0">
                            <a:latin typeface="Cambria Math" panose="02040503050406030204" pitchFamily="18" charset="0"/>
                          </a:rPr>
                          <m:t>]</m:t>
                        </m:r>
                      </m:e>
                      <m:sup>
                        <m:r>
                          <a:rPr lang="en-US" altLang="zh-TW" sz="1800" b="0" i="1" dirty="0" smtClean="0">
                            <a:latin typeface="Cambria Math" panose="02040503050406030204" pitchFamily="18" charset="0"/>
                          </a:rPr>
                          <m:t>𝑇</m:t>
                        </m:r>
                      </m:sup>
                    </m:sSup>
                    <m:r>
                      <a:rPr lang="en-US" altLang="zh-TW" sz="1800" i="1" dirty="0" smtClean="0">
                        <a:latin typeface="Cambria Math" panose="02040503050406030204" pitchFamily="18" charset="0"/>
                      </a:rPr>
                      <m:t> </m:t>
                    </m:r>
                  </m:oMath>
                </a14:m>
                <a:r>
                  <a:rPr lang="en-US" altLang="zh-TW" sz="1800" dirty="0"/>
                  <a:t>define the cluster capacity vector of size </a:t>
                </a:r>
                <a14:m>
                  <m:oMath xmlns:m="http://schemas.openxmlformats.org/officeDocument/2006/math">
                    <m:sSub>
                      <m:sSubPr>
                        <m:ctrlPr>
                          <a:rPr lang="en-US" altLang="zh-TW" sz="1800" i="1">
                            <a:latin typeface="Cambria Math" panose="02040503050406030204" pitchFamily="18" charset="0"/>
                          </a:rPr>
                        </m:ctrlPr>
                      </m:sSubPr>
                      <m:e>
                        <m:r>
                          <a:rPr lang="en-US" altLang="zh-TW" sz="1800" i="1">
                            <a:latin typeface="Cambria Math" panose="02040503050406030204" pitchFamily="18" charset="0"/>
                          </a:rPr>
                          <m:t>𝑁</m:t>
                        </m:r>
                      </m:e>
                      <m:sub>
                        <m:r>
                          <a:rPr lang="en-US" altLang="zh-TW" sz="1800" i="1">
                            <a:latin typeface="Cambria Math" panose="02040503050406030204" pitchFamily="18" charset="0"/>
                          </a:rPr>
                          <m:t>𝐶</m:t>
                        </m:r>
                      </m:sub>
                    </m:sSub>
                  </m:oMath>
                </a14:m>
                <a:r>
                  <a:rPr lang="en-US" altLang="zh-TW" sz="1800" dirty="0"/>
                  <a:t> X 1, where </a:t>
                </a:r>
                <a14:m>
                  <m:oMath xmlns:m="http://schemas.openxmlformats.org/officeDocument/2006/math">
                    <m:sSub>
                      <m:sSubPr>
                        <m:ctrlPr>
                          <a:rPr lang="en-US" altLang="zh-TW" sz="1800" i="1">
                            <a:latin typeface="Cambria Math" panose="02040503050406030204" pitchFamily="18" charset="0"/>
                          </a:rPr>
                        </m:ctrlPr>
                      </m:sSubPr>
                      <m:e>
                        <m:r>
                          <a:rPr lang="en-US" altLang="zh-TW" sz="1800" i="1">
                            <a:latin typeface="Cambria Math" panose="02040503050406030204" pitchFamily="18" charset="0"/>
                          </a:rPr>
                          <m:t>𝑐</m:t>
                        </m:r>
                      </m:e>
                      <m:sub>
                        <m:r>
                          <a:rPr lang="en-US" altLang="zh-TW" sz="1800" b="0" i="1" smtClean="0">
                            <a:latin typeface="Cambria Math" panose="02040503050406030204" pitchFamily="18" charset="0"/>
                          </a:rPr>
                          <m:t>𝑗</m:t>
                        </m:r>
                      </m:sub>
                    </m:sSub>
                  </m:oMath>
                </a14:m>
                <a:r>
                  <a:rPr lang="en-US" altLang="zh-TW" sz="1800" dirty="0"/>
                  <a:t> is the capacity of cluster j.</a:t>
                </a:r>
              </a:p>
              <a:p>
                <a:endParaRPr lang="en-US" altLang="zh-TW" sz="1800" dirty="0"/>
              </a:p>
              <a:p>
                <a:r>
                  <a:rPr lang="en-US" altLang="zh-TW" sz="1800" dirty="0"/>
                  <a:t>Cluster demand capacity: </a:t>
                </a:r>
              </a:p>
              <a:p>
                <a14:m>
                  <m:oMath xmlns:m="http://schemas.openxmlformats.org/officeDocument/2006/math">
                    <m:sSub>
                      <m:sSubPr>
                        <m:ctrlPr>
                          <a:rPr lang="en-US" altLang="zh-TW" sz="1800" i="1">
                            <a:latin typeface="Cambria Math" panose="02040503050406030204" pitchFamily="18" charset="0"/>
                          </a:rPr>
                        </m:ctrlPr>
                      </m:sSubPr>
                      <m:e>
                        <m:r>
                          <a:rPr lang="en-US" altLang="zh-TW" sz="1800" b="0" i="1" smtClean="0">
                            <a:latin typeface="Cambria Math" panose="02040503050406030204" pitchFamily="18" charset="0"/>
                          </a:rPr>
                          <m:t> </m:t>
                        </m:r>
                        <m:r>
                          <a:rPr lang="en-US" altLang="zh-TW" sz="1800" b="0" i="1" smtClean="0">
                            <a:latin typeface="Cambria Math" panose="02040503050406030204" pitchFamily="18" charset="0"/>
                          </a:rPr>
                          <m:t>𝑚</m:t>
                        </m:r>
                      </m:e>
                      <m:sub>
                        <m:r>
                          <a:rPr lang="en-US" altLang="zh-TW" sz="1800" b="0" i="1" smtClean="0">
                            <a:latin typeface="Cambria Math" panose="02040503050406030204" pitchFamily="18" charset="0"/>
                          </a:rPr>
                          <m:t>𝑗</m:t>
                        </m:r>
                      </m:sub>
                    </m:sSub>
                  </m:oMath>
                </a14:m>
                <a:r>
                  <a:rPr lang="en-US" altLang="zh-TW" sz="1800" dirty="0"/>
                  <a:t> = </a:t>
                </a:r>
                <a14:m>
                  <m:oMath xmlns:m="http://schemas.openxmlformats.org/officeDocument/2006/math">
                    <m:sSub>
                      <m:sSubPr>
                        <m:ctrlPr>
                          <a:rPr lang="en-US" altLang="zh-TW" sz="1800" i="1">
                            <a:latin typeface="Cambria Math" panose="02040503050406030204" pitchFamily="18" charset="0"/>
                          </a:rPr>
                        </m:ctrlPr>
                      </m:sSubPr>
                      <m:e>
                        <m:r>
                          <a:rPr lang="en-US" altLang="zh-TW" sz="1800" b="0" i="1" smtClean="0">
                            <a:latin typeface="Cambria Math" panose="02040503050406030204" pitchFamily="18" charset="0"/>
                          </a:rPr>
                          <m:t>𝑇</m:t>
                        </m:r>
                      </m:e>
                      <m:sub>
                        <m:r>
                          <a:rPr lang="en-US" altLang="zh-TW" sz="1800" b="0" i="1" smtClean="0">
                            <a:latin typeface="Cambria Math" panose="02040503050406030204" pitchFamily="18" charset="0"/>
                          </a:rPr>
                          <m:t>𝐻</m:t>
                        </m:r>
                      </m:sub>
                    </m:sSub>
                    <m:sSub>
                      <m:sSubPr>
                        <m:ctrlPr>
                          <a:rPr lang="en-US" altLang="zh-TW" sz="1800" i="1">
                            <a:latin typeface="Cambria Math" panose="02040503050406030204" pitchFamily="18" charset="0"/>
                          </a:rPr>
                        </m:ctrlPr>
                      </m:sSubPr>
                      <m:e>
                        <m:r>
                          <a:rPr lang="en-US" altLang="zh-TW" sz="1800" b="0" i="1" smtClean="0">
                            <a:latin typeface="Cambria Math" panose="02040503050406030204" pitchFamily="18" charset="0"/>
                          </a:rPr>
                          <m:t>𝑑</m:t>
                        </m:r>
                      </m:e>
                      <m:sub>
                        <m:r>
                          <a:rPr lang="en-US" altLang="zh-TW" sz="1800" b="0" i="1" smtClean="0">
                            <a:latin typeface="Cambria Math" panose="02040503050406030204" pitchFamily="18" charset="0"/>
                          </a:rPr>
                          <m:t>𝑗</m:t>
                        </m:r>
                      </m:sub>
                    </m:sSub>
                    <m:r>
                      <a:rPr lang="en-US" altLang="zh-TW" sz="1800" b="0" i="0" smtClean="0">
                        <a:latin typeface="Cambria Math" panose="02040503050406030204" pitchFamily="18" charset="0"/>
                      </a:rPr>
                      <m:t>,</m:t>
                    </m:r>
                  </m:oMath>
                </a14:m>
                <a:r>
                  <a:rPr lang="en-US" altLang="zh-TW" sz="1800" dirty="0"/>
                  <a:t> (j = 1, 2, …, </a:t>
                </a:r>
                <a14:m>
                  <m:oMath xmlns:m="http://schemas.openxmlformats.org/officeDocument/2006/math">
                    <m:sSub>
                      <m:sSubPr>
                        <m:ctrlPr>
                          <a:rPr lang="en-US" altLang="zh-TW" sz="1800" i="1">
                            <a:latin typeface="Cambria Math" panose="02040503050406030204" pitchFamily="18" charset="0"/>
                          </a:rPr>
                        </m:ctrlPr>
                      </m:sSubPr>
                      <m:e>
                        <m:r>
                          <a:rPr lang="en-US" altLang="zh-TW" sz="1800" b="0" i="1" smtClean="0">
                            <a:latin typeface="Cambria Math" panose="02040503050406030204" pitchFamily="18" charset="0"/>
                          </a:rPr>
                          <m:t>𝑁</m:t>
                        </m:r>
                      </m:e>
                      <m:sub>
                        <m:r>
                          <a:rPr lang="en-US" altLang="zh-TW" sz="1800" b="0" i="1" smtClean="0">
                            <a:latin typeface="Cambria Math" panose="02040503050406030204" pitchFamily="18" charset="0"/>
                          </a:rPr>
                          <m:t>𝐶</m:t>
                        </m:r>
                      </m:sub>
                    </m:sSub>
                    <m:r>
                      <a:rPr lang="en-US" altLang="zh-TW" sz="1800" b="0" i="1" smtClean="0">
                        <a:latin typeface="Cambria Math" panose="02040503050406030204" pitchFamily="18" charset="0"/>
                      </a:rPr>
                      <m:t>)</m:t>
                    </m:r>
                  </m:oMath>
                </a14:m>
                <a:endParaRPr lang="en-US" altLang="zh-TW" sz="1800" b="0" dirty="0"/>
              </a:p>
              <a:p>
                <a14:m>
                  <m:oMath xmlns:m="http://schemas.openxmlformats.org/officeDocument/2006/math">
                    <m:sSub>
                      <m:sSubPr>
                        <m:ctrlPr>
                          <a:rPr lang="en-US" altLang="zh-TW" sz="1800" i="1">
                            <a:latin typeface="Cambria Math" panose="02040503050406030204" pitchFamily="18" charset="0"/>
                          </a:rPr>
                        </m:ctrlPr>
                      </m:sSubPr>
                      <m:e>
                        <m:r>
                          <a:rPr lang="en-US" altLang="zh-TW" sz="1800" i="1">
                            <a:latin typeface="Cambria Math" panose="02040503050406030204" pitchFamily="18" charset="0"/>
                          </a:rPr>
                          <m:t> </m:t>
                        </m:r>
                        <m:r>
                          <a:rPr lang="en-US" altLang="zh-TW" sz="1800" b="0" i="1" smtClean="0">
                            <a:latin typeface="Cambria Math" panose="02040503050406030204" pitchFamily="18" charset="0"/>
                          </a:rPr>
                          <m:t>𝑝</m:t>
                        </m:r>
                      </m:e>
                      <m:sub>
                        <m:r>
                          <a:rPr lang="en-US" altLang="zh-TW" sz="1800" i="1">
                            <a:latin typeface="Cambria Math" panose="02040503050406030204" pitchFamily="18" charset="0"/>
                          </a:rPr>
                          <m:t>𝑗</m:t>
                        </m:r>
                      </m:sub>
                    </m:sSub>
                  </m:oMath>
                </a14:m>
                <a:r>
                  <a:rPr lang="en-US" altLang="zh-TW" sz="1800" dirty="0"/>
                  <a:t> = </a:t>
                </a:r>
                <a14:m>
                  <m:oMath xmlns:m="http://schemas.openxmlformats.org/officeDocument/2006/math">
                    <m:sSub>
                      <m:sSubPr>
                        <m:ctrlPr>
                          <a:rPr lang="en-US" altLang="zh-TW" sz="1800" i="1">
                            <a:latin typeface="Cambria Math" panose="02040503050406030204" pitchFamily="18" charset="0"/>
                          </a:rPr>
                        </m:ctrlPr>
                      </m:sSubPr>
                      <m:e>
                        <m:r>
                          <a:rPr lang="en-US" altLang="zh-TW" sz="1800" i="1">
                            <a:latin typeface="Cambria Math" panose="02040503050406030204" pitchFamily="18" charset="0"/>
                          </a:rPr>
                          <m:t>𝑇</m:t>
                        </m:r>
                      </m:e>
                      <m:sub>
                        <m:r>
                          <a:rPr lang="en-US" altLang="zh-TW" sz="1800" b="0" i="1" smtClean="0">
                            <a:latin typeface="Cambria Math" panose="02040503050406030204" pitchFamily="18" charset="0"/>
                          </a:rPr>
                          <m:t>𝑠𝑙𝑜𝑡</m:t>
                        </m:r>
                      </m:sub>
                    </m:sSub>
                    <m:sSub>
                      <m:sSubPr>
                        <m:ctrlPr>
                          <a:rPr lang="en-US" altLang="zh-TW" sz="1800" i="1">
                            <a:latin typeface="Cambria Math" panose="02040503050406030204" pitchFamily="18" charset="0"/>
                          </a:rPr>
                        </m:ctrlPr>
                      </m:sSubPr>
                      <m:e>
                        <m:r>
                          <a:rPr lang="en-US" altLang="zh-TW" sz="1800" b="0" i="1" smtClean="0">
                            <a:latin typeface="Cambria Math" panose="02040503050406030204" pitchFamily="18" charset="0"/>
                          </a:rPr>
                          <m:t>𝑐</m:t>
                        </m:r>
                      </m:e>
                      <m:sub>
                        <m:r>
                          <a:rPr lang="en-US" altLang="zh-TW" sz="1800" i="1">
                            <a:latin typeface="Cambria Math" panose="02040503050406030204" pitchFamily="18" charset="0"/>
                          </a:rPr>
                          <m:t>𝑗</m:t>
                        </m:r>
                      </m:sub>
                    </m:sSub>
                    <m:r>
                      <a:rPr lang="en-US" altLang="zh-TW" sz="1800">
                        <a:latin typeface="Cambria Math" panose="02040503050406030204" pitchFamily="18" charset="0"/>
                      </a:rPr>
                      <m:t>,</m:t>
                    </m:r>
                  </m:oMath>
                </a14:m>
                <a:r>
                  <a:rPr lang="en-US" altLang="zh-TW" sz="1800" dirty="0"/>
                  <a:t> (j = 1, 2, …, </a:t>
                </a:r>
                <a14:m>
                  <m:oMath xmlns:m="http://schemas.openxmlformats.org/officeDocument/2006/math">
                    <m:sSub>
                      <m:sSubPr>
                        <m:ctrlPr>
                          <a:rPr lang="en-US" altLang="zh-TW" sz="1800" i="1">
                            <a:latin typeface="Cambria Math" panose="02040503050406030204" pitchFamily="18" charset="0"/>
                          </a:rPr>
                        </m:ctrlPr>
                      </m:sSubPr>
                      <m:e>
                        <m:r>
                          <a:rPr lang="en-US" altLang="zh-TW" sz="1800" i="1">
                            <a:latin typeface="Cambria Math" panose="02040503050406030204" pitchFamily="18" charset="0"/>
                          </a:rPr>
                          <m:t>𝑁</m:t>
                        </m:r>
                      </m:e>
                      <m:sub>
                        <m:r>
                          <a:rPr lang="en-US" altLang="zh-TW" sz="1800" i="1">
                            <a:latin typeface="Cambria Math" panose="02040503050406030204" pitchFamily="18" charset="0"/>
                          </a:rPr>
                          <m:t>𝐶</m:t>
                        </m:r>
                      </m:sub>
                    </m:sSub>
                    <m:r>
                      <a:rPr lang="en-US" altLang="zh-TW" sz="1800" i="1">
                        <a:latin typeface="Cambria Math" panose="02040503050406030204" pitchFamily="18" charset="0"/>
                      </a:rPr>
                      <m:t>)</m:t>
                    </m:r>
                  </m:oMath>
                </a14:m>
                <a:r>
                  <a:rPr lang="en-US" altLang="zh-TW" sz="1800" dirty="0"/>
                  <a:t> </a:t>
                </a:r>
              </a:p>
              <a:p>
                <a:endParaRPr lang="en-US" altLang="zh-TW" sz="1800" dirty="0"/>
              </a:p>
              <a:p>
                <a:r>
                  <a:rPr lang="en-US" altLang="zh-TW" sz="1800" b="1" dirty="0"/>
                  <a:t>m</a:t>
                </a:r>
                <a:r>
                  <a:rPr lang="en-US" altLang="zh-TW" sz="1800" dirty="0"/>
                  <a:t> = [</a:t>
                </a:r>
                <a14:m>
                  <m:oMath xmlns:m="http://schemas.openxmlformats.org/officeDocument/2006/math">
                    <m:sSub>
                      <m:sSubPr>
                        <m:ctrlPr>
                          <a:rPr lang="en-US" altLang="zh-TW" sz="1800" i="1">
                            <a:latin typeface="Cambria Math" panose="02040503050406030204" pitchFamily="18" charset="0"/>
                          </a:rPr>
                        </m:ctrlPr>
                      </m:sSubPr>
                      <m:e>
                        <m:r>
                          <a:rPr lang="en-US" altLang="zh-TW" sz="1800" b="0" i="1" smtClean="0">
                            <a:latin typeface="Cambria Math" panose="02040503050406030204" pitchFamily="18" charset="0"/>
                          </a:rPr>
                          <m:t>𝑚</m:t>
                        </m:r>
                      </m:e>
                      <m:sub>
                        <m:r>
                          <a:rPr lang="en-US" altLang="zh-TW" sz="1800" i="1">
                            <a:latin typeface="Cambria Math" panose="02040503050406030204" pitchFamily="18" charset="0"/>
                          </a:rPr>
                          <m:t>1</m:t>
                        </m:r>
                      </m:sub>
                    </m:sSub>
                  </m:oMath>
                </a14:m>
                <a:r>
                  <a:rPr lang="en-US" altLang="zh-TW" sz="1800" dirty="0"/>
                  <a:t>, </a:t>
                </a:r>
                <a14:m>
                  <m:oMath xmlns:m="http://schemas.openxmlformats.org/officeDocument/2006/math">
                    <m:sSub>
                      <m:sSubPr>
                        <m:ctrlPr>
                          <a:rPr lang="en-US" altLang="zh-TW" sz="1800" i="1" smtClean="0">
                            <a:latin typeface="Cambria Math" panose="02040503050406030204" pitchFamily="18" charset="0"/>
                          </a:rPr>
                        </m:ctrlPr>
                      </m:sSubPr>
                      <m:e>
                        <m:r>
                          <a:rPr lang="en-US" altLang="zh-TW" sz="1800" b="0" i="1" smtClean="0">
                            <a:latin typeface="Cambria Math" panose="02040503050406030204" pitchFamily="18" charset="0"/>
                          </a:rPr>
                          <m:t>𝑚</m:t>
                        </m:r>
                      </m:e>
                      <m:sub>
                        <m:r>
                          <a:rPr lang="en-US" altLang="zh-TW" sz="1800" i="1">
                            <a:latin typeface="Cambria Math" panose="02040503050406030204" pitchFamily="18" charset="0"/>
                          </a:rPr>
                          <m:t>2</m:t>
                        </m:r>
                      </m:sub>
                    </m:sSub>
                    <m:r>
                      <a:rPr lang="en-US" altLang="zh-TW" sz="1800" i="1">
                        <a:latin typeface="Cambria Math" panose="02040503050406030204" pitchFamily="18" charset="0"/>
                      </a:rPr>
                      <m:t> </m:t>
                    </m:r>
                  </m:oMath>
                </a14:m>
                <a:r>
                  <a:rPr lang="en-US" altLang="zh-TW" sz="1800" dirty="0"/>
                  <a:t>,… , </a:t>
                </a:r>
                <a14:m>
                  <m:oMath xmlns:m="http://schemas.openxmlformats.org/officeDocument/2006/math">
                    <m:sSub>
                      <m:sSubPr>
                        <m:ctrlPr>
                          <a:rPr lang="en-US" altLang="zh-TW" sz="1800" i="1">
                            <a:latin typeface="Cambria Math" panose="02040503050406030204" pitchFamily="18" charset="0"/>
                          </a:rPr>
                        </m:ctrlPr>
                      </m:sSubPr>
                      <m:e>
                        <m:r>
                          <a:rPr lang="en-US" altLang="zh-TW" sz="1800" b="0" i="1" smtClean="0">
                            <a:latin typeface="Cambria Math" panose="02040503050406030204" pitchFamily="18" charset="0"/>
                          </a:rPr>
                          <m:t>𝑚</m:t>
                        </m:r>
                      </m:e>
                      <m:sub>
                        <m:sSub>
                          <m:sSubPr>
                            <m:ctrlPr>
                              <a:rPr lang="en-US" altLang="zh-TW" sz="1800" i="1">
                                <a:latin typeface="Cambria Math" panose="02040503050406030204" pitchFamily="18" charset="0"/>
                              </a:rPr>
                            </m:ctrlPr>
                          </m:sSubPr>
                          <m:e>
                            <m:r>
                              <a:rPr lang="en-US" altLang="zh-TW" sz="1800" i="1">
                                <a:latin typeface="Cambria Math" panose="02040503050406030204" pitchFamily="18" charset="0"/>
                              </a:rPr>
                              <m:t>𝑁</m:t>
                            </m:r>
                          </m:e>
                          <m:sub>
                            <m:r>
                              <a:rPr lang="en-US" altLang="zh-TW" sz="1800" i="1">
                                <a:latin typeface="Cambria Math" panose="02040503050406030204" pitchFamily="18" charset="0"/>
                              </a:rPr>
                              <m:t>𝐶</m:t>
                            </m:r>
                          </m:sub>
                        </m:sSub>
                      </m:sub>
                    </m:sSub>
                  </m:oMath>
                </a14:m>
                <a:r>
                  <a:rPr lang="en-US" altLang="zh-TW" sz="1800" dirty="0"/>
                  <a:t> </a:t>
                </a:r>
                <a14:m>
                  <m:oMath xmlns:m="http://schemas.openxmlformats.org/officeDocument/2006/math">
                    <m:sSup>
                      <m:sSupPr>
                        <m:ctrlPr>
                          <a:rPr lang="en-US" altLang="zh-TW" sz="1800" i="1" dirty="0">
                            <a:latin typeface="Cambria Math" panose="02040503050406030204" pitchFamily="18" charset="0"/>
                          </a:rPr>
                        </m:ctrlPr>
                      </m:sSupPr>
                      <m:e>
                        <m:r>
                          <a:rPr lang="en-US" altLang="zh-TW" sz="1800" i="1" dirty="0">
                            <a:latin typeface="Cambria Math" panose="02040503050406030204" pitchFamily="18" charset="0"/>
                          </a:rPr>
                          <m:t>]</m:t>
                        </m:r>
                      </m:e>
                      <m:sup>
                        <m:r>
                          <a:rPr lang="en-US" altLang="zh-TW" sz="1800" i="1" dirty="0">
                            <a:latin typeface="Cambria Math" panose="02040503050406030204" pitchFamily="18" charset="0"/>
                          </a:rPr>
                          <m:t>𝑇</m:t>
                        </m:r>
                      </m:sup>
                    </m:sSup>
                  </m:oMath>
                </a14:m>
                <a:r>
                  <a:rPr lang="en-US" altLang="zh-TW" sz="1800" dirty="0"/>
                  <a:t>, </a:t>
                </a:r>
              </a:p>
              <a:p>
                <a:r>
                  <a:rPr lang="en-US" altLang="zh-TW" sz="1800" b="1" dirty="0"/>
                  <a:t>p</a:t>
                </a:r>
                <a:r>
                  <a:rPr lang="en-US" altLang="zh-TW" sz="1800" dirty="0"/>
                  <a:t> = [</a:t>
                </a:r>
                <a14:m>
                  <m:oMath xmlns:m="http://schemas.openxmlformats.org/officeDocument/2006/math">
                    <m:sSub>
                      <m:sSubPr>
                        <m:ctrlPr>
                          <a:rPr lang="en-US" altLang="zh-TW" sz="1800" i="1">
                            <a:latin typeface="Cambria Math" panose="02040503050406030204" pitchFamily="18" charset="0"/>
                          </a:rPr>
                        </m:ctrlPr>
                      </m:sSubPr>
                      <m:e>
                        <m:r>
                          <a:rPr lang="en-US" altLang="zh-TW" sz="1800" b="0" i="1" smtClean="0">
                            <a:latin typeface="Cambria Math" panose="02040503050406030204" pitchFamily="18" charset="0"/>
                          </a:rPr>
                          <m:t>𝑝</m:t>
                        </m:r>
                      </m:e>
                      <m:sub>
                        <m:r>
                          <a:rPr lang="en-US" altLang="zh-TW" sz="1800" i="1">
                            <a:latin typeface="Cambria Math" panose="02040503050406030204" pitchFamily="18" charset="0"/>
                          </a:rPr>
                          <m:t>1</m:t>
                        </m:r>
                      </m:sub>
                    </m:sSub>
                  </m:oMath>
                </a14:m>
                <a:r>
                  <a:rPr lang="en-US" altLang="zh-TW" sz="1800" dirty="0"/>
                  <a:t>, </a:t>
                </a:r>
                <a14:m>
                  <m:oMath xmlns:m="http://schemas.openxmlformats.org/officeDocument/2006/math">
                    <m:sSub>
                      <m:sSubPr>
                        <m:ctrlPr>
                          <a:rPr lang="en-US" altLang="zh-TW" sz="1800" i="1">
                            <a:latin typeface="Cambria Math" panose="02040503050406030204" pitchFamily="18" charset="0"/>
                          </a:rPr>
                        </m:ctrlPr>
                      </m:sSubPr>
                      <m:e>
                        <m:r>
                          <a:rPr lang="en-US" altLang="zh-TW" sz="1800" b="0" i="1" smtClean="0">
                            <a:latin typeface="Cambria Math" panose="02040503050406030204" pitchFamily="18" charset="0"/>
                          </a:rPr>
                          <m:t>𝑝</m:t>
                        </m:r>
                      </m:e>
                      <m:sub>
                        <m:r>
                          <a:rPr lang="en-US" altLang="zh-TW" sz="1800" i="1">
                            <a:latin typeface="Cambria Math" panose="02040503050406030204" pitchFamily="18" charset="0"/>
                          </a:rPr>
                          <m:t>2</m:t>
                        </m:r>
                      </m:sub>
                    </m:sSub>
                    <m:r>
                      <a:rPr lang="en-US" altLang="zh-TW" sz="1800" i="1">
                        <a:latin typeface="Cambria Math" panose="02040503050406030204" pitchFamily="18" charset="0"/>
                      </a:rPr>
                      <m:t> </m:t>
                    </m:r>
                  </m:oMath>
                </a14:m>
                <a:r>
                  <a:rPr lang="en-US" altLang="zh-TW" sz="1800" dirty="0"/>
                  <a:t>,… , </a:t>
                </a:r>
                <a14:m>
                  <m:oMath xmlns:m="http://schemas.openxmlformats.org/officeDocument/2006/math">
                    <m:sSub>
                      <m:sSubPr>
                        <m:ctrlPr>
                          <a:rPr lang="en-US" altLang="zh-TW" sz="1800" i="1">
                            <a:latin typeface="Cambria Math" panose="02040503050406030204" pitchFamily="18" charset="0"/>
                          </a:rPr>
                        </m:ctrlPr>
                      </m:sSubPr>
                      <m:e>
                        <m:r>
                          <a:rPr lang="en-US" altLang="zh-TW" sz="1800" b="0" i="1" smtClean="0">
                            <a:latin typeface="Cambria Math" panose="02040503050406030204" pitchFamily="18" charset="0"/>
                          </a:rPr>
                          <m:t>𝑝</m:t>
                        </m:r>
                      </m:e>
                      <m:sub>
                        <m:sSub>
                          <m:sSubPr>
                            <m:ctrlPr>
                              <a:rPr lang="en-US" altLang="zh-TW" sz="1800" i="1">
                                <a:latin typeface="Cambria Math" panose="02040503050406030204" pitchFamily="18" charset="0"/>
                              </a:rPr>
                            </m:ctrlPr>
                          </m:sSubPr>
                          <m:e>
                            <m:r>
                              <a:rPr lang="en-US" altLang="zh-TW" sz="1800" i="1">
                                <a:latin typeface="Cambria Math" panose="02040503050406030204" pitchFamily="18" charset="0"/>
                              </a:rPr>
                              <m:t>𝑁</m:t>
                            </m:r>
                          </m:e>
                          <m:sub>
                            <m:r>
                              <a:rPr lang="en-US" altLang="zh-TW" sz="1800" i="1">
                                <a:latin typeface="Cambria Math" panose="02040503050406030204" pitchFamily="18" charset="0"/>
                              </a:rPr>
                              <m:t>𝐶</m:t>
                            </m:r>
                          </m:sub>
                        </m:sSub>
                      </m:sub>
                    </m:sSub>
                  </m:oMath>
                </a14:m>
                <a:r>
                  <a:rPr lang="en-US" altLang="zh-TW" sz="1800" dirty="0"/>
                  <a:t> </a:t>
                </a:r>
                <a14:m>
                  <m:oMath xmlns:m="http://schemas.openxmlformats.org/officeDocument/2006/math">
                    <m:sSup>
                      <m:sSupPr>
                        <m:ctrlPr>
                          <a:rPr lang="en-US" altLang="zh-TW" sz="1800" i="1" dirty="0">
                            <a:latin typeface="Cambria Math" panose="02040503050406030204" pitchFamily="18" charset="0"/>
                          </a:rPr>
                        </m:ctrlPr>
                      </m:sSupPr>
                      <m:e>
                        <m:r>
                          <a:rPr lang="en-US" altLang="zh-TW" sz="1800" i="1" dirty="0">
                            <a:latin typeface="Cambria Math" panose="02040503050406030204" pitchFamily="18" charset="0"/>
                          </a:rPr>
                          <m:t>]</m:t>
                        </m:r>
                      </m:e>
                      <m:sup>
                        <m:r>
                          <a:rPr lang="en-US" altLang="zh-TW" sz="1800" i="1" dirty="0">
                            <a:latin typeface="Cambria Math" panose="02040503050406030204" pitchFamily="18" charset="0"/>
                          </a:rPr>
                          <m:t>𝑇</m:t>
                        </m:r>
                      </m:sup>
                    </m:sSup>
                    <m:r>
                      <a:rPr lang="en-US" altLang="zh-TW" sz="1800" i="1" dirty="0">
                        <a:latin typeface="Cambria Math" panose="02040503050406030204" pitchFamily="18" charset="0"/>
                      </a:rPr>
                      <m:t> </m:t>
                    </m:r>
                  </m:oMath>
                </a14:m>
                <a:endParaRPr lang="en-US" altLang="zh-TW" sz="1800" dirty="0"/>
              </a:p>
              <a:p>
                <a:endParaRPr lang="en-US" altLang="zh-TW" sz="1800" dirty="0"/>
              </a:p>
              <a:p>
                <a:endParaRPr lang="en-US" altLang="zh-TW" sz="1800" dirty="0"/>
              </a:p>
              <a:p>
                <a:endParaRPr lang="en-US" altLang="zh-TW" sz="1800" dirty="0"/>
              </a:p>
              <a:p>
                <a:pPr marL="76200" indent="0">
                  <a:buNone/>
                </a:pPr>
                <a:endParaRPr lang="en-US" altLang="zh-TW" sz="1800" dirty="0"/>
              </a:p>
            </p:txBody>
          </p:sp>
        </mc:Choice>
        <mc:Fallback xmlns="">
          <p:sp>
            <p:nvSpPr>
              <p:cNvPr id="16" name="文字版面配置區 15">
                <a:extLst>
                  <a:ext uri="{FF2B5EF4-FFF2-40B4-BE49-F238E27FC236}">
                    <a16:creationId xmlns:a16="http://schemas.microsoft.com/office/drawing/2014/main" id="{EBC83FCA-81B8-46B3-AD23-8116C6EB9F88}"/>
                  </a:ext>
                </a:extLst>
              </p:cNvPr>
              <p:cNvSpPr>
                <a:spLocks noGrp="1" noRot="1" noChangeAspect="1" noMove="1" noResize="1" noEditPoints="1" noAdjustHandles="1" noChangeArrowheads="1" noChangeShapeType="1" noTextEdit="1"/>
              </p:cNvSpPr>
              <p:nvPr>
                <p:ph type="body" idx="1"/>
              </p:nvPr>
            </p:nvSpPr>
            <p:spPr>
              <a:xfrm>
                <a:off x="688483" y="722131"/>
                <a:ext cx="6761100" cy="4495912"/>
              </a:xfrm>
              <a:blipFill>
                <a:blip r:embed="rId4"/>
                <a:stretch>
                  <a:fillRect l="-541" t="-1355"/>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6241603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85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 name="標題 14">
                <a:extLst>
                  <a:ext uri="{FF2B5EF4-FFF2-40B4-BE49-F238E27FC236}">
                    <a16:creationId xmlns:a16="http://schemas.microsoft.com/office/drawing/2014/main" id="{632B75DD-52BA-4BC8-BBC4-1229DDED4238}"/>
                  </a:ext>
                </a:extLst>
              </p:cNvPr>
              <p:cNvSpPr>
                <a:spLocks noGrp="1"/>
              </p:cNvSpPr>
              <p:nvPr>
                <p:ph type="title"/>
              </p:nvPr>
            </p:nvSpPr>
            <p:spPr>
              <a:xfrm>
                <a:off x="489699" y="-135269"/>
                <a:ext cx="6761100" cy="857400"/>
              </a:xfrm>
            </p:spPr>
            <p:txBody>
              <a:bodyPr/>
              <a:lstStyle/>
              <a:p>
                <a:pPr/>
                <a14:m>
                  <m:oMathPara xmlns:m="http://schemas.openxmlformats.org/officeDocument/2006/math">
                    <m:oMathParaPr>
                      <m:jc m:val="centerGroup"/>
                    </m:oMathParaPr>
                    <m:oMath xmlns:m="http://schemas.openxmlformats.org/officeDocument/2006/math">
                      <m:r>
                        <a:rPr lang="en-US" altLang="zh-TW" sz="2000" b="1" i="1">
                          <a:latin typeface="Cambria Math" panose="02040503050406030204" pitchFamily="18" charset="0"/>
                        </a:rPr>
                        <m:t>𝑪𝑯</m:t>
                      </m:r>
                      <m:r>
                        <a:rPr lang="en-US" altLang="zh-TW" sz="2000" b="1" i="1">
                          <a:latin typeface="Cambria Math" panose="02040503050406030204" pitchFamily="18" charset="0"/>
                        </a:rPr>
                        <m:t> </m:t>
                      </m:r>
                      <m:r>
                        <a:rPr lang="en-US" altLang="zh-TW" sz="2000" b="1" i="1">
                          <a:latin typeface="Cambria Math" panose="02040503050406030204" pitchFamily="18" charset="0"/>
                        </a:rPr>
                        <m:t>𝒊𝒍𝒍𝒖𝒎𝒖𝒏𝒂𝒕𝒊𝒐𝒏</m:t>
                      </m:r>
                      <m:r>
                        <a:rPr lang="en-US" altLang="zh-TW" sz="2000" b="1" i="1">
                          <a:latin typeface="Cambria Math" panose="02040503050406030204" pitchFamily="18" charset="0"/>
                        </a:rPr>
                        <m:t> </m:t>
                      </m:r>
                      <m:r>
                        <a:rPr lang="en-US" altLang="zh-TW" sz="2000" b="1" i="1">
                          <a:latin typeface="Cambria Math" panose="02040503050406030204" pitchFamily="18" charset="0"/>
                        </a:rPr>
                        <m:t>𝒑𝒂𝒕𝒕𝒆𝒓𝒏</m:t>
                      </m:r>
                      <m:r>
                        <a:rPr lang="en-US" altLang="zh-TW" sz="2000" b="1" i="1">
                          <a:latin typeface="Cambria Math" panose="02040503050406030204" pitchFamily="18" charset="0"/>
                        </a:rPr>
                        <m:t> </m:t>
                      </m:r>
                      <m:r>
                        <a:rPr lang="en-US" altLang="zh-TW" sz="2000" b="1" i="1">
                          <a:latin typeface="Cambria Math" panose="02040503050406030204" pitchFamily="18" charset="0"/>
                        </a:rPr>
                        <m:t>𝒐𝒑𝒕𝒊𝒎𝒊𝒛𝒂𝒕𝒊𝒐𝒏</m:t>
                      </m:r>
                      <m:r>
                        <a:rPr lang="en-US" altLang="zh-TW" sz="2000" b="1" i="1">
                          <a:latin typeface="Cambria Math" panose="02040503050406030204" pitchFamily="18" charset="0"/>
                        </a:rPr>
                        <m:t> </m:t>
                      </m:r>
                      <m:r>
                        <a:rPr lang="en-US" altLang="zh-TW" sz="2000" b="1" i="1">
                          <a:latin typeface="Cambria Math" panose="02040503050406030204" pitchFamily="18" charset="0"/>
                        </a:rPr>
                        <m:t>𝒑𝒓𝒐𝒃𝒍𝒆𝒎</m:t>
                      </m:r>
                    </m:oMath>
                  </m:oMathPara>
                </a14:m>
                <a:br>
                  <a:rPr lang="zh-TW" altLang="en-US" sz="2000" b="1" dirty="0"/>
                </a:br>
                <a:endParaRPr lang="zh-TW" altLang="en-US" sz="2000" dirty="0"/>
              </a:p>
            </p:txBody>
          </p:sp>
        </mc:Choice>
        <mc:Fallback xmlns="">
          <p:sp>
            <p:nvSpPr>
              <p:cNvPr id="15" name="標題 14">
                <a:extLst>
                  <a:ext uri="{FF2B5EF4-FFF2-40B4-BE49-F238E27FC236}">
                    <a16:creationId xmlns:a16="http://schemas.microsoft.com/office/drawing/2014/main" id="{632B75DD-52BA-4BC8-BBC4-1229DDED4238}"/>
                  </a:ext>
                </a:extLst>
              </p:cNvPr>
              <p:cNvSpPr>
                <a:spLocks noGrp="1" noRot="1" noChangeAspect="1" noMove="1" noResize="1" noEditPoints="1" noAdjustHandles="1" noChangeArrowheads="1" noChangeShapeType="1" noTextEdit="1"/>
              </p:cNvSpPr>
              <p:nvPr>
                <p:ph type="title"/>
              </p:nvPr>
            </p:nvSpPr>
            <p:spPr>
              <a:xfrm>
                <a:off x="489699" y="-135269"/>
                <a:ext cx="6761100" cy="857400"/>
              </a:xfrm>
              <a:blipFill>
                <a:blip r:embed="rId3"/>
                <a:stretch>
                  <a:fillRect b="-357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文字版面配置區 15">
                <a:extLst>
                  <a:ext uri="{FF2B5EF4-FFF2-40B4-BE49-F238E27FC236}">
                    <a16:creationId xmlns:a16="http://schemas.microsoft.com/office/drawing/2014/main" id="{EBC83FCA-81B8-46B3-AD23-8116C6EB9F88}"/>
                  </a:ext>
                </a:extLst>
              </p:cNvPr>
              <p:cNvSpPr>
                <a:spLocks noGrp="1"/>
              </p:cNvSpPr>
              <p:nvPr>
                <p:ph type="body" idx="1"/>
              </p:nvPr>
            </p:nvSpPr>
            <p:spPr>
              <a:xfrm>
                <a:off x="688483" y="722131"/>
                <a:ext cx="6761100" cy="4495912"/>
              </a:xfrm>
            </p:spPr>
            <p:txBody>
              <a:bodyPr/>
              <a:lstStyle/>
              <a:p>
                <a:r>
                  <a:rPr lang="en-US" altLang="zh-TW" sz="1800" dirty="0"/>
                  <a:t>Let</a:t>
                </a:r>
                <a:r>
                  <a:rPr lang="zh-TW" altLang="en-US" sz="1800" dirty="0"/>
                  <a:t> </a:t>
                </a:r>
                <a:r>
                  <a:rPr lang="en-US" altLang="zh-TW" sz="1800" dirty="0"/>
                  <a:t>the supply vector be given by</a:t>
                </a:r>
                <a:r>
                  <a:rPr lang="zh-TW" altLang="en-US" sz="1800" dirty="0"/>
                  <a:t> </a:t>
                </a:r>
                <a:r>
                  <a:rPr lang="en-US" altLang="zh-TW" sz="1800" b="1" dirty="0"/>
                  <a:t>s</a:t>
                </a:r>
                <a:r>
                  <a:rPr lang="en-US" altLang="zh-TW" sz="1800" dirty="0"/>
                  <a:t> = [</a:t>
                </a:r>
                <a14:m>
                  <m:oMath xmlns:m="http://schemas.openxmlformats.org/officeDocument/2006/math">
                    <m:sSub>
                      <m:sSubPr>
                        <m:ctrlPr>
                          <a:rPr lang="en-US" altLang="zh-TW" sz="1800" i="1">
                            <a:latin typeface="Cambria Math" panose="02040503050406030204" pitchFamily="18" charset="0"/>
                          </a:rPr>
                        </m:ctrlPr>
                      </m:sSubPr>
                      <m:e>
                        <m:r>
                          <a:rPr lang="en-US" altLang="zh-TW" sz="1800" b="0" i="1" smtClean="0">
                            <a:latin typeface="Cambria Math" panose="02040503050406030204" pitchFamily="18" charset="0"/>
                          </a:rPr>
                          <m:t>𝑠</m:t>
                        </m:r>
                      </m:e>
                      <m:sub>
                        <m:r>
                          <a:rPr lang="en-US" altLang="zh-TW" sz="1800" i="1">
                            <a:latin typeface="Cambria Math" panose="02040503050406030204" pitchFamily="18" charset="0"/>
                          </a:rPr>
                          <m:t>1</m:t>
                        </m:r>
                      </m:sub>
                    </m:sSub>
                  </m:oMath>
                </a14:m>
                <a:r>
                  <a:rPr lang="en-US" altLang="zh-TW" sz="1800" dirty="0"/>
                  <a:t>, </a:t>
                </a:r>
                <a14:m>
                  <m:oMath xmlns:m="http://schemas.openxmlformats.org/officeDocument/2006/math">
                    <m:sSub>
                      <m:sSubPr>
                        <m:ctrlPr>
                          <a:rPr lang="en-US" altLang="zh-TW" sz="1800" i="1">
                            <a:latin typeface="Cambria Math" panose="02040503050406030204" pitchFamily="18" charset="0"/>
                          </a:rPr>
                        </m:ctrlPr>
                      </m:sSubPr>
                      <m:e>
                        <m:r>
                          <a:rPr lang="en-US" altLang="zh-TW" sz="1800" b="0" i="1" smtClean="0">
                            <a:latin typeface="Cambria Math" panose="02040503050406030204" pitchFamily="18" charset="0"/>
                          </a:rPr>
                          <m:t>𝑠</m:t>
                        </m:r>
                      </m:e>
                      <m:sub>
                        <m:r>
                          <a:rPr lang="en-US" altLang="zh-TW" sz="1800" i="1">
                            <a:latin typeface="Cambria Math" panose="02040503050406030204" pitchFamily="18" charset="0"/>
                          </a:rPr>
                          <m:t>2</m:t>
                        </m:r>
                      </m:sub>
                    </m:sSub>
                    <m:r>
                      <a:rPr lang="en-US" altLang="zh-TW" sz="1800" i="1">
                        <a:latin typeface="Cambria Math" panose="02040503050406030204" pitchFamily="18" charset="0"/>
                      </a:rPr>
                      <m:t> </m:t>
                    </m:r>
                  </m:oMath>
                </a14:m>
                <a:r>
                  <a:rPr lang="en-US" altLang="zh-TW" sz="1800" dirty="0"/>
                  <a:t>,… , </a:t>
                </a:r>
                <a14:m>
                  <m:oMath xmlns:m="http://schemas.openxmlformats.org/officeDocument/2006/math">
                    <m:sSub>
                      <m:sSubPr>
                        <m:ctrlPr>
                          <a:rPr lang="en-US" altLang="zh-TW" sz="1800" i="1">
                            <a:latin typeface="Cambria Math" panose="02040503050406030204" pitchFamily="18" charset="0"/>
                          </a:rPr>
                        </m:ctrlPr>
                      </m:sSubPr>
                      <m:e>
                        <m:r>
                          <a:rPr lang="en-US" altLang="zh-TW" sz="1800" b="0" i="1" smtClean="0">
                            <a:latin typeface="Cambria Math" panose="02040503050406030204" pitchFamily="18" charset="0"/>
                          </a:rPr>
                          <m:t>𝑠</m:t>
                        </m:r>
                      </m:e>
                      <m:sub>
                        <m:sSub>
                          <m:sSubPr>
                            <m:ctrlPr>
                              <a:rPr lang="en-US" altLang="zh-TW" sz="1800" i="1">
                                <a:latin typeface="Cambria Math" panose="02040503050406030204" pitchFamily="18" charset="0"/>
                              </a:rPr>
                            </m:ctrlPr>
                          </m:sSubPr>
                          <m:e>
                            <m:r>
                              <a:rPr lang="en-US" altLang="zh-TW" sz="1800" i="1">
                                <a:latin typeface="Cambria Math" panose="02040503050406030204" pitchFamily="18" charset="0"/>
                              </a:rPr>
                              <m:t>𝑁</m:t>
                            </m:r>
                          </m:e>
                          <m:sub>
                            <m:r>
                              <a:rPr lang="en-US" altLang="zh-TW" sz="1800" i="1">
                                <a:latin typeface="Cambria Math" panose="02040503050406030204" pitchFamily="18" charset="0"/>
                              </a:rPr>
                              <m:t>𝐶</m:t>
                            </m:r>
                          </m:sub>
                        </m:sSub>
                      </m:sub>
                    </m:sSub>
                  </m:oMath>
                </a14:m>
                <a:r>
                  <a:rPr lang="en-US" altLang="zh-TW" sz="1800" dirty="0"/>
                  <a:t> </a:t>
                </a:r>
                <a14:m>
                  <m:oMath xmlns:m="http://schemas.openxmlformats.org/officeDocument/2006/math">
                    <m:sSup>
                      <m:sSupPr>
                        <m:ctrlPr>
                          <a:rPr lang="en-US" altLang="zh-TW" sz="1800" i="1" dirty="0">
                            <a:latin typeface="Cambria Math" panose="02040503050406030204" pitchFamily="18" charset="0"/>
                          </a:rPr>
                        </m:ctrlPr>
                      </m:sSupPr>
                      <m:e>
                        <m:r>
                          <a:rPr lang="en-US" altLang="zh-TW" sz="1800" i="1" dirty="0">
                            <a:latin typeface="Cambria Math" panose="02040503050406030204" pitchFamily="18" charset="0"/>
                          </a:rPr>
                          <m:t>]</m:t>
                        </m:r>
                      </m:e>
                      <m:sup>
                        <m:r>
                          <a:rPr lang="en-US" altLang="zh-TW" sz="1800" i="1" dirty="0">
                            <a:latin typeface="Cambria Math" panose="02040503050406030204" pitchFamily="18" charset="0"/>
                          </a:rPr>
                          <m:t>𝑇</m:t>
                        </m:r>
                      </m:sup>
                    </m:sSup>
                    <m:r>
                      <a:rPr lang="en-US" altLang="zh-TW" sz="1800" i="1" dirty="0">
                        <a:latin typeface="Cambria Math" panose="02040503050406030204" pitchFamily="18" charset="0"/>
                      </a:rPr>
                      <m:t> </m:t>
                    </m:r>
                    <m:r>
                      <a:rPr lang="en-US" altLang="zh-TW" sz="1800" b="0" i="1" dirty="0" smtClean="0">
                        <a:latin typeface="Cambria Math" panose="02040503050406030204" pitchFamily="18" charset="0"/>
                      </a:rPr>
                      <m:t>,</m:t>
                    </m:r>
                  </m:oMath>
                </a14:m>
                <a:r>
                  <a:rPr lang="en-US" altLang="zh-TW" sz="1800" dirty="0"/>
                  <a:t> where </a:t>
                </a:r>
                <a14:m>
                  <m:oMath xmlns:m="http://schemas.openxmlformats.org/officeDocument/2006/math">
                    <m:sSub>
                      <m:sSubPr>
                        <m:ctrlPr>
                          <a:rPr lang="en-US" altLang="zh-TW" sz="1800" i="1">
                            <a:latin typeface="Cambria Math" panose="02040503050406030204" pitchFamily="18" charset="0"/>
                          </a:rPr>
                        </m:ctrlPr>
                      </m:sSubPr>
                      <m:e>
                        <m:r>
                          <a:rPr lang="en-US" altLang="zh-TW" sz="1800" i="1">
                            <a:latin typeface="Cambria Math" panose="02040503050406030204" pitchFamily="18" charset="0"/>
                          </a:rPr>
                          <m:t>𝑠</m:t>
                        </m:r>
                      </m:e>
                      <m:sub>
                        <m:r>
                          <a:rPr lang="en-US" altLang="zh-TW" sz="1800" b="0" i="1" smtClean="0">
                            <a:latin typeface="Cambria Math" panose="02040503050406030204" pitchFamily="18" charset="0"/>
                          </a:rPr>
                          <m:t>𝑗</m:t>
                        </m:r>
                      </m:sub>
                    </m:sSub>
                    <m:r>
                      <a:rPr lang="en-US" altLang="zh-TW" sz="1800" i="1">
                        <a:latin typeface="Cambria Math" panose="02040503050406030204" pitchFamily="18" charset="0"/>
                      </a:rPr>
                      <m:t> </m:t>
                    </m:r>
                  </m:oMath>
                </a14:m>
                <a:r>
                  <a:rPr lang="en-US" altLang="zh-TW" sz="1800" dirty="0"/>
                  <a:t>is the cluster supply capacity in response to demand </a:t>
                </a:r>
                <a14:m>
                  <m:oMath xmlns:m="http://schemas.openxmlformats.org/officeDocument/2006/math">
                    <m:sSub>
                      <m:sSubPr>
                        <m:ctrlPr>
                          <a:rPr lang="en-US" altLang="zh-TW" sz="1800" i="1">
                            <a:latin typeface="Cambria Math" panose="02040503050406030204" pitchFamily="18" charset="0"/>
                          </a:rPr>
                        </m:ctrlPr>
                      </m:sSubPr>
                      <m:e>
                        <m:r>
                          <a:rPr lang="en-US" altLang="zh-TW" sz="1800" i="1">
                            <a:latin typeface="Cambria Math" panose="02040503050406030204" pitchFamily="18" charset="0"/>
                          </a:rPr>
                          <m:t> </m:t>
                        </m:r>
                        <m:r>
                          <a:rPr lang="en-US" altLang="zh-TW" sz="1800" i="1">
                            <a:latin typeface="Cambria Math" panose="02040503050406030204" pitchFamily="18" charset="0"/>
                          </a:rPr>
                          <m:t>𝑚</m:t>
                        </m:r>
                      </m:e>
                      <m:sub>
                        <m:r>
                          <a:rPr lang="en-US" altLang="zh-TW" sz="1800" i="1">
                            <a:latin typeface="Cambria Math" panose="02040503050406030204" pitchFamily="18" charset="0"/>
                          </a:rPr>
                          <m:t>𝑗</m:t>
                        </m:r>
                      </m:sub>
                    </m:sSub>
                  </m:oMath>
                </a14:m>
                <a:r>
                  <a:rPr lang="en-US" altLang="zh-TW" sz="1800" dirty="0"/>
                  <a:t> .</a:t>
                </a:r>
              </a:p>
              <a:p>
                <a:endParaRPr lang="en-US" altLang="zh-TW" sz="1800" dirty="0"/>
              </a:p>
              <a:p>
                <a:r>
                  <a:rPr lang="en-US" altLang="zh-TW" sz="1800" dirty="0"/>
                  <a:t>The CH illumination pattern design problem is formulated to </a:t>
                </a:r>
                <a:r>
                  <a:rPr lang="en-US" altLang="zh-TW" sz="1800" b="1" dirty="0"/>
                  <a:t>maximize the minimum ratio between the offered capacity and the requested demand </a:t>
                </a:r>
                <a:r>
                  <a:rPr lang="en-US" altLang="zh-TW" sz="1800" dirty="0"/>
                  <a:t>among the cluster/beams and can be expressed as follows</a:t>
                </a:r>
              </a:p>
              <a:p>
                <a:endParaRPr lang="en-US" altLang="zh-TW" sz="1800" dirty="0"/>
              </a:p>
              <a:p>
                <a:pPr marL="76200" indent="0">
                  <a:buNone/>
                </a:pPr>
                <a:endParaRPr lang="en-US" altLang="zh-TW" sz="1800" dirty="0"/>
              </a:p>
            </p:txBody>
          </p:sp>
        </mc:Choice>
        <mc:Fallback xmlns="">
          <p:sp>
            <p:nvSpPr>
              <p:cNvPr id="16" name="文字版面配置區 15">
                <a:extLst>
                  <a:ext uri="{FF2B5EF4-FFF2-40B4-BE49-F238E27FC236}">
                    <a16:creationId xmlns:a16="http://schemas.microsoft.com/office/drawing/2014/main" id="{EBC83FCA-81B8-46B3-AD23-8116C6EB9F88}"/>
                  </a:ext>
                </a:extLst>
              </p:cNvPr>
              <p:cNvSpPr>
                <a:spLocks noGrp="1" noRot="1" noChangeAspect="1" noMove="1" noResize="1" noEditPoints="1" noAdjustHandles="1" noChangeArrowheads="1" noChangeShapeType="1" noTextEdit="1"/>
              </p:cNvSpPr>
              <p:nvPr>
                <p:ph type="body" idx="1"/>
              </p:nvPr>
            </p:nvSpPr>
            <p:spPr>
              <a:xfrm>
                <a:off x="688483" y="722131"/>
                <a:ext cx="6761100" cy="4495912"/>
              </a:xfrm>
              <a:blipFill>
                <a:blip r:embed="rId4"/>
                <a:stretch>
                  <a:fillRect l="-541" t="-1084" r="-271"/>
                </a:stretch>
              </a:blipFill>
            </p:spPr>
            <p:txBody>
              <a:bodyPr/>
              <a:lstStyle/>
              <a:p>
                <a:r>
                  <a:rPr lang="zh-TW" altLang="en-US">
                    <a:noFill/>
                  </a:rPr>
                  <a:t> </a:t>
                </a:r>
              </a:p>
            </p:txBody>
          </p:sp>
        </mc:Fallback>
      </mc:AlternateContent>
      <p:pic>
        <p:nvPicPr>
          <p:cNvPr id="3" name="圖片 2">
            <a:extLst>
              <a:ext uri="{FF2B5EF4-FFF2-40B4-BE49-F238E27FC236}">
                <a16:creationId xmlns:a16="http://schemas.microsoft.com/office/drawing/2014/main" id="{60229602-406E-482B-8E68-AD22F59FCA90}"/>
              </a:ext>
            </a:extLst>
          </p:cNvPr>
          <p:cNvPicPr>
            <a:picLocks noChangeAspect="1"/>
          </p:cNvPicPr>
          <p:nvPr/>
        </p:nvPicPr>
        <p:blipFill>
          <a:blip r:embed="rId5"/>
          <a:stretch>
            <a:fillRect/>
          </a:stretch>
        </p:blipFill>
        <p:spPr>
          <a:xfrm>
            <a:off x="781152" y="3042477"/>
            <a:ext cx="6668431" cy="2000529"/>
          </a:xfrm>
          <a:prstGeom prst="rect">
            <a:avLst/>
          </a:prstGeom>
        </p:spPr>
      </p:pic>
    </p:spTree>
    <p:extLst>
      <p:ext uri="{BB962C8B-B14F-4D97-AF65-F5344CB8AC3E}">
        <p14:creationId xmlns:p14="http://schemas.microsoft.com/office/powerpoint/2010/main" val="4335013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85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 name="標題 14">
                <a:extLst>
                  <a:ext uri="{FF2B5EF4-FFF2-40B4-BE49-F238E27FC236}">
                    <a16:creationId xmlns:a16="http://schemas.microsoft.com/office/drawing/2014/main" id="{632B75DD-52BA-4BC8-BBC4-1229DDED4238}"/>
                  </a:ext>
                </a:extLst>
              </p:cNvPr>
              <p:cNvSpPr>
                <a:spLocks noGrp="1"/>
              </p:cNvSpPr>
              <p:nvPr>
                <p:ph type="title"/>
              </p:nvPr>
            </p:nvSpPr>
            <p:spPr>
              <a:xfrm>
                <a:off x="489699" y="-135269"/>
                <a:ext cx="6761100" cy="857400"/>
              </a:xfrm>
            </p:spPr>
            <p:txBody>
              <a:bodyPr/>
              <a:lstStyle/>
              <a:p>
                <a:pPr/>
                <a14:m>
                  <m:oMathPara xmlns:m="http://schemas.openxmlformats.org/officeDocument/2006/math">
                    <m:oMathParaPr>
                      <m:jc m:val="centerGroup"/>
                    </m:oMathParaPr>
                    <m:oMath xmlns:m="http://schemas.openxmlformats.org/officeDocument/2006/math">
                      <m:r>
                        <a:rPr lang="en-US" altLang="zh-TW" sz="2000" b="1" i="1">
                          <a:latin typeface="Cambria Math" panose="02040503050406030204" pitchFamily="18" charset="0"/>
                        </a:rPr>
                        <m:t>𝑪𝑯</m:t>
                      </m:r>
                      <m:r>
                        <a:rPr lang="en-US" altLang="zh-TW" sz="2000" b="1" i="1">
                          <a:latin typeface="Cambria Math" panose="02040503050406030204" pitchFamily="18" charset="0"/>
                        </a:rPr>
                        <m:t> </m:t>
                      </m:r>
                      <m:r>
                        <a:rPr lang="en-US" altLang="zh-TW" sz="2000" b="1" i="1">
                          <a:latin typeface="Cambria Math" panose="02040503050406030204" pitchFamily="18" charset="0"/>
                        </a:rPr>
                        <m:t>𝒊𝒍𝒍𝒖𝒎𝒖𝒏𝒂𝒕𝒊𝒐𝒏</m:t>
                      </m:r>
                      <m:r>
                        <a:rPr lang="en-US" altLang="zh-TW" sz="2000" b="1" i="1">
                          <a:latin typeface="Cambria Math" panose="02040503050406030204" pitchFamily="18" charset="0"/>
                        </a:rPr>
                        <m:t> </m:t>
                      </m:r>
                      <m:r>
                        <a:rPr lang="en-US" altLang="zh-TW" sz="2000" b="1" i="1">
                          <a:latin typeface="Cambria Math" panose="02040503050406030204" pitchFamily="18" charset="0"/>
                        </a:rPr>
                        <m:t>𝒑𝒂𝒕𝒕𝒆𝒓𝒏</m:t>
                      </m:r>
                      <m:r>
                        <a:rPr lang="en-US" altLang="zh-TW" sz="2000" b="1" i="1">
                          <a:latin typeface="Cambria Math" panose="02040503050406030204" pitchFamily="18" charset="0"/>
                        </a:rPr>
                        <m:t> </m:t>
                      </m:r>
                      <m:r>
                        <a:rPr lang="en-US" altLang="zh-TW" sz="2000" b="1" i="1">
                          <a:latin typeface="Cambria Math" panose="02040503050406030204" pitchFamily="18" charset="0"/>
                        </a:rPr>
                        <m:t>𝒐𝒑𝒕𝒊𝒎𝒊𝒛𝒂𝒕𝒊𝒐𝒏</m:t>
                      </m:r>
                      <m:r>
                        <a:rPr lang="en-US" altLang="zh-TW" sz="2000" b="1" i="1">
                          <a:latin typeface="Cambria Math" panose="02040503050406030204" pitchFamily="18" charset="0"/>
                        </a:rPr>
                        <m:t> </m:t>
                      </m:r>
                      <m:r>
                        <a:rPr lang="en-US" altLang="zh-TW" sz="2000" b="1" i="1">
                          <a:latin typeface="Cambria Math" panose="02040503050406030204" pitchFamily="18" charset="0"/>
                        </a:rPr>
                        <m:t>𝒑𝒓𝒐𝒃𝒍𝒆𝒎</m:t>
                      </m:r>
                    </m:oMath>
                  </m:oMathPara>
                </a14:m>
                <a:br>
                  <a:rPr lang="zh-TW" altLang="en-US" sz="2000" b="1" dirty="0"/>
                </a:br>
                <a:endParaRPr lang="zh-TW" altLang="en-US" sz="2000" dirty="0"/>
              </a:p>
            </p:txBody>
          </p:sp>
        </mc:Choice>
        <mc:Fallback xmlns="">
          <p:sp>
            <p:nvSpPr>
              <p:cNvPr id="15" name="標題 14">
                <a:extLst>
                  <a:ext uri="{FF2B5EF4-FFF2-40B4-BE49-F238E27FC236}">
                    <a16:creationId xmlns:a16="http://schemas.microsoft.com/office/drawing/2014/main" id="{632B75DD-52BA-4BC8-BBC4-1229DDED4238}"/>
                  </a:ext>
                </a:extLst>
              </p:cNvPr>
              <p:cNvSpPr>
                <a:spLocks noGrp="1" noRot="1" noChangeAspect="1" noMove="1" noResize="1" noEditPoints="1" noAdjustHandles="1" noChangeArrowheads="1" noChangeShapeType="1" noTextEdit="1"/>
              </p:cNvSpPr>
              <p:nvPr>
                <p:ph type="title"/>
              </p:nvPr>
            </p:nvSpPr>
            <p:spPr>
              <a:xfrm>
                <a:off x="489699" y="-135269"/>
                <a:ext cx="6761100" cy="857400"/>
              </a:xfrm>
              <a:blipFill>
                <a:blip r:embed="rId3"/>
                <a:stretch>
                  <a:fillRect b="-3571"/>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6" name="文字版面配置區 15">
                <a:extLst>
                  <a:ext uri="{FF2B5EF4-FFF2-40B4-BE49-F238E27FC236}">
                    <a16:creationId xmlns:a16="http://schemas.microsoft.com/office/drawing/2014/main" id="{EBC83FCA-81B8-46B3-AD23-8116C6EB9F88}"/>
                  </a:ext>
                </a:extLst>
              </p:cNvPr>
              <p:cNvSpPr>
                <a:spLocks noGrp="1"/>
              </p:cNvSpPr>
              <p:nvPr>
                <p:ph type="body" idx="1"/>
              </p:nvPr>
            </p:nvSpPr>
            <p:spPr>
              <a:xfrm>
                <a:off x="688483" y="722131"/>
                <a:ext cx="6761100" cy="4495912"/>
              </a:xfrm>
            </p:spPr>
            <p:txBody>
              <a:bodyPr/>
              <a:lstStyle/>
              <a:p>
                <a:pPr marL="76200" indent="0">
                  <a:buNone/>
                </a:pPr>
                <a:r>
                  <a:rPr lang="en-US" altLang="zh-TW" sz="1800" dirty="0"/>
                  <a:t>The vectors </a:t>
                </a:r>
                <a14:m>
                  <m:oMath xmlns:m="http://schemas.openxmlformats.org/officeDocument/2006/math">
                    <m:sSub>
                      <m:sSubPr>
                        <m:ctrlPr>
                          <a:rPr lang="en-US" altLang="zh-TW" sz="1800" i="1">
                            <a:latin typeface="Cambria Math" panose="02040503050406030204" pitchFamily="18" charset="0"/>
                          </a:rPr>
                        </m:ctrlPr>
                      </m:sSubPr>
                      <m:e>
                        <m:r>
                          <a:rPr lang="en-US" altLang="zh-TW" sz="1800" b="0" i="1" smtClean="0">
                            <a:latin typeface="Cambria Math" panose="02040503050406030204" pitchFamily="18" charset="0"/>
                          </a:rPr>
                          <m:t>𝑢</m:t>
                        </m:r>
                      </m:e>
                      <m:sub>
                        <m:r>
                          <a:rPr lang="en-US" altLang="zh-TW" sz="1800" i="1">
                            <a:latin typeface="Cambria Math" panose="02040503050406030204" pitchFamily="18" charset="0"/>
                          </a:rPr>
                          <m:t>1</m:t>
                        </m:r>
                      </m:sub>
                    </m:sSub>
                    <m:r>
                      <a:rPr lang="en-US" altLang="zh-TW" sz="1800" b="0" i="0" smtClean="0">
                        <a:latin typeface="Cambria Math" panose="02040503050406030204" pitchFamily="18" charset="0"/>
                      </a:rPr>
                      <m:t>,</m:t>
                    </m:r>
                  </m:oMath>
                </a14:m>
                <a:r>
                  <a:rPr lang="en-US" altLang="zh-TW" sz="1800" dirty="0"/>
                  <a:t> </a:t>
                </a:r>
                <a14:m>
                  <m:oMath xmlns:m="http://schemas.openxmlformats.org/officeDocument/2006/math">
                    <m:sSub>
                      <m:sSubPr>
                        <m:ctrlPr>
                          <a:rPr lang="en-US" altLang="zh-TW" sz="1800" i="1">
                            <a:latin typeface="Cambria Math" panose="02040503050406030204" pitchFamily="18" charset="0"/>
                          </a:rPr>
                        </m:ctrlPr>
                      </m:sSubPr>
                      <m:e>
                        <m:r>
                          <a:rPr lang="en-US" altLang="zh-TW" sz="1800" i="1">
                            <a:latin typeface="Cambria Math" panose="02040503050406030204" pitchFamily="18" charset="0"/>
                          </a:rPr>
                          <m:t>𝑢</m:t>
                        </m:r>
                      </m:e>
                      <m:sub>
                        <m:r>
                          <a:rPr lang="en-US" altLang="zh-TW" sz="1800" b="0" i="1" smtClean="0">
                            <a:latin typeface="Cambria Math" panose="02040503050406030204" pitchFamily="18" charset="0"/>
                          </a:rPr>
                          <m:t>2</m:t>
                        </m:r>
                      </m:sub>
                    </m:sSub>
                    <m:r>
                      <a:rPr lang="en-US" altLang="zh-TW" sz="1800" b="0" i="0" smtClean="0">
                        <a:latin typeface="Cambria Math" panose="02040503050406030204" pitchFamily="18" charset="0"/>
                      </a:rPr>
                      <m:t>, …</m:t>
                    </m:r>
                  </m:oMath>
                </a14:m>
                <a:r>
                  <a:rPr lang="en-US" altLang="zh-TW" sz="1800" dirty="0"/>
                  <a:t> , </a:t>
                </a:r>
                <a14:m>
                  <m:oMath xmlns:m="http://schemas.openxmlformats.org/officeDocument/2006/math">
                    <m:sSub>
                      <m:sSubPr>
                        <m:ctrlPr>
                          <a:rPr lang="en-US" altLang="zh-TW" sz="1800" i="1">
                            <a:latin typeface="Cambria Math" panose="02040503050406030204" pitchFamily="18" charset="0"/>
                          </a:rPr>
                        </m:ctrlPr>
                      </m:sSubPr>
                      <m:e>
                        <m:r>
                          <a:rPr lang="en-US" altLang="zh-TW" sz="1800" i="1">
                            <a:latin typeface="Cambria Math" panose="02040503050406030204" pitchFamily="18" charset="0"/>
                          </a:rPr>
                          <m:t>𝑢</m:t>
                        </m:r>
                      </m:e>
                      <m:sub>
                        <m:r>
                          <a:rPr lang="en-US" altLang="zh-TW" sz="1800" b="0" i="1" smtClean="0">
                            <a:latin typeface="Cambria Math" panose="02040503050406030204" pitchFamily="18" charset="0"/>
                          </a:rPr>
                          <m:t>𝑁</m:t>
                        </m:r>
                      </m:sub>
                    </m:sSub>
                    <m:r>
                      <a:rPr lang="en-US" altLang="zh-TW" sz="1800" i="1">
                        <a:latin typeface="Cambria Math" panose="02040503050406030204" pitchFamily="18" charset="0"/>
                      </a:rPr>
                      <m:t> </m:t>
                    </m:r>
                  </m:oMath>
                </a14:m>
                <a:r>
                  <a:rPr lang="en-US" altLang="zh-TW" sz="1800" dirty="0"/>
                  <a:t>slot are the optimization variables, where </a:t>
                </a:r>
                <a14:m>
                  <m:oMath xmlns:m="http://schemas.openxmlformats.org/officeDocument/2006/math">
                    <m:sSub>
                      <m:sSubPr>
                        <m:ctrlPr>
                          <a:rPr lang="en-US" altLang="zh-TW" sz="1800" i="1">
                            <a:latin typeface="Cambria Math" panose="02040503050406030204" pitchFamily="18" charset="0"/>
                          </a:rPr>
                        </m:ctrlPr>
                      </m:sSubPr>
                      <m:e>
                        <m:r>
                          <a:rPr lang="en-US" altLang="zh-TW" sz="1800" i="1">
                            <a:latin typeface="Cambria Math" panose="02040503050406030204" pitchFamily="18" charset="0"/>
                          </a:rPr>
                          <m:t>𝑢</m:t>
                        </m:r>
                      </m:e>
                      <m:sub>
                        <m:r>
                          <a:rPr lang="en-US" altLang="zh-TW" sz="1800" i="1">
                            <a:latin typeface="Cambria Math" panose="02040503050406030204" pitchFamily="18" charset="0"/>
                          </a:rPr>
                          <m:t>𝑁</m:t>
                        </m:r>
                      </m:sub>
                    </m:sSub>
                  </m:oMath>
                </a14:m>
                <a:r>
                  <a:rPr lang="en-US" altLang="zh-TW" sz="1800" i="1" dirty="0"/>
                  <a:t> </a:t>
                </a:r>
                <a:r>
                  <a:rPr lang="en-US" altLang="zh-TW" sz="1800" dirty="0"/>
                  <a:t>is a binary vector of size </a:t>
                </a:r>
                <a14:m>
                  <m:oMath xmlns:m="http://schemas.openxmlformats.org/officeDocument/2006/math">
                    <m:sSub>
                      <m:sSubPr>
                        <m:ctrlPr>
                          <a:rPr lang="en-US" altLang="zh-TW" sz="1800" i="1">
                            <a:latin typeface="Cambria Math" panose="02040503050406030204" pitchFamily="18" charset="0"/>
                          </a:rPr>
                        </m:ctrlPr>
                      </m:sSubPr>
                      <m:e>
                        <m:r>
                          <a:rPr lang="en-US" altLang="zh-TW" sz="1800" b="0" i="1" smtClean="0">
                            <a:latin typeface="Cambria Math" panose="02040503050406030204" pitchFamily="18" charset="0"/>
                          </a:rPr>
                          <m:t>𝑁</m:t>
                        </m:r>
                      </m:e>
                      <m:sub>
                        <m:r>
                          <a:rPr lang="en-US" altLang="zh-TW" sz="1800" b="0" i="1" smtClean="0">
                            <a:latin typeface="Cambria Math" panose="02040503050406030204" pitchFamily="18" charset="0"/>
                          </a:rPr>
                          <m:t>𝐶</m:t>
                        </m:r>
                      </m:sub>
                    </m:sSub>
                  </m:oMath>
                </a14:m>
                <a:r>
                  <a:rPr lang="en-US" altLang="zh-TW" sz="1800" dirty="0"/>
                  <a:t> x1, and </a:t>
                </a:r>
                <a14:m>
                  <m:oMath xmlns:m="http://schemas.openxmlformats.org/officeDocument/2006/math">
                    <m:sSub>
                      <m:sSubPr>
                        <m:ctrlPr>
                          <a:rPr lang="en-US" altLang="zh-TW" sz="1800" i="1">
                            <a:latin typeface="Cambria Math" panose="02040503050406030204" pitchFamily="18" charset="0"/>
                          </a:rPr>
                        </m:ctrlPr>
                      </m:sSubPr>
                      <m:e>
                        <m:r>
                          <a:rPr lang="en-US" altLang="zh-TW" sz="1800" i="1">
                            <a:latin typeface="Cambria Math" panose="02040503050406030204" pitchFamily="18" charset="0"/>
                          </a:rPr>
                          <m:t>𝑢</m:t>
                        </m:r>
                      </m:e>
                      <m:sub>
                        <m:r>
                          <a:rPr lang="en-US" altLang="zh-TW" sz="1800" i="1">
                            <a:latin typeface="Cambria Math" panose="02040503050406030204" pitchFamily="18" charset="0"/>
                          </a:rPr>
                          <m:t>𝑁</m:t>
                        </m:r>
                        <m:r>
                          <a:rPr lang="en-US" altLang="zh-TW" sz="1800" b="0" i="1" smtClean="0">
                            <a:latin typeface="Cambria Math" panose="02040503050406030204" pitchFamily="18" charset="0"/>
                          </a:rPr>
                          <m:t>,</m:t>
                        </m:r>
                        <m:r>
                          <a:rPr lang="en-US" altLang="zh-TW" sz="1800" b="0" i="1" smtClean="0">
                            <a:latin typeface="Cambria Math" panose="02040503050406030204" pitchFamily="18" charset="0"/>
                          </a:rPr>
                          <m:t>𝑗</m:t>
                        </m:r>
                      </m:sub>
                    </m:sSub>
                    <m:r>
                      <a:rPr lang="en-US" altLang="zh-TW" sz="1800" i="1">
                        <a:latin typeface="Cambria Math" panose="02040503050406030204" pitchFamily="18" charset="0"/>
                      </a:rPr>
                      <m:t> </m:t>
                    </m:r>
                    <m:r>
                      <a:rPr lang="en-US" altLang="zh-TW" sz="1800" i="1" dirty="0" smtClean="0">
                        <a:latin typeface="Cambria Math" panose="02040503050406030204" pitchFamily="18" charset="0"/>
                        <a:ea typeface="Cambria Math" panose="02040503050406030204" pitchFamily="18" charset="0"/>
                      </a:rPr>
                      <m:t>∈</m:t>
                    </m:r>
                  </m:oMath>
                </a14:m>
                <a:r>
                  <a:rPr lang="en-US" altLang="zh-TW" sz="1800" dirty="0"/>
                  <a:t> {0; 1} is the </a:t>
                </a:r>
                <a:r>
                  <a:rPr lang="en-US" altLang="zh-TW" sz="1800" i="1" dirty="0"/>
                  <a:t>j </a:t>
                </a:r>
                <a:r>
                  <a:rPr lang="en-US" altLang="zh-TW" sz="1800" dirty="0" err="1"/>
                  <a:t>th</a:t>
                </a:r>
                <a:r>
                  <a:rPr lang="en-US" altLang="zh-TW" sz="1800" dirty="0"/>
                  <a:t> element in </a:t>
                </a:r>
                <a14:m>
                  <m:oMath xmlns:m="http://schemas.openxmlformats.org/officeDocument/2006/math">
                    <m:sSub>
                      <m:sSubPr>
                        <m:ctrlPr>
                          <a:rPr lang="en-US" altLang="zh-TW" sz="1800" i="1">
                            <a:latin typeface="Cambria Math" panose="02040503050406030204" pitchFamily="18" charset="0"/>
                          </a:rPr>
                        </m:ctrlPr>
                      </m:sSubPr>
                      <m:e>
                        <m:r>
                          <a:rPr lang="en-US" altLang="zh-TW" sz="1800" i="1">
                            <a:latin typeface="Cambria Math" panose="02040503050406030204" pitchFamily="18" charset="0"/>
                          </a:rPr>
                          <m:t>𝑢</m:t>
                        </m:r>
                      </m:e>
                      <m:sub>
                        <m:r>
                          <a:rPr lang="en-US" altLang="zh-TW" sz="1800" i="1">
                            <a:latin typeface="Cambria Math" panose="02040503050406030204" pitchFamily="18" charset="0"/>
                          </a:rPr>
                          <m:t>𝑁</m:t>
                        </m:r>
                      </m:sub>
                    </m:sSub>
                  </m:oMath>
                </a14:m>
                <a:r>
                  <a:rPr lang="en-US" altLang="zh-TW" sz="1800" i="1" dirty="0"/>
                  <a:t> </a:t>
                </a:r>
                <a:r>
                  <a:rPr lang="en-US" altLang="zh-TW" sz="1800" dirty="0"/>
                  <a:t>corresponding to cluster </a:t>
                </a:r>
                <a:r>
                  <a:rPr lang="en-US" altLang="zh-TW" sz="1800" i="1" dirty="0"/>
                  <a:t>j</a:t>
                </a:r>
                <a:r>
                  <a:rPr lang="en-US" altLang="zh-TW" sz="1800" dirty="0"/>
                  <a:t>.</a:t>
                </a:r>
                <a:endParaRPr lang="en-US" altLang="zh-TW" sz="1400" dirty="0"/>
              </a:p>
            </p:txBody>
          </p:sp>
        </mc:Choice>
        <mc:Fallback>
          <p:sp>
            <p:nvSpPr>
              <p:cNvPr id="16" name="文字版面配置區 15">
                <a:extLst>
                  <a:ext uri="{FF2B5EF4-FFF2-40B4-BE49-F238E27FC236}">
                    <a16:creationId xmlns:a16="http://schemas.microsoft.com/office/drawing/2014/main" id="{EBC83FCA-81B8-46B3-AD23-8116C6EB9F88}"/>
                  </a:ext>
                </a:extLst>
              </p:cNvPr>
              <p:cNvSpPr>
                <a:spLocks noGrp="1" noRot="1" noChangeAspect="1" noMove="1" noResize="1" noEditPoints="1" noAdjustHandles="1" noChangeArrowheads="1" noChangeShapeType="1" noTextEdit="1"/>
              </p:cNvSpPr>
              <p:nvPr>
                <p:ph type="body" idx="1"/>
              </p:nvPr>
            </p:nvSpPr>
            <p:spPr>
              <a:xfrm>
                <a:off x="688483" y="722131"/>
                <a:ext cx="6761100" cy="4495912"/>
              </a:xfrm>
              <a:blipFill>
                <a:blip r:embed="rId4"/>
                <a:stretch>
                  <a:fillRect r="-90"/>
                </a:stretch>
              </a:blipFill>
            </p:spPr>
            <p:txBody>
              <a:bodyPr/>
              <a:lstStyle/>
              <a:p>
                <a:r>
                  <a:rPr lang="zh-TW" altLang="en-US">
                    <a:noFill/>
                  </a:rPr>
                  <a:t> </a:t>
                </a:r>
              </a:p>
            </p:txBody>
          </p:sp>
        </mc:Fallback>
      </mc:AlternateContent>
      <p:pic>
        <p:nvPicPr>
          <p:cNvPr id="3" name="圖片 2">
            <a:extLst>
              <a:ext uri="{FF2B5EF4-FFF2-40B4-BE49-F238E27FC236}">
                <a16:creationId xmlns:a16="http://schemas.microsoft.com/office/drawing/2014/main" id="{60229602-406E-482B-8E68-AD22F59FCA90}"/>
              </a:ext>
            </a:extLst>
          </p:cNvPr>
          <p:cNvPicPr>
            <a:picLocks noChangeAspect="1"/>
          </p:cNvPicPr>
          <p:nvPr/>
        </p:nvPicPr>
        <p:blipFill>
          <a:blip r:embed="rId5"/>
          <a:stretch>
            <a:fillRect/>
          </a:stretch>
        </p:blipFill>
        <p:spPr>
          <a:xfrm>
            <a:off x="688483" y="2345216"/>
            <a:ext cx="6668431" cy="2000529"/>
          </a:xfrm>
          <a:prstGeom prst="rect">
            <a:avLst/>
          </a:prstGeom>
        </p:spPr>
      </p:pic>
    </p:spTree>
    <p:extLst>
      <p:ext uri="{BB962C8B-B14F-4D97-AF65-F5344CB8AC3E}">
        <p14:creationId xmlns:p14="http://schemas.microsoft.com/office/powerpoint/2010/main" val="38933725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863"/>
        <p:cNvGrpSpPr/>
        <p:nvPr/>
      </p:nvGrpSpPr>
      <p:grpSpPr>
        <a:xfrm>
          <a:off x="0" y="0"/>
          <a:ext cx="0" cy="0"/>
          <a:chOff x="0" y="0"/>
          <a:chExt cx="0" cy="0"/>
        </a:xfrm>
      </p:grpSpPr>
      <p:sp>
        <p:nvSpPr>
          <p:cNvPr id="3864" name="Google Shape;3864;p17"/>
          <p:cNvSpPr txBox="1">
            <a:spLocks noGrp="1"/>
          </p:cNvSpPr>
          <p:nvPr>
            <p:ph type="body" idx="1"/>
          </p:nvPr>
        </p:nvSpPr>
        <p:spPr>
          <a:xfrm>
            <a:off x="1288513" y="1451100"/>
            <a:ext cx="3939469" cy="3692400"/>
          </a:xfrm>
          <a:prstGeom prst="rect">
            <a:avLst/>
          </a:prstGeom>
        </p:spPr>
        <p:txBody>
          <a:bodyPr spcFirstLastPara="1" wrap="square" lIns="91425" tIns="91425" rIns="91425" bIns="91425" anchor="t" anchorCtr="0">
            <a:noAutofit/>
          </a:bodyPr>
          <a:lstStyle/>
          <a:p>
            <a:pPr marL="0" lvl="0" indent="0">
              <a:buNone/>
            </a:pPr>
            <a:r>
              <a:rPr lang="en-US" dirty="0"/>
              <a:t>Precoding for Mitigating Intra-Cluster Interference</a:t>
            </a:r>
          </a:p>
        </p:txBody>
      </p:sp>
      <p:sp>
        <p:nvSpPr>
          <p:cNvPr id="3865" name="Google Shape;3865;p17"/>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869"/>
        <p:cNvGrpSpPr/>
        <p:nvPr/>
      </p:nvGrpSpPr>
      <p:grpSpPr>
        <a:xfrm>
          <a:off x="0" y="0"/>
          <a:ext cx="0" cy="0"/>
          <a:chOff x="0" y="0"/>
          <a:chExt cx="0" cy="0"/>
        </a:xfrm>
      </p:grpSpPr>
      <p:sp>
        <p:nvSpPr>
          <p:cNvPr id="3870" name="Google Shape;3870;p18"/>
          <p:cNvSpPr txBox="1">
            <a:spLocks noGrp="1"/>
          </p:cNvSpPr>
          <p:nvPr>
            <p:ph type="title"/>
          </p:nvPr>
        </p:nvSpPr>
        <p:spPr>
          <a:xfrm>
            <a:off x="718300" y="302054"/>
            <a:ext cx="6761100" cy="857400"/>
          </a:xfrm>
          <a:prstGeom prst="rect">
            <a:avLst/>
          </a:prstGeom>
        </p:spPr>
        <p:txBody>
          <a:bodyPr spcFirstLastPara="1" wrap="square" lIns="91425" tIns="91425" rIns="91425" bIns="91425" anchor="b" anchorCtr="0">
            <a:noAutofit/>
          </a:bodyPr>
          <a:lstStyle/>
          <a:p>
            <a:pPr lvl="0"/>
            <a:r>
              <a:rPr lang="en-US" altLang="zh-TW" sz="2800" dirty="0"/>
              <a:t>Precoding for Mitigating Intra-Cluster Interference</a:t>
            </a:r>
          </a:p>
        </p:txBody>
      </p:sp>
      <mc:AlternateContent xmlns:mc="http://schemas.openxmlformats.org/markup-compatibility/2006" xmlns:a14="http://schemas.microsoft.com/office/drawing/2010/main">
        <mc:Choice Requires="a14">
          <p:sp>
            <p:nvSpPr>
              <p:cNvPr id="3871" name="Google Shape;3871;p18"/>
              <p:cNvSpPr txBox="1">
                <a:spLocks noGrp="1"/>
              </p:cNvSpPr>
              <p:nvPr>
                <p:ph type="body" idx="1"/>
              </p:nvPr>
            </p:nvSpPr>
            <p:spPr>
              <a:xfrm>
                <a:off x="718300" y="1266411"/>
                <a:ext cx="6761100" cy="3453790"/>
              </a:xfrm>
              <a:prstGeom prst="rect">
                <a:avLst/>
              </a:prstGeom>
            </p:spPr>
            <p:txBody>
              <a:bodyPr spcFirstLastPara="1" wrap="square" lIns="91425" tIns="91425" rIns="91425" bIns="91425" anchor="t" anchorCtr="0">
                <a:noAutofit/>
              </a:bodyPr>
              <a:lstStyle/>
              <a:p>
                <a:r>
                  <a:rPr lang="en-US" altLang="zh-TW" sz="1800" dirty="0"/>
                  <a:t>By assuming FFR among the beams in a cluster, the collection of received signals at the beam-center users is modeled as</a:t>
                </a:r>
              </a:p>
              <a:p>
                <a:pPr algn="ctr"/>
                <a14:m>
                  <m:oMath xmlns:m="http://schemas.openxmlformats.org/officeDocument/2006/math">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𝑦</m:t>
                        </m:r>
                      </m:e>
                      <m:sub>
                        <m:r>
                          <a:rPr lang="en-US" altLang="zh-TW" b="0" i="1" smtClean="0">
                            <a:latin typeface="Cambria Math" panose="02040503050406030204" pitchFamily="18" charset="0"/>
                          </a:rPr>
                          <m:t>𝑗</m:t>
                        </m:r>
                      </m:sub>
                    </m:sSub>
                  </m:oMath>
                </a14:m>
                <a:r>
                  <a:rPr lang="en-US" altLang="zh-TW" dirty="0"/>
                  <a:t> =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𝐻</m:t>
                        </m:r>
                      </m:e>
                      <m:sub>
                        <m:r>
                          <a:rPr lang="en-US" altLang="zh-TW" b="0" i="1" smtClean="0">
                            <a:latin typeface="Cambria Math" panose="02040503050406030204" pitchFamily="18" charset="0"/>
                          </a:rPr>
                          <m:t>𝑗</m:t>
                        </m:r>
                      </m:sub>
                    </m:sSub>
                  </m:oMath>
                </a14:m>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𝑊</m:t>
                        </m:r>
                      </m:e>
                      <m:sub>
                        <m:r>
                          <a:rPr lang="en-US" altLang="zh-TW" i="1">
                            <a:latin typeface="Cambria Math" panose="02040503050406030204" pitchFamily="18" charset="0"/>
                          </a:rPr>
                          <m:t>𝑗</m:t>
                        </m:r>
                      </m:sub>
                    </m:sSub>
                  </m:oMath>
                </a14:m>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i="1">
                            <a:latin typeface="Cambria Math" panose="02040503050406030204" pitchFamily="18" charset="0"/>
                          </a:rPr>
                          <m:t>𝑗</m:t>
                        </m:r>
                      </m:sub>
                    </m:sSub>
                  </m:oMath>
                </a14:m>
                <a:r>
                  <a:rPr lang="en-US" altLang="zh-TW" dirty="0"/>
                  <a:t> + </a:t>
                </a:r>
                <a14:m>
                  <m:oMath xmlns:m="http://schemas.openxmlformats.org/officeDocument/2006/math">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𝑧</m:t>
                        </m:r>
                      </m:e>
                      <m:sub>
                        <m:r>
                          <a:rPr lang="en-US" altLang="zh-TW" i="1">
                            <a:latin typeface="Cambria Math" panose="02040503050406030204" pitchFamily="18" charset="0"/>
                          </a:rPr>
                          <m:t>𝑗</m:t>
                        </m:r>
                      </m:sub>
                    </m:sSub>
                  </m:oMath>
                </a14:m>
                <a:r>
                  <a:rPr lang="en-US" altLang="zh-TW" dirty="0"/>
                  <a:t> </a:t>
                </a:r>
              </a:p>
              <a:p>
                <a:pPr algn="ctr"/>
                <a:endParaRPr lang="en-US" altLang="zh-TW" dirty="0"/>
              </a:p>
              <a:p>
                <a14:m>
                  <m:oMath xmlns:m="http://schemas.openxmlformats.org/officeDocument/2006/math">
                    <m:sSub>
                      <m:sSubPr>
                        <m:ctrlPr>
                          <a:rPr lang="en-US" altLang="zh-TW" sz="1800" i="1">
                            <a:latin typeface="Cambria Math" panose="02040503050406030204" pitchFamily="18" charset="0"/>
                          </a:rPr>
                        </m:ctrlPr>
                      </m:sSubPr>
                      <m:e>
                        <m:r>
                          <a:rPr lang="en-US" altLang="zh-TW" sz="1800" i="1">
                            <a:latin typeface="Cambria Math" panose="02040503050406030204" pitchFamily="18" charset="0"/>
                          </a:rPr>
                          <m:t>𝐻</m:t>
                        </m:r>
                      </m:e>
                      <m:sub>
                        <m:r>
                          <a:rPr lang="en-US" altLang="zh-TW" sz="1800" i="1">
                            <a:latin typeface="Cambria Math" panose="02040503050406030204" pitchFamily="18" charset="0"/>
                          </a:rPr>
                          <m:t>𝑗</m:t>
                        </m:r>
                      </m:sub>
                    </m:sSub>
                  </m:oMath>
                </a14:m>
                <a:r>
                  <a:rPr lang="en-US" altLang="zh-TW" sz="1800" dirty="0"/>
                  <a:t> : channel matrix of cluster j</a:t>
                </a:r>
              </a:p>
              <a:p>
                <a14:m>
                  <m:oMath xmlns:m="http://schemas.openxmlformats.org/officeDocument/2006/math">
                    <m:sSub>
                      <m:sSubPr>
                        <m:ctrlPr>
                          <a:rPr lang="en-US" altLang="zh-TW" sz="1800" i="1">
                            <a:latin typeface="Cambria Math" panose="02040503050406030204" pitchFamily="18" charset="0"/>
                          </a:rPr>
                        </m:ctrlPr>
                      </m:sSubPr>
                      <m:e>
                        <m:r>
                          <a:rPr lang="en-US" altLang="zh-TW" sz="1800" b="0" i="1" smtClean="0">
                            <a:latin typeface="Cambria Math" panose="02040503050406030204" pitchFamily="18" charset="0"/>
                          </a:rPr>
                          <m:t>𝑊</m:t>
                        </m:r>
                      </m:e>
                      <m:sub>
                        <m:r>
                          <a:rPr lang="en-US" altLang="zh-TW" sz="1800" i="1">
                            <a:latin typeface="Cambria Math" panose="02040503050406030204" pitchFamily="18" charset="0"/>
                          </a:rPr>
                          <m:t>𝑗</m:t>
                        </m:r>
                      </m:sub>
                    </m:sSub>
                  </m:oMath>
                </a14:m>
                <a:r>
                  <a:rPr lang="en-US" altLang="zh-TW" sz="1800" dirty="0"/>
                  <a:t> : linear precoder employed in cluster j</a:t>
                </a:r>
              </a:p>
              <a:p>
                <a14:m>
                  <m:oMath xmlns:m="http://schemas.openxmlformats.org/officeDocument/2006/math">
                    <m:sSub>
                      <m:sSubPr>
                        <m:ctrlPr>
                          <a:rPr lang="en-US" altLang="zh-TW" sz="1800" i="1">
                            <a:latin typeface="Cambria Math" panose="02040503050406030204" pitchFamily="18" charset="0"/>
                          </a:rPr>
                        </m:ctrlPr>
                      </m:sSubPr>
                      <m:e>
                        <m:r>
                          <a:rPr lang="en-US" altLang="zh-TW" sz="1800" b="0" i="1" smtClean="0">
                            <a:latin typeface="Cambria Math" panose="02040503050406030204" pitchFamily="18" charset="0"/>
                          </a:rPr>
                          <m:t>𝑥</m:t>
                        </m:r>
                      </m:e>
                      <m:sub>
                        <m:r>
                          <a:rPr lang="en-US" altLang="zh-TW" sz="1800" i="1">
                            <a:latin typeface="Cambria Math" panose="02040503050406030204" pitchFamily="18" charset="0"/>
                          </a:rPr>
                          <m:t>𝑗</m:t>
                        </m:r>
                      </m:sub>
                    </m:sSub>
                  </m:oMath>
                </a14:m>
                <a:r>
                  <a:rPr lang="en-US" altLang="zh-TW" sz="1800" dirty="0"/>
                  <a:t> : </a:t>
                </a:r>
                <a:r>
                  <a:rPr lang="en-US" altLang="zh-TW" sz="1800" dirty="0" err="1"/>
                  <a:t>unprecoded</a:t>
                </a:r>
                <a:r>
                  <a:rPr lang="en-US" altLang="zh-TW" sz="1800" dirty="0"/>
                  <a:t> data symbols in cluster j</a:t>
                </a:r>
              </a:p>
              <a:p>
                <a14:m>
                  <m:oMath xmlns:m="http://schemas.openxmlformats.org/officeDocument/2006/math">
                    <m:sSub>
                      <m:sSubPr>
                        <m:ctrlPr>
                          <a:rPr lang="en-US" altLang="zh-TW" sz="1800" i="1">
                            <a:latin typeface="Cambria Math" panose="02040503050406030204" pitchFamily="18" charset="0"/>
                          </a:rPr>
                        </m:ctrlPr>
                      </m:sSubPr>
                      <m:e>
                        <m:r>
                          <a:rPr lang="en-US" altLang="zh-TW" sz="1800" b="0" i="1" smtClean="0">
                            <a:latin typeface="Cambria Math" panose="02040503050406030204" pitchFamily="18" charset="0"/>
                          </a:rPr>
                          <m:t>𝑧</m:t>
                        </m:r>
                      </m:e>
                      <m:sub>
                        <m:r>
                          <a:rPr lang="en-US" altLang="zh-TW" sz="1800" i="1">
                            <a:latin typeface="Cambria Math" panose="02040503050406030204" pitchFamily="18" charset="0"/>
                          </a:rPr>
                          <m:t>𝑗</m:t>
                        </m:r>
                      </m:sub>
                    </m:sSub>
                  </m:oMath>
                </a14:m>
                <a:r>
                  <a:rPr lang="en-US" altLang="zh-TW" sz="1800" dirty="0"/>
                  <a:t> : collection of noise in cluster j</a:t>
                </a:r>
              </a:p>
              <a:p>
                <a:endParaRPr lang="en-US" altLang="zh-TW" sz="1400" dirty="0"/>
              </a:p>
            </p:txBody>
          </p:sp>
        </mc:Choice>
        <mc:Fallback xmlns="">
          <p:sp>
            <p:nvSpPr>
              <p:cNvPr id="3871" name="Google Shape;3871;p18"/>
              <p:cNvSpPr txBox="1">
                <a:spLocks noGrp="1" noRot="1" noChangeAspect="1" noMove="1" noResize="1" noEditPoints="1" noAdjustHandles="1" noChangeArrowheads="1" noChangeShapeType="1" noTextEdit="1"/>
              </p:cNvSpPr>
              <p:nvPr>
                <p:ph type="body" idx="1"/>
              </p:nvPr>
            </p:nvSpPr>
            <p:spPr>
              <a:xfrm>
                <a:off x="718300" y="1266411"/>
                <a:ext cx="6761100" cy="3453790"/>
              </a:xfrm>
              <a:prstGeom prst="rect">
                <a:avLst/>
              </a:prstGeom>
              <a:blipFill>
                <a:blip r:embed="rId3"/>
                <a:stretch>
                  <a:fillRect l="-541" t="-1943"/>
                </a:stretch>
              </a:blipFill>
            </p:spPr>
            <p:txBody>
              <a:bodyPr/>
              <a:lstStyle/>
              <a:p>
                <a:r>
                  <a:rPr lang="zh-TW" altLang="en-US">
                    <a:noFill/>
                  </a:rPr>
                  <a:t> </a:t>
                </a:r>
              </a:p>
            </p:txBody>
          </p:sp>
        </mc:Fallback>
      </mc:AlternateContent>
      <p:sp>
        <p:nvSpPr>
          <p:cNvPr id="3872" name="Google Shape;3872;p18"/>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869"/>
        <p:cNvGrpSpPr/>
        <p:nvPr/>
      </p:nvGrpSpPr>
      <p:grpSpPr>
        <a:xfrm>
          <a:off x="0" y="0"/>
          <a:ext cx="0" cy="0"/>
          <a:chOff x="0" y="0"/>
          <a:chExt cx="0" cy="0"/>
        </a:xfrm>
      </p:grpSpPr>
      <p:sp>
        <p:nvSpPr>
          <p:cNvPr id="3870" name="Google Shape;3870;p18"/>
          <p:cNvSpPr txBox="1">
            <a:spLocks noGrp="1"/>
          </p:cNvSpPr>
          <p:nvPr>
            <p:ph type="title"/>
          </p:nvPr>
        </p:nvSpPr>
        <p:spPr>
          <a:xfrm>
            <a:off x="718300" y="302054"/>
            <a:ext cx="6761100" cy="857400"/>
          </a:xfrm>
          <a:prstGeom prst="rect">
            <a:avLst/>
          </a:prstGeom>
        </p:spPr>
        <p:txBody>
          <a:bodyPr spcFirstLastPara="1" wrap="square" lIns="91425" tIns="91425" rIns="91425" bIns="91425" anchor="b" anchorCtr="0">
            <a:noAutofit/>
          </a:bodyPr>
          <a:lstStyle/>
          <a:p>
            <a:pPr lvl="0"/>
            <a:r>
              <a:rPr lang="en-US" altLang="zh-TW" sz="2800" dirty="0"/>
              <a:t>Precoding for Mitigating Intra-Cluster Interference</a:t>
            </a:r>
          </a:p>
        </p:txBody>
      </p:sp>
      <mc:AlternateContent xmlns:mc="http://schemas.openxmlformats.org/markup-compatibility/2006" xmlns:a14="http://schemas.microsoft.com/office/drawing/2010/main">
        <mc:Choice Requires="a14">
          <p:sp>
            <p:nvSpPr>
              <p:cNvPr id="3871" name="Google Shape;3871;p18"/>
              <p:cNvSpPr txBox="1">
                <a:spLocks noGrp="1"/>
              </p:cNvSpPr>
              <p:nvPr>
                <p:ph type="body" idx="1"/>
              </p:nvPr>
            </p:nvSpPr>
            <p:spPr>
              <a:xfrm>
                <a:off x="718300" y="1266411"/>
                <a:ext cx="6761100" cy="3847390"/>
              </a:xfrm>
              <a:prstGeom prst="rect">
                <a:avLst/>
              </a:prstGeom>
            </p:spPr>
            <p:txBody>
              <a:bodyPr spcFirstLastPara="1" wrap="square" lIns="91425" tIns="91425" rIns="91425" bIns="91425" anchor="t" anchorCtr="0">
                <a:noAutofit/>
              </a:bodyPr>
              <a:lstStyle/>
              <a:p>
                <a:r>
                  <a:rPr lang="en-US" altLang="zh-TW" sz="1800" dirty="0"/>
                  <a:t>We employ minimum mean square error (MMSE) precoding . The MMSE precoding matrix for cluster j is given by</a:t>
                </a:r>
                <a:endParaRPr lang="en-US" altLang="zh-TW" i="1" dirty="0">
                  <a:latin typeface="Cambria Math" panose="02040503050406030204" pitchFamily="18" charset="0"/>
                </a:endParaRPr>
              </a:p>
              <a:p>
                <a:pPr algn="ctr"/>
                <a:endParaRPr lang="en-US" altLang="zh-TW" dirty="0"/>
              </a:p>
              <a:p>
                <a:endParaRPr lang="en-US" altLang="zh-TW" sz="1800" i="1" dirty="0">
                  <a:latin typeface="Cambria Math" panose="02040503050406030204" pitchFamily="18" charset="0"/>
                </a:endParaRPr>
              </a:p>
              <a:p>
                <a:endParaRPr lang="en-US" altLang="zh-TW" sz="1800" i="1" dirty="0">
                  <a:latin typeface="Cambria Math" panose="02040503050406030204" pitchFamily="18" charset="0"/>
                </a:endParaRPr>
              </a:p>
              <a:p>
                <a:endParaRPr lang="en-US" altLang="zh-TW" sz="1800" i="1" dirty="0">
                  <a:latin typeface="Cambria Math" panose="02040503050406030204" pitchFamily="18" charset="0"/>
                </a:endParaRPr>
              </a:p>
              <a:p>
                <a:r>
                  <a:rPr lang="el-GR" altLang="zh-TW" i="1" dirty="0"/>
                  <a:t>τ</a:t>
                </a:r>
                <a:r>
                  <a:rPr lang="en-US" altLang="zh-TW" sz="1800" dirty="0"/>
                  <a:t> </a:t>
                </a:r>
                <a14:m>
                  <m:oMath xmlns:m="http://schemas.openxmlformats.org/officeDocument/2006/math">
                    <m:sSub>
                      <m:sSubPr>
                        <m:ctrlPr>
                          <a:rPr lang="en-US" altLang="zh-TW" sz="1800" i="1">
                            <a:latin typeface="Cambria Math" panose="02040503050406030204" pitchFamily="18" charset="0"/>
                          </a:rPr>
                        </m:ctrlPr>
                      </m:sSubPr>
                      <m:e>
                        <m:r>
                          <a:rPr lang="en-US" altLang="zh-TW" sz="1800" b="0" i="1" smtClean="0">
                            <a:latin typeface="Cambria Math" panose="02040503050406030204" pitchFamily="18" charset="0"/>
                          </a:rPr>
                          <m:t>𝐼</m:t>
                        </m:r>
                      </m:e>
                      <m:sub>
                        <m:sSub>
                          <m:sSubPr>
                            <m:ctrlPr>
                              <a:rPr lang="en-US" altLang="zh-TW" sz="1800" i="1">
                                <a:latin typeface="Cambria Math" panose="02040503050406030204" pitchFamily="18" charset="0"/>
                              </a:rPr>
                            </m:ctrlPr>
                          </m:sSubPr>
                          <m:e>
                            <m:r>
                              <a:rPr lang="el-GR" altLang="zh-TW" sz="1800" i="1">
                                <a:latin typeface="Cambria Math" panose="02040503050406030204" pitchFamily="18" charset="0"/>
                              </a:rPr>
                              <m:t>𝛱</m:t>
                            </m:r>
                          </m:e>
                          <m:sub>
                            <m:r>
                              <a:rPr lang="en-US" altLang="zh-TW" sz="1800" b="0" i="1" smtClean="0">
                                <a:latin typeface="Cambria Math" panose="02040503050406030204" pitchFamily="18" charset="0"/>
                              </a:rPr>
                              <m:t>𝑗</m:t>
                            </m:r>
                          </m:sub>
                        </m:sSub>
                      </m:sub>
                    </m:sSub>
                  </m:oMath>
                </a14:m>
                <a:r>
                  <a:rPr lang="en-US" altLang="zh-TW" sz="1800" dirty="0"/>
                  <a:t> :  vector of noise powers in the beam of cluster j</a:t>
                </a:r>
              </a:p>
              <a:p>
                <a14:m>
                  <m:oMath xmlns:m="http://schemas.openxmlformats.org/officeDocument/2006/math">
                    <m:sSub>
                      <m:sSubPr>
                        <m:ctrlPr>
                          <a:rPr lang="en-US" altLang="zh-TW" sz="1800" i="1">
                            <a:latin typeface="Cambria Math" panose="02040503050406030204" pitchFamily="18" charset="0"/>
                          </a:rPr>
                        </m:ctrlPr>
                      </m:sSubPr>
                      <m:e>
                        <m:r>
                          <a:rPr lang="en-US" altLang="zh-TW" sz="1800" b="0" i="1" smtClean="0">
                            <a:latin typeface="Cambria Math" panose="02040503050406030204" pitchFamily="18" charset="0"/>
                          </a:rPr>
                          <m:t>𝑃</m:t>
                        </m:r>
                        <m:r>
                          <a:rPr lang="en-US" altLang="zh-TW" sz="1800" b="0" i="1" smtClean="0">
                            <a:latin typeface="Cambria Math" panose="02040503050406030204" pitchFamily="18" charset="0"/>
                          </a:rPr>
                          <m:t>=</m:t>
                        </m:r>
                        <m:r>
                          <a:rPr lang="en-US" altLang="zh-TW" sz="1800" b="0" i="1" smtClean="0">
                            <a:latin typeface="Cambria Math" panose="02040503050406030204" pitchFamily="18" charset="0"/>
                          </a:rPr>
                          <m:t>𝑃</m:t>
                        </m:r>
                      </m:e>
                      <m:sub>
                        <m:r>
                          <a:rPr lang="en-US" altLang="zh-TW" sz="1800" b="0" i="1" smtClean="0">
                            <a:latin typeface="Cambria Math" panose="02040503050406030204" pitchFamily="18" charset="0"/>
                          </a:rPr>
                          <m:t>𝑇</m:t>
                        </m:r>
                      </m:sub>
                    </m:sSub>
                    <m:r>
                      <a:rPr lang="en-US" altLang="zh-TW" sz="1800" b="0" i="1" smtClean="0">
                        <a:latin typeface="Cambria Math" panose="02040503050406030204" pitchFamily="18" charset="0"/>
                      </a:rPr>
                      <m:t>/</m:t>
                    </m:r>
                    <m:sSub>
                      <m:sSubPr>
                        <m:ctrlPr>
                          <a:rPr lang="en-US" altLang="zh-TW" sz="1800" i="1">
                            <a:latin typeface="Cambria Math" panose="02040503050406030204" pitchFamily="18" charset="0"/>
                          </a:rPr>
                        </m:ctrlPr>
                      </m:sSubPr>
                      <m:e>
                        <m:r>
                          <a:rPr lang="en-US" altLang="zh-TW" sz="1800" b="0" i="1" smtClean="0">
                            <a:latin typeface="Cambria Math" panose="02040503050406030204" pitchFamily="18" charset="0"/>
                          </a:rPr>
                          <m:t>𝑁</m:t>
                        </m:r>
                      </m:e>
                      <m:sub>
                        <m:r>
                          <a:rPr lang="en-US" altLang="zh-TW" sz="1800" b="0" i="1" smtClean="0">
                            <a:latin typeface="Cambria Math" panose="02040503050406030204" pitchFamily="18" charset="0"/>
                          </a:rPr>
                          <m:t>𝐵</m:t>
                        </m:r>
                      </m:sub>
                    </m:sSub>
                  </m:oMath>
                </a14:m>
                <a:r>
                  <a:rPr lang="en-US" altLang="zh-TW" sz="1800" dirty="0"/>
                  <a:t>:  transmit power per beam</a:t>
                </a:r>
              </a:p>
              <a:p>
                <a14:m>
                  <m:oMath xmlns:m="http://schemas.openxmlformats.org/officeDocument/2006/math">
                    <m:sSubSup>
                      <m:sSubSupPr>
                        <m:ctrlPr>
                          <a:rPr lang="en-US" altLang="zh-TW" sz="1800" i="1" smtClean="0">
                            <a:latin typeface="Cambria Math" panose="02040503050406030204" pitchFamily="18" charset="0"/>
                          </a:rPr>
                        </m:ctrlPr>
                      </m:sSubSupPr>
                      <m:e>
                        <m:r>
                          <a:rPr lang="el-GR" altLang="zh-TW" sz="1800" i="1">
                            <a:latin typeface="Cambria Math" panose="02040503050406030204" pitchFamily="18" charset="0"/>
                          </a:rPr>
                          <m:t>𝛽</m:t>
                        </m:r>
                      </m:e>
                      <m:sub>
                        <m:r>
                          <a:rPr lang="en-US" altLang="zh-TW" sz="1800" b="0" i="1" smtClean="0">
                            <a:latin typeface="Cambria Math" panose="02040503050406030204" pitchFamily="18" charset="0"/>
                          </a:rPr>
                          <m:t>𝑀𝑀𝑆𝐸</m:t>
                        </m:r>
                      </m:sub>
                      <m:sup>
                        <m:r>
                          <a:rPr lang="en-US" altLang="zh-TW" sz="1800" b="0" i="1" smtClean="0">
                            <a:latin typeface="Cambria Math" panose="02040503050406030204" pitchFamily="18" charset="0"/>
                          </a:rPr>
                          <m:t>𝑗</m:t>
                        </m:r>
                      </m:sup>
                    </m:sSubSup>
                  </m:oMath>
                </a14:m>
                <a:r>
                  <a:rPr lang="en-US" altLang="zh-TW" sz="1800" dirty="0"/>
                  <a:t> : scaling factor  of </a:t>
                </a:r>
                <a14:m>
                  <m:oMath xmlns:m="http://schemas.openxmlformats.org/officeDocument/2006/math">
                    <m:box>
                      <m:boxPr>
                        <m:ctrlPr>
                          <a:rPr lang="en-US" altLang="zh-TW" sz="1800" i="1" smtClean="0">
                            <a:latin typeface="Cambria Math" panose="02040503050406030204" pitchFamily="18" charset="0"/>
                          </a:rPr>
                        </m:ctrlPr>
                      </m:boxPr>
                      <m:e>
                        <m:argPr>
                          <m:argSz m:val="-1"/>
                        </m:argPr>
                        <m:f>
                          <m:fPr>
                            <m:ctrlPr>
                              <a:rPr lang="en-US" altLang="zh-TW" sz="1800" i="1" smtClean="0">
                                <a:latin typeface="Cambria Math" panose="02040503050406030204" pitchFamily="18" charset="0"/>
                              </a:rPr>
                            </m:ctrlPr>
                          </m:fPr>
                          <m:num>
                            <m:sSub>
                              <m:sSubPr>
                                <m:ctrlPr>
                                  <a:rPr lang="en-US" altLang="zh-TW" sz="1800" i="1">
                                    <a:latin typeface="Cambria Math" panose="02040503050406030204" pitchFamily="18" charset="0"/>
                                  </a:rPr>
                                </m:ctrlPr>
                              </m:sSubPr>
                              <m:e>
                                <m:r>
                                  <a:rPr lang="en-US" altLang="zh-TW" sz="1800" b="0" i="1" smtClean="0">
                                    <a:latin typeface="Cambria Math" panose="02040503050406030204" pitchFamily="18" charset="0"/>
                                  </a:rPr>
                                  <m:t>𝑃</m:t>
                                </m:r>
                              </m:e>
                              <m:sub>
                                <m:r>
                                  <a:rPr lang="en-US" altLang="zh-TW" sz="1800" b="0" i="1" smtClean="0">
                                    <a:latin typeface="Cambria Math" panose="02040503050406030204" pitchFamily="18" charset="0"/>
                                  </a:rPr>
                                  <m:t>𝑇</m:t>
                                </m:r>
                              </m:sub>
                            </m:sSub>
                            <m:r>
                              <a:rPr lang="en-US" altLang="zh-TW" sz="1800" b="0" i="1" smtClean="0">
                                <a:latin typeface="Cambria Math" panose="02040503050406030204" pitchFamily="18" charset="0"/>
                              </a:rPr>
                              <m:t>/</m:t>
                            </m:r>
                            <m:sSub>
                              <m:sSubPr>
                                <m:ctrlPr>
                                  <a:rPr lang="en-US" altLang="zh-TW" sz="1800" i="1">
                                    <a:latin typeface="Cambria Math" panose="02040503050406030204" pitchFamily="18" charset="0"/>
                                  </a:rPr>
                                </m:ctrlPr>
                              </m:sSubPr>
                              <m:e>
                                <m:r>
                                  <a:rPr lang="en-US" altLang="zh-TW" sz="1800" i="1">
                                    <a:latin typeface="Cambria Math" panose="02040503050406030204" pitchFamily="18" charset="0"/>
                                  </a:rPr>
                                  <m:t>𝑁</m:t>
                                </m:r>
                              </m:e>
                              <m:sub>
                                <m:r>
                                  <a:rPr lang="en-US" altLang="zh-TW" sz="1800" i="1">
                                    <a:latin typeface="Cambria Math" panose="02040503050406030204" pitchFamily="18" charset="0"/>
                                  </a:rPr>
                                  <m:t>𝐵</m:t>
                                </m:r>
                              </m:sub>
                            </m:sSub>
                          </m:num>
                          <m:den>
                            <m:r>
                              <m:rPr>
                                <m:sty m:val="p"/>
                              </m:rPr>
                              <a:rPr lang="en-US" altLang="zh-TW" sz="1800" b="0" i="0" smtClean="0">
                                <a:latin typeface="Cambria Math" panose="02040503050406030204" pitchFamily="18" charset="0"/>
                              </a:rPr>
                              <m:t>max</m:t>
                            </m:r>
                            <m:r>
                              <a:rPr lang="en-US" altLang="zh-TW" sz="1800" b="0" i="1" smtClean="0">
                                <a:latin typeface="Cambria Math" panose="02040503050406030204" pitchFamily="18" charset="0"/>
                              </a:rPr>
                              <m:t>⁡(</m:t>
                            </m:r>
                            <m:r>
                              <a:rPr lang="en-US" altLang="zh-TW" sz="1800" b="0" i="1" smtClean="0">
                                <a:latin typeface="Cambria Math" panose="02040503050406030204" pitchFamily="18" charset="0"/>
                              </a:rPr>
                              <m:t>𝑑𝑖𝑎𝑔</m:t>
                            </m:r>
                            <m:d>
                              <m:dPr>
                                <m:ctrlPr>
                                  <a:rPr lang="en-US" altLang="zh-TW" sz="1800" b="0" i="1" smtClean="0">
                                    <a:latin typeface="Cambria Math" panose="02040503050406030204" pitchFamily="18" charset="0"/>
                                  </a:rPr>
                                </m:ctrlPr>
                              </m:dPr>
                              <m:e>
                                <m:sSubSup>
                                  <m:sSubSupPr>
                                    <m:ctrlPr>
                                      <a:rPr lang="en-US" altLang="zh-TW" sz="1800" i="1" smtClean="0">
                                        <a:latin typeface="Cambria Math" panose="02040503050406030204" pitchFamily="18" charset="0"/>
                                      </a:rPr>
                                    </m:ctrlPr>
                                  </m:sSubSupPr>
                                  <m:e>
                                    <m:r>
                                      <a:rPr lang="en-US" altLang="zh-TW" sz="1800" b="0" i="1" smtClean="0">
                                        <a:latin typeface="Cambria Math" panose="02040503050406030204" pitchFamily="18" charset="0"/>
                                      </a:rPr>
                                      <m:t>𝑊</m:t>
                                    </m:r>
                                  </m:e>
                                  <m:sub>
                                    <m:r>
                                      <a:rPr lang="en-US" altLang="zh-TW" sz="1800" b="0" i="1" smtClean="0">
                                        <a:latin typeface="Cambria Math" panose="02040503050406030204" pitchFamily="18" charset="0"/>
                                      </a:rPr>
                                      <m:t>𝑗</m:t>
                                    </m:r>
                                  </m:sub>
                                  <m:sup>
                                    <m:r>
                                      <a:rPr lang="en-US" altLang="zh-TW" sz="1800" b="0" i="1" smtClean="0">
                                        <a:latin typeface="Cambria Math" panose="02040503050406030204" pitchFamily="18" charset="0"/>
                                      </a:rPr>
                                      <m:t>𝐻</m:t>
                                    </m:r>
                                  </m:sup>
                                </m:sSubSup>
                                <m:sSubSup>
                                  <m:sSubSupPr>
                                    <m:ctrlPr>
                                      <a:rPr lang="en-US" altLang="zh-TW" sz="1800" i="1">
                                        <a:latin typeface="Cambria Math" panose="02040503050406030204" pitchFamily="18" charset="0"/>
                                      </a:rPr>
                                    </m:ctrlPr>
                                  </m:sSubSupPr>
                                  <m:e>
                                    <m:r>
                                      <a:rPr lang="en-US" altLang="zh-TW" sz="1800" i="1">
                                        <a:latin typeface="Cambria Math" panose="02040503050406030204" pitchFamily="18" charset="0"/>
                                      </a:rPr>
                                      <m:t>𝑊</m:t>
                                    </m:r>
                                  </m:e>
                                  <m:sub>
                                    <m:r>
                                      <a:rPr lang="en-US" altLang="zh-TW" sz="1800" i="1">
                                        <a:latin typeface="Cambria Math" panose="02040503050406030204" pitchFamily="18" charset="0"/>
                                      </a:rPr>
                                      <m:t>𝑗</m:t>
                                    </m:r>
                                  </m:sub>
                                  <m:sup/>
                                </m:sSubSup>
                              </m:e>
                            </m:d>
                            <m:r>
                              <a:rPr lang="en-US" altLang="zh-TW" sz="1800" b="0" i="1" smtClean="0">
                                <a:latin typeface="Cambria Math" panose="02040503050406030204" pitchFamily="18" charset="0"/>
                              </a:rPr>
                              <m:t>)</m:t>
                            </m:r>
                          </m:den>
                        </m:f>
                      </m:e>
                    </m:box>
                  </m:oMath>
                </a14:m>
                <a:r>
                  <a:rPr lang="en-US" altLang="zh-TW" sz="1800" dirty="0"/>
                  <a:t> </a:t>
                </a:r>
              </a:p>
              <a:p>
                <a:endParaRPr lang="en-US" altLang="zh-TW" sz="1400" dirty="0"/>
              </a:p>
            </p:txBody>
          </p:sp>
        </mc:Choice>
        <mc:Fallback xmlns="">
          <p:sp>
            <p:nvSpPr>
              <p:cNvPr id="3871" name="Google Shape;3871;p18"/>
              <p:cNvSpPr txBox="1">
                <a:spLocks noGrp="1" noRot="1" noChangeAspect="1" noMove="1" noResize="1" noEditPoints="1" noAdjustHandles="1" noChangeArrowheads="1" noChangeShapeType="1" noTextEdit="1"/>
              </p:cNvSpPr>
              <p:nvPr>
                <p:ph type="body" idx="1"/>
              </p:nvPr>
            </p:nvSpPr>
            <p:spPr>
              <a:xfrm>
                <a:off x="718300" y="1266411"/>
                <a:ext cx="6761100" cy="3847390"/>
              </a:xfrm>
              <a:prstGeom prst="rect">
                <a:avLst/>
              </a:prstGeom>
              <a:blipFill>
                <a:blip r:embed="rId3"/>
                <a:stretch>
                  <a:fillRect l="-541" t="-1743"/>
                </a:stretch>
              </a:blipFill>
            </p:spPr>
            <p:txBody>
              <a:bodyPr/>
              <a:lstStyle/>
              <a:p>
                <a:r>
                  <a:rPr lang="zh-TW" altLang="en-US">
                    <a:noFill/>
                  </a:rPr>
                  <a:t> </a:t>
                </a:r>
              </a:p>
            </p:txBody>
          </p:sp>
        </mc:Fallback>
      </mc:AlternateContent>
      <p:sp>
        <p:nvSpPr>
          <p:cNvPr id="3872" name="Google Shape;3872;p18"/>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20</a:t>
            </a:fld>
            <a:endParaRPr/>
          </a:p>
        </p:txBody>
      </p:sp>
      <p:pic>
        <p:nvPicPr>
          <p:cNvPr id="2" name="圖片 1">
            <a:extLst>
              <a:ext uri="{FF2B5EF4-FFF2-40B4-BE49-F238E27FC236}">
                <a16:creationId xmlns:a16="http://schemas.microsoft.com/office/drawing/2014/main" id="{BC5EB880-7236-4B6D-9FB6-82DC5A05A2A3}"/>
              </a:ext>
            </a:extLst>
          </p:cNvPr>
          <p:cNvPicPr>
            <a:picLocks noChangeAspect="1"/>
          </p:cNvPicPr>
          <p:nvPr/>
        </p:nvPicPr>
        <p:blipFill>
          <a:blip r:embed="rId4"/>
          <a:stretch>
            <a:fillRect/>
          </a:stretch>
        </p:blipFill>
        <p:spPr>
          <a:xfrm>
            <a:off x="1547391" y="2004934"/>
            <a:ext cx="5360306" cy="1004530"/>
          </a:xfrm>
          <a:prstGeom prst="rect">
            <a:avLst/>
          </a:prstGeom>
        </p:spPr>
      </p:pic>
    </p:spTree>
    <p:extLst>
      <p:ext uri="{BB962C8B-B14F-4D97-AF65-F5344CB8AC3E}">
        <p14:creationId xmlns:p14="http://schemas.microsoft.com/office/powerpoint/2010/main" val="30650896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876"/>
        <p:cNvGrpSpPr/>
        <p:nvPr/>
      </p:nvGrpSpPr>
      <p:grpSpPr>
        <a:xfrm>
          <a:off x="0" y="0"/>
          <a:ext cx="0" cy="0"/>
          <a:chOff x="0" y="0"/>
          <a:chExt cx="0" cy="0"/>
        </a:xfrm>
      </p:grpSpPr>
      <p:sp>
        <p:nvSpPr>
          <p:cNvPr id="3877" name="Google Shape;3877;p19"/>
          <p:cNvSpPr txBox="1">
            <a:spLocks noGrp="1"/>
          </p:cNvSpPr>
          <p:nvPr>
            <p:ph type="ctrTitle" idx="4294967295"/>
          </p:nvPr>
        </p:nvSpPr>
        <p:spPr>
          <a:xfrm>
            <a:off x="685800" y="2650150"/>
            <a:ext cx="5495100" cy="1159800"/>
          </a:xfrm>
          <a:prstGeom prst="rect">
            <a:avLst/>
          </a:prstGeom>
        </p:spPr>
        <p:txBody>
          <a:bodyPr spcFirstLastPara="1" wrap="square" lIns="91425" tIns="91425" rIns="91425" bIns="91425" anchor="b" anchorCtr="0">
            <a:noAutofit/>
          </a:bodyPr>
          <a:lstStyle/>
          <a:p>
            <a:pPr lvl="0"/>
            <a:r>
              <a:rPr lang="en-US" altLang="zh-TW" dirty="0"/>
              <a:t>Simulation Results</a:t>
            </a:r>
            <a:endParaRPr sz="7200" dirty="0">
              <a:solidFill>
                <a:srgbClr val="D3EBD5"/>
              </a:solidFill>
            </a:endParaRPr>
          </a:p>
        </p:txBody>
      </p:sp>
      <p:sp>
        <p:nvSpPr>
          <p:cNvPr id="3879" name="Google Shape;3879;p19"/>
          <p:cNvSpPr/>
          <p:nvPr/>
        </p:nvSpPr>
        <p:spPr>
          <a:xfrm>
            <a:off x="2347313" y="2155769"/>
            <a:ext cx="270850" cy="258617"/>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80" name="Google Shape;3880;p19"/>
          <p:cNvGrpSpPr/>
          <p:nvPr/>
        </p:nvGrpSpPr>
        <p:grpSpPr>
          <a:xfrm>
            <a:off x="2011275" y="703738"/>
            <a:ext cx="1160371" cy="1160688"/>
            <a:chOff x="6654650" y="3665275"/>
            <a:chExt cx="409100" cy="409125"/>
          </a:xfrm>
        </p:grpSpPr>
        <p:sp>
          <p:nvSpPr>
            <p:cNvPr id="3881" name="Google Shape;3881;p19"/>
            <p:cNvSpPr/>
            <p:nvPr/>
          </p:nvSpPr>
          <p:spPr>
            <a:xfrm>
              <a:off x="6808525" y="3819150"/>
              <a:ext cx="211875" cy="211900"/>
            </a:xfrm>
            <a:custGeom>
              <a:avLst/>
              <a:gdLst/>
              <a:ahLst/>
              <a:cxnLst/>
              <a:rect l="l" t="t" r="r" b="b"/>
              <a:pathLst>
                <a:path w="8475" h="8476" extrusionOk="0">
                  <a:moveTo>
                    <a:pt x="8157" y="0"/>
                  </a:moveTo>
                  <a:lnTo>
                    <a:pt x="7327" y="1075"/>
                  </a:lnTo>
                  <a:lnTo>
                    <a:pt x="6399" y="2150"/>
                  </a:lnTo>
                  <a:lnTo>
                    <a:pt x="5422" y="3249"/>
                  </a:lnTo>
                  <a:lnTo>
                    <a:pt x="4347" y="4348"/>
                  </a:lnTo>
                  <a:lnTo>
                    <a:pt x="3248" y="5422"/>
                  </a:lnTo>
                  <a:lnTo>
                    <a:pt x="2149" y="6399"/>
                  </a:lnTo>
                  <a:lnTo>
                    <a:pt x="1075" y="7327"/>
                  </a:lnTo>
                  <a:lnTo>
                    <a:pt x="0" y="8158"/>
                  </a:lnTo>
                  <a:lnTo>
                    <a:pt x="440" y="8280"/>
                  </a:lnTo>
                  <a:lnTo>
                    <a:pt x="855" y="8377"/>
                  </a:lnTo>
                  <a:lnTo>
                    <a:pt x="1294" y="8426"/>
                  </a:lnTo>
                  <a:lnTo>
                    <a:pt x="1734" y="8475"/>
                  </a:lnTo>
                  <a:lnTo>
                    <a:pt x="2174" y="8475"/>
                  </a:lnTo>
                  <a:lnTo>
                    <a:pt x="2613" y="8451"/>
                  </a:lnTo>
                  <a:lnTo>
                    <a:pt x="3028" y="8402"/>
                  </a:lnTo>
                  <a:lnTo>
                    <a:pt x="3468" y="8304"/>
                  </a:lnTo>
                  <a:lnTo>
                    <a:pt x="3883" y="8207"/>
                  </a:lnTo>
                  <a:lnTo>
                    <a:pt x="4323" y="8060"/>
                  </a:lnTo>
                  <a:lnTo>
                    <a:pt x="4714" y="7889"/>
                  </a:lnTo>
                  <a:lnTo>
                    <a:pt x="5129" y="7694"/>
                  </a:lnTo>
                  <a:lnTo>
                    <a:pt x="5520" y="7449"/>
                  </a:lnTo>
                  <a:lnTo>
                    <a:pt x="5886" y="7205"/>
                  </a:lnTo>
                  <a:lnTo>
                    <a:pt x="6252" y="6912"/>
                  </a:lnTo>
                  <a:lnTo>
                    <a:pt x="6594" y="6595"/>
                  </a:lnTo>
                  <a:lnTo>
                    <a:pt x="6912" y="6253"/>
                  </a:lnTo>
                  <a:lnTo>
                    <a:pt x="7205" y="5886"/>
                  </a:lnTo>
                  <a:lnTo>
                    <a:pt x="7449" y="5520"/>
                  </a:lnTo>
                  <a:lnTo>
                    <a:pt x="7693" y="5129"/>
                  </a:lnTo>
                  <a:lnTo>
                    <a:pt x="7889" y="4714"/>
                  </a:lnTo>
                  <a:lnTo>
                    <a:pt x="8060" y="4323"/>
                  </a:lnTo>
                  <a:lnTo>
                    <a:pt x="8206" y="3884"/>
                  </a:lnTo>
                  <a:lnTo>
                    <a:pt x="8304" y="3468"/>
                  </a:lnTo>
                  <a:lnTo>
                    <a:pt x="8402" y="3029"/>
                  </a:lnTo>
                  <a:lnTo>
                    <a:pt x="8450" y="2614"/>
                  </a:lnTo>
                  <a:lnTo>
                    <a:pt x="8475" y="2174"/>
                  </a:lnTo>
                  <a:lnTo>
                    <a:pt x="8475" y="1734"/>
                  </a:lnTo>
                  <a:lnTo>
                    <a:pt x="8426" y="1295"/>
                  </a:lnTo>
                  <a:lnTo>
                    <a:pt x="8377" y="855"/>
                  </a:lnTo>
                  <a:lnTo>
                    <a:pt x="8279" y="440"/>
                  </a:lnTo>
                  <a:lnTo>
                    <a:pt x="8157" y="0"/>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2" name="Google Shape;3882;p19"/>
            <p:cNvSpPr/>
            <p:nvPr/>
          </p:nvSpPr>
          <p:spPr>
            <a:xfrm>
              <a:off x="6654650" y="3665275"/>
              <a:ext cx="409100" cy="409125"/>
            </a:xfrm>
            <a:custGeom>
              <a:avLst/>
              <a:gdLst/>
              <a:ahLst/>
              <a:cxnLst/>
              <a:rect l="l" t="t" r="r" b="b"/>
              <a:pathLst>
                <a:path w="16364" h="16365" extrusionOk="0">
                  <a:moveTo>
                    <a:pt x="13580" y="1686"/>
                  </a:moveTo>
                  <a:lnTo>
                    <a:pt x="13677" y="1735"/>
                  </a:lnTo>
                  <a:lnTo>
                    <a:pt x="13775" y="1759"/>
                  </a:lnTo>
                  <a:lnTo>
                    <a:pt x="13848" y="1832"/>
                  </a:lnTo>
                  <a:lnTo>
                    <a:pt x="13897" y="1906"/>
                  </a:lnTo>
                  <a:lnTo>
                    <a:pt x="13946" y="1979"/>
                  </a:lnTo>
                  <a:lnTo>
                    <a:pt x="13970" y="2077"/>
                  </a:lnTo>
                  <a:lnTo>
                    <a:pt x="13995" y="2174"/>
                  </a:lnTo>
                  <a:lnTo>
                    <a:pt x="13995" y="2419"/>
                  </a:lnTo>
                  <a:lnTo>
                    <a:pt x="13922" y="2687"/>
                  </a:lnTo>
                  <a:lnTo>
                    <a:pt x="13824" y="3029"/>
                  </a:lnTo>
                  <a:lnTo>
                    <a:pt x="13677" y="3371"/>
                  </a:lnTo>
                  <a:lnTo>
                    <a:pt x="13482" y="3762"/>
                  </a:lnTo>
                  <a:lnTo>
                    <a:pt x="13238" y="4177"/>
                  </a:lnTo>
                  <a:lnTo>
                    <a:pt x="12993" y="3908"/>
                  </a:lnTo>
                  <a:lnTo>
                    <a:pt x="12749" y="3615"/>
                  </a:lnTo>
                  <a:lnTo>
                    <a:pt x="12407" y="3298"/>
                  </a:lnTo>
                  <a:lnTo>
                    <a:pt x="12041" y="3029"/>
                  </a:lnTo>
                  <a:lnTo>
                    <a:pt x="11675" y="2761"/>
                  </a:lnTo>
                  <a:lnTo>
                    <a:pt x="11308" y="2541"/>
                  </a:lnTo>
                  <a:lnTo>
                    <a:pt x="11748" y="2272"/>
                  </a:lnTo>
                  <a:lnTo>
                    <a:pt x="12187" y="2052"/>
                  </a:lnTo>
                  <a:lnTo>
                    <a:pt x="12554" y="1881"/>
                  </a:lnTo>
                  <a:lnTo>
                    <a:pt x="12920" y="1759"/>
                  </a:lnTo>
                  <a:lnTo>
                    <a:pt x="13213" y="1686"/>
                  </a:lnTo>
                  <a:close/>
                  <a:moveTo>
                    <a:pt x="9721" y="3591"/>
                  </a:moveTo>
                  <a:lnTo>
                    <a:pt x="9794" y="3615"/>
                  </a:lnTo>
                  <a:lnTo>
                    <a:pt x="9916" y="3713"/>
                  </a:lnTo>
                  <a:lnTo>
                    <a:pt x="10014" y="3835"/>
                  </a:lnTo>
                  <a:lnTo>
                    <a:pt x="10038" y="3908"/>
                  </a:lnTo>
                  <a:lnTo>
                    <a:pt x="10038" y="3982"/>
                  </a:lnTo>
                  <a:lnTo>
                    <a:pt x="10038" y="4055"/>
                  </a:lnTo>
                  <a:lnTo>
                    <a:pt x="10014" y="4128"/>
                  </a:lnTo>
                  <a:lnTo>
                    <a:pt x="9916" y="4250"/>
                  </a:lnTo>
                  <a:lnTo>
                    <a:pt x="9794" y="4348"/>
                  </a:lnTo>
                  <a:lnTo>
                    <a:pt x="9721" y="4372"/>
                  </a:lnTo>
                  <a:lnTo>
                    <a:pt x="9574" y="4372"/>
                  </a:lnTo>
                  <a:lnTo>
                    <a:pt x="9501" y="4348"/>
                  </a:lnTo>
                  <a:lnTo>
                    <a:pt x="9379" y="4250"/>
                  </a:lnTo>
                  <a:lnTo>
                    <a:pt x="9281" y="4128"/>
                  </a:lnTo>
                  <a:lnTo>
                    <a:pt x="9257" y="4055"/>
                  </a:lnTo>
                  <a:lnTo>
                    <a:pt x="9257" y="3982"/>
                  </a:lnTo>
                  <a:lnTo>
                    <a:pt x="9257" y="3908"/>
                  </a:lnTo>
                  <a:lnTo>
                    <a:pt x="9281" y="3835"/>
                  </a:lnTo>
                  <a:lnTo>
                    <a:pt x="9379" y="3713"/>
                  </a:lnTo>
                  <a:lnTo>
                    <a:pt x="9501" y="3615"/>
                  </a:lnTo>
                  <a:lnTo>
                    <a:pt x="9574" y="3591"/>
                  </a:lnTo>
                  <a:close/>
                  <a:moveTo>
                    <a:pt x="8182" y="3322"/>
                  </a:moveTo>
                  <a:lnTo>
                    <a:pt x="8304" y="3347"/>
                  </a:lnTo>
                  <a:lnTo>
                    <a:pt x="8402" y="3371"/>
                  </a:lnTo>
                  <a:lnTo>
                    <a:pt x="8500" y="3420"/>
                  </a:lnTo>
                  <a:lnTo>
                    <a:pt x="8597" y="3493"/>
                  </a:lnTo>
                  <a:lnTo>
                    <a:pt x="8671" y="3591"/>
                  </a:lnTo>
                  <a:lnTo>
                    <a:pt x="8719" y="3689"/>
                  </a:lnTo>
                  <a:lnTo>
                    <a:pt x="8768" y="3786"/>
                  </a:lnTo>
                  <a:lnTo>
                    <a:pt x="8768" y="3908"/>
                  </a:lnTo>
                  <a:lnTo>
                    <a:pt x="8768" y="4031"/>
                  </a:lnTo>
                  <a:lnTo>
                    <a:pt x="8719" y="4153"/>
                  </a:lnTo>
                  <a:lnTo>
                    <a:pt x="8671" y="4250"/>
                  </a:lnTo>
                  <a:lnTo>
                    <a:pt x="8597" y="4324"/>
                  </a:lnTo>
                  <a:lnTo>
                    <a:pt x="8500" y="4397"/>
                  </a:lnTo>
                  <a:lnTo>
                    <a:pt x="8402" y="4446"/>
                  </a:lnTo>
                  <a:lnTo>
                    <a:pt x="8304" y="4495"/>
                  </a:lnTo>
                  <a:lnTo>
                    <a:pt x="8060" y="4495"/>
                  </a:lnTo>
                  <a:lnTo>
                    <a:pt x="7962" y="4446"/>
                  </a:lnTo>
                  <a:lnTo>
                    <a:pt x="7865" y="4397"/>
                  </a:lnTo>
                  <a:lnTo>
                    <a:pt x="7767" y="4324"/>
                  </a:lnTo>
                  <a:lnTo>
                    <a:pt x="7694" y="4250"/>
                  </a:lnTo>
                  <a:lnTo>
                    <a:pt x="7645" y="4153"/>
                  </a:lnTo>
                  <a:lnTo>
                    <a:pt x="7596" y="4031"/>
                  </a:lnTo>
                  <a:lnTo>
                    <a:pt x="7596" y="3908"/>
                  </a:lnTo>
                  <a:lnTo>
                    <a:pt x="7596" y="3786"/>
                  </a:lnTo>
                  <a:lnTo>
                    <a:pt x="7645" y="3689"/>
                  </a:lnTo>
                  <a:lnTo>
                    <a:pt x="7694" y="3591"/>
                  </a:lnTo>
                  <a:lnTo>
                    <a:pt x="7767" y="3493"/>
                  </a:lnTo>
                  <a:lnTo>
                    <a:pt x="7865" y="3420"/>
                  </a:lnTo>
                  <a:lnTo>
                    <a:pt x="7962" y="3371"/>
                  </a:lnTo>
                  <a:lnTo>
                    <a:pt x="8060" y="3347"/>
                  </a:lnTo>
                  <a:lnTo>
                    <a:pt x="8182" y="3322"/>
                  </a:lnTo>
                  <a:close/>
                  <a:moveTo>
                    <a:pt x="9086" y="4763"/>
                  </a:moveTo>
                  <a:lnTo>
                    <a:pt x="9159" y="4788"/>
                  </a:lnTo>
                  <a:lnTo>
                    <a:pt x="9281" y="4885"/>
                  </a:lnTo>
                  <a:lnTo>
                    <a:pt x="9354" y="5007"/>
                  </a:lnTo>
                  <a:lnTo>
                    <a:pt x="9379" y="5081"/>
                  </a:lnTo>
                  <a:lnTo>
                    <a:pt x="9379" y="5154"/>
                  </a:lnTo>
                  <a:lnTo>
                    <a:pt x="9379" y="5227"/>
                  </a:lnTo>
                  <a:lnTo>
                    <a:pt x="9354" y="5301"/>
                  </a:lnTo>
                  <a:lnTo>
                    <a:pt x="9281" y="5423"/>
                  </a:lnTo>
                  <a:lnTo>
                    <a:pt x="9159" y="5520"/>
                  </a:lnTo>
                  <a:lnTo>
                    <a:pt x="9086" y="5545"/>
                  </a:lnTo>
                  <a:lnTo>
                    <a:pt x="8915" y="5545"/>
                  </a:lnTo>
                  <a:lnTo>
                    <a:pt x="8842" y="5520"/>
                  </a:lnTo>
                  <a:lnTo>
                    <a:pt x="8719" y="5423"/>
                  </a:lnTo>
                  <a:lnTo>
                    <a:pt x="8646" y="5301"/>
                  </a:lnTo>
                  <a:lnTo>
                    <a:pt x="8622" y="5227"/>
                  </a:lnTo>
                  <a:lnTo>
                    <a:pt x="8597" y="5154"/>
                  </a:lnTo>
                  <a:lnTo>
                    <a:pt x="8622" y="5081"/>
                  </a:lnTo>
                  <a:lnTo>
                    <a:pt x="8646" y="5007"/>
                  </a:lnTo>
                  <a:lnTo>
                    <a:pt x="8719" y="4885"/>
                  </a:lnTo>
                  <a:lnTo>
                    <a:pt x="8842" y="4788"/>
                  </a:lnTo>
                  <a:lnTo>
                    <a:pt x="8915" y="4763"/>
                  </a:lnTo>
                  <a:close/>
                  <a:moveTo>
                    <a:pt x="2540" y="11309"/>
                  </a:moveTo>
                  <a:lnTo>
                    <a:pt x="2760" y="11675"/>
                  </a:lnTo>
                  <a:lnTo>
                    <a:pt x="3029" y="12041"/>
                  </a:lnTo>
                  <a:lnTo>
                    <a:pt x="3298" y="12408"/>
                  </a:lnTo>
                  <a:lnTo>
                    <a:pt x="3615" y="12750"/>
                  </a:lnTo>
                  <a:lnTo>
                    <a:pt x="3908" y="12994"/>
                  </a:lnTo>
                  <a:lnTo>
                    <a:pt x="4177" y="13238"/>
                  </a:lnTo>
                  <a:lnTo>
                    <a:pt x="3762" y="13482"/>
                  </a:lnTo>
                  <a:lnTo>
                    <a:pt x="3371" y="13678"/>
                  </a:lnTo>
                  <a:lnTo>
                    <a:pt x="3029" y="13824"/>
                  </a:lnTo>
                  <a:lnTo>
                    <a:pt x="2687" y="13922"/>
                  </a:lnTo>
                  <a:lnTo>
                    <a:pt x="2418" y="13995"/>
                  </a:lnTo>
                  <a:lnTo>
                    <a:pt x="2174" y="13995"/>
                  </a:lnTo>
                  <a:lnTo>
                    <a:pt x="2076" y="13971"/>
                  </a:lnTo>
                  <a:lnTo>
                    <a:pt x="1979" y="13946"/>
                  </a:lnTo>
                  <a:lnTo>
                    <a:pt x="1905" y="13897"/>
                  </a:lnTo>
                  <a:lnTo>
                    <a:pt x="1832" y="13849"/>
                  </a:lnTo>
                  <a:lnTo>
                    <a:pt x="1759" y="13775"/>
                  </a:lnTo>
                  <a:lnTo>
                    <a:pt x="1734" y="13678"/>
                  </a:lnTo>
                  <a:lnTo>
                    <a:pt x="1686" y="13580"/>
                  </a:lnTo>
                  <a:lnTo>
                    <a:pt x="1686" y="13482"/>
                  </a:lnTo>
                  <a:lnTo>
                    <a:pt x="1686" y="13214"/>
                  </a:lnTo>
                  <a:lnTo>
                    <a:pt x="1759" y="12921"/>
                  </a:lnTo>
                  <a:lnTo>
                    <a:pt x="1881" y="12554"/>
                  </a:lnTo>
                  <a:lnTo>
                    <a:pt x="2052" y="12188"/>
                  </a:lnTo>
                  <a:lnTo>
                    <a:pt x="2272" y="11748"/>
                  </a:lnTo>
                  <a:lnTo>
                    <a:pt x="2540" y="11309"/>
                  </a:lnTo>
                  <a:close/>
                  <a:moveTo>
                    <a:pt x="15362" y="1"/>
                  </a:moveTo>
                  <a:lnTo>
                    <a:pt x="15094" y="25"/>
                  </a:lnTo>
                  <a:lnTo>
                    <a:pt x="14801" y="74"/>
                  </a:lnTo>
                  <a:lnTo>
                    <a:pt x="14483" y="172"/>
                  </a:lnTo>
                  <a:lnTo>
                    <a:pt x="14141" y="294"/>
                  </a:lnTo>
                  <a:lnTo>
                    <a:pt x="13775" y="440"/>
                  </a:lnTo>
                  <a:lnTo>
                    <a:pt x="13384" y="611"/>
                  </a:lnTo>
                  <a:lnTo>
                    <a:pt x="12993" y="831"/>
                  </a:lnTo>
                  <a:lnTo>
                    <a:pt x="12578" y="1051"/>
                  </a:lnTo>
                  <a:lnTo>
                    <a:pt x="11699" y="1613"/>
                  </a:lnTo>
                  <a:lnTo>
                    <a:pt x="10747" y="2272"/>
                  </a:lnTo>
                  <a:lnTo>
                    <a:pt x="10307" y="2101"/>
                  </a:lnTo>
                  <a:lnTo>
                    <a:pt x="9843" y="1955"/>
                  </a:lnTo>
                  <a:lnTo>
                    <a:pt x="9379" y="1857"/>
                  </a:lnTo>
                  <a:lnTo>
                    <a:pt x="8915" y="1784"/>
                  </a:lnTo>
                  <a:lnTo>
                    <a:pt x="8451" y="1735"/>
                  </a:lnTo>
                  <a:lnTo>
                    <a:pt x="7962" y="1735"/>
                  </a:lnTo>
                  <a:lnTo>
                    <a:pt x="7498" y="1784"/>
                  </a:lnTo>
                  <a:lnTo>
                    <a:pt x="7034" y="1832"/>
                  </a:lnTo>
                  <a:lnTo>
                    <a:pt x="6570" y="1930"/>
                  </a:lnTo>
                  <a:lnTo>
                    <a:pt x="6106" y="2077"/>
                  </a:lnTo>
                  <a:lnTo>
                    <a:pt x="5667" y="2248"/>
                  </a:lnTo>
                  <a:lnTo>
                    <a:pt x="5227" y="2443"/>
                  </a:lnTo>
                  <a:lnTo>
                    <a:pt x="4787" y="2687"/>
                  </a:lnTo>
                  <a:lnTo>
                    <a:pt x="4397" y="2980"/>
                  </a:lnTo>
                  <a:lnTo>
                    <a:pt x="4006" y="3273"/>
                  </a:lnTo>
                  <a:lnTo>
                    <a:pt x="3615" y="3615"/>
                  </a:lnTo>
                  <a:lnTo>
                    <a:pt x="3273" y="4006"/>
                  </a:lnTo>
                  <a:lnTo>
                    <a:pt x="2980" y="4397"/>
                  </a:lnTo>
                  <a:lnTo>
                    <a:pt x="2687" y="4788"/>
                  </a:lnTo>
                  <a:lnTo>
                    <a:pt x="2443" y="5227"/>
                  </a:lnTo>
                  <a:lnTo>
                    <a:pt x="2247" y="5667"/>
                  </a:lnTo>
                  <a:lnTo>
                    <a:pt x="2076" y="6107"/>
                  </a:lnTo>
                  <a:lnTo>
                    <a:pt x="1930" y="6571"/>
                  </a:lnTo>
                  <a:lnTo>
                    <a:pt x="1832" y="7035"/>
                  </a:lnTo>
                  <a:lnTo>
                    <a:pt x="1783" y="7499"/>
                  </a:lnTo>
                  <a:lnTo>
                    <a:pt x="1734" y="7963"/>
                  </a:lnTo>
                  <a:lnTo>
                    <a:pt x="1734" y="8451"/>
                  </a:lnTo>
                  <a:lnTo>
                    <a:pt x="1783" y="8915"/>
                  </a:lnTo>
                  <a:lnTo>
                    <a:pt x="1857" y="9379"/>
                  </a:lnTo>
                  <a:lnTo>
                    <a:pt x="1954" y="9843"/>
                  </a:lnTo>
                  <a:lnTo>
                    <a:pt x="2101" y="10307"/>
                  </a:lnTo>
                  <a:lnTo>
                    <a:pt x="2272" y="10747"/>
                  </a:lnTo>
                  <a:lnTo>
                    <a:pt x="1612" y="11699"/>
                  </a:lnTo>
                  <a:lnTo>
                    <a:pt x="1051" y="12579"/>
                  </a:lnTo>
                  <a:lnTo>
                    <a:pt x="831" y="12994"/>
                  </a:lnTo>
                  <a:lnTo>
                    <a:pt x="611" y="13385"/>
                  </a:lnTo>
                  <a:lnTo>
                    <a:pt x="440" y="13775"/>
                  </a:lnTo>
                  <a:lnTo>
                    <a:pt x="293" y="14142"/>
                  </a:lnTo>
                  <a:lnTo>
                    <a:pt x="171" y="14484"/>
                  </a:lnTo>
                  <a:lnTo>
                    <a:pt x="74" y="14801"/>
                  </a:lnTo>
                  <a:lnTo>
                    <a:pt x="25" y="15094"/>
                  </a:lnTo>
                  <a:lnTo>
                    <a:pt x="0" y="15363"/>
                  </a:lnTo>
                  <a:lnTo>
                    <a:pt x="0" y="15583"/>
                  </a:lnTo>
                  <a:lnTo>
                    <a:pt x="49" y="15802"/>
                  </a:lnTo>
                  <a:lnTo>
                    <a:pt x="123" y="15973"/>
                  </a:lnTo>
                  <a:lnTo>
                    <a:pt x="245" y="16120"/>
                  </a:lnTo>
                  <a:lnTo>
                    <a:pt x="342" y="16218"/>
                  </a:lnTo>
                  <a:lnTo>
                    <a:pt x="489" y="16291"/>
                  </a:lnTo>
                  <a:lnTo>
                    <a:pt x="635" y="16340"/>
                  </a:lnTo>
                  <a:lnTo>
                    <a:pt x="806" y="16364"/>
                  </a:lnTo>
                  <a:lnTo>
                    <a:pt x="1173" y="16364"/>
                  </a:lnTo>
                  <a:lnTo>
                    <a:pt x="1393" y="16315"/>
                  </a:lnTo>
                  <a:lnTo>
                    <a:pt x="1637" y="16267"/>
                  </a:lnTo>
                  <a:lnTo>
                    <a:pt x="2150" y="16120"/>
                  </a:lnTo>
                  <a:lnTo>
                    <a:pt x="2711" y="15876"/>
                  </a:lnTo>
                  <a:lnTo>
                    <a:pt x="3322" y="15583"/>
                  </a:lnTo>
                  <a:lnTo>
                    <a:pt x="3957" y="15192"/>
                  </a:lnTo>
                  <a:lnTo>
                    <a:pt x="4665" y="14752"/>
                  </a:lnTo>
                  <a:lnTo>
                    <a:pt x="5373" y="14264"/>
                  </a:lnTo>
                  <a:lnTo>
                    <a:pt x="6131" y="13702"/>
                  </a:lnTo>
                  <a:lnTo>
                    <a:pt x="6912" y="13092"/>
                  </a:lnTo>
                  <a:lnTo>
                    <a:pt x="7718" y="12432"/>
                  </a:lnTo>
                  <a:lnTo>
                    <a:pt x="8524" y="11724"/>
                  </a:lnTo>
                  <a:lnTo>
                    <a:pt x="9330" y="10967"/>
                  </a:lnTo>
                  <a:lnTo>
                    <a:pt x="10160" y="10161"/>
                  </a:lnTo>
                  <a:lnTo>
                    <a:pt x="10966" y="9330"/>
                  </a:lnTo>
                  <a:lnTo>
                    <a:pt x="11723" y="8524"/>
                  </a:lnTo>
                  <a:lnTo>
                    <a:pt x="12432" y="7718"/>
                  </a:lnTo>
                  <a:lnTo>
                    <a:pt x="13091" y="6912"/>
                  </a:lnTo>
                  <a:lnTo>
                    <a:pt x="13702" y="6131"/>
                  </a:lnTo>
                  <a:lnTo>
                    <a:pt x="14263" y="5374"/>
                  </a:lnTo>
                  <a:lnTo>
                    <a:pt x="14752" y="4666"/>
                  </a:lnTo>
                  <a:lnTo>
                    <a:pt x="15192" y="3957"/>
                  </a:lnTo>
                  <a:lnTo>
                    <a:pt x="15582" y="3322"/>
                  </a:lnTo>
                  <a:lnTo>
                    <a:pt x="15875" y="2712"/>
                  </a:lnTo>
                  <a:lnTo>
                    <a:pt x="16120" y="2150"/>
                  </a:lnTo>
                  <a:lnTo>
                    <a:pt x="16266" y="1637"/>
                  </a:lnTo>
                  <a:lnTo>
                    <a:pt x="16315" y="1393"/>
                  </a:lnTo>
                  <a:lnTo>
                    <a:pt x="16364" y="1173"/>
                  </a:lnTo>
                  <a:lnTo>
                    <a:pt x="16364" y="978"/>
                  </a:lnTo>
                  <a:lnTo>
                    <a:pt x="16364" y="807"/>
                  </a:lnTo>
                  <a:lnTo>
                    <a:pt x="16339" y="636"/>
                  </a:lnTo>
                  <a:lnTo>
                    <a:pt x="16291" y="489"/>
                  </a:lnTo>
                  <a:lnTo>
                    <a:pt x="16217" y="343"/>
                  </a:lnTo>
                  <a:lnTo>
                    <a:pt x="16120" y="245"/>
                  </a:lnTo>
                  <a:lnTo>
                    <a:pt x="15973" y="123"/>
                  </a:lnTo>
                  <a:lnTo>
                    <a:pt x="15802" y="50"/>
                  </a:lnTo>
                  <a:lnTo>
                    <a:pt x="15582" y="1"/>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83" name="Google Shape;3883;p19"/>
          <p:cNvGrpSpPr/>
          <p:nvPr/>
        </p:nvGrpSpPr>
        <p:grpSpPr>
          <a:xfrm rot="1057001">
            <a:off x="892483" y="1616446"/>
            <a:ext cx="766645" cy="766759"/>
            <a:chOff x="570875" y="4322250"/>
            <a:chExt cx="443300" cy="443325"/>
          </a:xfrm>
        </p:grpSpPr>
        <p:sp>
          <p:nvSpPr>
            <p:cNvPr id="3884" name="Google Shape;3884;p19"/>
            <p:cNvSpPr/>
            <p:nvPr/>
          </p:nvSpPr>
          <p:spPr>
            <a:xfrm>
              <a:off x="570875" y="4322250"/>
              <a:ext cx="443300" cy="443325"/>
            </a:xfrm>
            <a:custGeom>
              <a:avLst/>
              <a:gdLst/>
              <a:ahLst/>
              <a:cxnLst/>
              <a:rect l="l" t="t" r="r" b="b"/>
              <a:pathLst>
                <a:path w="17732" h="17733" extrusionOk="0">
                  <a:moveTo>
                    <a:pt x="13091" y="2712"/>
                  </a:moveTo>
                  <a:lnTo>
                    <a:pt x="13286" y="2736"/>
                  </a:lnTo>
                  <a:lnTo>
                    <a:pt x="13506" y="2785"/>
                  </a:lnTo>
                  <a:lnTo>
                    <a:pt x="13702" y="2858"/>
                  </a:lnTo>
                  <a:lnTo>
                    <a:pt x="13873" y="2956"/>
                  </a:lnTo>
                  <a:lnTo>
                    <a:pt x="14068" y="3054"/>
                  </a:lnTo>
                  <a:lnTo>
                    <a:pt x="14239" y="3176"/>
                  </a:lnTo>
                  <a:lnTo>
                    <a:pt x="14410" y="3323"/>
                  </a:lnTo>
                  <a:lnTo>
                    <a:pt x="14556" y="3493"/>
                  </a:lnTo>
                  <a:lnTo>
                    <a:pt x="14679" y="3664"/>
                  </a:lnTo>
                  <a:lnTo>
                    <a:pt x="14776" y="3860"/>
                  </a:lnTo>
                  <a:lnTo>
                    <a:pt x="14874" y="4031"/>
                  </a:lnTo>
                  <a:lnTo>
                    <a:pt x="14947" y="4226"/>
                  </a:lnTo>
                  <a:lnTo>
                    <a:pt x="14996" y="4446"/>
                  </a:lnTo>
                  <a:lnTo>
                    <a:pt x="15021" y="4641"/>
                  </a:lnTo>
                  <a:lnTo>
                    <a:pt x="15021" y="4861"/>
                  </a:lnTo>
                  <a:lnTo>
                    <a:pt x="15021" y="5057"/>
                  </a:lnTo>
                  <a:lnTo>
                    <a:pt x="14996" y="5252"/>
                  </a:lnTo>
                  <a:lnTo>
                    <a:pt x="14947" y="5472"/>
                  </a:lnTo>
                  <a:lnTo>
                    <a:pt x="14874" y="5667"/>
                  </a:lnTo>
                  <a:lnTo>
                    <a:pt x="14776" y="5838"/>
                  </a:lnTo>
                  <a:lnTo>
                    <a:pt x="14679" y="6033"/>
                  </a:lnTo>
                  <a:lnTo>
                    <a:pt x="14556" y="6204"/>
                  </a:lnTo>
                  <a:lnTo>
                    <a:pt x="14410" y="6375"/>
                  </a:lnTo>
                  <a:lnTo>
                    <a:pt x="13433" y="7328"/>
                  </a:lnTo>
                  <a:lnTo>
                    <a:pt x="13311" y="7426"/>
                  </a:lnTo>
                  <a:lnTo>
                    <a:pt x="13189" y="7499"/>
                  </a:lnTo>
                  <a:lnTo>
                    <a:pt x="13042" y="7548"/>
                  </a:lnTo>
                  <a:lnTo>
                    <a:pt x="12871" y="7572"/>
                  </a:lnTo>
                  <a:lnTo>
                    <a:pt x="12725" y="7548"/>
                  </a:lnTo>
                  <a:lnTo>
                    <a:pt x="12578" y="7499"/>
                  </a:lnTo>
                  <a:lnTo>
                    <a:pt x="12456" y="7426"/>
                  </a:lnTo>
                  <a:lnTo>
                    <a:pt x="12334" y="7328"/>
                  </a:lnTo>
                  <a:lnTo>
                    <a:pt x="10405" y="5398"/>
                  </a:lnTo>
                  <a:lnTo>
                    <a:pt x="10307" y="5276"/>
                  </a:lnTo>
                  <a:lnTo>
                    <a:pt x="10234" y="5154"/>
                  </a:lnTo>
                  <a:lnTo>
                    <a:pt x="10185" y="5008"/>
                  </a:lnTo>
                  <a:lnTo>
                    <a:pt x="10160" y="4861"/>
                  </a:lnTo>
                  <a:lnTo>
                    <a:pt x="10185" y="4690"/>
                  </a:lnTo>
                  <a:lnTo>
                    <a:pt x="10234" y="4544"/>
                  </a:lnTo>
                  <a:lnTo>
                    <a:pt x="10307" y="4422"/>
                  </a:lnTo>
                  <a:lnTo>
                    <a:pt x="10405" y="4299"/>
                  </a:lnTo>
                  <a:lnTo>
                    <a:pt x="11357" y="3323"/>
                  </a:lnTo>
                  <a:lnTo>
                    <a:pt x="11528" y="3176"/>
                  </a:lnTo>
                  <a:lnTo>
                    <a:pt x="11699" y="3054"/>
                  </a:lnTo>
                  <a:lnTo>
                    <a:pt x="11894" y="2956"/>
                  </a:lnTo>
                  <a:lnTo>
                    <a:pt x="12065" y="2858"/>
                  </a:lnTo>
                  <a:lnTo>
                    <a:pt x="12261" y="2785"/>
                  </a:lnTo>
                  <a:lnTo>
                    <a:pt x="12481" y="2736"/>
                  </a:lnTo>
                  <a:lnTo>
                    <a:pt x="12676" y="2712"/>
                  </a:lnTo>
                  <a:close/>
                  <a:moveTo>
                    <a:pt x="8377" y="8867"/>
                  </a:moveTo>
                  <a:lnTo>
                    <a:pt x="8475" y="8891"/>
                  </a:lnTo>
                  <a:lnTo>
                    <a:pt x="8548" y="8915"/>
                  </a:lnTo>
                  <a:lnTo>
                    <a:pt x="8646" y="8964"/>
                  </a:lnTo>
                  <a:lnTo>
                    <a:pt x="8719" y="9013"/>
                  </a:lnTo>
                  <a:lnTo>
                    <a:pt x="8768" y="9086"/>
                  </a:lnTo>
                  <a:lnTo>
                    <a:pt x="8817" y="9184"/>
                  </a:lnTo>
                  <a:lnTo>
                    <a:pt x="8841" y="9257"/>
                  </a:lnTo>
                  <a:lnTo>
                    <a:pt x="8866" y="9355"/>
                  </a:lnTo>
                  <a:lnTo>
                    <a:pt x="8841" y="9453"/>
                  </a:lnTo>
                  <a:lnTo>
                    <a:pt x="8817" y="9550"/>
                  </a:lnTo>
                  <a:lnTo>
                    <a:pt x="8768" y="9624"/>
                  </a:lnTo>
                  <a:lnTo>
                    <a:pt x="8719" y="9697"/>
                  </a:lnTo>
                  <a:lnTo>
                    <a:pt x="6179" y="12237"/>
                  </a:lnTo>
                  <a:lnTo>
                    <a:pt x="6106" y="12310"/>
                  </a:lnTo>
                  <a:lnTo>
                    <a:pt x="6033" y="12359"/>
                  </a:lnTo>
                  <a:lnTo>
                    <a:pt x="5935" y="12383"/>
                  </a:lnTo>
                  <a:lnTo>
                    <a:pt x="5740" y="12383"/>
                  </a:lnTo>
                  <a:lnTo>
                    <a:pt x="5642" y="12359"/>
                  </a:lnTo>
                  <a:lnTo>
                    <a:pt x="5569" y="12310"/>
                  </a:lnTo>
                  <a:lnTo>
                    <a:pt x="5496" y="12237"/>
                  </a:lnTo>
                  <a:lnTo>
                    <a:pt x="5422" y="12164"/>
                  </a:lnTo>
                  <a:lnTo>
                    <a:pt x="5373" y="12090"/>
                  </a:lnTo>
                  <a:lnTo>
                    <a:pt x="5349" y="11993"/>
                  </a:lnTo>
                  <a:lnTo>
                    <a:pt x="5349" y="11895"/>
                  </a:lnTo>
                  <a:lnTo>
                    <a:pt x="5349" y="11797"/>
                  </a:lnTo>
                  <a:lnTo>
                    <a:pt x="5373" y="11700"/>
                  </a:lnTo>
                  <a:lnTo>
                    <a:pt x="5422" y="11626"/>
                  </a:lnTo>
                  <a:lnTo>
                    <a:pt x="5496" y="11553"/>
                  </a:lnTo>
                  <a:lnTo>
                    <a:pt x="8036" y="9013"/>
                  </a:lnTo>
                  <a:lnTo>
                    <a:pt x="8109" y="8964"/>
                  </a:lnTo>
                  <a:lnTo>
                    <a:pt x="8182" y="8915"/>
                  </a:lnTo>
                  <a:lnTo>
                    <a:pt x="8280" y="8891"/>
                  </a:lnTo>
                  <a:lnTo>
                    <a:pt x="8377" y="8867"/>
                  </a:lnTo>
                  <a:close/>
                  <a:moveTo>
                    <a:pt x="14825" y="1"/>
                  </a:moveTo>
                  <a:lnTo>
                    <a:pt x="14288" y="25"/>
                  </a:lnTo>
                  <a:lnTo>
                    <a:pt x="13751" y="50"/>
                  </a:lnTo>
                  <a:lnTo>
                    <a:pt x="13213" y="123"/>
                  </a:lnTo>
                  <a:lnTo>
                    <a:pt x="12676" y="245"/>
                  </a:lnTo>
                  <a:lnTo>
                    <a:pt x="12163" y="367"/>
                  </a:lnTo>
                  <a:lnTo>
                    <a:pt x="11675" y="538"/>
                  </a:lnTo>
                  <a:lnTo>
                    <a:pt x="11235" y="758"/>
                  </a:lnTo>
                  <a:lnTo>
                    <a:pt x="11015" y="856"/>
                  </a:lnTo>
                  <a:lnTo>
                    <a:pt x="10844" y="1002"/>
                  </a:lnTo>
                  <a:lnTo>
                    <a:pt x="10649" y="1124"/>
                  </a:lnTo>
                  <a:lnTo>
                    <a:pt x="10502" y="1271"/>
                  </a:lnTo>
                  <a:lnTo>
                    <a:pt x="5544" y="6229"/>
                  </a:lnTo>
                  <a:lnTo>
                    <a:pt x="391" y="6229"/>
                  </a:lnTo>
                  <a:lnTo>
                    <a:pt x="245" y="6253"/>
                  </a:lnTo>
                  <a:lnTo>
                    <a:pt x="147" y="6278"/>
                  </a:lnTo>
                  <a:lnTo>
                    <a:pt x="49" y="6327"/>
                  </a:lnTo>
                  <a:lnTo>
                    <a:pt x="0" y="6400"/>
                  </a:lnTo>
                  <a:lnTo>
                    <a:pt x="0" y="6473"/>
                  </a:lnTo>
                  <a:lnTo>
                    <a:pt x="25" y="6571"/>
                  </a:lnTo>
                  <a:lnTo>
                    <a:pt x="74" y="6668"/>
                  </a:lnTo>
                  <a:lnTo>
                    <a:pt x="171" y="6791"/>
                  </a:lnTo>
                  <a:lnTo>
                    <a:pt x="2589" y="9184"/>
                  </a:lnTo>
                  <a:lnTo>
                    <a:pt x="2272" y="9502"/>
                  </a:lnTo>
                  <a:lnTo>
                    <a:pt x="953" y="9746"/>
                  </a:lnTo>
                  <a:lnTo>
                    <a:pt x="806" y="9795"/>
                  </a:lnTo>
                  <a:lnTo>
                    <a:pt x="684" y="9843"/>
                  </a:lnTo>
                  <a:lnTo>
                    <a:pt x="611" y="9941"/>
                  </a:lnTo>
                  <a:lnTo>
                    <a:pt x="562" y="10014"/>
                  </a:lnTo>
                  <a:lnTo>
                    <a:pt x="562" y="10112"/>
                  </a:lnTo>
                  <a:lnTo>
                    <a:pt x="586" y="10234"/>
                  </a:lnTo>
                  <a:lnTo>
                    <a:pt x="635" y="10332"/>
                  </a:lnTo>
                  <a:lnTo>
                    <a:pt x="733" y="10454"/>
                  </a:lnTo>
                  <a:lnTo>
                    <a:pt x="7278" y="16999"/>
                  </a:lnTo>
                  <a:lnTo>
                    <a:pt x="7401" y="17097"/>
                  </a:lnTo>
                  <a:lnTo>
                    <a:pt x="7498" y="17146"/>
                  </a:lnTo>
                  <a:lnTo>
                    <a:pt x="7620" y="17170"/>
                  </a:lnTo>
                  <a:lnTo>
                    <a:pt x="7718" y="17170"/>
                  </a:lnTo>
                  <a:lnTo>
                    <a:pt x="7791" y="17122"/>
                  </a:lnTo>
                  <a:lnTo>
                    <a:pt x="7889" y="17048"/>
                  </a:lnTo>
                  <a:lnTo>
                    <a:pt x="7938" y="16926"/>
                  </a:lnTo>
                  <a:lnTo>
                    <a:pt x="7987" y="16780"/>
                  </a:lnTo>
                  <a:lnTo>
                    <a:pt x="8231" y="15461"/>
                  </a:lnTo>
                  <a:lnTo>
                    <a:pt x="8548" y="15143"/>
                  </a:lnTo>
                  <a:lnTo>
                    <a:pt x="10942" y="17561"/>
                  </a:lnTo>
                  <a:lnTo>
                    <a:pt x="11064" y="17659"/>
                  </a:lnTo>
                  <a:lnTo>
                    <a:pt x="11162" y="17708"/>
                  </a:lnTo>
                  <a:lnTo>
                    <a:pt x="11259" y="17732"/>
                  </a:lnTo>
                  <a:lnTo>
                    <a:pt x="11333" y="17732"/>
                  </a:lnTo>
                  <a:lnTo>
                    <a:pt x="11406" y="17683"/>
                  </a:lnTo>
                  <a:lnTo>
                    <a:pt x="11455" y="17586"/>
                  </a:lnTo>
                  <a:lnTo>
                    <a:pt x="11479" y="17488"/>
                  </a:lnTo>
                  <a:lnTo>
                    <a:pt x="11504" y="17341"/>
                  </a:lnTo>
                  <a:lnTo>
                    <a:pt x="11504" y="12188"/>
                  </a:lnTo>
                  <a:lnTo>
                    <a:pt x="16461" y="7230"/>
                  </a:lnTo>
                  <a:lnTo>
                    <a:pt x="16608" y="7084"/>
                  </a:lnTo>
                  <a:lnTo>
                    <a:pt x="16730" y="6888"/>
                  </a:lnTo>
                  <a:lnTo>
                    <a:pt x="16877" y="6693"/>
                  </a:lnTo>
                  <a:lnTo>
                    <a:pt x="16974" y="6498"/>
                  </a:lnTo>
                  <a:lnTo>
                    <a:pt x="17194" y="6058"/>
                  </a:lnTo>
                  <a:lnTo>
                    <a:pt x="17365" y="5569"/>
                  </a:lnTo>
                  <a:lnTo>
                    <a:pt x="17487" y="5057"/>
                  </a:lnTo>
                  <a:lnTo>
                    <a:pt x="17609" y="4519"/>
                  </a:lnTo>
                  <a:lnTo>
                    <a:pt x="17683" y="3982"/>
                  </a:lnTo>
                  <a:lnTo>
                    <a:pt x="17707" y="3445"/>
                  </a:lnTo>
                  <a:lnTo>
                    <a:pt x="17731" y="2907"/>
                  </a:lnTo>
                  <a:lnTo>
                    <a:pt x="17731" y="2419"/>
                  </a:lnTo>
                  <a:lnTo>
                    <a:pt x="17707" y="1955"/>
                  </a:lnTo>
                  <a:lnTo>
                    <a:pt x="17658" y="1515"/>
                  </a:lnTo>
                  <a:lnTo>
                    <a:pt x="17585" y="1149"/>
                  </a:lnTo>
                  <a:lnTo>
                    <a:pt x="17512" y="831"/>
                  </a:lnTo>
                  <a:lnTo>
                    <a:pt x="17414" y="587"/>
                  </a:lnTo>
                  <a:lnTo>
                    <a:pt x="17341" y="489"/>
                  </a:lnTo>
                  <a:lnTo>
                    <a:pt x="17292" y="441"/>
                  </a:lnTo>
                  <a:lnTo>
                    <a:pt x="17243" y="392"/>
                  </a:lnTo>
                  <a:lnTo>
                    <a:pt x="17145" y="318"/>
                  </a:lnTo>
                  <a:lnTo>
                    <a:pt x="16901" y="221"/>
                  </a:lnTo>
                  <a:lnTo>
                    <a:pt x="16584" y="148"/>
                  </a:lnTo>
                  <a:lnTo>
                    <a:pt x="16217" y="74"/>
                  </a:lnTo>
                  <a:lnTo>
                    <a:pt x="15778" y="25"/>
                  </a:lnTo>
                  <a:lnTo>
                    <a:pt x="15314" y="1"/>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5" name="Google Shape;3885;p19"/>
            <p:cNvSpPr/>
            <p:nvPr/>
          </p:nvSpPr>
          <p:spPr>
            <a:xfrm>
              <a:off x="597725" y="4665400"/>
              <a:ext cx="73300" cy="73300"/>
            </a:xfrm>
            <a:custGeom>
              <a:avLst/>
              <a:gdLst/>
              <a:ahLst/>
              <a:cxnLst/>
              <a:rect l="l" t="t" r="r" b="b"/>
              <a:pathLst>
                <a:path w="2932" h="2932" extrusionOk="0">
                  <a:moveTo>
                    <a:pt x="2028" y="1"/>
                  </a:moveTo>
                  <a:lnTo>
                    <a:pt x="1857" y="25"/>
                  </a:lnTo>
                  <a:lnTo>
                    <a:pt x="1686" y="74"/>
                  </a:lnTo>
                  <a:lnTo>
                    <a:pt x="1515" y="147"/>
                  </a:lnTo>
                  <a:lnTo>
                    <a:pt x="1369" y="269"/>
                  </a:lnTo>
                  <a:lnTo>
                    <a:pt x="1222" y="489"/>
                  </a:lnTo>
                  <a:lnTo>
                    <a:pt x="1002" y="831"/>
                  </a:lnTo>
                  <a:lnTo>
                    <a:pt x="563" y="1735"/>
                  </a:lnTo>
                  <a:lnTo>
                    <a:pt x="172" y="2565"/>
                  </a:lnTo>
                  <a:lnTo>
                    <a:pt x="1" y="2932"/>
                  </a:lnTo>
                  <a:lnTo>
                    <a:pt x="1" y="2932"/>
                  </a:lnTo>
                  <a:lnTo>
                    <a:pt x="367" y="2761"/>
                  </a:lnTo>
                  <a:lnTo>
                    <a:pt x="1198" y="2370"/>
                  </a:lnTo>
                  <a:lnTo>
                    <a:pt x="2101" y="1930"/>
                  </a:lnTo>
                  <a:lnTo>
                    <a:pt x="2443" y="1710"/>
                  </a:lnTo>
                  <a:lnTo>
                    <a:pt x="2663" y="1564"/>
                  </a:lnTo>
                  <a:lnTo>
                    <a:pt x="2785" y="1417"/>
                  </a:lnTo>
                  <a:lnTo>
                    <a:pt x="2858" y="1246"/>
                  </a:lnTo>
                  <a:lnTo>
                    <a:pt x="2907" y="1075"/>
                  </a:lnTo>
                  <a:lnTo>
                    <a:pt x="2932" y="904"/>
                  </a:lnTo>
                  <a:lnTo>
                    <a:pt x="2907" y="733"/>
                  </a:lnTo>
                  <a:lnTo>
                    <a:pt x="2858" y="562"/>
                  </a:lnTo>
                  <a:lnTo>
                    <a:pt x="2785" y="416"/>
                  </a:lnTo>
                  <a:lnTo>
                    <a:pt x="2663" y="269"/>
                  </a:lnTo>
                  <a:lnTo>
                    <a:pt x="2517" y="147"/>
                  </a:lnTo>
                  <a:lnTo>
                    <a:pt x="2370" y="74"/>
                  </a:lnTo>
                  <a:lnTo>
                    <a:pt x="2199" y="25"/>
                  </a:lnTo>
                  <a:lnTo>
                    <a:pt x="2028" y="1"/>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6" name="Google Shape;3886;p19"/>
            <p:cNvSpPr/>
            <p:nvPr/>
          </p:nvSpPr>
          <p:spPr>
            <a:xfrm>
              <a:off x="654525" y="4708150"/>
              <a:ext cx="47025" cy="47025"/>
            </a:xfrm>
            <a:custGeom>
              <a:avLst/>
              <a:gdLst/>
              <a:ahLst/>
              <a:cxnLst/>
              <a:rect l="l" t="t" r="r" b="b"/>
              <a:pathLst>
                <a:path w="1881" h="1881" extrusionOk="0">
                  <a:moveTo>
                    <a:pt x="1124" y="0"/>
                  </a:moveTo>
                  <a:lnTo>
                    <a:pt x="977" y="25"/>
                  </a:lnTo>
                  <a:lnTo>
                    <a:pt x="831" y="74"/>
                  </a:lnTo>
                  <a:lnTo>
                    <a:pt x="709" y="147"/>
                  </a:lnTo>
                  <a:lnTo>
                    <a:pt x="586" y="245"/>
                  </a:lnTo>
                  <a:lnTo>
                    <a:pt x="464" y="391"/>
                  </a:lnTo>
                  <a:lnTo>
                    <a:pt x="367" y="611"/>
                  </a:lnTo>
                  <a:lnTo>
                    <a:pt x="269" y="880"/>
                  </a:lnTo>
                  <a:lnTo>
                    <a:pt x="171" y="1173"/>
                  </a:lnTo>
                  <a:lnTo>
                    <a:pt x="49" y="1686"/>
                  </a:lnTo>
                  <a:lnTo>
                    <a:pt x="0" y="1881"/>
                  </a:lnTo>
                  <a:lnTo>
                    <a:pt x="0" y="1881"/>
                  </a:lnTo>
                  <a:lnTo>
                    <a:pt x="220" y="1857"/>
                  </a:lnTo>
                  <a:lnTo>
                    <a:pt x="733" y="1710"/>
                  </a:lnTo>
                  <a:lnTo>
                    <a:pt x="1002" y="1637"/>
                  </a:lnTo>
                  <a:lnTo>
                    <a:pt x="1270" y="1539"/>
                  </a:lnTo>
                  <a:lnTo>
                    <a:pt x="1515" y="1417"/>
                  </a:lnTo>
                  <a:lnTo>
                    <a:pt x="1661" y="1319"/>
                  </a:lnTo>
                  <a:lnTo>
                    <a:pt x="1759" y="1197"/>
                  </a:lnTo>
                  <a:lnTo>
                    <a:pt x="1832" y="1051"/>
                  </a:lnTo>
                  <a:lnTo>
                    <a:pt x="1881" y="928"/>
                  </a:lnTo>
                  <a:lnTo>
                    <a:pt x="1881" y="782"/>
                  </a:lnTo>
                  <a:lnTo>
                    <a:pt x="1881" y="635"/>
                  </a:lnTo>
                  <a:lnTo>
                    <a:pt x="1832" y="489"/>
                  </a:lnTo>
                  <a:lnTo>
                    <a:pt x="1759" y="367"/>
                  </a:lnTo>
                  <a:lnTo>
                    <a:pt x="1661" y="245"/>
                  </a:lnTo>
                  <a:lnTo>
                    <a:pt x="1539" y="147"/>
                  </a:lnTo>
                  <a:lnTo>
                    <a:pt x="1417" y="74"/>
                  </a:lnTo>
                  <a:lnTo>
                    <a:pt x="1270" y="25"/>
                  </a:lnTo>
                  <a:lnTo>
                    <a:pt x="1124" y="0"/>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7" name="Google Shape;3887;p19"/>
            <p:cNvSpPr/>
            <p:nvPr/>
          </p:nvSpPr>
          <p:spPr>
            <a:xfrm>
              <a:off x="581250" y="4634875"/>
              <a:ext cx="47050" cy="47050"/>
            </a:xfrm>
            <a:custGeom>
              <a:avLst/>
              <a:gdLst/>
              <a:ahLst/>
              <a:cxnLst/>
              <a:rect l="l" t="t" r="r" b="b"/>
              <a:pathLst>
                <a:path w="1882" h="1882" extrusionOk="0">
                  <a:moveTo>
                    <a:pt x="953" y="1"/>
                  </a:moveTo>
                  <a:lnTo>
                    <a:pt x="831" y="49"/>
                  </a:lnTo>
                  <a:lnTo>
                    <a:pt x="684" y="123"/>
                  </a:lnTo>
                  <a:lnTo>
                    <a:pt x="562" y="220"/>
                  </a:lnTo>
                  <a:lnTo>
                    <a:pt x="465" y="367"/>
                  </a:lnTo>
                  <a:lnTo>
                    <a:pt x="342" y="611"/>
                  </a:lnTo>
                  <a:lnTo>
                    <a:pt x="245" y="880"/>
                  </a:lnTo>
                  <a:lnTo>
                    <a:pt x="171" y="1148"/>
                  </a:lnTo>
                  <a:lnTo>
                    <a:pt x="25" y="1661"/>
                  </a:lnTo>
                  <a:lnTo>
                    <a:pt x="1" y="1881"/>
                  </a:lnTo>
                  <a:lnTo>
                    <a:pt x="196" y="1832"/>
                  </a:lnTo>
                  <a:lnTo>
                    <a:pt x="709" y="1710"/>
                  </a:lnTo>
                  <a:lnTo>
                    <a:pt x="1002" y="1613"/>
                  </a:lnTo>
                  <a:lnTo>
                    <a:pt x="1271" y="1515"/>
                  </a:lnTo>
                  <a:lnTo>
                    <a:pt x="1490" y="1417"/>
                  </a:lnTo>
                  <a:lnTo>
                    <a:pt x="1637" y="1295"/>
                  </a:lnTo>
                  <a:lnTo>
                    <a:pt x="1735" y="1173"/>
                  </a:lnTo>
                  <a:lnTo>
                    <a:pt x="1808" y="1051"/>
                  </a:lnTo>
                  <a:lnTo>
                    <a:pt x="1857" y="904"/>
                  </a:lnTo>
                  <a:lnTo>
                    <a:pt x="1881" y="758"/>
                  </a:lnTo>
                  <a:lnTo>
                    <a:pt x="1857" y="611"/>
                  </a:lnTo>
                  <a:lnTo>
                    <a:pt x="1808" y="465"/>
                  </a:lnTo>
                  <a:lnTo>
                    <a:pt x="1735" y="343"/>
                  </a:lnTo>
                  <a:lnTo>
                    <a:pt x="1637" y="220"/>
                  </a:lnTo>
                  <a:lnTo>
                    <a:pt x="1515" y="123"/>
                  </a:lnTo>
                  <a:lnTo>
                    <a:pt x="1393" y="49"/>
                  </a:lnTo>
                  <a:lnTo>
                    <a:pt x="1246" y="1"/>
                  </a:lnTo>
                  <a:close/>
                </a:path>
              </a:pathLst>
            </a:custGeom>
            <a:solidFill>
              <a:srgbClr val="80B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88" name="Google Shape;3888;p19"/>
          <p:cNvSpPr/>
          <p:nvPr/>
        </p:nvSpPr>
        <p:spPr>
          <a:xfrm rot="2466991">
            <a:off x="978868" y="928441"/>
            <a:ext cx="376301" cy="359305"/>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9" name="Google Shape;3889;p19"/>
          <p:cNvSpPr/>
          <p:nvPr/>
        </p:nvSpPr>
        <p:spPr>
          <a:xfrm rot="-1609377">
            <a:off x="1529232" y="1154513"/>
            <a:ext cx="270839" cy="25860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0" name="Google Shape;3890;p19"/>
          <p:cNvSpPr/>
          <p:nvPr/>
        </p:nvSpPr>
        <p:spPr>
          <a:xfrm rot="2925705">
            <a:off x="3171263" y="1359369"/>
            <a:ext cx="202799" cy="193640"/>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1" name="Google Shape;3891;p19"/>
          <p:cNvSpPr/>
          <p:nvPr/>
        </p:nvSpPr>
        <p:spPr>
          <a:xfrm rot="-1609197">
            <a:off x="2135091" y="394613"/>
            <a:ext cx="182676" cy="174425"/>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2" name="Google Shape;3892;p19"/>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57BB08D0-E31F-4237-AB45-9B0372F275FD}"/>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22</a:t>
            </a:fld>
            <a:endParaRPr lang="en"/>
          </a:p>
        </p:txBody>
      </p:sp>
      <p:pic>
        <p:nvPicPr>
          <p:cNvPr id="5" name="圖片 4">
            <a:extLst>
              <a:ext uri="{FF2B5EF4-FFF2-40B4-BE49-F238E27FC236}">
                <a16:creationId xmlns:a16="http://schemas.microsoft.com/office/drawing/2014/main" id="{02CB05D1-9535-4422-A498-D738AB412B31}"/>
              </a:ext>
            </a:extLst>
          </p:cNvPr>
          <p:cNvPicPr>
            <a:picLocks noChangeAspect="1"/>
          </p:cNvPicPr>
          <p:nvPr/>
        </p:nvPicPr>
        <p:blipFill>
          <a:blip r:embed="rId2"/>
          <a:stretch>
            <a:fillRect/>
          </a:stretch>
        </p:blipFill>
        <p:spPr>
          <a:xfrm>
            <a:off x="567289" y="458679"/>
            <a:ext cx="6916115" cy="4458322"/>
          </a:xfrm>
          <a:prstGeom prst="rect">
            <a:avLst/>
          </a:prstGeom>
        </p:spPr>
      </p:pic>
    </p:spTree>
    <p:extLst>
      <p:ext uri="{BB962C8B-B14F-4D97-AF65-F5344CB8AC3E}">
        <p14:creationId xmlns:p14="http://schemas.microsoft.com/office/powerpoint/2010/main" val="31969725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896"/>
        <p:cNvGrpSpPr/>
        <p:nvPr/>
      </p:nvGrpSpPr>
      <p:grpSpPr>
        <a:xfrm>
          <a:off x="0" y="0"/>
          <a:ext cx="0" cy="0"/>
          <a:chOff x="0" y="0"/>
          <a:chExt cx="0" cy="0"/>
        </a:xfrm>
      </p:grpSpPr>
      <p:sp>
        <p:nvSpPr>
          <p:cNvPr id="3898" name="Google Shape;3898;p20"/>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CH  compared to others</a:t>
            </a:r>
            <a:endParaRPr dirty="0"/>
          </a:p>
        </p:txBody>
      </p:sp>
      <p:sp>
        <p:nvSpPr>
          <p:cNvPr id="2" name="文字版面配置區 1">
            <a:extLst>
              <a:ext uri="{FF2B5EF4-FFF2-40B4-BE49-F238E27FC236}">
                <a16:creationId xmlns:a16="http://schemas.microsoft.com/office/drawing/2014/main" id="{783F7F91-CCA1-4C31-B073-F9682E452549}"/>
              </a:ext>
            </a:extLst>
          </p:cNvPr>
          <p:cNvSpPr>
            <a:spLocks noGrp="1"/>
          </p:cNvSpPr>
          <p:nvPr>
            <p:ph type="body" idx="1"/>
          </p:nvPr>
        </p:nvSpPr>
        <p:spPr/>
        <p:txBody>
          <a:bodyPr/>
          <a:lstStyle/>
          <a:p>
            <a:r>
              <a:rPr lang="en-US" altLang="zh-TW" sz="1800" b="1" dirty="0"/>
              <a:t>CH</a:t>
            </a:r>
            <a:r>
              <a:rPr lang="zh-TW" altLang="en-US" sz="1800" b="1" dirty="0"/>
              <a:t>  </a:t>
            </a:r>
            <a:r>
              <a:rPr lang="en-US" altLang="zh-TW" sz="1800" b="1" dirty="0"/>
              <a:t>scheme</a:t>
            </a:r>
          </a:p>
          <a:p>
            <a:r>
              <a:rPr lang="en-US" altLang="zh-TW" i="1" dirty="0"/>
              <a:t>Full Frequency reuse </a:t>
            </a:r>
            <a:endParaRPr lang="zh-TW" altLang="en-US" i="1" dirty="0"/>
          </a:p>
          <a:p>
            <a:endParaRPr lang="en-US" altLang="zh-TW" dirty="0"/>
          </a:p>
          <a:p>
            <a:r>
              <a:rPr lang="en-US" altLang="zh-TW" i="1" dirty="0"/>
              <a:t>precoding</a:t>
            </a:r>
          </a:p>
          <a:p>
            <a:pPr marL="127000" indent="0">
              <a:buNone/>
            </a:pPr>
            <a:endParaRPr lang="zh-TW" altLang="en-US" dirty="0"/>
          </a:p>
        </p:txBody>
      </p:sp>
      <p:sp>
        <p:nvSpPr>
          <p:cNvPr id="3" name="文字版面配置區 2">
            <a:extLst>
              <a:ext uri="{FF2B5EF4-FFF2-40B4-BE49-F238E27FC236}">
                <a16:creationId xmlns:a16="http://schemas.microsoft.com/office/drawing/2014/main" id="{FA259A89-73A9-43AD-AC12-7FDB7B4C615F}"/>
              </a:ext>
            </a:extLst>
          </p:cNvPr>
          <p:cNvSpPr>
            <a:spLocks noGrp="1"/>
          </p:cNvSpPr>
          <p:nvPr>
            <p:ph type="body" idx="2"/>
          </p:nvPr>
        </p:nvSpPr>
        <p:spPr/>
        <p:txBody>
          <a:bodyPr/>
          <a:lstStyle/>
          <a:p>
            <a:r>
              <a:rPr lang="en-US" altLang="zh-TW" sz="1800" b="1" dirty="0"/>
              <a:t>4 colors FR</a:t>
            </a:r>
          </a:p>
          <a:p>
            <a:r>
              <a:rPr lang="en-US" altLang="zh-TW" i="1" dirty="0"/>
              <a:t>Frequency reuse</a:t>
            </a:r>
            <a:endParaRPr lang="zh-TW" altLang="en-US" i="1" dirty="0"/>
          </a:p>
        </p:txBody>
      </p:sp>
      <p:sp>
        <p:nvSpPr>
          <p:cNvPr id="4" name="文字版面配置區 3">
            <a:extLst>
              <a:ext uri="{FF2B5EF4-FFF2-40B4-BE49-F238E27FC236}">
                <a16:creationId xmlns:a16="http://schemas.microsoft.com/office/drawing/2014/main" id="{EE83EA42-6482-4015-ACE9-2AB5E545EE29}"/>
              </a:ext>
            </a:extLst>
          </p:cNvPr>
          <p:cNvSpPr>
            <a:spLocks noGrp="1"/>
          </p:cNvSpPr>
          <p:nvPr>
            <p:ph type="body" idx="3"/>
          </p:nvPr>
        </p:nvSpPr>
        <p:spPr/>
        <p:txBody>
          <a:bodyPr/>
          <a:lstStyle/>
          <a:p>
            <a:r>
              <a:rPr lang="en-US" altLang="zh-TW" sz="1800" b="1" dirty="0"/>
              <a:t>1 color FR</a:t>
            </a:r>
          </a:p>
          <a:p>
            <a:r>
              <a:rPr lang="en-US" altLang="zh-TW" i="1" dirty="0"/>
              <a:t>Full Frequency reuse</a:t>
            </a:r>
            <a:endParaRPr lang="zh-TW" altLang="en-US" i="1" dirty="0"/>
          </a:p>
          <a:p>
            <a:endParaRPr lang="zh-TW" altLang="en-US" dirty="0"/>
          </a:p>
        </p:txBody>
      </p:sp>
      <p:sp>
        <p:nvSpPr>
          <p:cNvPr id="3900" name="Google Shape;3900;p20"/>
          <p:cNvSpPr txBox="1">
            <a:spLocks noGrp="1"/>
          </p:cNvSpPr>
          <p:nvPr>
            <p:ph type="sldNum" idx="12"/>
          </p:nvPr>
        </p:nvSpPr>
        <p:spPr>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字版面配置區 7">
            <a:extLst>
              <a:ext uri="{FF2B5EF4-FFF2-40B4-BE49-F238E27FC236}">
                <a16:creationId xmlns:a16="http://schemas.microsoft.com/office/drawing/2014/main" id="{A8702003-44DF-4C0C-9DEA-AF4A02B33140}"/>
              </a:ext>
            </a:extLst>
          </p:cNvPr>
          <p:cNvSpPr>
            <a:spLocks noGrp="1"/>
          </p:cNvSpPr>
          <p:nvPr>
            <p:ph type="body" idx="1"/>
          </p:nvPr>
        </p:nvSpPr>
        <p:spPr/>
        <p:txBody>
          <a:bodyPr/>
          <a:lstStyle/>
          <a:p>
            <a:endParaRPr lang="zh-TW" altLang="en-US"/>
          </a:p>
        </p:txBody>
      </p:sp>
      <p:sp>
        <p:nvSpPr>
          <p:cNvPr id="6" name="投影片編號版面配置區 5">
            <a:extLst>
              <a:ext uri="{FF2B5EF4-FFF2-40B4-BE49-F238E27FC236}">
                <a16:creationId xmlns:a16="http://schemas.microsoft.com/office/drawing/2014/main" id="{D434798D-2EFC-431A-AC7B-BE9CD3DAA7F1}"/>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24</a:t>
            </a:fld>
            <a:endParaRPr lang="en"/>
          </a:p>
        </p:txBody>
      </p:sp>
      <p:pic>
        <p:nvPicPr>
          <p:cNvPr id="9" name="圖片 8">
            <a:extLst>
              <a:ext uri="{FF2B5EF4-FFF2-40B4-BE49-F238E27FC236}">
                <a16:creationId xmlns:a16="http://schemas.microsoft.com/office/drawing/2014/main" id="{3DC356B0-6E6A-4A06-AFC2-8581C5AD14DB}"/>
              </a:ext>
            </a:extLst>
          </p:cNvPr>
          <p:cNvPicPr>
            <a:picLocks noChangeAspect="1"/>
          </p:cNvPicPr>
          <p:nvPr/>
        </p:nvPicPr>
        <p:blipFill>
          <a:blip r:embed="rId3"/>
          <a:stretch>
            <a:fillRect/>
          </a:stretch>
        </p:blipFill>
        <p:spPr>
          <a:xfrm>
            <a:off x="796369" y="-1"/>
            <a:ext cx="6694587" cy="5113801"/>
          </a:xfrm>
          <a:prstGeom prst="rect">
            <a:avLst/>
          </a:prstGeom>
        </p:spPr>
      </p:pic>
    </p:spTree>
    <p:extLst>
      <p:ext uri="{BB962C8B-B14F-4D97-AF65-F5344CB8AC3E}">
        <p14:creationId xmlns:p14="http://schemas.microsoft.com/office/powerpoint/2010/main" val="30082585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927"/>
        <p:cNvGrpSpPr/>
        <p:nvPr/>
      </p:nvGrpSpPr>
      <p:grpSpPr>
        <a:xfrm>
          <a:off x="0" y="0"/>
          <a:ext cx="0" cy="0"/>
          <a:chOff x="0" y="0"/>
          <a:chExt cx="0" cy="0"/>
        </a:xfrm>
      </p:grpSpPr>
      <p:sp>
        <p:nvSpPr>
          <p:cNvPr id="3932" name="Google Shape;3932;p24"/>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25</a:t>
            </a:fld>
            <a:endParaRPr/>
          </a:p>
        </p:txBody>
      </p:sp>
      <p:pic>
        <p:nvPicPr>
          <p:cNvPr id="2" name="圖片 1">
            <a:extLst>
              <a:ext uri="{FF2B5EF4-FFF2-40B4-BE49-F238E27FC236}">
                <a16:creationId xmlns:a16="http://schemas.microsoft.com/office/drawing/2014/main" id="{8C57123C-C147-4960-9962-93958A382D05}"/>
              </a:ext>
            </a:extLst>
          </p:cNvPr>
          <p:cNvPicPr>
            <a:picLocks noChangeAspect="1"/>
          </p:cNvPicPr>
          <p:nvPr/>
        </p:nvPicPr>
        <p:blipFill>
          <a:blip r:embed="rId3"/>
          <a:stretch>
            <a:fillRect/>
          </a:stretch>
        </p:blipFill>
        <p:spPr>
          <a:xfrm>
            <a:off x="1287934" y="-29699"/>
            <a:ext cx="5375436" cy="51435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936"/>
        <p:cNvGrpSpPr/>
        <p:nvPr/>
      </p:nvGrpSpPr>
      <p:grpSpPr>
        <a:xfrm>
          <a:off x="0" y="0"/>
          <a:ext cx="0" cy="0"/>
          <a:chOff x="0" y="0"/>
          <a:chExt cx="0" cy="0"/>
        </a:xfrm>
      </p:grpSpPr>
      <p:sp>
        <p:nvSpPr>
          <p:cNvPr id="3937" name="Google Shape;3937;p25"/>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ltLang="zh-TW" dirty="0"/>
              <a:t>Conclusion</a:t>
            </a:r>
            <a:endParaRPr dirty="0"/>
          </a:p>
        </p:txBody>
      </p:sp>
      <p:sp>
        <p:nvSpPr>
          <p:cNvPr id="2" name="文字版面配置區 1">
            <a:extLst>
              <a:ext uri="{FF2B5EF4-FFF2-40B4-BE49-F238E27FC236}">
                <a16:creationId xmlns:a16="http://schemas.microsoft.com/office/drawing/2014/main" id="{95FF4859-B7F3-4C2F-B234-501CF1A2B395}"/>
              </a:ext>
            </a:extLst>
          </p:cNvPr>
          <p:cNvSpPr>
            <a:spLocks noGrp="1"/>
          </p:cNvSpPr>
          <p:nvPr>
            <p:ph type="body" idx="1"/>
          </p:nvPr>
        </p:nvSpPr>
        <p:spPr/>
        <p:txBody>
          <a:bodyPr/>
          <a:lstStyle/>
          <a:p>
            <a:r>
              <a:rPr lang="en-US" altLang="zh-TW" sz="1800" dirty="0"/>
              <a:t>The study in this paper aims at assessing the benefit of introducing CH in multi-beam satellite system. The non uniform and clustered demand distribution over the coverage are the basic reasons to introduce CH with precoding.</a:t>
            </a:r>
          </a:p>
          <a:p>
            <a:endParaRPr lang="en-US" altLang="zh-TW" sz="1800" dirty="0"/>
          </a:p>
          <a:p>
            <a:r>
              <a:rPr lang="en-US" altLang="zh-TW" sz="1800" dirty="0"/>
              <a:t>Demand based dynamic clustering can have some impact on the performance, where clusters have varying number of beams. The analysis of such flexible clustering based CH scheme is left as future works.</a:t>
            </a:r>
            <a:endParaRPr lang="zh-TW" altLang="en-US" sz="1800" dirty="0"/>
          </a:p>
        </p:txBody>
      </p:sp>
      <p:sp>
        <p:nvSpPr>
          <p:cNvPr id="3939" name="Google Shape;3939;p25"/>
          <p:cNvSpPr txBox="1">
            <a:spLocks noGrp="1"/>
          </p:cNvSpPr>
          <p:nvPr>
            <p:ph type="sldNum" idx="12"/>
          </p:nvPr>
        </p:nvSpPr>
        <p:spPr>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037"/>
        <p:cNvGrpSpPr/>
        <p:nvPr/>
      </p:nvGrpSpPr>
      <p:grpSpPr>
        <a:xfrm>
          <a:off x="0" y="0"/>
          <a:ext cx="0" cy="0"/>
          <a:chOff x="0" y="0"/>
          <a:chExt cx="0" cy="0"/>
        </a:xfrm>
      </p:grpSpPr>
      <p:sp>
        <p:nvSpPr>
          <p:cNvPr id="4038" name="Google Shape;4038;p36"/>
          <p:cNvSpPr txBox="1">
            <a:spLocks noGrp="1"/>
          </p:cNvSpPr>
          <p:nvPr>
            <p:ph type="ctrTitle" idx="4294967295"/>
          </p:nvPr>
        </p:nvSpPr>
        <p:spPr>
          <a:xfrm>
            <a:off x="685800" y="745150"/>
            <a:ext cx="4863900" cy="115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6000">
                <a:solidFill>
                  <a:srgbClr val="80BFB7"/>
                </a:solidFill>
              </a:rPr>
              <a:t>THANKS!</a:t>
            </a:r>
            <a:endParaRPr sz="6000">
              <a:solidFill>
                <a:srgbClr val="80BFB7"/>
              </a:solidFill>
            </a:endParaRPr>
          </a:p>
        </p:txBody>
      </p:sp>
      <p:sp>
        <p:nvSpPr>
          <p:cNvPr id="4041" name="Google Shape;4041;p36"/>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27</a:t>
            </a:fld>
            <a:endParaRPr/>
          </a:p>
        </p:txBody>
      </p:sp>
    </p:spTree>
  </p:cSld>
  <p:clrMapOvr>
    <a:masterClrMapping/>
  </p:clrMapOvr>
</p:sld>
</file>

<file path=ppt/theme/theme1.xml><?xml version="1.0" encoding="utf-8"?>
<a:theme xmlns:a="http://schemas.openxmlformats.org/drawingml/2006/main" name="Mowbray template">
  <a:themeElements>
    <a:clrScheme name="Custom 347">
      <a:dk1>
        <a:srgbClr val="003B55"/>
      </a:dk1>
      <a:lt1>
        <a:srgbClr val="FFFFFF"/>
      </a:lt1>
      <a:dk2>
        <a:srgbClr val="0B87A1"/>
      </a:dk2>
      <a:lt2>
        <a:srgbClr val="EEF1EE"/>
      </a:lt2>
      <a:accent1>
        <a:srgbClr val="D3EBD5"/>
      </a:accent1>
      <a:accent2>
        <a:srgbClr val="80BFB7"/>
      </a:accent2>
      <a:accent3>
        <a:srgbClr val="0B87A1"/>
      </a:accent3>
      <a:accent4>
        <a:srgbClr val="01597F"/>
      </a:accent4>
      <a:accent5>
        <a:srgbClr val="003B55"/>
      </a:accent5>
      <a:accent6>
        <a:srgbClr val="001120"/>
      </a:accent6>
      <a:hlink>
        <a:srgbClr val="01597F"/>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592</TotalTime>
  <Words>2635</Words>
  <Application>Microsoft Office PowerPoint</Application>
  <PresentationFormat>如螢幕大小 (16:9)</PresentationFormat>
  <Paragraphs>199</Paragraphs>
  <Slides>27</Slides>
  <Notes>26</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27</vt:i4>
      </vt:variant>
    </vt:vector>
  </HeadingPairs>
  <TitlesOfParts>
    <vt:vector size="33" baseType="lpstr">
      <vt:lpstr>Titillium Web Light</vt:lpstr>
      <vt:lpstr>Dosis</vt:lpstr>
      <vt:lpstr>Dosis ExtraLight</vt:lpstr>
      <vt:lpstr>Arial</vt:lpstr>
      <vt:lpstr>Cambria Math</vt:lpstr>
      <vt:lpstr>Mowbray template</vt:lpstr>
      <vt:lpstr>Precoded Cluster Hopping in Multi-Beam High Throughput Satellite Systems</vt:lpstr>
      <vt:lpstr>Introduction</vt:lpstr>
      <vt:lpstr>Introduction</vt:lpstr>
      <vt:lpstr>Introduction</vt:lpstr>
      <vt:lpstr>Introduction</vt:lpstr>
      <vt:lpstr>Introduction</vt:lpstr>
      <vt:lpstr>System Model  &amp; CH Illumination Pattern Optimization Problem Statement</vt:lpstr>
      <vt:lpstr>In this paper, we use the following terminologies:</vt:lpstr>
      <vt:lpstr>PowerPoint 簡報</vt:lpstr>
      <vt:lpstr>In this paper, we use the following terminologies:</vt:lpstr>
      <vt:lpstr>PowerPoint 簡報</vt:lpstr>
      <vt:lpstr>In this paper, we use the following terminologies:</vt:lpstr>
      <vt:lpstr>PowerPoint 簡報</vt:lpstr>
      <vt:lpstr>PowerPoint 簡報</vt:lpstr>
      <vt:lpstr>CH illumunation pattern optimization problem </vt:lpstr>
      <vt:lpstr>CH illumunation pattern optimization problem </vt:lpstr>
      <vt:lpstr>CH illumunation pattern optimization problem </vt:lpstr>
      <vt:lpstr>PowerPoint 簡報</vt:lpstr>
      <vt:lpstr>Precoding for Mitigating Intra-Cluster Interference</vt:lpstr>
      <vt:lpstr>Precoding for Mitigating Intra-Cluster Interference</vt:lpstr>
      <vt:lpstr>Simulation Results</vt:lpstr>
      <vt:lpstr>PowerPoint 簡報</vt:lpstr>
      <vt:lpstr>CH  compared to others</vt:lpstr>
      <vt:lpstr>PowerPoint 簡報</vt:lpstr>
      <vt:lpstr>PowerPoint 簡報</vt:lpstr>
      <vt:lpstr>Conclusion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Precoded Cluster Hopping in Multi-Beam High Throughput Satellite Systems</dc:title>
  <cp:lastModifiedBy>Albert</cp:lastModifiedBy>
  <cp:revision>158</cp:revision>
  <dcterms:modified xsi:type="dcterms:W3CDTF">2020-05-21T21:18:55Z</dcterms:modified>
</cp:coreProperties>
</file>