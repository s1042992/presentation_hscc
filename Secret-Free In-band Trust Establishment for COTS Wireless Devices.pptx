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7" r:id="rId2"/>
    <p:sldMasterId id="2147483660" r:id="rId3"/>
  </p:sldMasterIdLst>
  <p:notesMasterIdLst>
    <p:notesMasterId r:id="rId16"/>
  </p:notesMasterIdLst>
  <p:handoutMasterIdLst>
    <p:handoutMasterId r:id="rId17"/>
  </p:handoutMasterIdLst>
  <p:sldIdLst>
    <p:sldId id="256" r:id="rId4"/>
    <p:sldId id="369" r:id="rId5"/>
    <p:sldId id="371" r:id="rId6"/>
    <p:sldId id="370" r:id="rId7"/>
    <p:sldId id="372" r:id="rId8"/>
    <p:sldId id="373" r:id="rId9"/>
    <p:sldId id="374" r:id="rId10"/>
    <p:sldId id="375" r:id="rId11"/>
    <p:sldId id="376" r:id="rId12"/>
    <p:sldId id="377" r:id="rId13"/>
    <p:sldId id="378" r:id="rId14"/>
    <p:sldId id="3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4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bert" initials="A" lastIdx="1" clrIdx="0">
    <p:extLst>
      <p:ext uri="{19B8F6BF-5375-455C-9EA6-DF929625EA0E}">
        <p15:presenceInfo xmlns:p15="http://schemas.microsoft.com/office/powerpoint/2012/main" userId="Alber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1" autoAdjust="0"/>
    <p:restoredTop sz="65376" autoAdjust="0"/>
  </p:normalViewPr>
  <p:slideViewPr>
    <p:cSldViewPr snapToGrid="0" showGuides="1">
      <p:cViewPr varScale="1">
        <p:scale>
          <a:sx n="64" d="100"/>
          <a:sy n="64" d="100"/>
        </p:scale>
        <p:origin x="48" y="126"/>
      </p:cViewPr>
      <p:guideLst>
        <p:guide orient="horz" pos="1848"/>
        <p:guide pos="3840"/>
      </p:guideLst>
    </p:cSldViewPr>
  </p:slideViewPr>
  <p:notesTextViewPr>
    <p:cViewPr>
      <p:scale>
        <a:sx n="3" d="2"/>
        <a:sy n="3" d="2"/>
      </p:scale>
      <p:origin x="0" y="0"/>
    </p:cViewPr>
  </p:notesTextViewPr>
  <p:sorterViewPr>
    <p:cViewPr>
      <p:scale>
        <a:sx n="100" d="100"/>
        <a:sy n="100" d="100"/>
      </p:scale>
      <p:origin x="0" y="-4214"/>
    </p:cViewPr>
  </p:sorterViewPr>
  <p:notesViewPr>
    <p:cSldViewPr snapToGrid="0" showGuides="1">
      <p:cViewPr varScale="1">
        <p:scale>
          <a:sx n="96" d="100"/>
          <a:sy n="96" d="100"/>
        </p:scale>
        <p:origin x="3134"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41C78A-6CED-4A16-B3CF-D8C3650E6193}" type="datetimeFigureOut">
              <a:rPr lang="en-US" smtClean="0"/>
              <a:t>10/25/2019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DB7C22-C75C-4C7E-8113-9C04D8C36BA8}" type="slidenum">
              <a:rPr lang="en-US" smtClean="0"/>
              <a:t>‹#›</a:t>
            </a:fld>
            <a:endParaRPr lang="en-US"/>
          </a:p>
        </p:txBody>
      </p:sp>
    </p:spTree>
    <p:extLst>
      <p:ext uri="{BB962C8B-B14F-4D97-AF65-F5344CB8AC3E}">
        <p14:creationId xmlns:p14="http://schemas.microsoft.com/office/powerpoint/2010/main" val="3438660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4D15F9-246B-4ABB-B3E4-5C463F4BD7AE}" type="datetimeFigureOut">
              <a:rPr lang="en-US" smtClean="0"/>
              <a:t>10/25/2019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9860F-3D4E-4B43-B5B4-A487B7F2EB69}" type="slidenum">
              <a:rPr lang="en-US" smtClean="0"/>
              <a:t>‹#›</a:t>
            </a:fld>
            <a:endParaRPr lang="en-US"/>
          </a:p>
        </p:txBody>
      </p:sp>
    </p:spTree>
    <p:extLst>
      <p:ext uri="{BB962C8B-B14F-4D97-AF65-F5344CB8AC3E}">
        <p14:creationId xmlns:p14="http://schemas.microsoft.com/office/powerpoint/2010/main" val="1862770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p:cNvSpPr>
                <a:spLocks noGrp="1"/>
              </p:cNvSpPr>
              <p:nvPr>
                <p:ph type="body" idx="1"/>
              </p:nvPr>
            </p:nvSpPr>
            <p:spPr/>
            <p:txBody>
              <a:bodyPr/>
              <a:lstStyle/>
              <a:p>
                <a:r>
                  <a:rPr lang="zh-TW" altLang="en-US" dirty="0"/>
                  <a:t>步驟一</a:t>
                </a:r>
                <a:r>
                  <a:rPr lang="en-US" altLang="zh-TW" dirty="0"/>
                  <a:t>:</a:t>
                </a:r>
                <a:r>
                  <a:rPr lang="zh-TW" altLang="en-US" dirty="0"/>
                  <a:t> 將</a:t>
                </a:r>
                <a:r>
                  <a:rPr lang="en-US" altLang="zh-TW" dirty="0"/>
                  <a:t>device</a:t>
                </a:r>
                <a:r>
                  <a:rPr lang="zh-TW" altLang="en-US" dirty="0"/>
                  <a:t> </a:t>
                </a:r>
                <a:r>
                  <a:rPr lang="en-US" altLang="zh-TW" dirty="0"/>
                  <a:t>D</a:t>
                </a:r>
                <a:r>
                  <a:rPr lang="zh-TW" altLang="en-US" dirty="0"/>
                  <a:t> 設為配對模式，再開啟</a:t>
                </a:r>
                <a:r>
                  <a:rPr lang="en-US" altLang="zh-TW" dirty="0"/>
                  <a:t>helper H</a:t>
                </a:r>
                <a:r>
                  <a:rPr lang="zh-TW" altLang="en-US" dirty="0"/>
                  <a:t> 並使</a:t>
                </a:r>
                <a:r>
                  <a:rPr lang="en-US" altLang="zh-TW" dirty="0"/>
                  <a:t>H</a:t>
                </a:r>
                <a:r>
                  <a:rPr lang="zh-TW" altLang="en-US" dirty="0"/>
                  <a:t>與</a:t>
                </a:r>
                <a:r>
                  <a:rPr lang="en-US" altLang="zh-TW" dirty="0"/>
                  <a:t>A</a:t>
                </a:r>
                <a:r>
                  <a:rPr lang="zh-TW" altLang="en-US" dirty="0"/>
                  <a:t>利用</a:t>
                </a:r>
                <a:r>
                  <a:rPr lang="en-US" altLang="zh-TW" dirty="0"/>
                  <a:t>AE</a:t>
                </a:r>
                <a:r>
                  <a:rPr lang="zh-TW" altLang="en-US" dirty="0"/>
                  <a:t> </a:t>
                </a:r>
                <a:r>
                  <a:rPr lang="en-US" altLang="zh-TW" dirty="0"/>
                  <a:t>function</a:t>
                </a:r>
                <a:r>
                  <a:rPr lang="zh-TW" altLang="en-US" dirty="0"/>
                  <a:t>達到時間同步。</a:t>
                </a:r>
                <a:endParaRPr lang="en-US" altLang="zh-TW" dirty="0"/>
              </a:p>
              <a:p>
                <a:endParaRPr lang="en-US" altLang="zh-TW" dirty="0"/>
              </a:p>
              <a:p>
                <a:r>
                  <a:rPr lang="zh-TW" altLang="en-US" dirty="0"/>
                  <a:t>步驟二</a:t>
                </a:r>
                <a:r>
                  <a:rPr lang="en-US" altLang="zh-TW" dirty="0"/>
                  <a:t>:</a:t>
                </a:r>
                <a:r>
                  <a:rPr lang="zh-TW" altLang="en-US" dirty="0"/>
                  <a:t> </a:t>
                </a:r>
                <a:r>
                  <a:rPr lang="en-US" altLang="zh-TW" dirty="0"/>
                  <a:t>D</a:t>
                </a:r>
                <a:r>
                  <a:rPr lang="zh-TW" altLang="en-US" dirty="0"/>
                  <a:t>傳送</a:t>
                </a:r>
                <a14:m>
                  <m:oMath xmlns:m="http://schemas.openxmlformats.org/officeDocument/2006/math">
                    <m:r>
                      <m:rPr>
                        <m:sty m:val="p"/>
                      </m:rPr>
                      <a:rPr lang="en-US" altLang="zh-TW" b="0" i="0" smtClean="0">
                        <a:latin typeface="Cambria Math" panose="02040503050406030204" pitchFamily="18" charset="0"/>
                      </a:rPr>
                      <m:t>k</m:t>
                    </m:r>
                    <m:r>
                      <a:rPr lang="zh-TW" altLang="en-US" b="0" i="1" smtClean="0">
                        <a:latin typeface="Cambria Math" panose="02040503050406030204" pitchFamily="18" charset="0"/>
                      </a:rPr>
                      <m:t>次</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r>
                      <a:rPr lang="zh-TW" altLang="en-US" i="1" smtClean="0">
                        <a:latin typeface="Cambria Math" panose="02040503050406030204" pitchFamily="18" charset="0"/>
                      </a:rPr>
                      <m:t> </m:t>
                    </m:r>
                  </m:oMath>
                </a14:m>
                <a:r>
                  <a:rPr lang="en-US" altLang="zh-TW" dirty="0"/>
                  <a:t>message</a:t>
                </a:r>
                <a:endParaRPr lang="zh-TW" altLang="en-US" dirty="0"/>
              </a:p>
            </p:txBody>
          </p:sp>
        </mc:Choice>
        <mc:Fallback>
          <p:sp>
            <p:nvSpPr>
              <p:cNvPr id="3" name="備忘稿版面配置區 2"/>
              <p:cNvSpPr>
                <a:spLocks noGrp="1"/>
              </p:cNvSpPr>
              <p:nvPr>
                <p:ph type="body" idx="1"/>
              </p:nvPr>
            </p:nvSpPr>
            <p:spPr/>
            <p:txBody>
              <a:bodyPr/>
              <a:lstStyle/>
              <a:p>
                <a:r>
                  <a:rPr lang="zh-TW" altLang="en-US" dirty="0"/>
                  <a:t>步驟一</a:t>
                </a:r>
                <a:r>
                  <a:rPr lang="en-US" altLang="zh-TW" dirty="0"/>
                  <a:t>:</a:t>
                </a:r>
                <a:r>
                  <a:rPr lang="zh-TW" altLang="en-US" dirty="0"/>
                  <a:t> 將</a:t>
                </a:r>
                <a:r>
                  <a:rPr lang="en-US" altLang="zh-TW" dirty="0"/>
                  <a:t>device</a:t>
                </a:r>
                <a:r>
                  <a:rPr lang="zh-TW" altLang="en-US" dirty="0"/>
                  <a:t> </a:t>
                </a:r>
                <a:r>
                  <a:rPr lang="en-US" altLang="zh-TW" dirty="0"/>
                  <a:t>D</a:t>
                </a:r>
                <a:r>
                  <a:rPr lang="zh-TW" altLang="en-US" dirty="0"/>
                  <a:t> 設為配對模式，再開啟</a:t>
                </a:r>
                <a:r>
                  <a:rPr lang="en-US" altLang="zh-TW" dirty="0"/>
                  <a:t>helper H</a:t>
                </a:r>
                <a:r>
                  <a:rPr lang="zh-TW" altLang="en-US" dirty="0"/>
                  <a:t> 並使</a:t>
                </a:r>
                <a:r>
                  <a:rPr lang="en-US" altLang="zh-TW" dirty="0"/>
                  <a:t>H</a:t>
                </a:r>
                <a:r>
                  <a:rPr lang="zh-TW" altLang="en-US" dirty="0"/>
                  <a:t>與</a:t>
                </a:r>
                <a:r>
                  <a:rPr lang="en-US" altLang="zh-TW" dirty="0"/>
                  <a:t>A</a:t>
                </a:r>
                <a:r>
                  <a:rPr lang="zh-TW" altLang="en-US" dirty="0"/>
                  <a:t>利用</a:t>
                </a:r>
                <a:r>
                  <a:rPr lang="en-US" altLang="zh-TW" dirty="0"/>
                  <a:t>AE</a:t>
                </a:r>
                <a:r>
                  <a:rPr lang="zh-TW" altLang="en-US" dirty="0"/>
                  <a:t> </a:t>
                </a:r>
                <a:r>
                  <a:rPr lang="en-US" altLang="zh-TW" dirty="0"/>
                  <a:t>function</a:t>
                </a:r>
                <a:r>
                  <a:rPr lang="zh-TW" altLang="en-US" dirty="0"/>
                  <a:t>達到時間同步。</a:t>
                </a:r>
                <a:endParaRPr lang="en-US" altLang="zh-TW" dirty="0"/>
              </a:p>
              <a:p>
                <a:endParaRPr lang="en-US" altLang="zh-TW" dirty="0"/>
              </a:p>
              <a:p>
                <a:r>
                  <a:rPr lang="zh-TW" altLang="en-US" dirty="0"/>
                  <a:t>步驟二</a:t>
                </a:r>
                <a:r>
                  <a:rPr lang="en-US" altLang="zh-TW" dirty="0"/>
                  <a:t>:</a:t>
                </a:r>
                <a:r>
                  <a:rPr lang="zh-TW" altLang="en-US" dirty="0"/>
                  <a:t> </a:t>
                </a:r>
                <a:r>
                  <a:rPr lang="en-US" altLang="zh-TW" dirty="0"/>
                  <a:t>D</a:t>
                </a:r>
                <a:r>
                  <a:rPr lang="zh-TW" altLang="en-US" dirty="0"/>
                  <a:t>傳送</a:t>
                </a:r>
                <a:r>
                  <a:rPr lang="en-US" altLang="zh-TW" b="0" i="0">
                    <a:latin typeface="Cambria Math" panose="02040503050406030204" pitchFamily="18" charset="0"/>
                  </a:rPr>
                  <a:t>k</a:t>
                </a:r>
                <a:r>
                  <a:rPr lang="zh-TW" altLang="en-US" b="0" i="0">
                    <a:latin typeface="Cambria Math" panose="02040503050406030204" pitchFamily="18" charset="0"/>
                  </a:rPr>
                  <a:t>次</a:t>
                </a:r>
                <a:r>
                  <a:rPr lang="en-US" altLang="zh-TW" i="0">
                    <a:latin typeface="Cambria Math" panose="02040503050406030204" pitchFamily="18" charset="0"/>
                  </a:rPr>
                  <a:t>𝑚_𝐷</a:t>
                </a:r>
                <a:r>
                  <a:rPr lang="zh-TW" altLang="en-US" i="0">
                    <a:latin typeface="Cambria Math" panose="02040503050406030204" pitchFamily="18" charset="0"/>
                  </a:rPr>
                  <a:t>  </a:t>
                </a:r>
                <a:r>
                  <a:rPr lang="en-US" altLang="zh-TW" dirty="0"/>
                  <a:t>message</a:t>
                </a:r>
                <a:endParaRPr lang="zh-TW" altLang="en-US" dirty="0"/>
              </a:p>
            </p:txBody>
          </p:sp>
        </mc:Fallback>
      </mc:AlternateContent>
      <p:sp>
        <p:nvSpPr>
          <p:cNvPr id="4" name="投影片編號版面配置區 3"/>
          <p:cNvSpPr>
            <a:spLocks noGrp="1"/>
          </p:cNvSpPr>
          <p:nvPr>
            <p:ph type="sldNum" sz="quarter" idx="5"/>
          </p:nvPr>
        </p:nvSpPr>
        <p:spPr/>
        <p:txBody>
          <a:bodyPr/>
          <a:lstStyle/>
          <a:p>
            <a:fld id="{AC89860F-3D4E-4B43-B5B4-A487B7F2EB69}" type="slidenum">
              <a:rPr lang="en-US" smtClean="0"/>
              <a:t>5</a:t>
            </a:fld>
            <a:endParaRPr lang="en-US"/>
          </a:p>
        </p:txBody>
      </p:sp>
    </p:spTree>
    <p:extLst>
      <p:ext uri="{BB962C8B-B14F-4D97-AF65-F5344CB8AC3E}">
        <p14:creationId xmlns:p14="http://schemas.microsoft.com/office/powerpoint/2010/main" val="3484537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p:cNvSpPr>
                <a:spLocks noGrp="1"/>
              </p:cNvSpPr>
              <p:nvPr>
                <p:ph type="body" idx="1"/>
              </p:nvPr>
            </p:nvSpPr>
            <p:spPr/>
            <p:txBody>
              <a:bodyPr/>
              <a:lstStyle/>
              <a:p>
                <a:r>
                  <a:rPr lang="zh-TW" altLang="en-US" dirty="0"/>
                  <a:t>步驟三</a:t>
                </a:r>
                <a:r>
                  <a:rPr lang="en-US" altLang="zh-TW" dirty="0"/>
                  <a:t>:</a:t>
                </a:r>
                <a:r>
                  <a:rPr lang="zh-TW" altLang="en-US" dirty="0"/>
                  <a:t> 當</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oMath>
                </a14:m>
                <a:r>
                  <a:rPr lang="zh-TW" altLang="en-US" dirty="0"/>
                  <a:t>重複被傳送的同時，</a:t>
                </a:r>
                <a:r>
                  <a:rPr lang="en-US" altLang="zh-TW" dirty="0"/>
                  <a:t>H</a:t>
                </a:r>
                <a:r>
                  <a:rPr lang="zh-TW" altLang="en-US" dirty="0"/>
                  <a:t>會做</a:t>
                </a:r>
                <a:r>
                  <a:rPr lang="en-US" altLang="zh-TW" dirty="0"/>
                  <a:t>sweeping</a:t>
                </a:r>
                <a:r>
                  <a:rPr lang="zh-TW" altLang="en-US" dirty="0"/>
                  <a:t>的動作，會有三種方向</a:t>
                </a:r>
                <a:r>
                  <a:rPr lang="en-US" altLang="zh-TW" dirty="0"/>
                  <a:t>:</a:t>
                </a:r>
                <a:r>
                  <a:rPr lang="zh-TW" altLang="en-US" dirty="0"/>
                  <a:t>水平 垂直以及對角。</a:t>
                </a:r>
                <a:r>
                  <a:rPr lang="en-US" altLang="zh-TW" dirty="0"/>
                  <a:t>H</a:t>
                </a:r>
                <a:r>
                  <a:rPr lang="zh-TW" altLang="en-US" dirty="0"/>
                  <a:t>在做</a:t>
                </a:r>
                <a:r>
                  <a:rPr lang="en-US" altLang="zh-TW" dirty="0"/>
                  <a:t>sweeping</a:t>
                </a:r>
                <a:r>
                  <a:rPr lang="zh-TW" altLang="en-US" dirty="0"/>
                  <a:t>動作同時也會去</a:t>
                </a:r>
                <a:r>
                  <a:rPr lang="en-US" altLang="zh-TW" dirty="0"/>
                  <a:t>decode</a:t>
                </a:r>
                <a:r>
                  <a:rPr lang="zh-TW" altLang="en-US" dirty="0"/>
                  <a:t>每個</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，也會記錄當下收到時的</a:t>
                </a:r>
                <a:r>
                  <a:rPr lang="en-US" altLang="zh-TW" dirty="0"/>
                  <a:t>RSS</a:t>
                </a:r>
                <a:r>
                  <a:rPr lang="zh-TW" altLang="en-US" dirty="0"/>
                  <a:t>，並存成</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 陣列，還有紀錄時間。</a:t>
                </a:r>
                <a:endParaRPr lang="en-US" altLang="zh-TW" dirty="0"/>
              </a:p>
              <a:p>
                <a:endParaRPr lang="en-US" altLang="zh-TW" dirty="0"/>
              </a:p>
              <a:p>
                <a:r>
                  <a:rPr lang="zh-TW" altLang="en-US" dirty="0"/>
                  <a:t>步驟四</a:t>
                </a:r>
                <a:r>
                  <a:rPr lang="en-US" altLang="zh-TW" dirty="0"/>
                  <a:t>:</a:t>
                </a:r>
                <a:r>
                  <a:rPr lang="zh-TW" altLang="en-US" dirty="0"/>
                  <a:t> 當</a:t>
                </a:r>
                <a:r>
                  <a:rPr lang="en-US" altLang="zh-TW" dirty="0"/>
                  <a:t>A</a:t>
                </a:r>
                <a:r>
                  <a:rPr lang="zh-TW" altLang="en-US" dirty="0"/>
                  <a:t>收到</a:t>
                </a:r>
                <a:r>
                  <a:rPr lang="en-US" altLang="zh-TW" dirty="0"/>
                  <a:t>D</a:t>
                </a:r>
                <a:r>
                  <a:rPr lang="zh-TW" altLang="en-US" dirty="0"/>
                  <a:t>傳來的每</a:t>
                </a:r>
                <a14:m>
                  <m:oMath xmlns:m="http://schemas.openxmlformats.org/officeDocument/2006/math">
                    <m:r>
                      <a:rPr lang="zh-TW" altLang="en-US" i="1" smtClean="0">
                        <a:latin typeface="Cambria Math" panose="02040503050406030204" pitchFamily="18" charset="0"/>
                      </a:rPr>
                      <m:t>個</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r>
                      <a:rPr lang="zh-TW" altLang="en-US" i="1">
                        <a:latin typeface="Cambria Math" panose="02040503050406030204" pitchFamily="18" charset="0"/>
                      </a:rPr>
                      <m:t>時</m:t>
                    </m:r>
                  </m:oMath>
                </a14:m>
                <a:r>
                  <a:rPr lang="zh-TW" altLang="en-US" dirty="0"/>
                  <a:t>，也會做</a:t>
                </a:r>
                <a:r>
                  <a:rPr lang="en-US" altLang="zh-TW" dirty="0"/>
                  <a:t>decode</a:t>
                </a:r>
                <a:r>
                  <a:rPr lang="zh-TW" altLang="en-US" dirty="0"/>
                  <a:t>的動作，也記錄當下的</a:t>
                </a:r>
                <a:r>
                  <a:rPr lang="en-US" altLang="zh-TW" dirty="0"/>
                  <a:t>RSS</a:t>
                </a:r>
                <a:r>
                  <a:rPr lang="zh-TW" altLang="en-US" dirty="0"/>
                  <a:t>並存成陣列</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𝑟</m:t>
                        </m:r>
                      </m:e>
                      <m:sub>
                        <m:r>
                          <a:rPr lang="en-US" altLang="zh-TW" b="0" i="1" smtClean="0">
                            <a:latin typeface="Cambria Math" panose="02040503050406030204" pitchFamily="18" charset="0"/>
                          </a:rPr>
                          <m:t>𝐴</m:t>
                        </m:r>
                      </m:sub>
                    </m:sSub>
                  </m:oMath>
                </a14:m>
                <a:endParaRPr lang="en-US" altLang="zh-TW" dirty="0"/>
              </a:p>
            </p:txBody>
          </p:sp>
        </mc:Choice>
        <mc:Fallback>
          <p:sp>
            <p:nvSpPr>
              <p:cNvPr id="3" name="備忘稿版面配置區 2"/>
              <p:cNvSpPr>
                <a:spLocks noGrp="1"/>
              </p:cNvSpPr>
              <p:nvPr>
                <p:ph type="body" idx="1"/>
              </p:nvPr>
            </p:nvSpPr>
            <p:spPr/>
            <p:txBody>
              <a:bodyPr/>
              <a:lstStyle/>
              <a:p>
                <a:r>
                  <a:rPr lang="zh-TW" altLang="en-US" dirty="0"/>
                  <a:t>步驟三</a:t>
                </a:r>
                <a:r>
                  <a:rPr lang="en-US" altLang="zh-TW" dirty="0"/>
                  <a:t>:</a:t>
                </a:r>
                <a:r>
                  <a:rPr lang="zh-TW" altLang="en-US" dirty="0"/>
                  <a:t> 當</a:t>
                </a:r>
                <a:r>
                  <a:rPr lang="en-US" altLang="zh-TW" i="0">
                    <a:latin typeface="Cambria Math" panose="02040503050406030204" pitchFamily="18" charset="0"/>
                  </a:rPr>
                  <a:t>𝑚_𝐷</a:t>
                </a:r>
                <a:r>
                  <a:rPr lang="zh-TW" altLang="en-US" dirty="0"/>
                  <a:t>重複被傳送的同時，</a:t>
                </a:r>
                <a:r>
                  <a:rPr lang="en-US" altLang="zh-TW" dirty="0"/>
                  <a:t>H</a:t>
                </a:r>
                <a:r>
                  <a:rPr lang="zh-TW" altLang="en-US" dirty="0"/>
                  <a:t>會做</a:t>
                </a:r>
                <a:r>
                  <a:rPr lang="en-US" altLang="zh-TW" dirty="0"/>
                  <a:t>sweeping</a:t>
                </a:r>
                <a:r>
                  <a:rPr lang="zh-TW" altLang="en-US" dirty="0"/>
                  <a:t>的動作，會有三種方向</a:t>
                </a:r>
                <a:r>
                  <a:rPr lang="en-US" altLang="zh-TW" dirty="0"/>
                  <a:t>:</a:t>
                </a:r>
                <a:r>
                  <a:rPr lang="zh-TW" altLang="en-US" dirty="0"/>
                  <a:t>水平 垂直以及對角。</a:t>
                </a:r>
                <a:r>
                  <a:rPr lang="en-US" altLang="zh-TW" dirty="0"/>
                  <a:t>H</a:t>
                </a:r>
                <a:r>
                  <a:rPr lang="zh-TW" altLang="en-US" dirty="0"/>
                  <a:t>在做</a:t>
                </a:r>
                <a:r>
                  <a:rPr lang="en-US" altLang="zh-TW" dirty="0"/>
                  <a:t>sweeping</a:t>
                </a:r>
                <a:r>
                  <a:rPr lang="zh-TW" altLang="en-US" dirty="0"/>
                  <a:t>動作同時也會去</a:t>
                </a:r>
                <a:r>
                  <a:rPr lang="en-US" altLang="zh-TW" dirty="0"/>
                  <a:t>decode</a:t>
                </a:r>
                <a:r>
                  <a:rPr lang="zh-TW" altLang="en-US" dirty="0"/>
                  <a:t>每個</a:t>
                </a:r>
                <a:r>
                  <a:rPr lang="en-US" altLang="zh-TW" dirty="0"/>
                  <a:t> </a:t>
                </a:r>
                <a:r>
                  <a:rPr lang="en-US" altLang="zh-TW" i="0">
                    <a:latin typeface="Cambria Math" panose="02040503050406030204" pitchFamily="18" charset="0"/>
                  </a:rPr>
                  <a:t>〖𝑚</a:t>
                </a:r>
                <a:r>
                  <a:rPr lang="en-US" altLang="zh-TW" b="0" i="0">
                    <a:latin typeface="Cambria Math" panose="02040503050406030204" pitchFamily="18" charset="0"/>
                  </a:rPr>
                  <a:t>′〗_</a:t>
                </a:r>
                <a:r>
                  <a:rPr lang="en-US" altLang="zh-TW" i="0">
                    <a:latin typeface="Cambria Math" panose="02040503050406030204" pitchFamily="18" charset="0"/>
                  </a:rPr>
                  <a:t>𝐷</a:t>
                </a:r>
                <a:r>
                  <a:rPr lang="zh-TW" altLang="en-US" dirty="0"/>
                  <a:t>，也會記錄當下收到時的</a:t>
                </a:r>
                <a:r>
                  <a:rPr lang="en-US" altLang="zh-TW" dirty="0"/>
                  <a:t>RSS</a:t>
                </a:r>
                <a:r>
                  <a:rPr lang="zh-TW" altLang="en-US" dirty="0"/>
                  <a:t>，並存成</a:t>
                </a:r>
                <a:r>
                  <a:rPr lang="en-US" altLang="zh-TW" i="0">
                    <a:latin typeface="Cambria Math" panose="02040503050406030204" pitchFamily="18" charset="0"/>
                  </a:rPr>
                  <a:t>𝑟_𝐻</a:t>
                </a:r>
                <a:r>
                  <a:rPr lang="zh-TW" altLang="en-US" dirty="0"/>
                  <a:t> 陣列，還有紀錄時間。</a:t>
                </a:r>
                <a:endParaRPr lang="en-US" altLang="zh-TW" dirty="0"/>
              </a:p>
              <a:p>
                <a:endParaRPr lang="en-US" altLang="zh-TW" dirty="0"/>
              </a:p>
              <a:p>
                <a:r>
                  <a:rPr lang="zh-TW" altLang="en-US" dirty="0"/>
                  <a:t>步驟四</a:t>
                </a:r>
                <a:r>
                  <a:rPr lang="en-US" altLang="zh-TW" dirty="0"/>
                  <a:t>:</a:t>
                </a:r>
                <a:r>
                  <a:rPr lang="zh-TW" altLang="en-US" dirty="0"/>
                  <a:t> 當</a:t>
                </a:r>
                <a:r>
                  <a:rPr lang="en-US" altLang="zh-TW" dirty="0"/>
                  <a:t>A</a:t>
                </a:r>
                <a:r>
                  <a:rPr lang="zh-TW" altLang="en-US" dirty="0"/>
                  <a:t>收到</a:t>
                </a:r>
                <a:r>
                  <a:rPr lang="en-US" altLang="zh-TW" dirty="0"/>
                  <a:t>D</a:t>
                </a:r>
                <a:r>
                  <a:rPr lang="zh-TW" altLang="en-US" dirty="0"/>
                  <a:t>傳來的每</a:t>
                </a:r>
                <a:r>
                  <a:rPr lang="zh-TW" altLang="en-US" i="0">
                    <a:latin typeface="Cambria Math" panose="02040503050406030204" pitchFamily="18" charset="0"/>
                  </a:rPr>
                  <a:t>個</a:t>
                </a:r>
                <a:r>
                  <a:rPr lang="en-US" altLang="zh-TW" i="0">
                    <a:latin typeface="Cambria Math" panose="02040503050406030204" pitchFamily="18" charset="0"/>
                  </a:rPr>
                  <a:t>〖𝑚′′〗_𝐷  </a:t>
                </a:r>
                <a:r>
                  <a:rPr lang="zh-TW" altLang="en-US" i="0">
                    <a:latin typeface="Cambria Math" panose="02040503050406030204" pitchFamily="18" charset="0"/>
                  </a:rPr>
                  <a:t>時</a:t>
                </a:r>
                <a:r>
                  <a:rPr lang="zh-TW" altLang="en-US" dirty="0"/>
                  <a:t>，也會做</a:t>
                </a:r>
                <a:r>
                  <a:rPr lang="en-US" altLang="zh-TW" dirty="0"/>
                  <a:t>decode</a:t>
                </a:r>
                <a:r>
                  <a:rPr lang="zh-TW" altLang="en-US" dirty="0"/>
                  <a:t>的動作，也記錄當下的</a:t>
                </a:r>
                <a:r>
                  <a:rPr lang="en-US" altLang="zh-TW" dirty="0"/>
                  <a:t>RSS</a:t>
                </a:r>
                <a:r>
                  <a:rPr lang="zh-TW" altLang="en-US" dirty="0"/>
                  <a:t>並存成陣列</a:t>
                </a:r>
                <a:r>
                  <a:rPr lang="en-US" altLang="zh-TW" i="0">
                    <a:latin typeface="Cambria Math" panose="02040503050406030204" pitchFamily="18" charset="0"/>
                  </a:rPr>
                  <a:t>𝑟_</a:t>
                </a:r>
                <a:r>
                  <a:rPr lang="en-US" altLang="zh-TW" b="0" i="0">
                    <a:latin typeface="Cambria Math" panose="02040503050406030204" pitchFamily="18" charset="0"/>
                  </a:rPr>
                  <a:t>𝐴</a:t>
                </a:r>
                <a:endParaRPr lang="en-US" altLang="zh-TW" dirty="0"/>
              </a:p>
            </p:txBody>
          </p:sp>
        </mc:Fallback>
      </mc:AlternateContent>
      <p:sp>
        <p:nvSpPr>
          <p:cNvPr id="4" name="投影片編號版面配置區 3"/>
          <p:cNvSpPr>
            <a:spLocks noGrp="1"/>
          </p:cNvSpPr>
          <p:nvPr>
            <p:ph type="sldNum" sz="quarter" idx="5"/>
          </p:nvPr>
        </p:nvSpPr>
        <p:spPr/>
        <p:txBody>
          <a:bodyPr/>
          <a:lstStyle/>
          <a:p>
            <a:fld id="{AC89860F-3D4E-4B43-B5B4-A487B7F2EB69}" type="slidenum">
              <a:rPr lang="en-US" smtClean="0"/>
              <a:t>6</a:t>
            </a:fld>
            <a:endParaRPr lang="en-US"/>
          </a:p>
        </p:txBody>
      </p:sp>
    </p:spTree>
    <p:extLst>
      <p:ext uri="{BB962C8B-B14F-4D97-AF65-F5344CB8AC3E}">
        <p14:creationId xmlns:p14="http://schemas.microsoft.com/office/powerpoint/2010/main" val="2739934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p:cNvSpPr>
                <a:spLocks noGrp="1"/>
              </p:cNvSpPr>
              <p:nvPr>
                <p:ph type="body" idx="1"/>
              </p:nvPr>
            </p:nvSpPr>
            <p:spPr/>
            <p:txBody>
              <a:bodyPr/>
              <a:lstStyle/>
              <a:p>
                <a:r>
                  <a:rPr lang="zh-TW" altLang="en-US" dirty="0"/>
                  <a:t>步驟五</a:t>
                </a:r>
                <a:r>
                  <a:rPr lang="en-US" altLang="zh-TW" dirty="0"/>
                  <a:t>:</a:t>
                </a:r>
                <a:r>
                  <a:rPr lang="zh-TW" altLang="en-US" dirty="0"/>
                  <a:t> </a:t>
                </a:r>
                <a:r>
                  <a:rPr lang="en-US" altLang="zh-TW" dirty="0"/>
                  <a:t>H</a:t>
                </a:r>
                <a:r>
                  <a:rPr lang="zh-TW" altLang="en-US" dirty="0"/>
                  <a:t>要確定每個收到的</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都相同，若不同會傳送</a:t>
                </a:r>
                <a:r>
                  <a:rPr lang="en-US" altLang="zh-TW" dirty="0"/>
                  <a:t>AE(ABORT)</a:t>
                </a:r>
                <a:r>
                  <a:rPr lang="zh-TW" altLang="en-US" dirty="0"/>
                  <a:t>給 </a:t>
                </a:r>
                <a:r>
                  <a:rPr lang="en-US" altLang="zh-TW" dirty="0"/>
                  <a:t>A(</a:t>
                </a:r>
                <a:r>
                  <a:rPr lang="zh-TW" altLang="en-US" dirty="0"/>
                  <a:t>經由他們已建立的認證通道</a:t>
                </a:r>
                <a:r>
                  <a:rPr lang="en-US" altLang="zh-TW" dirty="0"/>
                  <a:t>)</a:t>
                </a:r>
                <a:r>
                  <a:rPr lang="zh-TW" altLang="en-US" dirty="0"/>
                  <a:t>，若每個</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都相同就將</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m:t>
                        </m:r>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𝐻</m:t>
                        </m:r>
                      </m:sub>
                    </m:sSub>
                    <m:r>
                      <a:rPr lang="zh-TW" altLang="en-US"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t>(1)</a:t>
                </a:r>
                <a:r>
                  <a:rPr lang="zh-TW" altLang="en-US" dirty="0"/>
                  <a:t>，</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𝐻</m:t>
                        </m:r>
                      </m:sub>
                    </m:sSub>
                    <m:r>
                      <a:rPr lang="en-US" altLang="zh-TW" b="0" i="1" smtClean="0">
                        <a:latin typeface="Cambria Math" panose="02040503050406030204" pitchFamily="18" charset="0"/>
                      </a:rPr>
                      <m:t>(1)</m:t>
                    </m:r>
                  </m:oMath>
                </a14:m>
                <a:r>
                  <a:rPr lang="en-US" altLang="zh-TW" dirty="0"/>
                  <a:t>)</a:t>
                </a:r>
                <a:r>
                  <a:rPr lang="zh-TW" altLang="en-US" dirty="0"/>
                  <a:t>包成</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e>
                      <m:sub>
                        <m:r>
                          <m:rPr>
                            <m:sty m:val="p"/>
                          </m:rPr>
                          <a:rPr lang="en-US" altLang="zh-TW" i="1" smtClean="0">
                            <a:latin typeface="Cambria Math" panose="02040503050406030204" pitchFamily="18" charset="0"/>
                          </a:rPr>
                          <m:t>H</m:t>
                        </m:r>
                      </m:sub>
                    </m:sSub>
                    <m:r>
                      <a:rPr lang="zh-TW" altLang="en-US" i="1">
                        <a:latin typeface="Cambria Math" panose="02040503050406030204" pitchFamily="18" charset="0"/>
                      </a:rPr>
                      <m:t>傳送給</m:t>
                    </m:r>
                  </m:oMath>
                </a14:m>
                <a:r>
                  <a:rPr lang="en-US" altLang="zh-TW" dirty="0"/>
                  <a:t>A</a:t>
                </a:r>
              </a:p>
              <a:p>
                <a:endParaRPr lang="en-US" altLang="zh-TW" dirty="0"/>
              </a:p>
              <a:p>
                <a:r>
                  <a:rPr lang="zh-TW" altLang="en-US" dirty="0"/>
                  <a:t>步驟六</a:t>
                </a:r>
                <a:r>
                  <a:rPr lang="en-US" altLang="zh-TW" dirty="0"/>
                  <a:t>:</a:t>
                </a:r>
                <a:r>
                  <a:rPr lang="zh-TW" altLang="en-US" dirty="0"/>
                  <a:t> </a:t>
                </a:r>
                <a:r>
                  <a:rPr lang="en-US" altLang="zh-TW" dirty="0"/>
                  <a:t>A</a:t>
                </a:r>
                <a:r>
                  <a:rPr lang="zh-TW" altLang="en-US" dirty="0"/>
                  <a:t>收到</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e>
                      <m:sub>
                        <m:r>
                          <m:rPr>
                            <m:sty m:val="p"/>
                          </m:rPr>
                          <a:rPr lang="en-US" altLang="zh-TW" i="1" smtClean="0">
                            <a:latin typeface="Cambria Math" panose="02040503050406030204" pitchFamily="18" charset="0"/>
                          </a:rPr>
                          <m:t>H</m:t>
                        </m:r>
                      </m:sub>
                    </m:sSub>
                  </m:oMath>
                </a14:m>
                <a:r>
                  <a:rPr lang="zh-TW" altLang="en-US" dirty="0"/>
                  <a:t>會進行解密，並進行確認，若失敗則捨棄自己由</a:t>
                </a:r>
                <a:r>
                  <a:rPr lang="en-US" altLang="zh-TW" dirty="0"/>
                  <a:t>D</a:t>
                </a:r>
                <a:r>
                  <a:rPr lang="zh-TW" altLang="en-US" dirty="0"/>
                  <a:t>方送出的</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e>
                      <m:sub>
                        <m:r>
                          <a:rPr lang="en-US" altLang="zh-TW" b="0" i="1" smtClean="0">
                            <a:latin typeface="Cambria Math" panose="02040503050406030204" pitchFamily="18" charset="0"/>
                          </a:rPr>
                          <m:t>𝐷</m:t>
                        </m:r>
                      </m:sub>
                    </m:sSub>
                  </m:oMath>
                </a14:m>
                <a:r>
                  <a:rPr lang="zh-TW" altLang="en-US" dirty="0"/>
                  <a:t>。</a:t>
                </a:r>
              </a:p>
            </p:txBody>
          </p:sp>
        </mc:Choice>
        <mc:Fallback>
          <p:sp>
            <p:nvSpPr>
              <p:cNvPr id="3" name="備忘稿版面配置區 2"/>
              <p:cNvSpPr>
                <a:spLocks noGrp="1"/>
              </p:cNvSpPr>
              <p:nvPr>
                <p:ph type="body" idx="1"/>
              </p:nvPr>
            </p:nvSpPr>
            <p:spPr/>
            <p:txBody>
              <a:bodyPr/>
              <a:lstStyle/>
              <a:p>
                <a:r>
                  <a:rPr lang="zh-TW" altLang="en-US" dirty="0"/>
                  <a:t>步驟五</a:t>
                </a:r>
                <a:r>
                  <a:rPr lang="en-US" altLang="zh-TW" dirty="0"/>
                  <a:t>:</a:t>
                </a:r>
                <a:r>
                  <a:rPr lang="zh-TW" altLang="en-US" dirty="0"/>
                  <a:t> </a:t>
                </a:r>
                <a:r>
                  <a:rPr lang="en-US" altLang="zh-TW" dirty="0"/>
                  <a:t>H</a:t>
                </a:r>
                <a:r>
                  <a:rPr lang="zh-TW" altLang="en-US" dirty="0"/>
                  <a:t>要確定每個收到的</a:t>
                </a:r>
                <a:r>
                  <a:rPr lang="en-US" altLang="zh-TW" i="0">
                    <a:latin typeface="Cambria Math" panose="02040503050406030204" pitchFamily="18" charset="0"/>
                  </a:rPr>
                  <a:t>〖𝑚′〗_𝐷</a:t>
                </a:r>
                <a:r>
                  <a:rPr lang="zh-TW" altLang="en-US" dirty="0"/>
                  <a:t>都相同，若不同會傳送</a:t>
                </a:r>
                <a:r>
                  <a:rPr lang="en-US" altLang="zh-TW" dirty="0"/>
                  <a:t>AE(ABORT)</a:t>
                </a:r>
                <a:r>
                  <a:rPr lang="zh-TW" altLang="en-US" dirty="0"/>
                  <a:t>給 </a:t>
                </a:r>
                <a:r>
                  <a:rPr lang="en-US" altLang="zh-TW" dirty="0"/>
                  <a:t>A(</a:t>
                </a:r>
                <a:r>
                  <a:rPr lang="zh-TW" altLang="en-US" dirty="0"/>
                  <a:t>經由他們已建立的認證通道</a:t>
                </a:r>
                <a:r>
                  <a:rPr lang="en-US" altLang="zh-TW" dirty="0"/>
                  <a:t>)</a:t>
                </a:r>
                <a:r>
                  <a:rPr lang="zh-TW" altLang="en-US" dirty="0"/>
                  <a:t>，若每個</a:t>
                </a:r>
                <a:r>
                  <a:rPr lang="en-US" altLang="zh-TW" i="0">
                    <a:latin typeface="Cambria Math" panose="02040503050406030204" pitchFamily="18" charset="0"/>
                  </a:rPr>
                  <a:t>〖𝑚′〗_𝐷</a:t>
                </a:r>
                <a:r>
                  <a:rPr lang="zh-TW" altLang="en-US" dirty="0"/>
                  <a:t>都相同就將</a:t>
                </a:r>
                <a:r>
                  <a:rPr lang="en-US" altLang="zh-TW" i="0">
                    <a:latin typeface="Cambria Math" panose="02040503050406030204" pitchFamily="18" charset="0"/>
                  </a:rPr>
                  <a:t>〖</a:t>
                </a:r>
                <a:r>
                  <a:rPr lang="en-US" altLang="zh-TW" b="0" i="0">
                    <a:latin typeface="Cambria Math" panose="02040503050406030204" pitchFamily="18" charset="0"/>
                  </a:rPr>
                  <a:t>(𝑟〗_𝐻</a:t>
                </a:r>
                <a:r>
                  <a:rPr lang="zh-TW" altLang="en-US" i="0">
                    <a:latin typeface="Cambria Math" panose="02040503050406030204" pitchFamily="18" charset="0"/>
                  </a:rPr>
                  <a:t>，</a:t>
                </a:r>
                <a:r>
                  <a:rPr lang="en-US" altLang="zh-TW" i="0">
                    <a:latin typeface="Cambria Math" panose="02040503050406030204" pitchFamily="18" charset="0"/>
                  </a:rPr>
                  <a:t>〖𝑚′〗_𝐷</a:t>
                </a:r>
                <a:r>
                  <a:rPr lang="en-US" altLang="zh-TW" dirty="0"/>
                  <a:t>(1)</a:t>
                </a:r>
                <a:r>
                  <a:rPr lang="zh-TW" altLang="en-US" dirty="0"/>
                  <a:t>，</a:t>
                </a:r>
                <a:r>
                  <a:rPr lang="en-US" altLang="zh-TW" b="0" i="0">
                    <a:latin typeface="Cambria Math" panose="02040503050406030204" pitchFamily="18" charset="0"/>
                  </a:rPr>
                  <a:t>𝑡_𝐻 (1)</a:t>
                </a:r>
                <a:r>
                  <a:rPr lang="en-US" altLang="zh-TW" dirty="0"/>
                  <a:t>)</a:t>
                </a:r>
                <a:r>
                  <a:rPr lang="zh-TW" altLang="en-US" dirty="0"/>
                  <a:t>包成</a:t>
                </a:r>
                <a:r>
                  <a:rPr lang="en-US" altLang="zh-TW" i="0">
                    <a:latin typeface="Cambria Math" panose="02040503050406030204" pitchFamily="18" charset="0"/>
                  </a:rPr>
                  <a:t>𝑚_H</a:t>
                </a:r>
                <a:r>
                  <a:rPr lang="zh-TW" altLang="en-US" i="0">
                    <a:latin typeface="Cambria Math" panose="02040503050406030204" pitchFamily="18" charset="0"/>
                  </a:rPr>
                  <a:t> 傳送給</a:t>
                </a:r>
                <a:r>
                  <a:rPr lang="en-US" altLang="zh-TW" dirty="0"/>
                  <a:t>A</a:t>
                </a:r>
              </a:p>
              <a:p>
                <a:endParaRPr lang="en-US" altLang="zh-TW" dirty="0"/>
              </a:p>
              <a:p>
                <a:r>
                  <a:rPr lang="zh-TW" altLang="en-US" dirty="0"/>
                  <a:t>步驟六</a:t>
                </a:r>
                <a:r>
                  <a:rPr lang="en-US" altLang="zh-TW" dirty="0"/>
                  <a:t>:</a:t>
                </a:r>
                <a:r>
                  <a:rPr lang="zh-TW" altLang="en-US" dirty="0"/>
                  <a:t> </a:t>
                </a:r>
                <a:r>
                  <a:rPr lang="en-US" altLang="zh-TW" dirty="0"/>
                  <a:t>A</a:t>
                </a:r>
                <a:r>
                  <a:rPr lang="zh-TW" altLang="en-US" dirty="0"/>
                  <a:t>收到</a:t>
                </a:r>
                <a:r>
                  <a:rPr lang="en-US" altLang="zh-TW" i="0">
                    <a:latin typeface="Cambria Math" panose="02040503050406030204" pitchFamily="18" charset="0"/>
                  </a:rPr>
                  <a:t>𝑚_H</a:t>
                </a:r>
                <a:r>
                  <a:rPr lang="zh-TW" altLang="en-US" dirty="0"/>
                  <a:t>會進行解密，並進行確認，若失敗則捨棄自己由</a:t>
                </a:r>
                <a:r>
                  <a:rPr lang="en-US" altLang="zh-TW" dirty="0"/>
                  <a:t>D</a:t>
                </a:r>
                <a:r>
                  <a:rPr lang="zh-TW" altLang="en-US" dirty="0"/>
                  <a:t>方送出的</a:t>
                </a:r>
                <a:r>
                  <a:rPr lang="en-US" altLang="zh-TW" i="0">
                    <a:latin typeface="Cambria Math" panose="02040503050406030204" pitchFamily="18" charset="0"/>
                  </a:rPr>
                  <a:t>〖𝑚</a:t>
                </a:r>
                <a:r>
                  <a:rPr lang="en-US" altLang="zh-TW" b="0" i="0">
                    <a:latin typeface="Cambria Math" panose="02040503050406030204" pitchFamily="18" charset="0"/>
                  </a:rPr>
                  <a:t>′′〗_𝐷</a:t>
                </a:r>
                <a:r>
                  <a:rPr lang="zh-TW" altLang="en-US" dirty="0"/>
                  <a:t>。</a:t>
                </a:r>
              </a:p>
            </p:txBody>
          </p:sp>
        </mc:Fallback>
      </mc:AlternateContent>
      <p:sp>
        <p:nvSpPr>
          <p:cNvPr id="4" name="投影片編號版面配置區 3"/>
          <p:cNvSpPr>
            <a:spLocks noGrp="1"/>
          </p:cNvSpPr>
          <p:nvPr>
            <p:ph type="sldNum" sz="quarter" idx="5"/>
          </p:nvPr>
        </p:nvSpPr>
        <p:spPr/>
        <p:txBody>
          <a:bodyPr/>
          <a:lstStyle/>
          <a:p>
            <a:fld id="{AC89860F-3D4E-4B43-B5B4-A487B7F2EB69}" type="slidenum">
              <a:rPr lang="en-US" smtClean="0"/>
              <a:t>7</a:t>
            </a:fld>
            <a:endParaRPr lang="en-US"/>
          </a:p>
        </p:txBody>
      </p:sp>
    </p:spTree>
    <p:extLst>
      <p:ext uri="{BB962C8B-B14F-4D97-AF65-F5344CB8AC3E}">
        <p14:creationId xmlns:p14="http://schemas.microsoft.com/office/powerpoint/2010/main" val="1403743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p:cNvSpPr>
                <a:spLocks noGrp="1"/>
              </p:cNvSpPr>
              <p:nvPr>
                <p:ph type="body" idx="1"/>
              </p:nvPr>
            </p:nvSpPr>
            <p:spPr/>
            <p:txBody>
              <a:bodyPr/>
              <a:lstStyle/>
              <a:p>
                <a:r>
                  <a:rPr lang="zh-TW" altLang="en-US" dirty="0"/>
                  <a:t>最後在</a:t>
                </a:r>
                <a:r>
                  <a:rPr lang="en-US" altLang="zh-TW" dirty="0"/>
                  <a:t>A</a:t>
                </a:r>
                <a:r>
                  <a:rPr lang="zh-TW" altLang="en-US" dirty="0"/>
                  <a:t>端 要確認每個收到的</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i="1" smtClean="0">
                            <a:latin typeface="Cambria Math" panose="02040503050406030204" pitchFamily="18" charset="0"/>
                          </a:rPr>
                          <m:t>‘’</m:t>
                        </m:r>
                      </m:e>
                      <m:sub>
                        <m:r>
                          <m:rPr>
                            <m:sty m:val="p"/>
                          </m:rPr>
                          <a:rPr lang="en-US" altLang="zh-TW" i="1" smtClean="0">
                            <a:latin typeface="Cambria Math" panose="02040503050406030204" pitchFamily="18" charset="0"/>
                          </a:rPr>
                          <m:t>D</m:t>
                        </m:r>
                      </m:sub>
                    </m:sSub>
                    <m:r>
                      <a:rPr lang="zh-TW" altLang="en-US" i="1" smtClean="0">
                        <a:latin typeface="Cambria Math" panose="02040503050406030204" pitchFamily="18" charset="0"/>
                      </a:rPr>
                      <m:t>是</m:t>
                    </m:r>
                  </m:oMath>
                </a14:m>
                <a:r>
                  <a:rPr lang="zh-TW" altLang="en-US" dirty="0"/>
                  <a:t>否相同，若不相同則</a:t>
                </a:r>
                <a:r>
                  <a:rPr lang="en-US" altLang="zh-TW" dirty="0"/>
                  <a:t>pair</a:t>
                </a:r>
                <a:r>
                  <a:rPr lang="zh-TW" altLang="en-US" dirty="0"/>
                  <a:t>失敗，若都相同，則比較</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t>(1)</a:t>
                </a:r>
                <a:r>
                  <a:rPr lang="zh-TW" altLang="en-US" dirty="0"/>
                  <a:t>是否等於</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t>(1)</a:t>
                </a:r>
                <a:r>
                  <a:rPr lang="zh-TW" altLang="en-US" dirty="0"/>
                  <a:t>，若不同則</a:t>
                </a:r>
                <a:r>
                  <a:rPr lang="en-US" altLang="zh-TW" dirty="0"/>
                  <a:t>pair</a:t>
                </a:r>
                <a:r>
                  <a:rPr lang="zh-TW" altLang="en-US" dirty="0"/>
                  <a:t>失敗。若相同就會進行</a:t>
                </a:r>
                <a:r>
                  <a:rPr lang="en-US" altLang="zh-TW" dirty="0"/>
                  <a:t>RSS</a:t>
                </a:r>
                <a:r>
                  <a:rPr lang="zh-TW" altLang="en-US" dirty="0"/>
                  <a:t>的認證，利用</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𝑡</m:t>
                        </m:r>
                      </m:e>
                      <m:sub>
                        <m:r>
                          <a:rPr lang="en-US" altLang="zh-TW" i="1">
                            <a:latin typeface="Cambria Math" panose="02040503050406030204" pitchFamily="18" charset="0"/>
                          </a:rPr>
                          <m:t>𝐻</m:t>
                        </m:r>
                      </m:sub>
                    </m:sSub>
                    <m:r>
                      <a:rPr lang="en-US" altLang="zh-TW" i="1">
                        <a:latin typeface="Cambria Math" panose="02040503050406030204" pitchFamily="18" charset="0"/>
                      </a:rPr>
                      <m:t> </m:t>
                    </m:r>
                  </m:oMath>
                </a14:m>
                <a:r>
                  <a:rPr lang="zh-TW" altLang="en-US" dirty="0"/>
                  <a:t>(1)來對齊</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與</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𝑟</m:t>
                        </m:r>
                      </m:e>
                      <m:sub>
                        <m:r>
                          <a:rPr lang="en-US" altLang="zh-TW" b="0" i="1" smtClean="0">
                            <a:latin typeface="Cambria Math" panose="02040503050406030204" pitchFamily="18" charset="0"/>
                          </a:rPr>
                          <m:t>𝐴</m:t>
                        </m:r>
                      </m:sub>
                    </m:sSub>
                    <m:r>
                      <m:rPr>
                        <m:nor/>
                      </m:rPr>
                      <a:rPr lang="en-US" altLang="zh-TW" dirty="0" smtClean="0"/>
                      <m:t>(</m:t>
                    </m:r>
                    <m:r>
                      <m:rPr>
                        <m:nor/>
                      </m:rPr>
                      <a:rPr lang="en-US" altLang="zh-TW" dirty="0" smtClean="0"/>
                      <m:t>H</m:t>
                    </m:r>
                    <m:r>
                      <m:rPr>
                        <m:nor/>
                      </m:rPr>
                      <a:rPr lang="zh-TW" altLang="en-US" dirty="0" smtClean="0"/>
                      <m:t>收到</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i="1" smtClean="0">
                            <a:latin typeface="Cambria Math" panose="02040503050406030204" pitchFamily="18" charset="0"/>
                          </a:rPr>
                          <m:t>′′</m:t>
                        </m:r>
                      </m:e>
                      <m:sub>
                        <m:r>
                          <m:rPr>
                            <m:sty m:val="p"/>
                          </m:rPr>
                          <a:rPr lang="en-US" altLang="zh-TW" i="1" smtClean="0">
                            <a:latin typeface="Cambria Math" panose="02040503050406030204" pitchFamily="18" charset="0"/>
                          </a:rPr>
                          <m:t>D</m:t>
                        </m:r>
                      </m:sub>
                    </m:sSub>
                    <m:r>
                      <m:rPr>
                        <m:nor/>
                      </m:rPr>
                      <a:rPr lang="zh-TW" altLang="en-US" dirty="0"/>
                      <m:t>所記錄的</m:t>
                    </m:r>
                    <m:r>
                      <m:rPr>
                        <m:nor/>
                      </m:rPr>
                      <a:rPr lang="en-US" altLang="zh-TW" dirty="0"/>
                      <m:t>RSS</m:t>
                    </m:r>
                    <m:r>
                      <m:rPr>
                        <m:nor/>
                      </m:rPr>
                      <a:rPr lang="en-US" altLang="zh-TW" dirty="0"/>
                      <m:t>)</m:t>
                    </m:r>
                  </m:oMath>
                </a14:m>
                <a:r>
                  <a:rPr lang="zh-TW" altLang="en-US" dirty="0"/>
                  <a:t>與</a:t>
                </a:r>
                <a:r>
                  <a:rPr lang="en-US" altLang="zh-TW" dirty="0"/>
                  <a:t>(A</a:t>
                </a:r>
                <a:r>
                  <a:rPr lang="zh-TW" altLang="en-US" dirty="0"/>
                  <a:t>收到</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r>
                          <a:rPr lang="en-US" altLang="zh-TW" i="1" smtClean="0">
                            <a:latin typeface="Cambria Math" panose="02040503050406030204" pitchFamily="18" charset="0"/>
                          </a:rPr>
                          <m:t>‘’</m:t>
                        </m:r>
                      </m:e>
                      <m:sub>
                        <m:r>
                          <m:rPr>
                            <m:sty m:val="p"/>
                          </m:rPr>
                          <a:rPr lang="en-US" altLang="zh-TW" i="1" smtClean="0">
                            <a:latin typeface="Cambria Math" panose="02040503050406030204" pitchFamily="18" charset="0"/>
                          </a:rPr>
                          <m:t>D</m:t>
                        </m:r>
                      </m:sub>
                    </m:sSub>
                  </m:oMath>
                </a14:m>
                <a:r>
                  <a:rPr lang="zh-TW" altLang="en-US" dirty="0"/>
                  <a:t>所記錄的</a:t>
                </a:r>
                <a:r>
                  <a:rPr lang="en-US" altLang="zh-TW" dirty="0"/>
                  <a:t>RSS)</a:t>
                </a:r>
                <a:r>
                  <a:rPr lang="zh-TW" altLang="en-US" dirty="0"/>
                  <a:t>。然後紀錄兩個</a:t>
                </a:r>
                <a:r>
                  <a:rPr lang="en-US" altLang="zh-TW" dirty="0"/>
                  <a:t>RSS</a:t>
                </a:r>
                <a:r>
                  <a:rPr lang="zh-TW" altLang="en-US" dirty="0"/>
                  <a:t>的比值 並存成</a:t>
                </a:r>
                <a:r>
                  <a:rPr lang="en-US" altLang="zh-TW" sz="1200" b="0" i="0" kern="1200" dirty="0">
                    <a:solidFill>
                      <a:schemeClr val="tx1"/>
                    </a:solidFill>
                    <a:effectLst/>
                    <a:latin typeface="+mn-lt"/>
                    <a:ea typeface="+mn-ea"/>
                    <a:cs typeface="+mn-cs"/>
                  </a:rPr>
                  <a:t>Gamma</a:t>
                </a:r>
                <a:r>
                  <a:rPr lang="zh-TW" altLang="en-US" sz="1200" b="0" i="0" kern="1200" dirty="0">
                    <a:solidFill>
                      <a:schemeClr val="tx1"/>
                    </a:solidFill>
                    <a:effectLst/>
                    <a:latin typeface="+mn-lt"/>
                    <a:ea typeface="+mn-ea"/>
                    <a:cs typeface="+mn-cs"/>
                  </a:rPr>
                  <a:t>陣列</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接下來就是要進行一連串</a:t>
                </a:r>
                <a:r>
                  <a:rPr lang="en-US" altLang="zh-TW" sz="1200" b="0" i="0" kern="1200" dirty="0">
                    <a:solidFill>
                      <a:schemeClr val="tx1"/>
                    </a:solidFill>
                    <a:effectLst/>
                    <a:latin typeface="+mn-lt"/>
                    <a:ea typeface="+mn-ea"/>
                    <a:cs typeface="+mn-cs"/>
                  </a:rPr>
                  <a:t>RSS</a:t>
                </a:r>
                <a:r>
                  <a:rPr lang="zh-TW" altLang="en-US" sz="1200" b="0" i="0" kern="1200" dirty="0">
                    <a:solidFill>
                      <a:schemeClr val="tx1"/>
                    </a:solidFill>
                    <a:effectLst/>
                    <a:latin typeface="+mn-lt"/>
                    <a:ea typeface="+mn-ea"/>
                    <a:cs typeface="+mn-cs"/>
                  </a:rPr>
                  <a:t>認證的測試，若是通過了則</a:t>
                </a:r>
                <a:r>
                  <a:rPr lang="en-US" altLang="zh-TW" sz="1200" b="0" i="0" kern="1200" dirty="0">
                    <a:solidFill>
                      <a:schemeClr val="tx1"/>
                    </a:solidFill>
                    <a:effectLst/>
                    <a:latin typeface="+mn-lt"/>
                    <a:ea typeface="+mn-ea"/>
                    <a:cs typeface="+mn-cs"/>
                  </a:rPr>
                  <a:t>pair</a:t>
                </a:r>
                <a:r>
                  <a:rPr lang="zh-TW" altLang="en-US" sz="1200" b="0" i="0" kern="1200" dirty="0">
                    <a:solidFill>
                      <a:schemeClr val="tx1"/>
                    </a:solidFill>
                    <a:effectLst/>
                    <a:latin typeface="+mn-lt"/>
                    <a:ea typeface="+mn-ea"/>
                    <a:cs typeface="+mn-cs"/>
                  </a:rPr>
                  <a:t>成功，若其中一個不通過或超時則失敗。</a:t>
                </a:r>
                <a:endParaRPr lang="zh-TW" altLang="en-US" dirty="0"/>
              </a:p>
            </p:txBody>
          </p:sp>
        </mc:Choice>
        <mc:Fallback>
          <p:sp>
            <p:nvSpPr>
              <p:cNvPr id="3" name="備忘稿版面配置區 2"/>
              <p:cNvSpPr>
                <a:spLocks noGrp="1"/>
              </p:cNvSpPr>
              <p:nvPr>
                <p:ph type="body" idx="1"/>
              </p:nvPr>
            </p:nvSpPr>
            <p:spPr/>
            <p:txBody>
              <a:bodyPr/>
              <a:lstStyle/>
              <a:p>
                <a:r>
                  <a:rPr lang="zh-TW" altLang="en-US" dirty="0"/>
                  <a:t>最後在</a:t>
                </a:r>
                <a:r>
                  <a:rPr lang="en-US" altLang="zh-TW" dirty="0"/>
                  <a:t>A</a:t>
                </a:r>
                <a:r>
                  <a:rPr lang="zh-TW" altLang="en-US" dirty="0"/>
                  <a:t>端 要確認每個收到的</a:t>
                </a:r>
                <a:r>
                  <a:rPr lang="en-US" altLang="zh-TW" i="0">
                    <a:latin typeface="Cambria Math" panose="02040503050406030204" pitchFamily="18" charset="0"/>
                  </a:rPr>
                  <a:t>〖𝑚‘’〗_D</a:t>
                </a:r>
                <a:r>
                  <a:rPr lang="zh-TW" altLang="en-US" i="0">
                    <a:latin typeface="Cambria Math" panose="02040503050406030204" pitchFamily="18" charset="0"/>
                  </a:rPr>
                  <a:t> 是</a:t>
                </a:r>
                <a:r>
                  <a:rPr lang="zh-TW" altLang="en-US" dirty="0"/>
                  <a:t>否相同，若不相同則</a:t>
                </a:r>
                <a:r>
                  <a:rPr lang="en-US" altLang="zh-TW" dirty="0"/>
                  <a:t>pair</a:t>
                </a:r>
                <a:r>
                  <a:rPr lang="zh-TW" altLang="en-US" dirty="0"/>
                  <a:t>失敗，若都相同，則比較</a:t>
                </a:r>
                <a:r>
                  <a:rPr lang="en-US" altLang="zh-TW" i="0">
                    <a:latin typeface="Cambria Math" panose="02040503050406030204" pitchFamily="18" charset="0"/>
                  </a:rPr>
                  <a:t>〖𝑚</a:t>
                </a:r>
                <a:r>
                  <a:rPr lang="en-US" altLang="zh-TW" b="0" i="0">
                    <a:latin typeface="Cambria Math" panose="02040503050406030204" pitchFamily="18" charset="0"/>
                  </a:rPr>
                  <a:t>′</a:t>
                </a:r>
                <a:r>
                  <a:rPr lang="en-US" altLang="zh-TW" i="0">
                    <a:latin typeface="Cambria Math" panose="02040503050406030204" pitchFamily="18" charset="0"/>
                  </a:rPr>
                  <a:t>′〗_𝐷</a:t>
                </a:r>
                <a:r>
                  <a:rPr lang="en-US" altLang="zh-TW" dirty="0"/>
                  <a:t>(1)</a:t>
                </a:r>
                <a:r>
                  <a:rPr lang="zh-TW" altLang="en-US" dirty="0"/>
                  <a:t>是否等於</a:t>
                </a:r>
                <a:r>
                  <a:rPr lang="en-US" altLang="zh-TW" i="0">
                    <a:latin typeface="Cambria Math" panose="02040503050406030204" pitchFamily="18" charset="0"/>
                  </a:rPr>
                  <a:t>〖𝑚</a:t>
                </a:r>
                <a:r>
                  <a:rPr lang="en-US" altLang="zh-TW" b="0" i="0">
                    <a:latin typeface="Cambria Math" panose="02040503050406030204" pitchFamily="18" charset="0"/>
                  </a:rPr>
                  <a:t>′〗_</a:t>
                </a:r>
                <a:r>
                  <a:rPr lang="en-US" altLang="zh-TW" i="0">
                    <a:latin typeface="Cambria Math" panose="02040503050406030204" pitchFamily="18" charset="0"/>
                  </a:rPr>
                  <a:t>𝐷</a:t>
                </a:r>
                <a:r>
                  <a:rPr lang="en-US" altLang="zh-TW" dirty="0"/>
                  <a:t>(1)</a:t>
                </a:r>
                <a:r>
                  <a:rPr lang="zh-TW" altLang="en-US" dirty="0"/>
                  <a:t>，若不同則</a:t>
                </a:r>
                <a:r>
                  <a:rPr lang="en-US" altLang="zh-TW" dirty="0"/>
                  <a:t>pair</a:t>
                </a:r>
                <a:r>
                  <a:rPr lang="zh-TW" altLang="en-US" dirty="0"/>
                  <a:t>失敗。若相同就會進行</a:t>
                </a:r>
                <a:r>
                  <a:rPr lang="en-US" altLang="zh-TW" dirty="0"/>
                  <a:t>RSS</a:t>
                </a:r>
                <a:r>
                  <a:rPr lang="zh-TW" altLang="en-US" dirty="0"/>
                  <a:t>的認證，利用</a:t>
                </a:r>
                <a:r>
                  <a:rPr lang="en-US" altLang="zh-TW" i="0">
                    <a:latin typeface="Cambria Math" panose="02040503050406030204" pitchFamily="18" charset="0"/>
                  </a:rPr>
                  <a:t>𝑡_𝐻  </a:t>
                </a:r>
                <a:r>
                  <a:rPr lang="zh-TW" altLang="en-US" dirty="0"/>
                  <a:t>(1)來對齊</a:t>
                </a:r>
                <a:r>
                  <a:rPr lang="en-US" altLang="zh-TW" b="0" i="0">
                    <a:latin typeface="Cambria Math" panose="02040503050406030204" pitchFamily="18" charset="0"/>
                  </a:rPr>
                  <a:t>𝑟_</a:t>
                </a:r>
                <a:r>
                  <a:rPr lang="en-US" altLang="zh-TW" i="0">
                    <a:latin typeface="Cambria Math" panose="02040503050406030204" pitchFamily="18" charset="0"/>
                  </a:rPr>
                  <a:t>𝐻</a:t>
                </a:r>
                <a:r>
                  <a:rPr lang="zh-TW" altLang="en-US" dirty="0"/>
                  <a:t>與</a:t>
                </a:r>
                <a:r>
                  <a:rPr lang="en-US" altLang="zh-TW" i="0">
                    <a:latin typeface="Cambria Math" panose="02040503050406030204" pitchFamily="18" charset="0"/>
                  </a:rPr>
                  <a:t>𝑟_</a:t>
                </a:r>
                <a:r>
                  <a:rPr lang="en-US" altLang="zh-TW" b="0" i="0">
                    <a:latin typeface="Cambria Math" panose="02040503050406030204" pitchFamily="18" charset="0"/>
                  </a:rPr>
                  <a:t>𝐴</a:t>
                </a:r>
                <a:r>
                  <a:rPr lang="en-US" altLang="zh-TW" b="0" i="0" dirty="0">
                    <a:latin typeface="Cambria Math" panose="02040503050406030204" pitchFamily="18" charset="0"/>
                  </a:rPr>
                  <a:t> "</a:t>
                </a:r>
                <a:r>
                  <a:rPr lang="en-US" altLang="zh-TW" i="0" dirty="0">
                    <a:latin typeface="Cambria Math" panose="02040503050406030204" pitchFamily="18" charset="0"/>
                  </a:rPr>
                  <a:t>(H</a:t>
                </a:r>
                <a:r>
                  <a:rPr lang="zh-TW" altLang="en-US" i="0" dirty="0">
                    <a:latin typeface="Cambria Math" panose="02040503050406030204" pitchFamily="18" charset="0"/>
                  </a:rPr>
                  <a:t>收到</a:t>
                </a:r>
                <a:r>
                  <a:rPr lang="en-US" altLang="zh-TW" i="0">
                    <a:latin typeface="Cambria Math" panose="02040503050406030204" pitchFamily="18" charset="0"/>
                  </a:rPr>
                  <a:t>" 〖𝑚′′〗_D</a:t>
                </a:r>
                <a:r>
                  <a:rPr lang="zh-TW" altLang="en-US" i="0" dirty="0">
                    <a:latin typeface="Cambria Math" panose="02040503050406030204" pitchFamily="18" charset="0"/>
                  </a:rPr>
                  <a:t> "所記錄的</a:t>
                </a:r>
                <a:r>
                  <a:rPr lang="en-US" altLang="zh-TW" i="0" dirty="0">
                    <a:latin typeface="Cambria Math" panose="02040503050406030204" pitchFamily="18" charset="0"/>
                  </a:rPr>
                  <a:t>RSS)</a:t>
                </a:r>
                <a:r>
                  <a:rPr lang="zh-TW" altLang="en-US" i="0" dirty="0"/>
                  <a:t>"</a:t>
                </a:r>
                <a:r>
                  <a:rPr lang="zh-TW" altLang="en-US" dirty="0"/>
                  <a:t>與</a:t>
                </a:r>
                <a:r>
                  <a:rPr lang="en-US" altLang="zh-TW" dirty="0"/>
                  <a:t>(A</a:t>
                </a:r>
                <a:r>
                  <a:rPr lang="zh-TW" altLang="en-US" dirty="0"/>
                  <a:t>收到</a:t>
                </a:r>
                <a:r>
                  <a:rPr lang="en-US" altLang="zh-TW" i="0">
                    <a:latin typeface="Cambria Math" panose="02040503050406030204" pitchFamily="18" charset="0"/>
                  </a:rPr>
                  <a:t>〖𝑚‘’〗_D</a:t>
                </a:r>
                <a:r>
                  <a:rPr lang="zh-TW" altLang="en-US" dirty="0"/>
                  <a:t>所記錄的</a:t>
                </a:r>
                <a:r>
                  <a:rPr lang="en-US" altLang="zh-TW" dirty="0"/>
                  <a:t>RSS)</a:t>
                </a:r>
                <a:r>
                  <a:rPr lang="zh-TW" altLang="en-US" dirty="0"/>
                  <a:t>。然後紀錄兩個</a:t>
                </a:r>
                <a:r>
                  <a:rPr lang="en-US" altLang="zh-TW" dirty="0"/>
                  <a:t>RSS</a:t>
                </a:r>
                <a:r>
                  <a:rPr lang="zh-TW" altLang="en-US" dirty="0"/>
                  <a:t>的比值 並存成</a:t>
                </a:r>
                <a:r>
                  <a:rPr lang="en-US" altLang="zh-TW" sz="1200" b="0" i="0" kern="1200" dirty="0">
                    <a:solidFill>
                      <a:schemeClr val="tx1"/>
                    </a:solidFill>
                    <a:effectLst/>
                    <a:latin typeface="+mn-lt"/>
                    <a:ea typeface="+mn-ea"/>
                    <a:cs typeface="+mn-cs"/>
                  </a:rPr>
                  <a:t>Gamma</a:t>
                </a:r>
                <a:r>
                  <a:rPr lang="zh-TW" altLang="en-US" sz="1200" b="0" i="0" kern="1200" dirty="0">
                    <a:solidFill>
                      <a:schemeClr val="tx1"/>
                    </a:solidFill>
                    <a:effectLst/>
                    <a:latin typeface="+mn-lt"/>
                    <a:ea typeface="+mn-ea"/>
                    <a:cs typeface="+mn-cs"/>
                  </a:rPr>
                  <a:t>陣列</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接下來就是要進行一連串</a:t>
                </a:r>
                <a:r>
                  <a:rPr lang="en-US" altLang="zh-TW" sz="1200" b="0" i="0" kern="1200" dirty="0">
                    <a:solidFill>
                      <a:schemeClr val="tx1"/>
                    </a:solidFill>
                    <a:effectLst/>
                    <a:latin typeface="+mn-lt"/>
                    <a:ea typeface="+mn-ea"/>
                    <a:cs typeface="+mn-cs"/>
                  </a:rPr>
                  <a:t>RSS</a:t>
                </a:r>
                <a:r>
                  <a:rPr lang="zh-TW" altLang="en-US" sz="1200" b="0" i="0" kern="1200" dirty="0">
                    <a:solidFill>
                      <a:schemeClr val="tx1"/>
                    </a:solidFill>
                    <a:effectLst/>
                    <a:latin typeface="+mn-lt"/>
                    <a:ea typeface="+mn-ea"/>
                    <a:cs typeface="+mn-cs"/>
                  </a:rPr>
                  <a:t>認證的測試，若是通過了則</a:t>
                </a:r>
                <a:r>
                  <a:rPr lang="en-US" altLang="zh-TW" sz="1200" b="0" i="0" kern="1200" dirty="0">
                    <a:solidFill>
                      <a:schemeClr val="tx1"/>
                    </a:solidFill>
                    <a:effectLst/>
                    <a:latin typeface="+mn-lt"/>
                    <a:ea typeface="+mn-ea"/>
                    <a:cs typeface="+mn-cs"/>
                  </a:rPr>
                  <a:t>pair</a:t>
                </a:r>
                <a:r>
                  <a:rPr lang="zh-TW" altLang="en-US" sz="1200" b="0" i="0" kern="1200" dirty="0">
                    <a:solidFill>
                      <a:schemeClr val="tx1"/>
                    </a:solidFill>
                    <a:effectLst/>
                    <a:latin typeface="+mn-lt"/>
                    <a:ea typeface="+mn-ea"/>
                    <a:cs typeface="+mn-cs"/>
                  </a:rPr>
                  <a:t>成功，若其中一個不通過或超時則失敗。</a:t>
                </a:r>
                <a:endParaRPr lang="zh-TW" altLang="en-US" dirty="0"/>
              </a:p>
            </p:txBody>
          </p:sp>
        </mc:Fallback>
      </mc:AlternateContent>
      <p:sp>
        <p:nvSpPr>
          <p:cNvPr id="4" name="投影片編號版面配置區 3"/>
          <p:cNvSpPr>
            <a:spLocks noGrp="1"/>
          </p:cNvSpPr>
          <p:nvPr>
            <p:ph type="sldNum" sz="quarter" idx="5"/>
          </p:nvPr>
        </p:nvSpPr>
        <p:spPr/>
        <p:txBody>
          <a:bodyPr/>
          <a:lstStyle/>
          <a:p>
            <a:fld id="{AC89860F-3D4E-4B43-B5B4-A487B7F2EB69}" type="slidenum">
              <a:rPr lang="en-US" smtClean="0"/>
              <a:t>8</a:t>
            </a:fld>
            <a:endParaRPr lang="en-US"/>
          </a:p>
        </p:txBody>
      </p:sp>
    </p:spTree>
    <p:extLst>
      <p:ext uri="{BB962C8B-B14F-4D97-AF65-F5344CB8AC3E}">
        <p14:creationId xmlns:p14="http://schemas.microsoft.com/office/powerpoint/2010/main" val="1470736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整個</a:t>
            </a:r>
            <a:r>
              <a:rPr lang="en-US" altLang="zh-TW" dirty="0"/>
              <a:t>RSS Authentication Tests</a:t>
            </a:r>
            <a:r>
              <a:rPr lang="zh-TW" altLang="en-US" dirty="0"/>
              <a:t>在</a:t>
            </a:r>
            <a:r>
              <a:rPr lang="en-US" altLang="zh-TW" dirty="0"/>
              <a:t>A</a:t>
            </a:r>
            <a:r>
              <a:rPr lang="zh-TW" altLang="en-US" dirty="0"/>
              <a:t>端進行，利用</a:t>
            </a:r>
            <a:r>
              <a:rPr lang="en-US" altLang="zh-TW" dirty="0"/>
              <a:t>sweep</a:t>
            </a:r>
            <a:r>
              <a:rPr lang="zh-TW" altLang="en-US" dirty="0"/>
              <a:t>將整個</a:t>
            </a:r>
            <a:r>
              <a:rPr lang="en-US" altLang="zh-TW" sz="1200" dirty="0"/>
              <a:t>Γ</a:t>
            </a:r>
            <a:r>
              <a:rPr lang="zh-TW" altLang="en-US" sz="1200" dirty="0"/>
              <a:t>做分隔。</a:t>
            </a:r>
            <a:endParaRPr lang="zh-TW" altLang="en-US" dirty="0"/>
          </a:p>
        </p:txBody>
      </p:sp>
      <p:sp>
        <p:nvSpPr>
          <p:cNvPr id="4" name="投影片編號版面配置區 3"/>
          <p:cNvSpPr>
            <a:spLocks noGrp="1"/>
          </p:cNvSpPr>
          <p:nvPr>
            <p:ph type="sldNum" sz="quarter" idx="5"/>
          </p:nvPr>
        </p:nvSpPr>
        <p:spPr/>
        <p:txBody>
          <a:bodyPr/>
          <a:lstStyle/>
          <a:p>
            <a:fld id="{AC89860F-3D4E-4B43-B5B4-A487B7F2EB69}" type="slidenum">
              <a:rPr lang="en-US" smtClean="0"/>
              <a:t>9</a:t>
            </a:fld>
            <a:endParaRPr lang="en-US"/>
          </a:p>
        </p:txBody>
      </p:sp>
    </p:spTree>
    <p:extLst>
      <p:ext uri="{BB962C8B-B14F-4D97-AF65-F5344CB8AC3E}">
        <p14:creationId xmlns:p14="http://schemas.microsoft.com/office/powerpoint/2010/main" val="2340527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p:cNvSpPr>
                <a:spLocks noGrp="1"/>
              </p:cNvSpPr>
              <p:nvPr>
                <p:ph type="body" idx="1"/>
              </p:nvPr>
            </p:nvSpPr>
            <p:spPr/>
            <p:txBody>
              <a:bodyPr/>
              <a:lstStyle/>
              <a:p>
                <a:r>
                  <a:rPr lang="en-US" altLang="zh-TW" dirty="0"/>
                  <a:t>Test1 </a:t>
                </a:r>
                <a:r>
                  <a:rPr lang="zh-TW" altLang="en-US" dirty="0"/>
                  <a:t>檢驗一個</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i="1">
                            <a:latin typeface="Cambria Math" panose="02040503050406030204" pitchFamily="18" charset="0"/>
                          </a:rPr>
                          <m:t>𝑠</m:t>
                        </m:r>
                      </m:e>
                      <m:sub>
                        <m:r>
                          <a:rPr lang="en-US" altLang="zh-TW" sz="1200" b="0" i="1" smtClean="0">
                            <a:latin typeface="Cambria Math" panose="02040503050406030204" pitchFamily="18" charset="0"/>
                          </a:rPr>
                          <m:t>𝑖</m:t>
                        </m:r>
                      </m:sub>
                    </m:sSub>
                  </m:oMath>
                </a14:m>
                <a:r>
                  <a:rPr lang="zh-TW" altLang="en-US" dirty="0"/>
                  <a:t>是否有至少一個以上的</a:t>
                </a:r>
                <a:r>
                  <a:rPr lang="en-US" altLang="zh-TW" dirty="0"/>
                  <a:t>RSS ratio </a:t>
                </a:r>
                <a:r>
                  <a:rPr lang="zh-TW" altLang="en-US" dirty="0"/>
                  <a:t>大於</a:t>
                </a:r>
                <a:r>
                  <a:rPr lang="en-US" altLang="zh-TW" dirty="0"/>
                  <a:t>threshold</a:t>
                </a:r>
                <a:r>
                  <a:rPr lang="zh-TW" altLang="en-US" dirty="0"/>
                  <a:t>，這項檢驗是因為</a:t>
                </a:r>
                <a:r>
                  <a:rPr lang="en-US" altLang="zh-TW" dirty="0"/>
                  <a:t>helper</a:t>
                </a:r>
                <a:r>
                  <a:rPr lang="zh-TW" altLang="en-US" dirty="0"/>
                  <a:t>離</a:t>
                </a:r>
                <a:r>
                  <a:rPr lang="en-US" altLang="zh-TW" dirty="0"/>
                  <a:t>D</a:t>
                </a:r>
                <a:r>
                  <a:rPr lang="zh-TW" altLang="en-US" dirty="0"/>
                  <a:t>的距離比</a:t>
                </a:r>
                <a:r>
                  <a:rPr lang="en-US" altLang="zh-TW" dirty="0"/>
                  <a:t>helper</a:t>
                </a:r>
                <a:r>
                  <a:rPr lang="zh-TW" altLang="en-US" dirty="0"/>
                  <a:t>離</a:t>
                </a:r>
                <a:r>
                  <a:rPr lang="en-US" altLang="zh-TW" dirty="0"/>
                  <a:t>A</a:t>
                </a:r>
                <a:r>
                  <a:rPr lang="zh-TW" altLang="en-US" dirty="0"/>
                  <a:t>短，</a:t>
                </a:r>
                <a:r>
                  <a:rPr lang="en-US" altLang="zh-TW" dirty="0"/>
                  <a:t>H</a:t>
                </a:r>
                <a:r>
                  <a:rPr lang="zh-TW" altLang="en-US" dirty="0"/>
                  <a:t>會收到</a:t>
                </a:r>
                <a:r>
                  <a:rPr lang="en-US" altLang="zh-TW" dirty="0"/>
                  <a:t>D</a:t>
                </a:r>
                <a:r>
                  <a:rPr lang="zh-TW" altLang="en-US" dirty="0"/>
                  <a:t>頗大的</a:t>
                </a:r>
                <a:r>
                  <a:rPr lang="en-US" altLang="zh-TW" dirty="0"/>
                  <a:t>power</a:t>
                </a:r>
                <a:r>
                  <a:rPr lang="zh-TW" altLang="en-US" dirty="0"/>
                  <a:t>，又由於信號衰減與距離有關，所以我們可以知道我們在</a:t>
                </a:r>
                <a:r>
                  <a:rPr lang="en-US" altLang="zh-TW" dirty="0"/>
                  <a:t>H</a:t>
                </a:r>
                <a:r>
                  <a:rPr lang="zh-TW" altLang="en-US" dirty="0"/>
                  <a:t>收到的</a:t>
                </a:r>
                <a:r>
                  <a:rPr lang="en-US" altLang="zh-TW" dirty="0"/>
                  <a:t>RSS</a:t>
                </a:r>
                <a:r>
                  <a:rPr lang="zh-TW" altLang="en-US" dirty="0"/>
                  <a:t>峰值會大於</a:t>
                </a:r>
                <a:r>
                  <a:rPr lang="en-US" altLang="zh-TW" dirty="0"/>
                  <a:t>A</a:t>
                </a:r>
                <a:r>
                  <a:rPr lang="zh-TW" altLang="en-US" dirty="0"/>
                  <a:t>的</a:t>
                </a:r>
                <a:r>
                  <a:rPr lang="en-US" altLang="zh-TW" dirty="0"/>
                  <a:t>RSS</a:t>
                </a:r>
                <a:r>
                  <a:rPr lang="zh-TW" altLang="en-US" dirty="0"/>
                  <a:t>峰值，因此如果一個遠處的攻擊者要假裝成與</a:t>
                </a:r>
                <a:r>
                  <a:rPr lang="en-US" altLang="zh-TW" dirty="0"/>
                  <a:t>H</a:t>
                </a:r>
                <a:r>
                  <a:rPr lang="zh-TW" altLang="en-US" dirty="0"/>
                  <a:t>相同的</a:t>
                </a:r>
                <a:r>
                  <a:rPr lang="en-US" altLang="zh-TW" dirty="0"/>
                  <a:t>peak RSS</a:t>
                </a:r>
                <a:r>
                  <a:rPr lang="zh-TW" altLang="en-US" dirty="0"/>
                  <a:t> </a:t>
                </a:r>
                <a:r>
                  <a:rPr lang="en-US" altLang="zh-TW" dirty="0"/>
                  <a:t>ratio</a:t>
                </a:r>
                <a:r>
                  <a:rPr lang="zh-TW" altLang="en-US" dirty="0"/>
                  <a:t>，那他所付出的</a:t>
                </a:r>
                <a:r>
                  <a:rPr lang="en-US" altLang="zh-TW" dirty="0"/>
                  <a:t>power</a:t>
                </a:r>
                <a:r>
                  <a:rPr lang="zh-TW" altLang="en-US" dirty="0"/>
                  <a:t>則會非常大，</a:t>
                </a:r>
              </a:p>
            </p:txBody>
          </p:sp>
        </mc:Choice>
        <mc:Fallback>
          <p:sp>
            <p:nvSpPr>
              <p:cNvPr id="3" name="備忘稿版面配置區 2"/>
              <p:cNvSpPr>
                <a:spLocks noGrp="1"/>
              </p:cNvSpPr>
              <p:nvPr>
                <p:ph type="body" idx="1"/>
              </p:nvPr>
            </p:nvSpPr>
            <p:spPr/>
            <p:txBody>
              <a:bodyPr/>
              <a:lstStyle/>
              <a:p>
                <a:r>
                  <a:rPr lang="en-US" altLang="zh-TW" dirty="0"/>
                  <a:t>Test1 </a:t>
                </a:r>
                <a:r>
                  <a:rPr lang="zh-TW" altLang="en-US" dirty="0"/>
                  <a:t>檢驗一個</a:t>
                </a:r>
                <a:r>
                  <a:rPr lang="en-US" altLang="zh-TW" sz="1200" i="0">
                    <a:latin typeface="Cambria Math" panose="02040503050406030204" pitchFamily="18" charset="0"/>
                  </a:rPr>
                  <a:t>𝑠_</a:t>
                </a:r>
                <a:r>
                  <a:rPr lang="en-US" altLang="zh-TW" sz="1200" b="0" i="0">
                    <a:latin typeface="Cambria Math" panose="02040503050406030204" pitchFamily="18" charset="0"/>
                  </a:rPr>
                  <a:t>𝑖</a:t>
                </a:r>
                <a:r>
                  <a:rPr lang="zh-TW" altLang="en-US" dirty="0"/>
                  <a:t>是否有至少一個以上的</a:t>
                </a:r>
                <a:r>
                  <a:rPr lang="en-US" altLang="zh-TW" dirty="0"/>
                  <a:t>RSS ratio </a:t>
                </a:r>
                <a:r>
                  <a:rPr lang="zh-TW" altLang="en-US" dirty="0"/>
                  <a:t>大於</a:t>
                </a:r>
                <a:r>
                  <a:rPr lang="en-US" altLang="zh-TW" dirty="0"/>
                  <a:t>threshold</a:t>
                </a:r>
                <a:r>
                  <a:rPr lang="zh-TW" altLang="en-US" dirty="0"/>
                  <a:t>，這項檢驗是因為</a:t>
                </a:r>
                <a:r>
                  <a:rPr lang="en-US" altLang="zh-TW" dirty="0"/>
                  <a:t>helper</a:t>
                </a:r>
                <a:r>
                  <a:rPr lang="zh-TW" altLang="en-US" dirty="0"/>
                  <a:t>離</a:t>
                </a:r>
                <a:r>
                  <a:rPr lang="en-US" altLang="zh-TW" dirty="0"/>
                  <a:t>D</a:t>
                </a:r>
                <a:r>
                  <a:rPr lang="zh-TW" altLang="en-US" dirty="0"/>
                  <a:t>的距離比</a:t>
                </a:r>
                <a:r>
                  <a:rPr lang="en-US" altLang="zh-TW" dirty="0"/>
                  <a:t>helper</a:t>
                </a:r>
                <a:r>
                  <a:rPr lang="zh-TW" altLang="en-US" dirty="0"/>
                  <a:t>離</a:t>
                </a:r>
                <a:r>
                  <a:rPr lang="en-US" altLang="zh-TW" dirty="0"/>
                  <a:t>A</a:t>
                </a:r>
                <a:r>
                  <a:rPr lang="zh-TW" altLang="en-US" dirty="0"/>
                  <a:t>短，</a:t>
                </a:r>
                <a:r>
                  <a:rPr lang="en-US" altLang="zh-TW" dirty="0"/>
                  <a:t>H</a:t>
                </a:r>
                <a:r>
                  <a:rPr lang="zh-TW" altLang="en-US" dirty="0"/>
                  <a:t>會收到</a:t>
                </a:r>
                <a:r>
                  <a:rPr lang="en-US" altLang="zh-TW" dirty="0"/>
                  <a:t>D</a:t>
                </a:r>
                <a:r>
                  <a:rPr lang="zh-TW" altLang="en-US" dirty="0"/>
                  <a:t>頗大的</a:t>
                </a:r>
                <a:r>
                  <a:rPr lang="en-US" altLang="zh-TW" dirty="0"/>
                  <a:t>power</a:t>
                </a:r>
                <a:r>
                  <a:rPr lang="zh-TW" altLang="en-US" dirty="0"/>
                  <a:t>，又由於信號衰減與距離有關，所以我們可以知道我們在</a:t>
                </a:r>
                <a:r>
                  <a:rPr lang="en-US" altLang="zh-TW" dirty="0"/>
                  <a:t>H</a:t>
                </a:r>
                <a:r>
                  <a:rPr lang="zh-TW" altLang="en-US" dirty="0"/>
                  <a:t>收到的</a:t>
                </a:r>
                <a:r>
                  <a:rPr lang="en-US" altLang="zh-TW" dirty="0"/>
                  <a:t>RSS</a:t>
                </a:r>
                <a:r>
                  <a:rPr lang="zh-TW" altLang="en-US" dirty="0"/>
                  <a:t>峰值會大於</a:t>
                </a:r>
                <a:r>
                  <a:rPr lang="en-US" altLang="zh-TW" dirty="0"/>
                  <a:t>A</a:t>
                </a:r>
                <a:r>
                  <a:rPr lang="zh-TW" altLang="en-US" dirty="0"/>
                  <a:t>的</a:t>
                </a:r>
                <a:r>
                  <a:rPr lang="en-US" altLang="zh-TW" dirty="0"/>
                  <a:t>RSS</a:t>
                </a:r>
                <a:r>
                  <a:rPr lang="zh-TW" altLang="en-US" dirty="0"/>
                  <a:t>峰值，因此如果一個遠處的攻擊者要假裝成與</a:t>
                </a:r>
                <a:r>
                  <a:rPr lang="en-US" altLang="zh-TW" dirty="0"/>
                  <a:t>H</a:t>
                </a:r>
                <a:r>
                  <a:rPr lang="zh-TW" altLang="en-US" dirty="0"/>
                  <a:t>相同的</a:t>
                </a:r>
                <a:r>
                  <a:rPr lang="en-US" altLang="zh-TW" dirty="0"/>
                  <a:t>peak RSS</a:t>
                </a:r>
                <a:r>
                  <a:rPr lang="zh-TW" altLang="en-US" dirty="0"/>
                  <a:t> </a:t>
                </a:r>
                <a:r>
                  <a:rPr lang="en-US" altLang="zh-TW" dirty="0"/>
                  <a:t>ratio</a:t>
                </a:r>
                <a:r>
                  <a:rPr lang="zh-TW" altLang="en-US" dirty="0"/>
                  <a:t>，那他所付出的</a:t>
                </a:r>
                <a:r>
                  <a:rPr lang="en-US" altLang="zh-TW" dirty="0"/>
                  <a:t>power</a:t>
                </a:r>
                <a:r>
                  <a:rPr lang="zh-TW" altLang="en-US" dirty="0"/>
                  <a:t>則會非常大，</a:t>
                </a:r>
              </a:p>
            </p:txBody>
          </p:sp>
        </mc:Fallback>
      </mc:AlternateContent>
      <p:sp>
        <p:nvSpPr>
          <p:cNvPr id="4" name="投影片編號版面配置區 3"/>
          <p:cNvSpPr>
            <a:spLocks noGrp="1"/>
          </p:cNvSpPr>
          <p:nvPr>
            <p:ph type="sldNum" sz="quarter" idx="5"/>
          </p:nvPr>
        </p:nvSpPr>
        <p:spPr/>
        <p:txBody>
          <a:bodyPr/>
          <a:lstStyle/>
          <a:p>
            <a:fld id="{AC89860F-3D4E-4B43-B5B4-A487B7F2EB69}" type="slidenum">
              <a:rPr lang="en-US" smtClean="0"/>
              <a:t>10</a:t>
            </a:fld>
            <a:endParaRPr lang="en-US"/>
          </a:p>
        </p:txBody>
      </p:sp>
    </p:spTree>
    <p:extLst>
      <p:ext uri="{BB962C8B-B14F-4D97-AF65-F5344CB8AC3E}">
        <p14:creationId xmlns:p14="http://schemas.microsoft.com/office/powerpoint/2010/main" val="1608537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sz="1050" dirty="0"/>
                  <a:t>Test2 </a:t>
                </a:r>
                <a:r>
                  <a:rPr lang="zh-TW" altLang="en-US" sz="1050" dirty="0"/>
                  <a:t>將</a:t>
                </a:r>
                <a:r>
                  <a:rPr lang="en-US" altLang="zh-TW" sz="1050" dirty="0"/>
                  <a:t>hub</a:t>
                </a:r>
                <a:r>
                  <a:rPr lang="zh-TW" altLang="en-US" sz="1050" dirty="0"/>
                  <a:t>端計算後的</a:t>
                </a:r>
                <a:r>
                  <a:rPr lang="en-US" altLang="zh-TW" sz="1050" dirty="0"/>
                  <a:t>∆</a:t>
                </a:r>
                <a:r>
                  <a:rPr lang="en-US" altLang="zh-TW" sz="1050" dirty="0" err="1"/>
                  <a:t>i</a:t>
                </a:r>
                <a:r>
                  <a:rPr lang="en-US" altLang="zh-TW" sz="1050" dirty="0"/>
                  <a:t> (</a:t>
                </a:r>
                <a:r>
                  <a:rPr lang="zh-TW" altLang="en-US" sz="1050" dirty="0"/>
                  <a:t>也就是</a:t>
                </a:r>
                <a14:m>
                  <m:oMath xmlns:m="http://schemas.openxmlformats.org/officeDocument/2006/math">
                    <m:r>
                      <m:rPr>
                        <m:sty m:val="p"/>
                      </m:rPr>
                      <a:rPr lang="en-US" altLang="zh-TW" sz="1050" i="1" dirty="0" smtClean="0">
                        <a:latin typeface="Cambria Math" panose="02040503050406030204" pitchFamily="18" charset="0"/>
                      </a:rPr>
                      <m:t>m</m:t>
                    </m:r>
                    <m:r>
                      <a:rPr lang="en-US" altLang="zh-TW" sz="1050" b="0" i="1" dirty="0" smtClean="0">
                        <a:latin typeface="Cambria Math" panose="02040503050406030204" pitchFamily="18" charset="0"/>
                      </a:rPr>
                      <m:t>𝑎𝑥</m:t>
                    </m:r>
                    <m:r>
                      <a:rPr lang="en-US" altLang="zh-TW" sz="1050" b="0" i="1" dirty="0" smtClean="0">
                        <a:latin typeface="Cambria Math" panose="02040503050406030204" pitchFamily="18" charset="0"/>
                      </a:rPr>
                      <m:t> </m:t>
                    </m:r>
                    <m:sSub>
                      <m:sSubPr>
                        <m:ctrlPr>
                          <a:rPr lang="en-US" altLang="zh-TW" sz="1050" i="1" smtClean="0">
                            <a:latin typeface="Cambria Math" panose="02040503050406030204" pitchFamily="18" charset="0"/>
                          </a:rPr>
                        </m:ctrlPr>
                      </m:sSubPr>
                      <m:e>
                        <m:r>
                          <a:rPr lang="en-US" altLang="zh-TW" sz="1050" b="0" i="1" smtClean="0">
                            <a:latin typeface="Cambria Math" panose="02040503050406030204" pitchFamily="18" charset="0"/>
                          </a:rPr>
                          <m:t>𝑆</m:t>
                        </m:r>
                      </m:e>
                      <m:sub>
                        <m:r>
                          <a:rPr lang="en-US" altLang="zh-TW" sz="1050" b="0" i="1" smtClean="0">
                            <a:latin typeface="Cambria Math" panose="02040503050406030204" pitchFamily="18" charset="0"/>
                          </a:rPr>
                          <m:t>𝑖</m:t>
                        </m:r>
                        <m:r>
                          <a:rPr lang="en-US" altLang="zh-TW" sz="1050" b="0" i="1" smtClean="0">
                            <a:latin typeface="Cambria Math" panose="02040503050406030204" pitchFamily="18" charset="0"/>
                          </a:rPr>
                          <m:t> </m:t>
                        </m:r>
                      </m:sub>
                    </m:sSub>
                    <m:r>
                      <a:rPr lang="en-US" altLang="zh-TW" sz="1050" b="0" i="1" smtClean="0">
                        <a:latin typeface="Cambria Math" panose="02040503050406030204" pitchFamily="18" charset="0"/>
                      </a:rPr>
                      <m:t>/</m:t>
                    </m:r>
                    <m:func>
                      <m:funcPr>
                        <m:ctrlPr>
                          <a:rPr lang="en-US" altLang="zh-TW" sz="1050" b="0" i="1" smtClean="0">
                            <a:latin typeface="Cambria Math" panose="02040503050406030204" pitchFamily="18" charset="0"/>
                          </a:rPr>
                        </m:ctrlPr>
                      </m:funcPr>
                      <m:fName>
                        <m:r>
                          <m:rPr>
                            <m:sty m:val="p"/>
                          </m:rPr>
                          <a:rPr lang="en-US" altLang="zh-TW" sz="1050" b="0" i="0" smtClean="0">
                            <a:latin typeface="Cambria Math" panose="02040503050406030204" pitchFamily="18" charset="0"/>
                          </a:rPr>
                          <m:t>min</m:t>
                        </m:r>
                      </m:fName>
                      <m:e>
                        <m:sSub>
                          <m:sSubPr>
                            <m:ctrlPr>
                              <a:rPr lang="en-US" altLang="zh-TW" sz="1050" i="1" smtClean="0">
                                <a:latin typeface="Cambria Math" panose="02040503050406030204" pitchFamily="18" charset="0"/>
                              </a:rPr>
                            </m:ctrlPr>
                          </m:sSubPr>
                          <m:e>
                            <m:r>
                              <a:rPr lang="en-US" altLang="zh-TW" sz="1050" b="0" i="1" smtClean="0">
                                <a:latin typeface="Cambria Math" panose="02040503050406030204" pitchFamily="18" charset="0"/>
                              </a:rPr>
                              <m:t>𝑆</m:t>
                            </m:r>
                          </m:e>
                          <m:sub>
                            <m:r>
                              <a:rPr lang="en-US" altLang="zh-TW" sz="1050" b="0" i="1" smtClean="0">
                                <a:latin typeface="Cambria Math" panose="02040503050406030204" pitchFamily="18" charset="0"/>
                              </a:rPr>
                              <m:t>𝑖</m:t>
                            </m:r>
                            <m:r>
                              <a:rPr lang="en-US" altLang="zh-TW" sz="1050" b="0" i="1" smtClean="0">
                                <a:latin typeface="Cambria Math" panose="02040503050406030204" pitchFamily="18" charset="0"/>
                              </a:rPr>
                              <m:t> </m:t>
                            </m:r>
                          </m:sub>
                        </m:sSub>
                      </m:e>
                    </m:func>
                  </m:oMath>
                </a14:m>
                <a:r>
                  <a:rPr lang="en-US" altLang="zh-TW" sz="1050" dirty="0"/>
                  <a:t>)</a:t>
                </a:r>
                <a:r>
                  <a:rPr lang="zh-TW" altLang="en-US" sz="1050" dirty="0"/>
                  <a:t>，檢查看每個是否都高於</a:t>
                </a:r>
                <a14:m>
                  <m:oMath xmlns:m="http://schemas.openxmlformats.org/officeDocument/2006/math">
                    <m:sSub>
                      <m:sSubPr>
                        <m:ctrlPr>
                          <a:rPr lang="en-US" altLang="zh-TW" sz="1050" i="1" smtClean="0">
                            <a:latin typeface="Cambria Math" panose="02040503050406030204" pitchFamily="18" charset="0"/>
                          </a:rPr>
                        </m:ctrlPr>
                      </m:sSubPr>
                      <m:e>
                        <m:r>
                          <a:rPr lang="el-GR" altLang="zh-TW" sz="1050" i="1" smtClean="0">
                            <a:latin typeface="Cambria Math" panose="02040503050406030204" pitchFamily="18" charset="0"/>
                          </a:rPr>
                          <m:t>𝜏</m:t>
                        </m:r>
                      </m:e>
                      <m:sub>
                        <m:r>
                          <a:rPr lang="en-US" altLang="zh-TW" sz="1050" b="0" i="1" smtClean="0">
                            <a:latin typeface="Cambria Math" panose="02040503050406030204" pitchFamily="18" charset="0"/>
                          </a:rPr>
                          <m:t>𝑟𝑎𝑛𝑔𝑒</m:t>
                        </m:r>
                      </m:sub>
                    </m:sSub>
                  </m:oMath>
                </a14:m>
                <a:r>
                  <a:rPr lang="zh-TW" altLang="en-US" sz="1050" dirty="0"/>
                  <a:t>，</a:t>
                </a:r>
                <a:endParaRPr lang="en-US" altLang="zh-TW" sz="1050" dirty="0"/>
              </a:p>
              <a:p>
                <a:r>
                  <a:rPr lang="zh-TW" altLang="en-US" sz="1050" dirty="0"/>
                  <a:t>這項測試顯示出</a:t>
                </a:r>
                <a:r>
                  <a:rPr lang="en-US" altLang="zh-TW" sz="1050" dirty="0"/>
                  <a:t>signal power</a:t>
                </a:r>
                <a:r>
                  <a:rPr lang="zh-TW" altLang="en-US" sz="1050" dirty="0"/>
                  <a:t>的</a:t>
                </a:r>
                <a:r>
                  <a:rPr lang="en-US" altLang="zh-TW" sz="1050" dirty="0"/>
                  <a:t>roll-off</a:t>
                </a:r>
                <a:r>
                  <a:rPr lang="zh-TW" altLang="en-US" sz="1050" dirty="0"/>
                  <a:t> </a:t>
                </a:r>
                <a:r>
                  <a:rPr lang="en-US" altLang="zh-TW" sz="1050" dirty="0"/>
                  <a:t>rate</a:t>
                </a:r>
                <a:r>
                  <a:rPr lang="zh-TW" altLang="en-US" sz="1050" dirty="0"/>
                  <a:t> </a:t>
                </a:r>
                <a:r>
                  <a:rPr lang="en-US" altLang="zh-TW" sz="1050" dirty="0"/>
                  <a:t>(</a:t>
                </a:r>
                <a:r>
                  <a:rPr lang="zh-TW" altLang="en-US" sz="1050" dirty="0"/>
                  <a:t>衰減速率</a:t>
                </a:r>
                <a:r>
                  <a:rPr lang="en-US" altLang="zh-TW" sz="1050" dirty="0"/>
                  <a:t>)</a:t>
                </a:r>
                <a:r>
                  <a:rPr lang="zh-TW" altLang="en-US" sz="1050" dirty="0"/>
                  <a:t> 在短距離比較高。 所以當一個攻擊者在離</a:t>
                </a:r>
                <a:r>
                  <a:rPr lang="en-US" altLang="zh-TW" sz="1050" dirty="0"/>
                  <a:t>helper</a:t>
                </a:r>
                <a:r>
                  <a:rPr lang="zh-TW" altLang="en-US" sz="1050" dirty="0"/>
                  <a:t>幾米遠時，攻擊者的</a:t>
                </a:r>
                <a:r>
                  <a:rPr lang="en-US" altLang="zh-TW" sz="1050" dirty="0"/>
                  <a:t>range</a:t>
                </a:r>
                <a:r>
                  <a:rPr lang="zh-TW" altLang="en-US" sz="1050" dirty="0"/>
                  <a:t> 與 </a:t>
                </a:r>
                <a:r>
                  <a:rPr lang="en-US" altLang="zh-TW" sz="1050" dirty="0"/>
                  <a:t>D</a:t>
                </a:r>
                <a:r>
                  <a:rPr lang="zh-TW" altLang="en-US" sz="1050" dirty="0"/>
                  <a:t> 的</a:t>
                </a:r>
                <a:r>
                  <a:rPr lang="en-US" altLang="zh-TW" sz="1050" dirty="0"/>
                  <a:t>range</a:t>
                </a:r>
                <a:r>
                  <a:rPr lang="zh-TW" altLang="en-US" sz="1050" dirty="0"/>
                  <a:t>是有差別的。</a:t>
                </a:r>
                <a:endParaRPr lang="en-US" altLang="zh-TW" sz="1050" dirty="0"/>
              </a:p>
              <a:p>
                <a:endParaRPr lang="en-US" altLang="zh-TW" sz="1050" dirty="0"/>
              </a:p>
              <a:p>
                <a:r>
                  <a:rPr lang="en-US" altLang="zh-TW" sz="1050" dirty="0"/>
                  <a:t>Test3 </a:t>
                </a:r>
                <a:r>
                  <a:rPr lang="zh-TW" altLang="en-US" sz="1050" dirty="0"/>
                  <a:t>要去計算每個</a:t>
                </a:r>
                <a:r>
                  <a:rPr lang="en-US" altLang="zh-TW" sz="1050" dirty="0"/>
                  <a:t>sweep </a:t>
                </a:r>
                <a14:m>
                  <m:oMath xmlns:m="http://schemas.openxmlformats.org/officeDocument/2006/math">
                    <m:sSub>
                      <m:sSubPr>
                        <m:ctrlPr>
                          <a:rPr lang="en-US" altLang="zh-TW" sz="1050" i="1" smtClean="0">
                            <a:latin typeface="Cambria Math" panose="02040503050406030204" pitchFamily="18" charset="0"/>
                          </a:rPr>
                        </m:ctrlPr>
                      </m:sSubPr>
                      <m:e>
                        <m:r>
                          <a:rPr lang="en-US" altLang="zh-TW" sz="1050" b="0" i="1" smtClean="0">
                            <a:latin typeface="Cambria Math" panose="02040503050406030204" pitchFamily="18" charset="0"/>
                          </a:rPr>
                          <m:t>𝑆</m:t>
                        </m:r>
                      </m:e>
                      <m:sub>
                        <m:r>
                          <a:rPr lang="en-US" altLang="zh-TW" sz="1050" b="0" i="1" smtClean="0">
                            <a:latin typeface="Cambria Math" panose="02040503050406030204" pitchFamily="18" charset="0"/>
                          </a:rPr>
                          <m:t>𝑖</m:t>
                        </m:r>
                        <m:r>
                          <a:rPr lang="en-US" altLang="zh-TW" sz="1050" b="0" i="1" smtClean="0">
                            <a:latin typeface="Cambria Math" panose="02040503050406030204" pitchFamily="18" charset="0"/>
                          </a:rPr>
                          <m:t> </m:t>
                        </m:r>
                      </m:sub>
                    </m:sSub>
                  </m:oMath>
                </a14:m>
                <a:r>
                  <a:rPr lang="zh-TW" altLang="en-US" sz="1050" dirty="0"/>
                  <a:t>的</a:t>
                </a:r>
                <a:r>
                  <a:rPr lang="en-US" altLang="zh-TW" sz="1050" dirty="0"/>
                  <a:t> period</a:t>
                </a:r>
                <a:r>
                  <a:rPr lang="zh-TW" altLang="en-US" sz="1050" dirty="0"/>
                  <a:t>，並判斷</a:t>
                </a:r>
                <a:r>
                  <a:rPr lang="en-US" altLang="zh-TW" sz="1050" dirty="0"/>
                  <a:t>sweep</a:t>
                </a:r>
                <a:r>
                  <a:rPr lang="zh-TW" altLang="en-US" sz="1050" dirty="0"/>
                  <a:t>是否連續，判定方法是所有</a:t>
                </a:r>
                <a14:m>
                  <m:oMath xmlns:m="http://schemas.openxmlformats.org/officeDocument/2006/math">
                    <m:sSub>
                      <m:sSubPr>
                        <m:ctrlPr>
                          <a:rPr lang="en-US" altLang="zh-TW" sz="1050" i="1" smtClean="0">
                            <a:latin typeface="Cambria Math" panose="02040503050406030204" pitchFamily="18" charset="0"/>
                          </a:rPr>
                        </m:ctrlPr>
                      </m:sSubPr>
                      <m:e>
                        <m:r>
                          <m:rPr>
                            <m:sty m:val="p"/>
                          </m:rPr>
                          <a:rPr lang="en-US" altLang="zh-TW" sz="1050" i="1" smtClean="0">
                            <a:latin typeface="Cambria Math" panose="02040503050406030204" pitchFamily="18" charset="0"/>
                          </a:rPr>
                          <m:t>T</m:t>
                        </m:r>
                      </m:e>
                      <m:sub>
                        <m:r>
                          <m:rPr>
                            <m:sty m:val="p"/>
                          </m:rPr>
                          <a:rPr lang="en-US" altLang="zh-TW" sz="1050" i="1" smtClean="0">
                            <a:latin typeface="Cambria Math" panose="02040503050406030204" pitchFamily="18" charset="0"/>
                          </a:rPr>
                          <m:t>S</m:t>
                        </m:r>
                      </m:sub>
                    </m:sSub>
                    <m:r>
                      <a:rPr lang="en-US" altLang="zh-TW" sz="1050" i="1" smtClean="0">
                        <a:latin typeface="Cambria Math" panose="02040503050406030204" pitchFamily="18" charset="0"/>
                      </a:rPr>
                      <m:t>(</m:t>
                    </m:r>
                  </m:oMath>
                </a14:m>
                <a:r>
                  <a:rPr lang="en-US" altLang="zh-TW" sz="1050" dirty="0" err="1"/>
                  <a:t>i</a:t>
                </a:r>
                <a:r>
                  <a:rPr lang="en-US" altLang="zh-TW" sz="1050" dirty="0"/>
                  <a:t>)/</a:t>
                </a:r>
                <a14:m>
                  <m:oMath xmlns:m="http://schemas.openxmlformats.org/officeDocument/2006/math">
                    <m:sSub>
                      <m:sSubPr>
                        <m:ctrlPr>
                          <a:rPr lang="en-US" altLang="zh-TW" sz="1050" i="1" smtClean="0">
                            <a:latin typeface="Cambria Math" panose="02040503050406030204" pitchFamily="18" charset="0"/>
                          </a:rPr>
                        </m:ctrlPr>
                      </m:sSubPr>
                      <m:e>
                        <m:r>
                          <m:rPr>
                            <m:sty m:val="p"/>
                          </m:rPr>
                          <a:rPr lang="en-US" altLang="zh-TW" sz="1050" i="1" smtClean="0">
                            <a:latin typeface="Cambria Math" panose="02040503050406030204" pitchFamily="18" charset="0"/>
                          </a:rPr>
                          <m:t>T</m:t>
                        </m:r>
                      </m:e>
                      <m:sub>
                        <m:r>
                          <m:rPr>
                            <m:sty m:val="p"/>
                          </m:rPr>
                          <a:rPr lang="en-US" altLang="zh-TW" sz="1050" i="1" smtClean="0">
                            <a:latin typeface="Cambria Math" panose="02040503050406030204" pitchFamily="18" charset="0"/>
                          </a:rPr>
                          <m:t>S</m:t>
                        </m:r>
                      </m:sub>
                    </m:sSub>
                    <m:r>
                      <a:rPr lang="en-US" altLang="zh-TW" sz="1050" i="1" smtClean="0">
                        <a:latin typeface="Cambria Math" panose="02040503050406030204" pitchFamily="18" charset="0"/>
                      </a:rPr>
                      <m:t>(</m:t>
                    </m:r>
                    <m:r>
                      <m:rPr>
                        <m:sty m:val="p"/>
                      </m:rPr>
                      <a:rPr lang="en-US" altLang="zh-TW" sz="1050" b="0" i="0" smtClean="0">
                        <a:latin typeface="Cambria Math" panose="02040503050406030204" pitchFamily="18" charset="0"/>
                      </a:rPr>
                      <m:t>j</m:t>
                    </m:r>
                  </m:oMath>
                </a14:m>
                <a:r>
                  <a:rPr lang="en-US" altLang="zh-TW" sz="1050" dirty="0"/>
                  <a:t>)&lt;=</a:t>
                </a:r>
                <a14:m>
                  <m:oMath xmlns:m="http://schemas.openxmlformats.org/officeDocument/2006/math">
                    <m:sSub>
                      <m:sSubPr>
                        <m:ctrlPr>
                          <a:rPr lang="en-US" altLang="zh-TW" sz="1050" i="1" smtClean="0">
                            <a:latin typeface="Cambria Math" panose="02040503050406030204" pitchFamily="18" charset="0"/>
                          </a:rPr>
                        </m:ctrlPr>
                      </m:sSubPr>
                      <m:e>
                        <m:r>
                          <a:rPr lang="el-GR" altLang="zh-TW" sz="1050" i="1" smtClean="0">
                            <a:latin typeface="Cambria Math" panose="02040503050406030204" pitchFamily="18" charset="0"/>
                          </a:rPr>
                          <m:t>𝜏</m:t>
                        </m:r>
                      </m:e>
                      <m:sub>
                        <m:r>
                          <a:rPr lang="en-US" altLang="zh-TW" sz="1050" b="0" i="1" smtClean="0">
                            <a:latin typeface="Cambria Math" panose="02040503050406030204" pitchFamily="18" charset="0"/>
                          </a:rPr>
                          <m:t>𝑝𝑒𝑟𝑖𝑜𝑑</m:t>
                        </m:r>
                      </m:sub>
                    </m:sSub>
                  </m:oMath>
                </a14:m>
                <a:r>
                  <a:rPr lang="en-US" altLang="zh-TW" sz="1050" dirty="0"/>
                  <a:t>(</a:t>
                </a:r>
                <a:r>
                  <a:rPr lang="zh-TW" altLang="en-US" sz="1050" dirty="0"/>
                  <a:t>介於</a:t>
                </a:r>
                <a:r>
                  <a:rPr lang="en-US" altLang="zh-TW" sz="1050" dirty="0"/>
                  <a:t>1~2), </a:t>
                </a:r>
                <a:r>
                  <a:rPr lang="zh-TW" altLang="en-US" sz="1050" dirty="0"/>
                  <a:t>大的放分子。這項</a:t>
                </a:r>
                <a:r>
                  <a:rPr lang="en-US" altLang="zh-TW" sz="1050" dirty="0"/>
                  <a:t>test</a:t>
                </a:r>
                <a:r>
                  <a:rPr lang="zh-TW" altLang="en-US" sz="1050" dirty="0"/>
                  <a:t>是檢驗若一個</a:t>
                </a:r>
                <a:r>
                  <a:rPr lang="en-US" altLang="zh-TW" sz="1050" dirty="0"/>
                  <a:t>remote</a:t>
                </a:r>
                <a:r>
                  <a:rPr lang="zh-TW" altLang="en-US" sz="1050" dirty="0"/>
                  <a:t>的裝置傳訊號，他的</a:t>
                </a:r>
                <a:r>
                  <a:rPr lang="en-US" altLang="zh-TW" sz="1050" dirty="0"/>
                  <a:t>sweep</a:t>
                </a:r>
                <a:r>
                  <a:rPr lang="zh-TW" altLang="en-US" sz="1050" dirty="0"/>
                  <a:t>會比一般長</a:t>
                </a:r>
                <a:r>
                  <a:rPr lang="en-US" altLang="zh-TW" sz="1050" dirty="0"/>
                  <a:t>2</a:t>
                </a:r>
                <a:r>
                  <a:rPr lang="zh-TW" altLang="en-US" sz="1050" dirty="0"/>
                  <a:t>倍 </a:t>
                </a:r>
                <a:r>
                  <a:rPr lang="en-US" altLang="zh-TW" sz="1050" dirty="0"/>
                  <a:t>(</a:t>
                </a:r>
                <a:r>
                  <a:rPr lang="zh-TW" altLang="en-US" sz="1050" dirty="0"/>
                  <a:t>一個</a:t>
                </a:r>
                <a:r>
                  <a:rPr lang="en-US" altLang="zh-TW" sz="1050" dirty="0"/>
                  <a:t>sweep</a:t>
                </a:r>
                <a:r>
                  <a:rPr lang="zh-TW" altLang="en-US" sz="1050" dirty="0"/>
                  <a:t>是</a:t>
                </a:r>
                <a:r>
                  <a:rPr lang="en-US" altLang="zh-TW" sz="1050" dirty="0"/>
                  <a:t>peak-valley-peak sequence )</a:t>
                </a:r>
                <a:endParaRPr lang="zh-TW" altLang="en-US" sz="1050" dirty="0"/>
              </a:p>
            </p:txBody>
          </p:sp>
        </mc:Choice>
        <mc:Fallback xmlns="">
          <p:sp>
            <p:nvSpPr>
              <p:cNvPr id="3" name="備忘稿版面配置區 2"/>
              <p:cNvSpPr>
                <a:spLocks noGrp="1"/>
              </p:cNvSpPr>
              <p:nvPr>
                <p:ph type="body" idx="1"/>
              </p:nvPr>
            </p:nvSpPr>
            <p:spPr/>
            <p:txBody>
              <a:bodyPr/>
              <a:lstStyle/>
              <a:p>
                <a:r>
                  <a:rPr lang="en-US" altLang="zh-TW" sz="1050" dirty="0"/>
                  <a:t>Test2 </a:t>
                </a:r>
                <a:r>
                  <a:rPr lang="zh-TW" altLang="en-US" sz="1050" dirty="0"/>
                  <a:t>將</a:t>
                </a:r>
                <a:r>
                  <a:rPr lang="en-US" altLang="zh-TW" sz="1050" dirty="0"/>
                  <a:t>hub</a:t>
                </a:r>
                <a:r>
                  <a:rPr lang="zh-TW" altLang="en-US" sz="1050" dirty="0"/>
                  <a:t>端計算後的</a:t>
                </a:r>
                <a:r>
                  <a:rPr lang="en-US" altLang="zh-TW" sz="1050" dirty="0"/>
                  <a:t>∆</a:t>
                </a:r>
                <a:r>
                  <a:rPr lang="en-US" altLang="zh-TW" sz="1050" dirty="0" err="1"/>
                  <a:t>i</a:t>
                </a:r>
                <a:r>
                  <a:rPr lang="en-US" altLang="zh-TW" sz="1050" dirty="0"/>
                  <a:t> (</a:t>
                </a:r>
                <a:r>
                  <a:rPr lang="zh-TW" altLang="en-US" sz="1050" dirty="0"/>
                  <a:t>也就是</a:t>
                </a:r>
                <a:r>
                  <a:rPr lang="en-US" altLang="zh-TW" sz="1050" i="0" dirty="0">
                    <a:latin typeface="Cambria Math" panose="02040503050406030204" pitchFamily="18" charset="0"/>
                  </a:rPr>
                  <a:t>m</a:t>
                </a:r>
                <a:r>
                  <a:rPr lang="en-US" altLang="zh-TW" sz="1050" b="0" i="0" dirty="0">
                    <a:latin typeface="Cambria Math" panose="02040503050406030204" pitchFamily="18" charset="0"/>
                  </a:rPr>
                  <a:t>𝑎𝑥 </a:t>
                </a:r>
                <a:r>
                  <a:rPr lang="en-US" altLang="zh-TW" sz="1050" b="0" i="0">
                    <a:latin typeface="Cambria Math" panose="02040503050406030204" pitchFamily="18" charset="0"/>
                  </a:rPr>
                  <a:t>𝑆_(𝑖 )/min⁡〖𝑆_(𝑖 ) 〗</a:t>
                </a:r>
                <a:r>
                  <a:rPr lang="en-US" altLang="zh-TW" sz="1050" dirty="0"/>
                  <a:t>)</a:t>
                </a:r>
                <a:r>
                  <a:rPr lang="zh-TW" altLang="en-US" sz="1050" dirty="0"/>
                  <a:t>，檢查看每個是否都高於</a:t>
                </a:r>
                <a:r>
                  <a:rPr lang="el-GR" altLang="zh-TW" sz="1050" i="0">
                    <a:latin typeface="Cambria Math" panose="02040503050406030204" pitchFamily="18" charset="0"/>
                  </a:rPr>
                  <a:t>𝜏</a:t>
                </a:r>
                <a:r>
                  <a:rPr lang="en-US" altLang="zh-TW" sz="1050" i="0">
                    <a:latin typeface="Cambria Math" panose="02040503050406030204" pitchFamily="18" charset="0"/>
                  </a:rPr>
                  <a:t>_</a:t>
                </a:r>
                <a:r>
                  <a:rPr lang="en-US" altLang="zh-TW" sz="1050" b="0" i="0">
                    <a:latin typeface="Cambria Math" panose="02040503050406030204" pitchFamily="18" charset="0"/>
                  </a:rPr>
                  <a:t>𝑟𝑎𝑛𝑔𝑒</a:t>
                </a:r>
                <a:r>
                  <a:rPr lang="zh-TW" altLang="en-US" sz="1050" dirty="0"/>
                  <a:t>，</a:t>
                </a:r>
                <a:endParaRPr lang="en-US" altLang="zh-TW" sz="1050" dirty="0"/>
              </a:p>
              <a:p>
                <a:r>
                  <a:rPr lang="zh-TW" altLang="en-US" sz="1050" dirty="0"/>
                  <a:t>這項測試顯示出</a:t>
                </a:r>
                <a:r>
                  <a:rPr lang="en-US" altLang="zh-TW" sz="1050" dirty="0"/>
                  <a:t>signal power</a:t>
                </a:r>
                <a:r>
                  <a:rPr lang="zh-TW" altLang="en-US" sz="1050" dirty="0"/>
                  <a:t>的</a:t>
                </a:r>
                <a:r>
                  <a:rPr lang="en-US" altLang="zh-TW" sz="1050" dirty="0"/>
                  <a:t>roll-off</a:t>
                </a:r>
                <a:r>
                  <a:rPr lang="zh-TW" altLang="en-US" sz="1050" dirty="0"/>
                  <a:t> </a:t>
                </a:r>
                <a:r>
                  <a:rPr lang="en-US" altLang="zh-TW" sz="1050" dirty="0"/>
                  <a:t>rate</a:t>
                </a:r>
                <a:r>
                  <a:rPr lang="zh-TW" altLang="en-US" sz="1050" dirty="0"/>
                  <a:t> </a:t>
                </a:r>
                <a:r>
                  <a:rPr lang="en-US" altLang="zh-TW" sz="1050" dirty="0"/>
                  <a:t>(</a:t>
                </a:r>
                <a:r>
                  <a:rPr lang="zh-TW" altLang="en-US" sz="1050" dirty="0"/>
                  <a:t>衰減速率</a:t>
                </a:r>
                <a:r>
                  <a:rPr lang="en-US" altLang="zh-TW" sz="1050" dirty="0"/>
                  <a:t>)</a:t>
                </a:r>
                <a:r>
                  <a:rPr lang="zh-TW" altLang="en-US" sz="1050" dirty="0"/>
                  <a:t> 在短距離比較高。 所以當一個攻擊者在離</a:t>
                </a:r>
                <a:r>
                  <a:rPr lang="en-US" altLang="zh-TW" sz="1050" dirty="0"/>
                  <a:t>helper</a:t>
                </a:r>
                <a:r>
                  <a:rPr lang="zh-TW" altLang="en-US" sz="1050" dirty="0"/>
                  <a:t>幾米遠時，攻擊者的</a:t>
                </a:r>
                <a:r>
                  <a:rPr lang="en-US" altLang="zh-TW" sz="1050" dirty="0"/>
                  <a:t>range</a:t>
                </a:r>
                <a:r>
                  <a:rPr lang="zh-TW" altLang="en-US" sz="1050" dirty="0"/>
                  <a:t> 與 </a:t>
                </a:r>
                <a:r>
                  <a:rPr lang="en-US" altLang="zh-TW" sz="1050" dirty="0"/>
                  <a:t>D</a:t>
                </a:r>
                <a:r>
                  <a:rPr lang="zh-TW" altLang="en-US" sz="1050" dirty="0"/>
                  <a:t> 的</a:t>
                </a:r>
                <a:r>
                  <a:rPr lang="en-US" altLang="zh-TW" sz="1050" dirty="0"/>
                  <a:t>range</a:t>
                </a:r>
                <a:r>
                  <a:rPr lang="zh-TW" altLang="en-US" sz="1050" dirty="0"/>
                  <a:t>是有差別的。</a:t>
                </a:r>
                <a:endParaRPr lang="en-US" altLang="zh-TW" sz="1050" dirty="0"/>
              </a:p>
              <a:p>
                <a:endParaRPr lang="en-US" altLang="zh-TW" sz="1050" dirty="0"/>
              </a:p>
              <a:p>
                <a:r>
                  <a:rPr lang="en-US" altLang="zh-TW" sz="1050" dirty="0"/>
                  <a:t>Test3 </a:t>
                </a:r>
                <a:r>
                  <a:rPr lang="zh-TW" altLang="en-US" sz="1050" dirty="0"/>
                  <a:t>要去計算每個</a:t>
                </a:r>
                <a:r>
                  <a:rPr lang="en-US" altLang="zh-TW" sz="1050" dirty="0"/>
                  <a:t>sweep </a:t>
                </a:r>
                <a:r>
                  <a:rPr lang="en-US" altLang="zh-TW" sz="1050" b="0" i="0">
                    <a:latin typeface="Cambria Math" panose="02040503050406030204" pitchFamily="18" charset="0"/>
                  </a:rPr>
                  <a:t>𝑆_(𝑖 )</a:t>
                </a:r>
                <a:r>
                  <a:rPr lang="zh-TW" altLang="en-US" sz="1050" dirty="0"/>
                  <a:t>的</a:t>
                </a:r>
                <a:r>
                  <a:rPr lang="en-US" altLang="zh-TW" sz="1050" dirty="0"/>
                  <a:t> period</a:t>
                </a:r>
                <a:r>
                  <a:rPr lang="zh-TW" altLang="en-US" sz="1050" dirty="0"/>
                  <a:t>，並判斷</a:t>
                </a:r>
                <a:r>
                  <a:rPr lang="en-US" altLang="zh-TW" sz="1050" dirty="0"/>
                  <a:t>sweep</a:t>
                </a:r>
                <a:r>
                  <a:rPr lang="zh-TW" altLang="en-US" sz="1050" dirty="0"/>
                  <a:t>是否連續，判定方法是所有</a:t>
                </a:r>
                <a:r>
                  <a:rPr lang="en-US" altLang="zh-TW" sz="1050" i="0">
                    <a:latin typeface="Cambria Math" panose="02040503050406030204" pitchFamily="18" charset="0"/>
                  </a:rPr>
                  <a:t>T_S (</a:t>
                </a:r>
                <a:r>
                  <a:rPr lang="en-US" altLang="zh-TW" sz="1050" dirty="0" err="1"/>
                  <a:t>i</a:t>
                </a:r>
                <a:r>
                  <a:rPr lang="en-US" altLang="zh-TW" sz="1050" dirty="0"/>
                  <a:t>)/</a:t>
                </a:r>
                <a:r>
                  <a:rPr lang="en-US" altLang="zh-TW" sz="1050" i="0">
                    <a:latin typeface="Cambria Math" panose="02040503050406030204" pitchFamily="18" charset="0"/>
                  </a:rPr>
                  <a:t>T_S (</a:t>
                </a:r>
                <a:r>
                  <a:rPr lang="en-US" altLang="zh-TW" sz="1050" b="0" i="0">
                    <a:latin typeface="Cambria Math" panose="02040503050406030204" pitchFamily="18" charset="0"/>
                  </a:rPr>
                  <a:t>j</a:t>
                </a:r>
                <a:r>
                  <a:rPr lang="en-US" altLang="zh-TW" sz="1050" dirty="0"/>
                  <a:t>)&lt;=</a:t>
                </a:r>
                <a:r>
                  <a:rPr lang="el-GR" altLang="zh-TW" sz="1050" i="0">
                    <a:latin typeface="Cambria Math" panose="02040503050406030204" pitchFamily="18" charset="0"/>
                  </a:rPr>
                  <a:t>𝜏</a:t>
                </a:r>
                <a:r>
                  <a:rPr lang="en-US" altLang="zh-TW" sz="1050" i="0">
                    <a:latin typeface="Cambria Math" panose="02040503050406030204" pitchFamily="18" charset="0"/>
                  </a:rPr>
                  <a:t>_</a:t>
                </a:r>
                <a:r>
                  <a:rPr lang="en-US" altLang="zh-TW" sz="1050" b="0" i="0">
                    <a:latin typeface="Cambria Math" panose="02040503050406030204" pitchFamily="18" charset="0"/>
                  </a:rPr>
                  <a:t>𝑝𝑒𝑟𝑖𝑜𝑑</a:t>
                </a:r>
                <a:r>
                  <a:rPr lang="en-US" altLang="zh-TW" sz="1050" dirty="0"/>
                  <a:t>(</a:t>
                </a:r>
                <a:r>
                  <a:rPr lang="zh-TW" altLang="en-US" sz="1050" dirty="0"/>
                  <a:t>介於</a:t>
                </a:r>
                <a:r>
                  <a:rPr lang="en-US" altLang="zh-TW" sz="1050" dirty="0"/>
                  <a:t>1~2), </a:t>
                </a:r>
                <a:r>
                  <a:rPr lang="zh-TW" altLang="en-US" sz="1050" dirty="0"/>
                  <a:t>大的放分子。這項</a:t>
                </a:r>
                <a:r>
                  <a:rPr lang="en-US" altLang="zh-TW" sz="1050" dirty="0"/>
                  <a:t>test</a:t>
                </a:r>
                <a:r>
                  <a:rPr lang="zh-TW" altLang="en-US" sz="1050" dirty="0"/>
                  <a:t>是檢驗若一個</a:t>
                </a:r>
                <a:r>
                  <a:rPr lang="en-US" altLang="zh-TW" sz="1050" dirty="0"/>
                  <a:t>remote</a:t>
                </a:r>
                <a:r>
                  <a:rPr lang="zh-TW" altLang="en-US" sz="1050" dirty="0"/>
                  <a:t>的裝置傳訊號，他的</a:t>
                </a:r>
                <a:r>
                  <a:rPr lang="en-US" altLang="zh-TW" sz="1050" dirty="0"/>
                  <a:t>sweep</a:t>
                </a:r>
                <a:r>
                  <a:rPr lang="zh-TW" altLang="en-US" sz="1050" dirty="0"/>
                  <a:t>會比一般長</a:t>
                </a:r>
                <a:r>
                  <a:rPr lang="en-US" altLang="zh-TW" sz="1050" dirty="0"/>
                  <a:t>2</a:t>
                </a:r>
                <a:r>
                  <a:rPr lang="zh-TW" altLang="en-US" sz="1050" dirty="0"/>
                  <a:t>倍 </a:t>
                </a:r>
                <a:r>
                  <a:rPr lang="en-US" altLang="zh-TW" sz="1050" dirty="0"/>
                  <a:t>(</a:t>
                </a:r>
                <a:r>
                  <a:rPr lang="zh-TW" altLang="en-US" sz="1050" dirty="0"/>
                  <a:t>一個</a:t>
                </a:r>
                <a:r>
                  <a:rPr lang="en-US" altLang="zh-TW" sz="1050" dirty="0"/>
                  <a:t>sweep</a:t>
                </a:r>
                <a:r>
                  <a:rPr lang="zh-TW" altLang="en-US" sz="1050" dirty="0"/>
                  <a:t>是</a:t>
                </a:r>
                <a:r>
                  <a:rPr lang="en-US" altLang="zh-TW" sz="1050" dirty="0"/>
                  <a:t>peak-valley-peak sequence )</a:t>
                </a:r>
                <a:endParaRPr lang="zh-TW" altLang="en-US" sz="1050" dirty="0"/>
              </a:p>
            </p:txBody>
          </p:sp>
        </mc:Fallback>
      </mc:AlternateContent>
      <p:sp>
        <p:nvSpPr>
          <p:cNvPr id="4" name="投影片編號版面配置區 3"/>
          <p:cNvSpPr>
            <a:spLocks noGrp="1"/>
          </p:cNvSpPr>
          <p:nvPr>
            <p:ph type="sldNum" sz="quarter" idx="5"/>
          </p:nvPr>
        </p:nvSpPr>
        <p:spPr/>
        <p:txBody>
          <a:bodyPr/>
          <a:lstStyle/>
          <a:p>
            <a:fld id="{AC89860F-3D4E-4B43-B5B4-A487B7F2EB69}" type="slidenum">
              <a:rPr lang="en-US" smtClean="0"/>
              <a:t>11</a:t>
            </a:fld>
            <a:endParaRPr lang="en-US"/>
          </a:p>
        </p:txBody>
      </p:sp>
    </p:spTree>
    <p:extLst>
      <p:ext uri="{BB962C8B-B14F-4D97-AF65-F5344CB8AC3E}">
        <p14:creationId xmlns:p14="http://schemas.microsoft.com/office/powerpoint/2010/main" val="3807328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該測試需要來自</a:t>
                </a:r>
                <a:r>
                  <a:rPr lang="en-US" altLang="zh-TW" dirty="0"/>
                  <a:t>H</a:t>
                </a:r>
                <a:r>
                  <a:rPr lang="zh-TW" altLang="en-US" dirty="0"/>
                  <a:t>的加速度數據來確定</a:t>
                </a:r>
                <a:r>
                  <a:rPr lang="en-US" altLang="zh-TW" dirty="0"/>
                  <a:t>sweep</a:t>
                </a:r>
                <a:r>
                  <a:rPr lang="zh-TW" altLang="en-US" dirty="0"/>
                  <a:t>的開始和結束。當</a:t>
                </a:r>
                <a:r>
                  <a:rPr lang="en-US" altLang="zh-TW" dirty="0"/>
                  <a:t>H</a:t>
                </a:r>
                <a:r>
                  <a:rPr lang="zh-TW" altLang="en-US" dirty="0"/>
                  <a:t>在</a:t>
                </a:r>
                <a:r>
                  <a:rPr lang="en-US" altLang="zh-TW" dirty="0"/>
                  <a:t>sweep</a:t>
                </a:r>
                <a:r>
                  <a:rPr lang="zh-TW" altLang="en-US" dirty="0"/>
                  <a:t>動作時改變方向會讓整個加速度產生一個峰值，我們可以藉此來知道</a:t>
                </a:r>
                <a:r>
                  <a:rPr lang="en-US" altLang="zh-TW" dirty="0"/>
                  <a:t>sweep </a:t>
                </a:r>
                <a:r>
                  <a:rPr lang="zh-TW" altLang="en-US" dirty="0"/>
                  <a:t>的開始與結束。若</a:t>
                </a:r>
                <a:r>
                  <a:rPr lang="en-US" altLang="zh-TW" dirty="0"/>
                  <a:t>Pearson </a:t>
                </a:r>
                <a:r>
                  <a:rPr lang="zh-TW" altLang="en-US" dirty="0"/>
                  <a:t>相關係數</a:t>
                </a:r>
                <a:r>
                  <a:rPr lang="en-US" altLang="zh-TW" sz="1200" dirty="0"/>
                  <a:t>ρ(</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𝑡</m:t>
                        </m:r>
                      </m:e>
                      <m:sub>
                        <m:r>
                          <a:rPr lang="en-US" altLang="zh-TW" sz="1200" b="0" i="1" smtClean="0">
                            <a:latin typeface="Cambria Math" panose="02040503050406030204" pitchFamily="18" charset="0"/>
                          </a:rPr>
                          <m:t>𝑅𝑆𝑆</m:t>
                        </m:r>
                      </m:sub>
                    </m:sSub>
                  </m:oMath>
                </a14:m>
                <a:r>
                  <a:rPr lang="en-US" altLang="zh-TW" sz="1200" dirty="0"/>
                  <a:t>, </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𝑡</m:t>
                        </m:r>
                      </m:e>
                      <m:sub>
                        <m:r>
                          <a:rPr lang="en-US" altLang="zh-TW" sz="1200" b="0" i="1" smtClean="0">
                            <a:latin typeface="Cambria Math" panose="02040503050406030204" pitchFamily="18" charset="0"/>
                          </a:rPr>
                          <m:t>𝑎𝑐𝑐</m:t>
                        </m:r>
                      </m:sub>
                    </m:sSub>
                  </m:oMath>
                </a14:m>
                <a:r>
                  <a:rPr lang="en-US" altLang="zh-TW" sz="1200" dirty="0"/>
                  <a:t>) </a:t>
                </a:r>
                <a:r>
                  <a:rPr lang="zh-TW" altLang="en-US" sz="1200" dirty="0"/>
                  <a:t>超過一個</a:t>
                </a:r>
                <a:r>
                  <a:rPr lang="en-US" altLang="zh-TW" sz="1200" dirty="0"/>
                  <a:t>threshold</a:t>
                </a:r>
                <a:r>
                  <a:rPr lang="en-US" altLang="zh-TW" sz="1200" baseline="0" dirty="0"/>
                  <a:t> </a:t>
                </a:r>
                <a14:m>
                  <m:oMath xmlns:m="http://schemas.openxmlformats.org/officeDocument/2006/math">
                    <m:sSub>
                      <m:sSubPr>
                        <m:ctrlPr>
                          <a:rPr lang="en-US" altLang="zh-TW" sz="1200" i="1" smtClean="0">
                            <a:latin typeface="Cambria Math" panose="02040503050406030204" pitchFamily="18" charset="0"/>
                          </a:rPr>
                        </m:ctrlPr>
                      </m:sSubPr>
                      <m:e>
                        <m:r>
                          <a:rPr lang="el-GR" altLang="zh-TW" sz="1200" b="0" i="1" smtClean="0">
                            <a:latin typeface="Cambria Math" panose="02040503050406030204" pitchFamily="18" charset="0"/>
                          </a:rPr>
                          <m:t>𝜏</m:t>
                        </m:r>
                      </m:e>
                      <m:sub>
                        <m:r>
                          <a:rPr lang="en-US" altLang="zh-TW" sz="1200" b="0" i="1" smtClean="0">
                            <a:latin typeface="Cambria Math" panose="02040503050406030204" pitchFamily="18" charset="0"/>
                          </a:rPr>
                          <m:t>𝑐𝑜𝑟𝑟</m:t>
                        </m:r>
                      </m:sub>
                    </m:sSub>
                    <m:r>
                      <a:rPr lang="en-US" altLang="zh-TW" sz="1200" b="0" i="1" smtClean="0">
                        <a:latin typeface="Cambria Math" panose="02040503050406030204" pitchFamily="18" charset="0"/>
                      </a:rPr>
                      <m:t> </m:t>
                    </m:r>
                    <m:r>
                      <a:rPr lang="zh-TW" altLang="en-US" sz="1200" b="0" i="1" smtClean="0">
                        <a:latin typeface="Cambria Math" panose="02040503050406030204" pitchFamily="18" charset="0"/>
                      </a:rPr>
                      <m:t>則通過</m:t>
                    </m:r>
                  </m:oMath>
                </a14:m>
                <a:r>
                  <a:rPr lang="zh-TW" altLang="en-US" dirty="0"/>
                  <a:t>測試。</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𝑡</m:t>
                        </m:r>
                      </m:e>
                      <m:sub>
                        <m:r>
                          <a:rPr lang="en-US" altLang="zh-TW" sz="1200" b="0" i="1" smtClean="0">
                            <a:latin typeface="Cambria Math" panose="02040503050406030204" pitchFamily="18" charset="0"/>
                          </a:rPr>
                          <m:t>𝑅𝑆𝑆</m:t>
                        </m:r>
                      </m:sub>
                    </m:sSub>
                    <m:r>
                      <a:rPr lang="zh-TW" altLang="en-US" sz="1200" b="0" i="1" smtClean="0">
                        <a:latin typeface="Cambria Math" panose="02040503050406030204" pitchFamily="18" charset="0"/>
                      </a:rPr>
                      <m:t>是</m:t>
                    </m:r>
                  </m:oMath>
                </a14:m>
                <a:r>
                  <a:rPr lang="zh-TW" altLang="en-US" dirty="0"/>
                  <a:t>測到最小值</a:t>
                </a:r>
                <a:r>
                  <a:rPr lang="en-US" altLang="zh-TW" dirty="0"/>
                  <a:t>RSS</a:t>
                </a:r>
                <a:r>
                  <a:rPr lang="zh-TW" altLang="en-US" dirty="0"/>
                  <a:t>的時間，</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𝑡</m:t>
                        </m:r>
                      </m:e>
                      <m:sub>
                        <m:r>
                          <a:rPr lang="en-US" altLang="zh-TW" sz="1200" b="0" i="1" smtClean="0">
                            <a:latin typeface="Cambria Math" panose="02040503050406030204" pitchFamily="18" charset="0"/>
                          </a:rPr>
                          <m:t>𝑎𝑐𝑐</m:t>
                        </m:r>
                      </m:sub>
                    </m:sSub>
                  </m:oMath>
                </a14:m>
                <a:r>
                  <a:rPr lang="zh-TW" altLang="en-US" dirty="0"/>
                  <a:t> 是最接近</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𝑡</m:t>
                        </m:r>
                      </m:e>
                      <m:sub>
                        <m:r>
                          <a:rPr lang="en-US" altLang="zh-TW" sz="1200" b="0" i="1" smtClean="0">
                            <a:latin typeface="Cambria Math" panose="02040503050406030204" pitchFamily="18" charset="0"/>
                          </a:rPr>
                          <m:t>𝑎𝑐𝑐</m:t>
                        </m:r>
                      </m:sub>
                    </m:sSub>
                  </m:oMath>
                </a14:m>
                <a:r>
                  <a:rPr lang="zh-TW" altLang="en-US" dirty="0"/>
                  <a:t>的局部加速度最大值。這項測試特別針對前三項都通過測試的攻擊者，因為可能可以透過粒度功率控制來通過前三者，但如果力量操縱與</a:t>
                </a:r>
                <a:r>
                  <a:rPr lang="en-US" altLang="zh-TW"/>
                  <a:t>helper </a:t>
                </a:r>
                <a:r>
                  <a:rPr lang="en-US" altLang="zh-TW" dirty="0"/>
                  <a:t>motion</a:t>
                </a:r>
                <a:r>
                  <a:rPr lang="zh-TW" altLang="en-US" dirty="0"/>
                  <a:t>不同步，將會違反第四項測試。</a:t>
                </a:r>
              </a:p>
            </p:txBody>
          </p:sp>
        </mc:Choice>
        <mc:Fallback xmlns="">
          <p:sp>
            <p:nvSpPr>
              <p:cNvPr id="3" name="備忘稿版面配置區 2"/>
              <p:cNvSpPr>
                <a:spLocks noGrp="1"/>
              </p:cNvSpPr>
              <p:nvPr>
                <p:ph type="body" idx="1"/>
              </p:nvPr>
            </p:nvSpPr>
            <p:spPr/>
            <p:txBody>
              <a:bodyPr/>
              <a:lstStyle/>
              <a:p>
                <a:r>
                  <a:rPr lang="zh-TW" altLang="en-US" dirty="0"/>
                  <a:t>該測試需要來自</a:t>
                </a:r>
                <a:r>
                  <a:rPr lang="en-US" altLang="zh-TW" dirty="0"/>
                  <a:t>H</a:t>
                </a:r>
                <a:r>
                  <a:rPr lang="zh-TW" altLang="en-US" dirty="0"/>
                  <a:t>的加速度數據來確定掃描的開始和結束，與</a:t>
                </a:r>
                <a:r>
                  <a:rPr lang="en-US" altLang="zh-TW" dirty="0"/>
                  <a:t>Γ</a:t>
                </a:r>
                <a:r>
                  <a:rPr lang="zh-TW" altLang="en-US" dirty="0"/>
                  <a:t>無關。當</a:t>
                </a:r>
                <a:r>
                  <a:rPr lang="en-US" altLang="zh-TW" dirty="0"/>
                  <a:t>H</a:t>
                </a:r>
                <a:r>
                  <a:rPr lang="zh-TW" altLang="en-US" dirty="0"/>
                  <a:t>在</a:t>
                </a:r>
                <a:r>
                  <a:rPr lang="en-US" altLang="zh-TW" dirty="0"/>
                  <a:t>sweep</a:t>
                </a:r>
                <a:r>
                  <a:rPr lang="zh-TW" altLang="en-US" dirty="0"/>
                  <a:t>動作時改變方向會讓整個加速度產生一個峰值，我們可以藉此來知道</a:t>
                </a:r>
                <a:r>
                  <a:rPr lang="en-US" altLang="zh-TW" dirty="0"/>
                  <a:t>sweep </a:t>
                </a:r>
                <a:r>
                  <a:rPr lang="zh-TW" altLang="en-US" dirty="0"/>
                  <a:t>的開始與結束。若</a:t>
                </a:r>
                <a:r>
                  <a:rPr lang="en-US" altLang="zh-TW" dirty="0"/>
                  <a:t>Pearson </a:t>
                </a:r>
                <a:r>
                  <a:rPr lang="zh-TW" altLang="en-US" dirty="0"/>
                  <a:t>相關係數</a:t>
                </a:r>
                <a:r>
                  <a:rPr lang="en-US" altLang="zh-TW" sz="1200" dirty="0"/>
                  <a:t>ρ(</a:t>
                </a:r>
                <a:r>
                  <a:rPr lang="en-US" altLang="zh-TW" sz="1200" b="0" i="0">
                    <a:latin typeface="Cambria Math" panose="02040503050406030204" pitchFamily="18" charset="0"/>
                  </a:rPr>
                  <a:t>𝑡_𝑅𝑆𝑆</a:t>
                </a:r>
                <a:r>
                  <a:rPr lang="en-US" altLang="zh-TW" sz="1200" dirty="0"/>
                  <a:t>, </a:t>
                </a:r>
                <a:r>
                  <a:rPr lang="en-US" altLang="zh-TW" sz="1200" b="0" i="0">
                    <a:latin typeface="Cambria Math" panose="02040503050406030204" pitchFamily="18" charset="0"/>
                  </a:rPr>
                  <a:t>𝑡_𝑎𝑐𝑐</a:t>
                </a:r>
                <a:r>
                  <a:rPr lang="en-US" altLang="zh-TW" sz="1200" dirty="0"/>
                  <a:t>) </a:t>
                </a:r>
                <a:r>
                  <a:rPr lang="zh-TW" altLang="en-US" sz="1200" dirty="0"/>
                  <a:t>超過一個</a:t>
                </a:r>
                <a:r>
                  <a:rPr lang="en-US" altLang="zh-TW" sz="1200" dirty="0"/>
                  <a:t>threshold</a:t>
                </a:r>
                <a:r>
                  <a:rPr lang="en-US" altLang="zh-TW" sz="1200" baseline="0" dirty="0"/>
                  <a:t> </a:t>
                </a:r>
                <a:r>
                  <a:rPr lang="el-GR" altLang="zh-TW" sz="1200" b="0" i="0">
                    <a:latin typeface="Cambria Math" panose="02040503050406030204" pitchFamily="18" charset="0"/>
                  </a:rPr>
                  <a:t>𝜏</a:t>
                </a:r>
                <a:r>
                  <a:rPr lang="en-US" altLang="zh-TW" sz="1200" b="0" i="0">
                    <a:latin typeface="Cambria Math" panose="02040503050406030204" pitchFamily="18" charset="0"/>
                  </a:rPr>
                  <a:t>_𝑐𝑜𝑟𝑟  </a:t>
                </a:r>
                <a:r>
                  <a:rPr lang="zh-TW" altLang="en-US" sz="1200" b="0" i="0">
                    <a:latin typeface="Cambria Math" panose="02040503050406030204" pitchFamily="18" charset="0"/>
                  </a:rPr>
                  <a:t>則通過</a:t>
                </a:r>
                <a:r>
                  <a:rPr lang="zh-TW" altLang="en-US" dirty="0"/>
                  <a:t>測試。</a:t>
                </a:r>
                <a:r>
                  <a:rPr lang="en-US" altLang="zh-TW" sz="1200" b="0" i="0">
                    <a:latin typeface="Cambria Math" panose="02040503050406030204" pitchFamily="18" charset="0"/>
                  </a:rPr>
                  <a:t>𝑡_𝑅𝑆𝑆</a:t>
                </a:r>
                <a:r>
                  <a:rPr lang="zh-TW" altLang="en-US" sz="1200" b="0" i="0">
                    <a:latin typeface="Cambria Math" panose="02040503050406030204" pitchFamily="18" charset="0"/>
                  </a:rPr>
                  <a:t> 是</a:t>
                </a:r>
                <a:r>
                  <a:rPr lang="zh-TW" altLang="en-US" dirty="0"/>
                  <a:t>測到最小值</a:t>
                </a:r>
                <a:r>
                  <a:rPr lang="en-US" altLang="zh-TW" dirty="0"/>
                  <a:t>RSS</a:t>
                </a:r>
                <a:r>
                  <a:rPr lang="zh-TW" altLang="en-US" dirty="0"/>
                  <a:t>的時間，</a:t>
                </a:r>
                <a:r>
                  <a:rPr lang="en-US" altLang="zh-TW" sz="1200" b="0" i="0">
                    <a:latin typeface="Cambria Math" panose="02040503050406030204" pitchFamily="18" charset="0"/>
                  </a:rPr>
                  <a:t>𝑡_𝑎𝑐𝑐</a:t>
                </a:r>
                <a:r>
                  <a:rPr lang="zh-TW" altLang="en-US" dirty="0"/>
                  <a:t> 是最接近</a:t>
                </a:r>
                <a:r>
                  <a:rPr lang="en-US" altLang="zh-TW" sz="1200" b="0" i="0">
                    <a:latin typeface="Cambria Math" panose="02040503050406030204" pitchFamily="18" charset="0"/>
                  </a:rPr>
                  <a:t>𝑡_𝑎𝑐𝑐</a:t>
                </a:r>
                <a:r>
                  <a:rPr lang="zh-TW" altLang="en-US" dirty="0"/>
                  <a:t>的局部加速度最大值。這項測試特別針對前三項都通過測試的攻擊者，因為可能可以透過粒度功率控制來通過前三者，但如果力量操縱與</a:t>
                </a:r>
                <a:r>
                  <a:rPr lang="en-US" altLang="zh-TW" dirty="0"/>
                  <a:t>help motion</a:t>
                </a:r>
                <a:r>
                  <a:rPr lang="zh-TW" altLang="en-US" dirty="0"/>
                  <a:t>不同步，將會違反第四項測試。</a:t>
                </a:r>
              </a:p>
            </p:txBody>
          </p:sp>
        </mc:Fallback>
      </mc:AlternateContent>
      <p:sp>
        <p:nvSpPr>
          <p:cNvPr id="4" name="投影片編號版面配置區 3"/>
          <p:cNvSpPr>
            <a:spLocks noGrp="1"/>
          </p:cNvSpPr>
          <p:nvPr>
            <p:ph type="sldNum" sz="quarter" idx="5"/>
          </p:nvPr>
        </p:nvSpPr>
        <p:spPr/>
        <p:txBody>
          <a:bodyPr/>
          <a:lstStyle/>
          <a:p>
            <a:fld id="{AC89860F-3D4E-4B43-B5B4-A487B7F2EB69}" type="slidenum">
              <a:rPr lang="en-US" smtClean="0"/>
              <a:t>12</a:t>
            </a:fld>
            <a:endParaRPr lang="en-US"/>
          </a:p>
        </p:txBody>
      </p:sp>
    </p:spTree>
    <p:extLst>
      <p:ext uri="{BB962C8B-B14F-4D97-AF65-F5344CB8AC3E}">
        <p14:creationId xmlns:p14="http://schemas.microsoft.com/office/powerpoint/2010/main" val="1145515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3" name="Date Placeholder 2"/>
          <p:cNvSpPr>
            <a:spLocks noGrp="1"/>
          </p:cNvSpPr>
          <p:nvPr>
            <p:ph type="dt" sz="half" idx="10"/>
          </p:nvPr>
        </p:nvSpPr>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7"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11" name="Group 110"/>
          <p:cNvGrpSpPr/>
          <p:nvPr userDrawn="1"/>
        </p:nvGrpSpPr>
        <p:grpSpPr>
          <a:xfrm>
            <a:off x="5721121" y="1329545"/>
            <a:ext cx="749759" cy="88157"/>
            <a:chOff x="5833290" y="2440842"/>
            <a:chExt cx="525419" cy="61779"/>
          </a:xfrm>
        </p:grpSpPr>
        <p:sp>
          <p:nvSpPr>
            <p:cNvPr id="112" name="Oval 111"/>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9" name="Picture Placeholder 33"/>
          <p:cNvSpPr>
            <a:spLocks noGrp="1"/>
          </p:cNvSpPr>
          <p:nvPr>
            <p:ph type="pic" sz="quarter" idx="14"/>
          </p:nvPr>
        </p:nvSpPr>
        <p:spPr>
          <a:xfrm>
            <a:off x="-1" y="2447151"/>
            <a:ext cx="6096000" cy="2544000"/>
          </a:xfrm>
        </p:spPr>
        <p:txBody>
          <a:bodyPr/>
          <a:lstStyle/>
          <a:p>
            <a:endParaRPr lang="id-ID"/>
          </a:p>
        </p:txBody>
      </p:sp>
      <p:sp>
        <p:nvSpPr>
          <p:cNvPr id="120" name="Picture Placeholder 33"/>
          <p:cNvSpPr>
            <a:spLocks noGrp="1"/>
          </p:cNvSpPr>
          <p:nvPr>
            <p:ph type="pic" sz="quarter" idx="15"/>
          </p:nvPr>
        </p:nvSpPr>
        <p:spPr>
          <a:xfrm>
            <a:off x="6105312" y="2447151"/>
            <a:ext cx="6096000" cy="2544000"/>
          </a:xfrm>
        </p:spPr>
        <p:txBody>
          <a:bodyPr/>
          <a:lstStyle/>
          <a:p>
            <a:endParaRPr lang="id-ID"/>
          </a:p>
        </p:txBody>
      </p:sp>
    </p:spTree>
    <p:extLst>
      <p:ext uri="{BB962C8B-B14F-4D97-AF65-F5344CB8AC3E}">
        <p14:creationId xmlns:p14="http://schemas.microsoft.com/office/powerpoint/2010/main" val="402738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750"/>
                                        <p:tgtEl>
                                          <p:spTgt spid="7">
                                            <p:txEl>
                                              <p:pRg st="0" end="0"/>
                                            </p:txEl>
                                          </p:spTgt>
                                        </p:tgtEl>
                                      </p:cBhvr>
                                    </p:animEffect>
                                    <p:anim calcmode="lin" valueType="num">
                                      <p:cBhvr>
                                        <p:cTn id="13" dur="75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7">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11"/>
                                        </p:tgtEl>
                                        <p:attrNameLst>
                                          <p:attrName>style.visibility</p:attrName>
                                        </p:attrNameLst>
                                      </p:cBhvr>
                                      <p:to>
                                        <p:strVal val="visible"/>
                                      </p:to>
                                    </p:set>
                                    <p:animEffect transition="in" filter="barn(outVertical)">
                                      <p:cBhvr>
                                        <p:cTn id="17" dur="75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tmplLst>
          <p:tmpl lvl="1">
            <p:tnLst>
              <p:par>
                <p:cTn presetID="42"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anim calcmode="lin" valueType="num">
                      <p:cBhvr>
                        <p:cTn dur="750" fill="hold"/>
                        <p:tgtEl>
                          <p:spTgt spid="7"/>
                        </p:tgtEl>
                        <p:attrNameLst>
                          <p:attrName>ppt_x</p:attrName>
                        </p:attrNameLst>
                      </p:cBhvr>
                      <p:tavLst>
                        <p:tav tm="0">
                          <p:val>
                            <p:strVal val="#ppt_x"/>
                          </p:val>
                        </p:tav>
                        <p:tav tm="100000">
                          <p:val>
                            <p:strVal val="#ppt_x"/>
                          </p:val>
                        </p:tav>
                      </p:tavLst>
                    </p:anim>
                    <p:anim calcmode="lin" valueType="num">
                      <p:cBhvr>
                        <p:cTn dur="750" fill="hold"/>
                        <p:tgtEl>
                          <p:spTgt spid="7"/>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ndscape Picture">
    <p:spTree>
      <p:nvGrpSpPr>
        <p:cNvPr id="1" name=""/>
        <p:cNvGrpSpPr/>
        <p:nvPr/>
      </p:nvGrpSpPr>
      <p:grpSpPr>
        <a:xfrm>
          <a:off x="0" y="0"/>
          <a:ext cx="0" cy="0"/>
          <a:chOff x="0" y="0"/>
          <a:chExt cx="0" cy="0"/>
        </a:xfrm>
      </p:grpSpPr>
      <p:sp>
        <p:nvSpPr>
          <p:cNvPr id="2"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3" name="Date Placeholder 2"/>
          <p:cNvSpPr>
            <a:spLocks noGrp="1"/>
          </p:cNvSpPr>
          <p:nvPr>
            <p:ph type="dt" sz="half" idx="10"/>
          </p:nvPr>
        </p:nvSpPr>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7"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11" name="Group 110"/>
          <p:cNvGrpSpPr/>
          <p:nvPr userDrawn="1"/>
        </p:nvGrpSpPr>
        <p:grpSpPr>
          <a:xfrm>
            <a:off x="5721121" y="1329545"/>
            <a:ext cx="749759" cy="88157"/>
            <a:chOff x="5833290" y="2440842"/>
            <a:chExt cx="525419" cy="61779"/>
          </a:xfrm>
        </p:grpSpPr>
        <p:sp>
          <p:nvSpPr>
            <p:cNvPr id="112" name="Oval 111"/>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9" name="Picture Placeholder 33"/>
          <p:cNvSpPr>
            <a:spLocks noGrp="1"/>
          </p:cNvSpPr>
          <p:nvPr>
            <p:ph type="pic" sz="quarter" idx="14"/>
          </p:nvPr>
        </p:nvSpPr>
        <p:spPr>
          <a:xfrm>
            <a:off x="0" y="2417197"/>
            <a:ext cx="12180305" cy="2924052"/>
          </a:xfrm>
        </p:spPr>
        <p:txBody>
          <a:bodyPr/>
          <a:lstStyle/>
          <a:p>
            <a:endParaRPr lang="id-ID"/>
          </a:p>
        </p:txBody>
      </p:sp>
    </p:spTree>
    <p:extLst>
      <p:ext uri="{BB962C8B-B14F-4D97-AF65-F5344CB8AC3E}">
        <p14:creationId xmlns:p14="http://schemas.microsoft.com/office/powerpoint/2010/main" val="391646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750"/>
                                        <p:tgtEl>
                                          <p:spTgt spid="7">
                                            <p:txEl>
                                              <p:pRg st="0" end="0"/>
                                            </p:txEl>
                                          </p:spTgt>
                                        </p:tgtEl>
                                      </p:cBhvr>
                                    </p:animEffect>
                                    <p:anim calcmode="lin" valueType="num">
                                      <p:cBhvr>
                                        <p:cTn id="13" dur="75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7">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11"/>
                                        </p:tgtEl>
                                        <p:attrNameLst>
                                          <p:attrName>style.visibility</p:attrName>
                                        </p:attrNameLst>
                                      </p:cBhvr>
                                      <p:to>
                                        <p:strVal val="visible"/>
                                      </p:to>
                                    </p:set>
                                    <p:animEffect transition="in" filter="barn(outVertical)">
                                      <p:cBhvr>
                                        <p:cTn id="17" dur="750"/>
                                        <p:tgtEl>
                                          <p:spTgt spid="111"/>
                                        </p:tgtEl>
                                      </p:cBhvr>
                                    </p:animEffect>
                                  </p:childTnLst>
                                </p:cTn>
                              </p:par>
                            </p:childTnLst>
                          </p:cTn>
                        </p:par>
                        <p:par>
                          <p:cTn id="18" fill="hold">
                            <p:stCondLst>
                              <p:cond delay="750"/>
                            </p:stCondLst>
                            <p:childTnLst>
                              <p:par>
                                <p:cTn id="19" presetID="10" presetClass="entr" presetSubtype="0" fill="hold" grpId="0" nodeType="afterEffect" nodePh="1">
                                  <p:stCondLst>
                                    <p:cond delay="0"/>
                                  </p:stCondLst>
                                  <p:endCondLst>
                                    <p:cond evt="begin" delay="0">
                                      <p:tn val="19"/>
                                    </p:cond>
                                  </p:endCondLst>
                                  <p:childTnLst>
                                    <p:set>
                                      <p:cBhvr>
                                        <p:cTn id="20" dur="1" fill="hold">
                                          <p:stCondLst>
                                            <p:cond delay="0"/>
                                          </p:stCondLst>
                                        </p:cTn>
                                        <p:tgtEl>
                                          <p:spTgt spid="119"/>
                                        </p:tgtEl>
                                        <p:attrNameLst>
                                          <p:attrName>style.visibility</p:attrName>
                                        </p:attrNameLst>
                                      </p:cBhvr>
                                      <p:to>
                                        <p:strVal val="visible"/>
                                      </p:to>
                                    </p:set>
                                    <p:animEffect transition="in" filter="fade">
                                      <p:cBhvr>
                                        <p:cTn id="21"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tmplLst>
          <p:tmpl lvl="1">
            <p:tnLst>
              <p:par>
                <p:cTn presetID="42"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anim calcmode="lin" valueType="num">
                      <p:cBhvr>
                        <p:cTn dur="750" fill="hold"/>
                        <p:tgtEl>
                          <p:spTgt spid="7"/>
                        </p:tgtEl>
                        <p:attrNameLst>
                          <p:attrName>ppt_x</p:attrName>
                        </p:attrNameLst>
                      </p:cBhvr>
                      <p:tavLst>
                        <p:tav tm="0">
                          <p:val>
                            <p:strVal val="#ppt_x"/>
                          </p:val>
                        </p:tav>
                        <p:tav tm="100000">
                          <p:val>
                            <p:strVal val="#ppt_x"/>
                          </p:val>
                        </p:tav>
                      </p:tavLst>
                    </p:anim>
                    <p:anim calcmode="lin" valueType="num">
                      <p:cBhvr>
                        <p:cTn dur="750" fill="hold"/>
                        <p:tgtEl>
                          <p:spTgt spid="7"/>
                        </p:tgtEl>
                        <p:attrNameLst>
                          <p:attrName>ppt_y</p:attrName>
                        </p:attrNameLst>
                      </p:cBhvr>
                      <p:tavLst>
                        <p:tav tm="0">
                          <p:val>
                            <p:strVal val="#ppt_y+.1"/>
                          </p:val>
                        </p:tav>
                        <p:tav tm="100000">
                          <p:val>
                            <p:strVal val="#ppt_y"/>
                          </p:val>
                        </p:tav>
                      </p:tavLst>
                    </p:anim>
                  </p:childTnLst>
                </p:cTn>
              </p:par>
            </p:tnLst>
          </p:tmpl>
        </p:tmplLst>
      </p:bldP>
      <p:bldP spid="11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19" name="Picture Placeholder 33"/>
          <p:cNvSpPr>
            <a:spLocks noGrp="1"/>
          </p:cNvSpPr>
          <p:nvPr>
            <p:ph type="pic" sz="quarter" idx="14"/>
          </p:nvPr>
        </p:nvSpPr>
        <p:spPr>
          <a:xfrm>
            <a:off x="1278343" y="2313438"/>
            <a:ext cx="3212939" cy="3212939"/>
          </a:xfrm>
          <a:prstGeom prst="ellipse">
            <a:avLst/>
          </a:prstGeom>
          <a:ln w="28575">
            <a:solidFill>
              <a:schemeClr val="accent1"/>
            </a:solidFill>
          </a:ln>
        </p:spPr>
        <p:txBody>
          <a:bodyPr/>
          <a:lstStyle/>
          <a:p>
            <a:endParaRPr lang="id-ID"/>
          </a:p>
        </p:txBody>
      </p:sp>
      <p:sp>
        <p:nvSpPr>
          <p:cNvPr id="121" name="Picture Placeholder 33"/>
          <p:cNvSpPr>
            <a:spLocks noGrp="1"/>
          </p:cNvSpPr>
          <p:nvPr>
            <p:ph type="pic" sz="quarter" idx="15"/>
          </p:nvPr>
        </p:nvSpPr>
        <p:spPr>
          <a:xfrm>
            <a:off x="779933" y="4160666"/>
            <a:ext cx="1825166" cy="1825166"/>
          </a:xfrm>
          <a:prstGeom prst="ellipse">
            <a:avLst/>
          </a:prstGeom>
          <a:ln w="28575">
            <a:solidFill>
              <a:schemeClr val="accent1"/>
            </a:solidFill>
          </a:ln>
        </p:spPr>
        <p:txBody>
          <a:bodyPr/>
          <a:lstStyle/>
          <a:p>
            <a:endParaRPr lang="id-ID"/>
          </a:p>
        </p:txBody>
      </p:sp>
      <p:sp>
        <p:nvSpPr>
          <p:cNvPr id="122" name="Picture Placeholder 33"/>
          <p:cNvSpPr>
            <a:spLocks noGrp="1"/>
          </p:cNvSpPr>
          <p:nvPr>
            <p:ph type="pic" sz="quarter" idx="16"/>
          </p:nvPr>
        </p:nvSpPr>
        <p:spPr>
          <a:xfrm>
            <a:off x="3460800" y="2068251"/>
            <a:ext cx="1528892" cy="1528892"/>
          </a:xfrm>
          <a:prstGeom prst="ellipse">
            <a:avLst/>
          </a:prstGeom>
          <a:ln w="28575">
            <a:solidFill>
              <a:schemeClr val="accent1"/>
            </a:solidFill>
          </a:ln>
        </p:spPr>
        <p:txBody>
          <a:bodyPr/>
          <a:lstStyle/>
          <a:p>
            <a:endParaRPr lang="id-ID"/>
          </a:p>
        </p:txBody>
      </p:sp>
      <p:sp>
        <p:nvSpPr>
          <p:cNvPr id="123" name="Picture Placeholder 33"/>
          <p:cNvSpPr>
            <a:spLocks noGrp="1"/>
          </p:cNvSpPr>
          <p:nvPr>
            <p:ph type="pic" sz="quarter" idx="17"/>
          </p:nvPr>
        </p:nvSpPr>
        <p:spPr>
          <a:xfrm>
            <a:off x="3944518" y="4724459"/>
            <a:ext cx="1089408" cy="1089408"/>
          </a:xfrm>
          <a:prstGeom prst="ellipse">
            <a:avLst/>
          </a:prstGeom>
          <a:ln w="28575">
            <a:solidFill>
              <a:schemeClr val="accent1"/>
            </a:solidFill>
          </a:ln>
        </p:spPr>
        <p:txBody>
          <a:bodyPr/>
          <a:lstStyle/>
          <a:p>
            <a:endParaRPr lang="id-ID" dirty="0"/>
          </a:p>
        </p:txBody>
      </p:sp>
      <p:sp>
        <p:nvSpPr>
          <p:cNvPr id="124" name="Picture Placeholder 33"/>
          <p:cNvSpPr>
            <a:spLocks noGrp="1"/>
          </p:cNvSpPr>
          <p:nvPr>
            <p:ph type="pic" sz="quarter" idx="18"/>
          </p:nvPr>
        </p:nvSpPr>
        <p:spPr>
          <a:xfrm>
            <a:off x="836630" y="1960313"/>
            <a:ext cx="1089408" cy="1089408"/>
          </a:xfrm>
          <a:prstGeom prst="ellipse">
            <a:avLst/>
          </a:prstGeom>
          <a:ln w="28575">
            <a:solidFill>
              <a:schemeClr val="accent1"/>
            </a:solidFill>
          </a:ln>
        </p:spPr>
        <p:txBody>
          <a:bodyPr/>
          <a:lstStyle/>
          <a:p>
            <a:endParaRPr lang="id-ID" dirty="0"/>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2427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3783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Picture Placeholder 5"/>
          <p:cNvSpPr>
            <a:spLocks noGrp="1"/>
          </p:cNvSpPr>
          <p:nvPr>
            <p:ph type="pic" sz="quarter" idx="14"/>
          </p:nvPr>
        </p:nvSpPr>
        <p:spPr>
          <a:xfrm>
            <a:off x="2018669" y="2960384"/>
            <a:ext cx="1371600" cy="1371600"/>
          </a:xfrm>
          <a:prstGeom prst="ellipse">
            <a:avLst/>
          </a:prstGeom>
          <a:ln w="47625">
            <a:solidFill>
              <a:schemeClr val="accent1"/>
            </a:solidFill>
          </a:ln>
        </p:spPr>
        <p:txBody>
          <a:bodyPr>
            <a:normAutofit/>
          </a:bodyPr>
          <a:lstStyle>
            <a:lvl1pPr>
              <a:defRPr sz="1200"/>
            </a:lvl1pPr>
          </a:lstStyle>
          <a:p>
            <a:endParaRPr lang="en-US" dirty="0"/>
          </a:p>
        </p:txBody>
      </p:sp>
      <p:sp>
        <p:nvSpPr>
          <p:cNvPr id="25" name="Picture Placeholder 5"/>
          <p:cNvSpPr>
            <a:spLocks noGrp="1"/>
          </p:cNvSpPr>
          <p:nvPr>
            <p:ph type="pic" sz="quarter" idx="15"/>
          </p:nvPr>
        </p:nvSpPr>
        <p:spPr>
          <a:xfrm>
            <a:off x="4236505" y="2960384"/>
            <a:ext cx="1371600" cy="1371600"/>
          </a:xfrm>
          <a:prstGeom prst="ellipse">
            <a:avLst/>
          </a:prstGeom>
          <a:ln w="47625">
            <a:solidFill>
              <a:schemeClr val="accent2"/>
            </a:solidFill>
          </a:ln>
        </p:spPr>
        <p:txBody>
          <a:bodyPr>
            <a:normAutofit/>
          </a:bodyPr>
          <a:lstStyle>
            <a:lvl1pPr>
              <a:defRPr sz="1200"/>
            </a:lvl1pPr>
          </a:lstStyle>
          <a:p>
            <a:endParaRPr lang="en-US" dirty="0"/>
          </a:p>
        </p:txBody>
      </p:sp>
      <p:sp>
        <p:nvSpPr>
          <p:cNvPr id="26" name="Picture Placeholder 5"/>
          <p:cNvSpPr>
            <a:spLocks noGrp="1"/>
          </p:cNvSpPr>
          <p:nvPr>
            <p:ph type="pic" sz="quarter" idx="16"/>
          </p:nvPr>
        </p:nvSpPr>
        <p:spPr>
          <a:xfrm>
            <a:off x="6464501" y="2960384"/>
            <a:ext cx="1371600" cy="1371600"/>
          </a:xfrm>
          <a:prstGeom prst="ellipse">
            <a:avLst/>
          </a:prstGeom>
          <a:ln w="47625">
            <a:solidFill>
              <a:schemeClr val="accent3"/>
            </a:solidFill>
          </a:ln>
        </p:spPr>
        <p:txBody>
          <a:bodyPr>
            <a:normAutofit/>
          </a:bodyPr>
          <a:lstStyle>
            <a:lvl1pPr>
              <a:defRPr sz="1200"/>
            </a:lvl1pPr>
          </a:lstStyle>
          <a:p>
            <a:endParaRPr lang="en-US" dirty="0"/>
          </a:p>
        </p:txBody>
      </p:sp>
      <p:sp>
        <p:nvSpPr>
          <p:cNvPr id="27" name="Picture Placeholder 5"/>
          <p:cNvSpPr>
            <a:spLocks noGrp="1"/>
          </p:cNvSpPr>
          <p:nvPr>
            <p:ph type="pic" sz="quarter" idx="17"/>
          </p:nvPr>
        </p:nvSpPr>
        <p:spPr>
          <a:xfrm>
            <a:off x="8679366" y="2960384"/>
            <a:ext cx="1371600" cy="1371600"/>
          </a:xfrm>
          <a:prstGeom prst="ellipse">
            <a:avLst/>
          </a:prstGeom>
          <a:ln w="47625">
            <a:solidFill>
              <a:schemeClr val="accent4"/>
            </a:solidFill>
          </a:ln>
        </p:spPr>
        <p:txBody>
          <a:bodyPr>
            <a:normAutofit/>
          </a:bodyPr>
          <a:lstStyle>
            <a:lvl1pPr>
              <a:defRPr sz="1200"/>
            </a:lvl1pPr>
          </a:lstStyle>
          <a:p>
            <a:endParaRPr lang="en-US" dirty="0"/>
          </a:p>
        </p:txBody>
      </p:sp>
    </p:spTree>
    <p:extLst>
      <p:ext uri="{BB962C8B-B14F-4D97-AF65-F5344CB8AC3E}">
        <p14:creationId xmlns:p14="http://schemas.microsoft.com/office/powerpoint/2010/main" val="2442555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p:cNvSpPr>
            <a:spLocks noGrp="1"/>
          </p:cNvSpPr>
          <p:nvPr>
            <p:ph type="pic" sz="quarter" idx="14"/>
          </p:nvPr>
        </p:nvSpPr>
        <p:spPr>
          <a:xfrm>
            <a:off x="4754563" y="3946859"/>
            <a:ext cx="1648213" cy="1648213"/>
          </a:xfrm>
          <a:prstGeom prst="ellipse">
            <a:avLst/>
          </a:prstGeom>
        </p:spPr>
        <p:txBody>
          <a:bodyPr>
            <a:normAutofit/>
          </a:bodyPr>
          <a:lstStyle>
            <a:lvl1pPr>
              <a:defRPr sz="1600"/>
            </a:lvl1pPr>
          </a:lstStyle>
          <a:p>
            <a:endParaRPr lang="en-US"/>
          </a:p>
        </p:txBody>
      </p:sp>
      <p:sp>
        <p:nvSpPr>
          <p:cNvPr id="22" name="Picture Placeholder 5"/>
          <p:cNvSpPr>
            <a:spLocks noGrp="1"/>
          </p:cNvSpPr>
          <p:nvPr>
            <p:ph type="pic" sz="quarter" idx="15"/>
          </p:nvPr>
        </p:nvSpPr>
        <p:spPr>
          <a:xfrm>
            <a:off x="6776403" y="3946859"/>
            <a:ext cx="1648213" cy="1648213"/>
          </a:xfrm>
          <a:prstGeom prst="ellipse">
            <a:avLst/>
          </a:prstGeom>
        </p:spPr>
        <p:txBody>
          <a:bodyPr>
            <a:normAutofit/>
          </a:bodyPr>
          <a:lstStyle>
            <a:lvl1pPr>
              <a:defRPr sz="1600"/>
            </a:lvl1pPr>
          </a:lstStyle>
          <a:p>
            <a:endParaRPr lang="en-US"/>
          </a:p>
        </p:txBody>
      </p:sp>
      <p:sp>
        <p:nvSpPr>
          <p:cNvPr id="23" name="Picture Placeholder 5"/>
          <p:cNvSpPr>
            <a:spLocks noGrp="1"/>
          </p:cNvSpPr>
          <p:nvPr>
            <p:ph type="pic" sz="quarter" idx="16"/>
          </p:nvPr>
        </p:nvSpPr>
        <p:spPr>
          <a:xfrm>
            <a:off x="8798243" y="3946859"/>
            <a:ext cx="1648213" cy="1648213"/>
          </a:xfrm>
          <a:prstGeom prst="ellipse">
            <a:avLst/>
          </a:prstGeom>
        </p:spPr>
        <p:txBody>
          <a:bodyPr>
            <a:normAutofit/>
          </a:bodyPr>
          <a:lstStyle>
            <a:lvl1pPr>
              <a:defRPr sz="1600"/>
            </a:lvl1pPr>
          </a:lstStyle>
          <a:p>
            <a:endParaRPr lang="en-US"/>
          </a:p>
        </p:txBody>
      </p:sp>
    </p:spTree>
    <p:extLst>
      <p:ext uri="{BB962C8B-B14F-4D97-AF65-F5344CB8AC3E}">
        <p14:creationId xmlns:p14="http://schemas.microsoft.com/office/powerpoint/2010/main" val="212405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p:cNvSpPr>
            <a:spLocks noGrp="1"/>
          </p:cNvSpPr>
          <p:nvPr>
            <p:ph type="pic" sz="quarter" idx="14"/>
          </p:nvPr>
        </p:nvSpPr>
        <p:spPr>
          <a:xfrm>
            <a:off x="4754562" y="2241312"/>
            <a:ext cx="1828800" cy="1828800"/>
          </a:xfrm>
          <a:prstGeom prst="ellipse">
            <a:avLst/>
          </a:prstGeom>
        </p:spPr>
        <p:txBody>
          <a:bodyPr>
            <a:normAutofit/>
          </a:bodyPr>
          <a:lstStyle>
            <a:lvl1pPr>
              <a:defRPr sz="1600"/>
            </a:lvl1pPr>
          </a:lstStyle>
          <a:p>
            <a:endParaRPr lang="en-US"/>
          </a:p>
        </p:txBody>
      </p:sp>
      <p:sp>
        <p:nvSpPr>
          <p:cNvPr id="22" name="Picture Placeholder 5"/>
          <p:cNvSpPr>
            <a:spLocks noGrp="1"/>
          </p:cNvSpPr>
          <p:nvPr>
            <p:ph type="pic" sz="quarter" idx="15"/>
          </p:nvPr>
        </p:nvSpPr>
        <p:spPr>
          <a:xfrm>
            <a:off x="6827202" y="2241312"/>
            <a:ext cx="1828800" cy="1828800"/>
          </a:xfrm>
          <a:prstGeom prst="ellipse">
            <a:avLst/>
          </a:prstGeom>
        </p:spPr>
        <p:txBody>
          <a:bodyPr>
            <a:normAutofit/>
          </a:bodyPr>
          <a:lstStyle>
            <a:lvl1pPr>
              <a:defRPr sz="1600"/>
            </a:lvl1pPr>
          </a:lstStyle>
          <a:p>
            <a:endParaRPr lang="en-US"/>
          </a:p>
        </p:txBody>
      </p:sp>
      <p:sp>
        <p:nvSpPr>
          <p:cNvPr id="23" name="Picture Placeholder 5"/>
          <p:cNvSpPr>
            <a:spLocks noGrp="1"/>
          </p:cNvSpPr>
          <p:nvPr>
            <p:ph type="pic" sz="quarter" idx="16"/>
          </p:nvPr>
        </p:nvSpPr>
        <p:spPr>
          <a:xfrm>
            <a:off x="8899842" y="2241312"/>
            <a:ext cx="1828800" cy="1828800"/>
          </a:xfrm>
          <a:prstGeom prst="ellipse">
            <a:avLst/>
          </a:prstGeom>
        </p:spPr>
        <p:txBody>
          <a:bodyPr>
            <a:normAutofit/>
          </a:bodyPr>
          <a:lstStyle>
            <a:lvl1pPr>
              <a:defRPr sz="1600"/>
            </a:lvl1pPr>
          </a:lstStyle>
          <a:p>
            <a:endParaRPr lang="en-US"/>
          </a:p>
        </p:txBody>
      </p:sp>
      <p:sp>
        <p:nvSpPr>
          <p:cNvPr id="7" name="Picture Placeholder 6"/>
          <p:cNvSpPr>
            <a:spLocks noGrp="1"/>
          </p:cNvSpPr>
          <p:nvPr>
            <p:ph type="pic" sz="quarter" idx="17"/>
          </p:nvPr>
        </p:nvSpPr>
        <p:spPr>
          <a:xfrm>
            <a:off x="694383" y="2254657"/>
            <a:ext cx="3479765" cy="3479765"/>
          </a:xfrm>
          <a:prstGeom prst="ellipse">
            <a:avLst/>
          </a:prstGeom>
        </p:spPr>
        <p:txBody>
          <a:bodyPr/>
          <a:lstStyle/>
          <a:p>
            <a:endParaRPr lang="en-US"/>
          </a:p>
        </p:txBody>
      </p:sp>
    </p:spTree>
    <p:extLst>
      <p:ext uri="{BB962C8B-B14F-4D97-AF65-F5344CB8AC3E}">
        <p14:creationId xmlns:p14="http://schemas.microsoft.com/office/powerpoint/2010/main" val="395629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Picture Placeholder 5"/>
          <p:cNvSpPr>
            <a:spLocks noGrp="1"/>
          </p:cNvSpPr>
          <p:nvPr>
            <p:ph type="pic" sz="quarter" idx="14"/>
          </p:nvPr>
        </p:nvSpPr>
        <p:spPr>
          <a:xfrm>
            <a:off x="1398129" y="2107682"/>
            <a:ext cx="2103120" cy="210312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16" name="Picture Placeholder 5"/>
          <p:cNvSpPr>
            <a:spLocks noGrp="1"/>
          </p:cNvSpPr>
          <p:nvPr>
            <p:ph type="pic" sz="quarter" idx="15"/>
          </p:nvPr>
        </p:nvSpPr>
        <p:spPr>
          <a:xfrm>
            <a:off x="4867986" y="2167652"/>
            <a:ext cx="2103120" cy="210312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a:p>
        </p:txBody>
      </p:sp>
      <p:sp>
        <p:nvSpPr>
          <p:cNvPr id="17" name="Picture Placeholder 5"/>
          <p:cNvSpPr>
            <a:spLocks noGrp="1"/>
          </p:cNvSpPr>
          <p:nvPr>
            <p:ph type="pic" sz="quarter" idx="16"/>
          </p:nvPr>
        </p:nvSpPr>
        <p:spPr>
          <a:xfrm>
            <a:off x="8340835" y="2206742"/>
            <a:ext cx="2103120" cy="210312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Tree>
    <p:extLst>
      <p:ext uri="{BB962C8B-B14F-4D97-AF65-F5344CB8AC3E}">
        <p14:creationId xmlns:p14="http://schemas.microsoft.com/office/powerpoint/2010/main" val="214888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Picture Placeholder 5"/>
          <p:cNvSpPr>
            <a:spLocks noGrp="1"/>
          </p:cNvSpPr>
          <p:nvPr>
            <p:ph type="pic" sz="quarter" idx="14"/>
          </p:nvPr>
        </p:nvSpPr>
        <p:spPr>
          <a:xfrm>
            <a:off x="696635" y="209483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17" name="Picture Placeholder 5"/>
          <p:cNvSpPr>
            <a:spLocks noGrp="1"/>
          </p:cNvSpPr>
          <p:nvPr>
            <p:ph type="pic" sz="quarter" idx="16"/>
          </p:nvPr>
        </p:nvSpPr>
        <p:spPr>
          <a:xfrm>
            <a:off x="3277791" y="209483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20" name="Picture Placeholder 5"/>
          <p:cNvSpPr>
            <a:spLocks noGrp="1"/>
          </p:cNvSpPr>
          <p:nvPr>
            <p:ph type="pic" sz="quarter" idx="17"/>
          </p:nvPr>
        </p:nvSpPr>
        <p:spPr>
          <a:xfrm>
            <a:off x="1998316" y="388299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21" name="Picture Placeholder 5"/>
          <p:cNvSpPr>
            <a:spLocks noGrp="1"/>
          </p:cNvSpPr>
          <p:nvPr>
            <p:ph type="pic" sz="quarter" idx="18"/>
          </p:nvPr>
        </p:nvSpPr>
        <p:spPr>
          <a:xfrm>
            <a:off x="4515972" y="388299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22" name="Picture Placeholder 5"/>
          <p:cNvSpPr>
            <a:spLocks noGrp="1"/>
          </p:cNvSpPr>
          <p:nvPr>
            <p:ph type="pic" sz="quarter" idx="19"/>
          </p:nvPr>
        </p:nvSpPr>
        <p:spPr>
          <a:xfrm>
            <a:off x="5684664" y="209483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23" name="Picture Placeholder 5"/>
          <p:cNvSpPr>
            <a:spLocks noGrp="1"/>
          </p:cNvSpPr>
          <p:nvPr>
            <p:ph type="pic" sz="quarter" idx="20"/>
          </p:nvPr>
        </p:nvSpPr>
        <p:spPr>
          <a:xfrm>
            <a:off x="8151520" y="209483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24" name="Picture Placeholder 5"/>
          <p:cNvSpPr>
            <a:spLocks noGrp="1"/>
          </p:cNvSpPr>
          <p:nvPr>
            <p:ph type="pic" sz="quarter" idx="21"/>
          </p:nvPr>
        </p:nvSpPr>
        <p:spPr>
          <a:xfrm>
            <a:off x="6905065" y="388299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
        <p:nvSpPr>
          <p:cNvPr id="25" name="Picture Placeholder 5"/>
          <p:cNvSpPr>
            <a:spLocks noGrp="1"/>
          </p:cNvSpPr>
          <p:nvPr>
            <p:ph type="pic" sz="quarter" idx="22"/>
          </p:nvPr>
        </p:nvSpPr>
        <p:spPr>
          <a:xfrm>
            <a:off x="9470981" y="3882995"/>
            <a:ext cx="2011680" cy="2011680"/>
          </a:xfrm>
          <a:prstGeom prst="ellipse">
            <a:avLst/>
          </a:prstGeom>
          <a:ln w="41275">
            <a:solidFill>
              <a:schemeClr val="bg2"/>
            </a:solidFill>
          </a:ln>
          <a:effectLst>
            <a:outerShdw blurRad="50800" dist="38100" dir="5400000" algn="t" rotWithShape="0">
              <a:prstClr val="black">
                <a:alpha val="40000"/>
              </a:prstClr>
            </a:outerShdw>
          </a:effectLst>
        </p:spPr>
        <p:txBody>
          <a:bodyPr>
            <a:normAutofit/>
          </a:bodyPr>
          <a:lstStyle>
            <a:lvl1pPr>
              <a:defRPr sz="1400"/>
            </a:lvl1pPr>
          </a:lstStyle>
          <a:p>
            <a:endParaRPr lang="en-US" dirty="0"/>
          </a:p>
        </p:txBody>
      </p:sp>
    </p:spTree>
    <p:extLst>
      <p:ext uri="{BB962C8B-B14F-4D97-AF65-F5344CB8AC3E}">
        <p14:creationId xmlns:p14="http://schemas.microsoft.com/office/powerpoint/2010/main" val="230017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Picture Layout">
    <p:spTree>
      <p:nvGrpSpPr>
        <p:cNvPr id="1" name=""/>
        <p:cNvGrpSpPr/>
        <p:nvPr/>
      </p:nvGrpSpPr>
      <p:grpSpPr>
        <a:xfrm>
          <a:off x="0" y="0"/>
          <a:ext cx="0" cy="0"/>
          <a:chOff x="0" y="0"/>
          <a:chExt cx="0" cy="0"/>
        </a:xfrm>
      </p:grpSpPr>
      <p:sp>
        <p:nvSpPr>
          <p:cNvPr id="6" name="Picture Placeholder 5"/>
          <p:cNvSpPr>
            <a:spLocks noGrp="1"/>
          </p:cNvSpPr>
          <p:nvPr>
            <p:ph type="pic" sz="quarter" idx="14"/>
          </p:nvPr>
        </p:nvSpPr>
        <p:spPr>
          <a:xfrm>
            <a:off x="885955" y="2039103"/>
            <a:ext cx="1463040" cy="1463040"/>
          </a:xfrm>
          <a:prstGeom prst="ellipse">
            <a:avLst/>
          </a:prstGeom>
        </p:spPr>
        <p:txBody>
          <a:bodyPr>
            <a:normAutofit/>
          </a:bodyPr>
          <a:lstStyle>
            <a:lvl1pPr>
              <a:defRPr sz="1400"/>
            </a:lvl1pPr>
          </a:lstStyle>
          <a:p>
            <a:endParaRPr lang="en-US" dirty="0"/>
          </a:p>
        </p:txBody>
      </p:sp>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Picture Placeholder 5"/>
          <p:cNvSpPr>
            <a:spLocks noGrp="1"/>
          </p:cNvSpPr>
          <p:nvPr>
            <p:ph type="pic" sz="quarter" idx="15"/>
          </p:nvPr>
        </p:nvSpPr>
        <p:spPr>
          <a:xfrm>
            <a:off x="3803545" y="2099073"/>
            <a:ext cx="1463040" cy="1463040"/>
          </a:xfrm>
          <a:prstGeom prst="ellipse">
            <a:avLst/>
          </a:prstGeom>
        </p:spPr>
        <p:txBody>
          <a:bodyPr>
            <a:normAutofit/>
          </a:bodyPr>
          <a:lstStyle>
            <a:lvl1pPr>
              <a:defRPr sz="1400"/>
            </a:lvl1pPr>
          </a:lstStyle>
          <a:p>
            <a:endParaRPr lang="en-US"/>
          </a:p>
        </p:txBody>
      </p:sp>
      <p:sp>
        <p:nvSpPr>
          <p:cNvPr id="22" name="Picture Placeholder 5"/>
          <p:cNvSpPr>
            <a:spLocks noGrp="1"/>
          </p:cNvSpPr>
          <p:nvPr>
            <p:ph type="pic" sz="quarter" idx="16"/>
          </p:nvPr>
        </p:nvSpPr>
        <p:spPr>
          <a:xfrm>
            <a:off x="6745620" y="2138163"/>
            <a:ext cx="1463040" cy="1463040"/>
          </a:xfrm>
          <a:prstGeom prst="ellipse">
            <a:avLst/>
          </a:prstGeom>
        </p:spPr>
        <p:txBody>
          <a:bodyPr>
            <a:normAutofit/>
          </a:bodyPr>
          <a:lstStyle>
            <a:lvl1pPr>
              <a:defRPr sz="1400"/>
            </a:lvl1pPr>
          </a:lstStyle>
          <a:p>
            <a:endParaRPr lang="en-US" dirty="0"/>
          </a:p>
        </p:txBody>
      </p:sp>
      <p:sp>
        <p:nvSpPr>
          <p:cNvPr id="23" name="Picture Placeholder 5"/>
          <p:cNvSpPr>
            <a:spLocks noGrp="1"/>
          </p:cNvSpPr>
          <p:nvPr>
            <p:ph type="pic" sz="quarter" idx="17"/>
          </p:nvPr>
        </p:nvSpPr>
        <p:spPr>
          <a:xfrm>
            <a:off x="9677323" y="2198133"/>
            <a:ext cx="1463040" cy="1463040"/>
          </a:xfrm>
          <a:prstGeom prst="ellipse">
            <a:avLst/>
          </a:prstGeom>
        </p:spPr>
        <p:txBody>
          <a:bodyPr>
            <a:normAutofit/>
          </a:bodyPr>
          <a:lstStyle>
            <a:lvl1pPr>
              <a:defRPr sz="1400"/>
            </a:lvl1pPr>
          </a:lstStyle>
          <a:p>
            <a:endParaRPr lang="en-US"/>
          </a:p>
        </p:txBody>
      </p:sp>
    </p:spTree>
    <p:extLst>
      <p:ext uri="{BB962C8B-B14F-4D97-AF65-F5344CB8AC3E}">
        <p14:creationId xmlns:p14="http://schemas.microsoft.com/office/powerpoint/2010/main" val="108698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4 Pictur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Picture Placeholder 5"/>
          <p:cNvSpPr>
            <a:spLocks noGrp="1"/>
          </p:cNvSpPr>
          <p:nvPr>
            <p:ph type="pic" sz="quarter" idx="14"/>
          </p:nvPr>
        </p:nvSpPr>
        <p:spPr>
          <a:xfrm>
            <a:off x="4495800" y="2458779"/>
            <a:ext cx="3200400" cy="3200400"/>
          </a:xfrm>
          <a:prstGeom prst="ellipse">
            <a:avLst/>
          </a:prstGeom>
        </p:spPr>
        <p:txBody>
          <a:bodyPr/>
          <a:lstStyle/>
          <a:p>
            <a:endParaRPr lang="en-US"/>
          </a:p>
        </p:txBody>
      </p:sp>
    </p:spTree>
    <p:extLst>
      <p:ext uri="{BB962C8B-B14F-4D97-AF65-F5344CB8AC3E}">
        <p14:creationId xmlns:p14="http://schemas.microsoft.com/office/powerpoint/2010/main" val="261697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g Pictur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p:cNvSpPr>
            <a:spLocks noGrp="1"/>
          </p:cNvSpPr>
          <p:nvPr>
            <p:ph type="pic" sz="quarter" idx="14"/>
          </p:nvPr>
        </p:nvSpPr>
        <p:spPr>
          <a:xfrm>
            <a:off x="848360" y="2458779"/>
            <a:ext cx="3200400" cy="3200400"/>
          </a:xfrm>
          <a:prstGeom prst="ellipse">
            <a:avLst/>
          </a:prstGeom>
        </p:spPr>
        <p:txBody>
          <a:bodyPr/>
          <a:lstStyle/>
          <a:p>
            <a:endParaRPr lang="en-US"/>
          </a:p>
        </p:txBody>
      </p:sp>
    </p:spTree>
    <p:extLst>
      <p:ext uri="{BB962C8B-B14F-4D97-AF65-F5344CB8AC3E}">
        <p14:creationId xmlns:p14="http://schemas.microsoft.com/office/powerpoint/2010/main" val="280166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Landscape Picture">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p:cNvSpPr>
            <a:spLocks noGrp="1"/>
          </p:cNvSpPr>
          <p:nvPr>
            <p:ph type="pic" sz="quarter" idx="14"/>
          </p:nvPr>
        </p:nvSpPr>
        <p:spPr>
          <a:xfrm>
            <a:off x="838200" y="2284550"/>
            <a:ext cx="3383280" cy="1714500"/>
          </a:xfrm>
        </p:spPr>
        <p:txBody>
          <a:bodyPr>
            <a:normAutofit/>
          </a:bodyPr>
          <a:lstStyle>
            <a:lvl1pPr>
              <a:defRPr sz="1800"/>
            </a:lvl1pPr>
          </a:lstStyle>
          <a:p>
            <a:endParaRPr lang="en-US"/>
          </a:p>
        </p:txBody>
      </p:sp>
      <p:sp>
        <p:nvSpPr>
          <p:cNvPr id="17" name="Picture Placeholder 5"/>
          <p:cNvSpPr>
            <a:spLocks noGrp="1"/>
          </p:cNvSpPr>
          <p:nvPr>
            <p:ph type="pic" sz="quarter" idx="15"/>
          </p:nvPr>
        </p:nvSpPr>
        <p:spPr>
          <a:xfrm>
            <a:off x="4404360" y="2284550"/>
            <a:ext cx="3383280" cy="1714500"/>
          </a:xfrm>
        </p:spPr>
        <p:txBody>
          <a:bodyPr>
            <a:normAutofit/>
          </a:bodyPr>
          <a:lstStyle>
            <a:lvl1pPr>
              <a:defRPr sz="1800"/>
            </a:lvl1pPr>
          </a:lstStyle>
          <a:p>
            <a:endParaRPr lang="en-US"/>
          </a:p>
        </p:txBody>
      </p:sp>
      <p:sp>
        <p:nvSpPr>
          <p:cNvPr id="18" name="Picture Placeholder 5"/>
          <p:cNvSpPr>
            <a:spLocks noGrp="1"/>
          </p:cNvSpPr>
          <p:nvPr>
            <p:ph type="pic" sz="quarter" idx="16"/>
          </p:nvPr>
        </p:nvSpPr>
        <p:spPr>
          <a:xfrm>
            <a:off x="7970520" y="2284550"/>
            <a:ext cx="3383280" cy="1714500"/>
          </a:xfrm>
        </p:spPr>
        <p:txBody>
          <a:bodyPr>
            <a:normAutofit/>
          </a:bodyPr>
          <a:lstStyle>
            <a:lvl1pPr>
              <a:defRPr sz="1800"/>
            </a:lvl1pPr>
          </a:lstStyle>
          <a:p>
            <a:endParaRPr lang="en-US"/>
          </a:p>
        </p:txBody>
      </p:sp>
    </p:spTree>
    <p:extLst>
      <p:ext uri="{BB962C8B-B14F-4D97-AF65-F5344CB8AC3E}">
        <p14:creationId xmlns:p14="http://schemas.microsoft.com/office/powerpoint/2010/main" val="423925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p:cNvSpPr>
            <a:spLocks noGrp="1"/>
          </p:cNvSpPr>
          <p:nvPr>
            <p:ph type="pic" sz="quarter" idx="14"/>
          </p:nvPr>
        </p:nvSpPr>
        <p:spPr>
          <a:xfrm>
            <a:off x="752189" y="3422472"/>
            <a:ext cx="1280160" cy="1280160"/>
          </a:xfrm>
          <a:prstGeom prst="ellipse">
            <a:avLst/>
          </a:prstGeom>
          <a:ln w="25400">
            <a:solidFill>
              <a:schemeClr val="accent1"/>
            </a:solidFill>
          </a:ln>
        </p:spPr>
        <p:txBody>
          <a:bodyPr>
            <a:normAutofit/>
          </a:bodyPr>
          <a:lstStyle>
            <a:lvl1pPr>
              <a:defRPr sz="1800"/>
            </a:lvl1pPr>
          </a:lstStyle>
          <a:p>
            <a:endParaRPr lang="en-US"/>
          </a:p>
        </p:txBody>
      </p:sp>
      <p:sp>
        <p:nvSpPr>
          <p:cNvPr id="17" name="Picture Placeholder 5"/>
          <p:cNvSpPr>
            <a:spLocks noGrp="1"/>
          </p:cNvSpPr>
          <p:nvPr>
            <p:ph type="pic" sz="quarter" idx="15"/>
          </p:nvPr>
        </p:nvSpPr>
        <p:spPr>
          <a:xfrm>
            <a:off x="2664402" y="3422472"/>
            <a:ext cx="1280160" cy="1280160"/>
          </a:xfrm>
          <a:prstGeom prst="ellipse">
            <a:avLst/>
          </a:prstGeom>
          <a:ln w="25400">
            <a:solidFill>
              <a:schemeClr val="accent2"/>
            </a:solidFill>
          </a:ln>
        </p:spPr>
        <p:txBody>
          <a:bodyPr>
            <a:normAutofit/>
          </a:bodyPr>
          <a:lstStyle>
            <a:lvl1pPr>
              <a:defRPr sz="1800"/>
            </a:lvl1pPr>
          </a:lstStyle>
          <a:p>
            <a:endParaRPr lang="en-US"/>
          </a:p>
        </p:txBody>
      </p:sp>
      <p:sp>
        <p:nvSpPr>
          <p:cNvPr id="18" name="Picture Placeholder 5"/>
          <p:cNvSpPr>
            <a:spLocks noGrp="1"/>
          </p:cNvSpPr>
          <p:nvPr>
            <p:ph type="pic" sz="quarter" idx="16"/>
          </p:nvPr>
        </p:nvSpPr>
        <p:spPr>
          <a:xfrm>
            <a:off x="4576615" y="3422472"/>
            <a:ext cx="1280160" cy="1280160"/>
          </a:xfrm>
          <a:prstGeom prst="ellipse">
            <a:avLst/>
          </a:prstGeom>
          <a:ln w="25400">
            <a:solidFill>
              <a:schemeClr val="accent3"/>
            </a:solidFill>
          </a:ln>
        </p:spPr>
        <p:txBody>
          <a:bodyPr>
            <a:normAutofit/>
          </a:bodyPr>
          <a:lstStyle>
            <a:lvl1pPr>
              <a:defRPr sz="1800"/>
            </a:lvl1pPr>
          </a:lstStyle>
          <a:p>
            <a:endParaRPr lang="en-US"/>
          </a:p>
        </p:txBody>
      </p:sp>
      <p:sp>
        <p:nvSpPr>
          <p:cNvPr id="19" name="Picture Placeholder 5"/>
          <p:cNvSpPr>
            <a:spLocks noGrp="1"/>
          </p:cNvSpPr>
          <p:nvPr>
            <p:ph type="pic" sz="quarter" idx="17"/>
          </p:nvPr>
        </p:nvSpPr>
        <p:spPr>
          <a:xfrm>
            <a:off x="6488828" y="3422472"/>
            <a:ext cx="1280160" cy="1280160"/>
          </a:xfrm>
          <a:prstGeom prst="ellipse">
            <a:avLst/>
          </a:prstGeom>
          <a:ln w="25400">
            <a:solidFill>
              <a:schemeClr val="accent4"/>
            </a:solidFill>
          </a:ln>
        </p:spPr>
        <p:txBody>
          <a:bodyPr>
            <a:normAutofit/>
          </a:bodyPr>
          <a:lstStyle>
            <a:lvl1pPr>
              <a:defRPr sz="1800"/>
            </a:lvl1pPr>
          </a:lstStyle>
          <a:p>
            <a:endParaRPr lang="en-US"/>
          </a:p>
        </p:txBody>
      </p:sp>
      <p:sp>
        <p:nvSpPr>
          <p:cNvPr id="20" name="Picture Placeholder 5"/>
          <p:cNvSpPr>
            <a:spLocks noGrp="1"/>
          </p:cNvSpPr>
          <p:nvPr>
            <p:ph type="pic" sz="quarter" idx="18"/>
          </p:nvPr>
        </p:nvSpPr>
        <p:spPr>
          <a:xfrm>
            <a:off x="8401041" y="3422472"/>
            <a:ext cx="1280160" cy="1280160"/>
          </a:xfrm>
          <a:prstGeom prst="ellipse">
            <a:avLst/>
          </a:prstGeom>
          <a:ln w="25400">
            <a:solidFill>
              <a:schemeClr val="accent5"/>
            </a:solidFill>
          </a:ln>
        </p:spPr>
        <p:txBody>
          <a:bodyPr>
            <a:normAutofit/>
          </a:bodyPr>
          <a:lstStyle>
            <a:lvl1pPr>
              <a:defRPr sz="1800"/>
            </a:lvl1pPr>
          </a:lstStyle>
          <a:p>
            <a:endParaRPr lang="en-US"/>
          </a:p>
        </p:txBody>
      </p:sp>
      <p:sp>
        <p:nvSpPr>
          <p:cNvPr id="21" name="Picture Placeholder 5"/>
          <p:cNvSpPr>
            <a:spLocks noGrp="1"/>
          </p:cNvSpPr>
          <p:nvPr>
            <p:ph type="pic" sz="quarter" idx="19"/>
          </p:nvPr>
        </p:nvSpPr>
        <p:spPr>
          <a:xfrm>
            <a:off x="10313254" y="3422472"/>
            <a:ext cx="1280160" cy="1280160"/>
          </a:xfrm>
          <a:prstGeom prst="ellipse">
            <a:avLst/>
          </a:prstGeom>
          <a:ln w="25400">
            <a:solidFill>
              <a:schemeClr val="accent6"/>
            </a:solidFill>
          </a:ln>
        </p:spPr>
        <p:txBody>
          <a:bodyPr>
            <a:normAutofit/>
          </a:bodyPr>
          <a:lstStyle>
            <a:lvl1pPr>
              <a:defRPr sz="1800"/>
            </a:lvl1pPr>
          </a:lstStyle>
          <a:p>
            <a:endParaRPr lang="en-US"/>
          </a:p>
        </p:txBody>
      </p:sp>
    </p:spTree>
    <p:extLst>
      <p:ext uri="{BB962C8B-B14F-4D97-AF65-F5344CB8AC3E}">
        <p14:creationId xmlns:p14="http://schemas.microsoft.com/office/powerpoint/2010/main" val="316087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Small Circle Pictur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Picture Placeholder 27"/>
          <p:cNvSpPr>
            <a:spLocks noGrp="1"/>
          </p:cNvSpPr>
          <p:nvPr>
            <p:ph type="pic" sz="quarter" idx="14"/>
          </p:nvPr>
        </p:nvSpPr>
        <p:spPr>
          <a:xfrm>
            <a:off x="923698" y="2378193"/>
            <a:ext cx="1371600" cy="1371600"/>
          </a:xfrm>
          <a:prstGeom prst="ellipse">
            <a:avLst/>
          </a:prstGeom>
          <a:ln w="25400">
            <a:noFill/>
          </a:ln>
          <a:effectLst/>
        </p:spPr>
        <p:txBody>
          <a:bodyPr>
            <a:normAutofit/>
          </a:bodyPr>
          <a:lstStyle>
            <a:lvl1pPr>
              <a:defRPr sz="1000"/>
            </a:lvl1pPr>
          </a:lstStyle>
          <a:p>
            <a:endParaRPr lang="en-JM" dirty="0"/>
          </a:p>
        </p:txBody>
      </p:sp>
      <p:sp>
        <p:nvSpPr>
          <p:cNvPr id="23" name="Picture Placeholder 27"/>
          <p:cNvSpPr>
            <a:spLocks noGrp="1"/>
          </p:cNvSpPr>
          <p:nvPr>
            <p:ph type="pic" sz="quarter" idx="15"/>
          </p:nvPr>
        </p:nvSpPr>
        <p:spPr>
          <a:xfrm>
            <a:off x="923698" y="4314547"/>
            <a:ext cx="1371600" cy="1371600"/>
          </a:xfrm>
          <a:prstGeom prst="ellipse">
            <a:avLst/>
          </a:prstGeom>
          <a:ln w="25400">
            <a:noFill/>
          </a:ln>
          <a:effectLst/>
        </p:spPr>
        <p:txBody>
          <a:bodyPr>
            <a:normAutofit/>
          </a:bodyPr>
          <a:lstStyle>
            <a:lvl1pPr>
              <a:defRPr sz="1000"/>
            </a:lvl1pPr>
          </a:lstStyle>
          <a:p>
            <a:endParaRPr lang="en-JM" dirty="0"/>
          </a:p>
        </p:txBody>
      </p:sp>
      <p:sp>
        <p:nvSpPr>
          <p:cNvPr id="24" name="Picture Placeholder 27"/>
          <p:cNvSpPr>
            <a:spLocks noGrp="1"/>
          </p:cNvSpPr>
          <p:nvPr>
            <p:ph type="pic" sz="quarter" idx="16"/>
          </p:nvPr>
        </p:nvSpPr>
        <p:spPr>
          <a:xfrm>
            <a:off x="6252094" y="4314547"/>
            <a:ext cx="1371600" cy="1371600"/>
          </a:xfrm>
          <a:prstGeom prst="ellipse">
            <a:avLst/>
          </a:prstGeom>
          <a:ln w="25400">
            <a:noFill/>
          </a:ln>
          <a:effectLst/>
        </p:spPr>
        <p:txBody>
          <a:bodyPr>
            <a:normAutofit/>
          </a:bodyPr>
          <a:lstStyle>
            <a:lvl1pPr>
              <a:defRPr sz="1000"/>
            </a:lvl1pPr>
          </a:lstStyle>
          <a:p>
            <a:endParaRPr lang="en-JM" dirty="0"/>
          </a:p>
        </p:txBody>
      </p:sp>
      <p:sp>
        <p:nvSpPr>
          <p:cNvPr id="25" name="Picture Placeholder 27"/>
          <p:cNvSpPr>
            <a:spLocks noGrp="1"/>
          </p:cNvSpPr>
          <p:nvPr>
            <p:ph type="pic" sz="quarter" idx="17"/>
          </p:nvPr>
        </p:nvSpPr>
        <p:spPr>
          <a:xfrm>
            <a:off x="6252094" y="2378193"/>
            <a:ext cx="1371600" cy="1371600"/>
          </a:xfrm>
          <a:prstGeom prst="ellipse">
            <a:avLst/>
          </a:prstGeom>
          <a:ln w="25400">
            <a:noFill/>
          </a:ln>
          <a:effectLst/>
        </p:spPr>
        <p:txBody>
          <a:bodyPr>
            <a:normAutofit/>
          </a:bodyPr>
          <a:lstStyle>
            <a:lvl1pPr>
              <a:defRPr sz="1000"/>
            </a:lvl1pPr>
          </a:lstStyle>
          <a:p>
            <a:endParaRPr lang="en-JM" dirty="0"/>
          </a:p>
        </p:txBody>
      </p:sp>
    </p:spTree>
    <p:extLst>
      <p:ext uri="{BB962C8B-B14F-4D97-AF65-F5344CB8AC3E}">
        <p14:creationId xmlns:p14="http://schemas.microsoft.com/office/powerpoint/2010/main" val="3815087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Picture Placeholder 3"/>
          <p:cNvSpPr>
            <a:spLocks noGrp="1"/>
          </p:cNvSpPr>
          <p:nvPr>
            <p:ph type="pic" sz="quarter" idx="14"/>
          </p:nvPr>
        </p:nvSpPr>
        <p:spPr>
          <a:xfrm>
            <a:off x="1319548" y="2212374"/>
            <a:ext cx="1697846" cy="1697847"/>
          </a:xfrm>
          <a:prstGeom prst="ellipse">
            <a:avLst/>
          </a:prstGeom>
          <a:ln w="38100">
            <a:noFill/>
          </a:ln>
        </p:spPr>
        <p:txBody>
          <a:bodyPr>
            <a:normAutofit/>
          </a:bodyPr>
          <a:lstStyle>
            <a:lvl1pPr>
              <a:defRPr sz="1600">
                <a:solidFill>
                  <a:schemeClr val="tx2"/>
                </a:solidFill>
              </a:defRPr>
            </a:lvl1pPr>
          </a:lstStyle>
          <a:p>
            <a:endParaRPr lang="id-ID" dirty="0"/>
          </a:p>
        </p:txBody>
      </p:sp>
      <p:sp>
        <p:nvSpPr>
          <p:cNvPr id="20" name="Picture Placeholder 3"/>
          <p:cNvSpPr>
            <a:spLocks noGrp="1"/>
          </p:cNvSpPr>
          <p:nvPr>
            <p:ph type="pic" sz="quarter" idx="15"/>
          </p:nvPr>
        </p:nvSpPr>
        <p:spPr>
          <a:xfrm>
            <a:off x="3928322" y="2212374"/>
            <a:ext cx="1697846" cy="1697847"/>
          </a:xfrm>
          <a:prstGeom prst="ellipse">
            <a:avLst/>
          </a:prstGeom>
          <a:ln w="38100">
            <a:noFill/>
          </a:ln>
        </p:spPr>
        <p:txBody>
          <a:bodyPr>
            <a:normAutofit/>
          </a:bodyPr>
          <a:lstStyle>
            <a:lvl1pPr>
              <a:defRPr sz="1600">
                <a:solidFill>
                  <a:schemeClr val="tx2"/>
                </a:solidFill>
              </a:defRPr>
            </a:lvl1pPr>
          </a:lstStyle>
          <a:p>
            <a:endParaRPr lang="id-ID" dirty="0"/>
          </a:p>
        </p:txBody>
      </p:sp>
      <p:sp>
        <p:nvSpPr>
          <p:cNvPr id="21" name="Picture Placeholder 3"/>
          <p:cNvSpPr>
            <a:spLocks noGrp="1"/>
          </p:cNvSpPr>
          <p:nvPr>
            <p:ph type="pic" sz="quarter" idx="16"/>
          </p:nvPr>
        </p:nvSpPr>
        <p:spPr>
          <a:xfrm>
            <a:off x="6552327" y="2212374"/>
            <a:ext cx="1697846" cy="1697847"/>
          </a:xfrm>
          <a:prstGeom prst="ellipse">
            <a:avLst/>
          </a:prstGeom>
          <a:ln w="38100">
            <a:noFill/>
          </a:ln>
        </p:spPr>
        <p:txBody>
          <a:bodyPr>
            <a:normAutofit/>
          </a:bodyPr>
          <a:lstStyle>
            <a:lvl1pPr>
              <a:defRPr sz="1600">
                <a:solidFill>
                  <a:schemeClr val="tx2"/>
                </a:solidFill>
              </a:defRPr>
            </a:lvl1pPr>
          </a:lstStyle>
          <a:p>
            <a:endParaRPr lang="id-ID" dirty="0"/>
          </a:p>
        </p:txBody>
      </p:sp>
      <p:sp>
        <p:nvSpPr>
          <p:cNvPr id="26" name="Picture Placeholder 3"/>
          <p:cNvSpPr>
            <a:spLocks noGrp="1"/>
          </p:cNvSpPr>
          <p:nvPr>
            <p:ph type="pic" sz="quarter" idx="17"/>
          </p:nvPr>
        </p:nvSpPr>
        <p:spPr>
          <a:xfrm>
            <a:off x="9161101" y="2212374"/>
            <a:ext cx="1697846" cy="1697847"/>
          </a:xfrm>
          <a:prstGeom prst="ellipse">
            <a:avLst/>
          </a:prstGeom>
          <a:ln w="38100">
            <a:noFill/>
          </a:ln>
        </p:spPr>
        <p:txBody>
          <a:bodyPr>
            <a:normAutofit/>
          </a:bodyPr>
          <a:lstStyle>
            <a:lvl1pPr>
              <a:defRPr sz="1600">
                <a:solidFill>
                  <a:schemeClr val="tx2"/>
                </a:solidFill>
              </a:defRPr>
            </a:lvl1pPr>
          </a:lstStyle>
          <a:p>
            <a:endParaRPr lang="id-ID"/>
          </a:p>
        </p:txBody>
      </p:sp>
    </p:spTree>
    <p:extLst>
      <p:ext uri="{BB962C8B-B14F-4D97-AF65-F5344CB8AC3E}">
        <p14:creationId xmlns:p14="http://schemas.microsoft.com/office/powerpoint/2010/main" val="320327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par>
                          <p:cTn id="18" fill="hold">
                            <p:stCondLst>
                              <p:cond delay="750"/>
                            </p:stCondLst>
                            <p:childTnLst>
                              <p:par>
                                <p:cTn id="19" presetID="53" presetClass="entr" presetSubtype="16" fill="hold" grpId="0" nodeType="afterEffect" nodePh="1">
                                  <p:stCondLst>
                                    <p:cond delay="0"/>
                                  </p:stCondLst>
                                  <p:endCondLst>
                                    <p:cond evt="begin" delay="0">
                                      <p:tn val="19"/>
                                    </p:cond>
                                  </p:endCondLst>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ppt_w</p:attrName>
                                        </p:attrNameLst>
                                      </p:cBhvr>
                                      <p:tavLst>
                                        <p:tav tm="0">
                                          <p:val>
                                            <p:fltVal val="0"/>
                                          </p:val>
                                        </p:tav>
                                        <p:tav tm="100000">
                                          <p:val>
                                            <p:strVal val="#ppt_w"/>
                                          </p:val>
                                        </p:tav>
                                      </p:tavLst>
                                    </p:anim>
                                    <p:anim calcmode="lin" valueType="num">
                                      <p:cBhvr>
                                        <p:cTn id="22" dur="500" fill="hold"/>
                                        <p:tgtEl>
                                          <p:spTgt spid="19"/>
                                        </p:tgtEl>
                                        <p:attrNameLst>
                                          <p:attrName>ppt_h</p:attrName>
                                        </p:attrNameLst>
                                      </p:cBhvr>
                                      <p:tavLst>
                                        <p:tav tm="0">
                                          <p:val>
                                            <p:fltVal val="0"/>
                                          </p:val>
                                        </p:tav>
                                        <p:tav tm="100000">
                                          <p:val>
                                            <p:strVal val="#ppt_h"/>
                                          </p:val>
                                        </p:tav>
                                      </p:tavLst>
                                    </p:anim>
                                    <p:animEffect transition="in" filter="fade">
                                      <p:cBhvr>
                                        <p:cTn id="23" dur="500"/>
                                        <p:tgtEl>
                                          <p:spTgt spid="19"/>
                                        </p:tgtEl>
                                      </p:cBhvr>
                                    </p:animEffect>
                                  </p:childTnLst>
                                </p:cTn>
                              </p:par>
                              <p:par>
                                <p:cTn id="24" presetID="53" presetClass="entr" presetSubtype="16" fill="hold" grpId="0" nodeType="with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p:cTn id="26" dur="500" fill="hold"/>
                                        <p:tgtEl>
                                          <p:spTgt spid="20"/>
                                        </p:tgtEl>
                                        <p:attrNameLst>
                                          <p:attrName>ppt_w</p:attrName>
                                        </p:attrNameLst>
                                      </p:cBhvr>
                                      <p:tavLst>
                                        <p:tav tm="0">
                                          <p:val>
                                            <p:fltVal val="0"/>
                                          </p:val>
                                        </p:tav>
                                        <p:tav tm="100000">
                                          <p:val>
                                            <p:strVal val="#ppt_w"/>
                                          </p:val>
                                        </p:tav>
                                      </p:tavLst>
                                    </p:anim>
                                    <p:anim calcmode="lin" valueType="num">
                                      <p:cBhvr>
                                        <p:cTn id="27" dur="500" fill="hold"/>
                                        <p:tgtEl>
                                          <p:spTgt spid="20"/>
                                        </p:tgtEl>
                                        <p:attrNameLst>
                                          <p:attrName>ppt_h</p:attrName>
                                        </p:attrNameLst>
                                      </p:cBhvr>
                                      <p:tavLst>
                                        <p:tav tm="0">
                                          <p:val>
                                            <p:fltVal val="0"/>
                                          </p:val>
                                        </p:tav>
                                        <p:tav tm="100000">
                                          <p:val>
                                            <p:strVal val="#ppt_h"/>
                                          </p:val>
                                        </p:tav>
                                      </p:tavLst>
                                    </p:anim>
                                    <p:animEffect transition="in" filter="fade">
                                      <p:cBhvr>
                                        <p:cTn id="28" dur="500"/>
                                        <p:tgtEl>
                                          <p:spTgt spid="20"/>
                                        </p:tgtEl>
                                      </p:cBhvr>
                                    </p:animEffect>
                                  </p:childTnLst>
                                </p:cTn>
                              </p:par>
                              <p:par>
                                <p:cTn id="29" presetID="53" presetClass="entr" presetSubtype="16" fill="hold" grpId="0" nodeType="withEffect" nodePh="1">
                                  <p:stCondLst>
                                    <p:cond delay="0"/>
                                  </p:stCondLst>
                                  <p:endCondLst>
                                    <p:cond evt="begin" delay="0">
                                      <p:tn val="29"/>
                                    </p:cond>
                                  </p:end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animEffect transition="in" filter="fade">
                                      <p:cBhvr>
                                        <p:cTn id="33" dur="500"/>
                                        <p:tgtEl>
                                          <p:spTgt spid="21"/>
                                        </p:tgtEl>
                                      </p:cBhvr>
                                    </p:animEffect>
                                  </p:childTnLst>
                                </p:cTn>
                              </p:par>
                              <p:par>
                                <p:cTn id="34" presetID="53" presetClass="entr" presetSubtype="16" fill="hold" grpId="0" nodeType="withEffect" nodePh="1">
                                  <p:stCondLst>
                                    <p:cond delay="0"/>
                                  </p:stCondLst>
                                  <p:endCondLst>
                                    <p:cond evt="begin" delay="0">
                                      <p:tn val="34"/>
                                    </p:cond>
                                  </p:endCondLst>
                                  <p:childTnLst>
                                    <p:set>
                                      <p:cBhvr>
                                        <p:cTn id="35" dur="1" fill="hold">
                                          <p:stCondLst>
                                            <p:cond delay="0"/>
                                          </p:stCondLst>
                                        </p:cTn>
                                        <p:tgtEl>
                                          <p:spTgt spid="26"/>
                                        </p:tgtEl>
                                        <p:attrNameLst>
                                          <p:attrName>style.visibility</p:attrName>
                                        </p:attrNameLst>
                                      </p:cBhvr>
                                      <p:to>
                                        <p:strVal val="visible"/>
                                      </p:to>
                                    </p:set>
                                    <p:anim calcmode="lin" valueType="num">
                                      <p:cBhvr>
                                        <p:cTn id="36" dur="500" fill="hold"/>
                                        <p:tgtEl>
                                          <p:spTgt spid="26"/>
                                        </p:tgtEl>
                                        <p:attrNameLst>
                                          <p:attrName>ppt_w</p:attrName>
                                        </p:attrNameLst>
                                      </p:cBhvr>
                                      <p:tavLst>
                                        <p:tav tm="0">
                                          <p:val>
                                            <p:fltVal val="0"/>
                                          </p:val>
                                        </p:tav>
                                        <p:tav tm="100000">
                                          <p:val>
                                            <p:strVal val="#ppt_w"/>
                                          </p:val>
                                        </p:tav>
                                      </p:tavLst>
                                    </p:anim>
                                    <p:anim calcmode="lin" valueType="num">
                                      <p:cBhvr>
                                        <p:cTn id="37" dur="500" fill="hold"/>
                                        <p:tgtEl>
                                          <p:spTgt spid="26"/>
                                        </p:tgtEl>
                                        <p:attrNameLst>
                                          <p:attrName>ppt_h</p:attrName>
                                        </p:attrNameLst>
                                      </p:cBhvr>
                                      <p:tavLst>
                                        <p:tav tm="0">
                                          <p:val>
                                            <p:fltVal val="0"/>
                                          </p:val>
                                        </p:tav>
                                        <p:tav tm="100000">
                                          <p:val>
                                            <p:strVal val="#ppt_h"/>
                                          </p:val>
                                        </p:tav>
                                      </p:tavLst>
                                    </p:anim>
                                    <p:animEffect transition="in" filter="fade">
                                      <p:cBhvr>
                                        <p:cTn id="3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P spid="19" grpId="0"/>
      <p:bldP spid="20" grpId="0"/>
      <p:bldP spid="21" grpId="0"/>
      <p:bldP spid="26"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ircle Pictur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Picture Placeholder 9"/>
          <p:cNvSpPr>
            <a:spLocks noGrp="1"/>
          </p:cNvSpPr>
          <p:nvPr>
            <p:ph type="pic" sz="quarter" idx="14"/>
          </p:nvPr>
        </p:nvSpPr>
        <p:spPr>
          <a:xfrm>
            <a:off x="871854" y="1933264"/>
            <a:ext cx="1872000" cy="1872000"/>
          </a:xfrm>
          <a:prstGeom prst="ellipse">
            <a:avLst/>
          </a:prstGeom>
        </p:spPr>
        <p:txBody>
          <a:bodyPr/>
          <a:lstStyle>
            <a:lvl1pPr>
              <a:defRPr sz="1600"/>
            </a:lvl1pPr>
          </a:lstStyle>
          <a:p>
            <a:endParaRPr lang="id-ID"/>
          </a:p>
        </p:txBody>
      </p:sp>
      <p:sp>
        <p:nvSpPr>
          <p:cNvPr id="23" name="Picture Placeholder 9"/>
          <p:cNvSpPr>
            <a:spLocks noGrp="1"/>
          </p:cNvSpPr>
          <p:nvPr>
            <p:ph type="pic" sz="quarter" idx="15"/>
          </p:nvPr>
        </p:nvSpPr>
        <p:spPr>
          <a:xfrm>
            <a:off x="871854" y="4235139"/>
            <a:ext cx="1872000" cy="1872000"/>
          </a:xfrm>
          <a:prstGeom prst="ellipse">
            <a:avLst/>
          </a:prstGeom>
        </p:spPr>
        <p:txBody>
          <a:bodyPr/>
          <a:lstStyle>
            <a:lvl1pPr>
              <a:defRPr sz="1600"/>
            </a:lvl1pPr>
          </a:lstStyle>
          <a:p>
            <a:endParaRPr lang="id-ID"/>
          </a:p>
        </p:txBody>
      </p:sp>
      <p:sp>
        <p:nvSpPr>
          <p:cNvPr id="24" name="Picture Placeholder 9"/>
          <p:cNvSpPr>
            <a:spLocks noGrp="1"/>
          </p:cNvSpPr>
          <p:nvPr>
            <p:ph type="pic" sz="quarter" idx="16"/>
          </p:nvPr>
        </p:nvSpPr>
        <p:spPr>
          <a:xfrm>
            <a:off x="6358254" y="1933264"/>
            <a:ext cx="1872000" cy="1872000"/>
          </a:xfrm>
          <a:prstGeom prst="ellipse">
            <a:avLst/>
          </a:prstGeom>
        </p:spPr>
        <p:txBody>
          <a:bodyPr/>
          <a:lstStyle>
            <a:lvl1pPr>
              <a:defRPr sz="1600"/>
            </a:lvl1pPr>
          </a:lstStyle>
          <a:p>
            <a:endParaRPr lang="id-ID"/>
          </a:p>
        </p:txBody>
      </p:sp>
      <p:sp>
        <p:nvSpPr>
          <p:cNvPr id="25" name="Picture Placeholder 9"/>
          <p:cNvSpPr>
            <a:spLocks noGrp="1"/>
          </p:cNvSpPr>
          <p:nvPr>
            <p:ph type="pic" sz="quarter" idx="17"/>
          </p:nvPr>
        </p:nvSpPr>
        <p:spPr>
          <a:xfrm>
            <a:off x="6358254" y="4235139"/>
            <a:ext cx="1872000" cy="1872000"/>
          </a:xfrm>
          <a:prstGeom prst="ellipse">
            <a:avLst/>
          </a:prstGeom>
        </p:spPr>
        <p:txBody>
          <a:bodyPr/>
          <a:lstStyle>
            <a:lvl1pPr>
              <a:defRPr sz="1600"/>
            </a:lvl1pPr>
          </a:lstStyle>
          <a:p>
            <a:endParaRPr lang="id-ID"/>
          </a:p>
        </p:txBody>
      </p:sp>
    </p:spTree>
    <p:extLst>
      <p:ext uri="{BB962C8B-B14F-4D97-AF65-F5344CB8AC3E}">
        <p14:creationId xmlns:p14="http://schemas.microsoft.com/office/powerpoint/2010/main" val="36100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par>
                          <p:cTn id="18" fill="hold">
                            <p:stCondLst>
                              <p:cond delay="750"/>
                            </p:stCondLst>
                            <p:childTnLst>
                              <p:par>
                                <p:cTn id="19" presetID="53" presetClass="entr" presetSubtype="16" fill="hold" grpId="0" nodeType="afterEffect" nodePh="1">
                                  <p:stCondLst>
                                    <p:cond delay="0"/>
                                  </p:stCondLst>
                                  <p:endCondLst>
                                    <p:cond evt="begin" delay="0">
                                      <p:tn val="19"/>
                                    </p:cond>
                                  </p:end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grpId="0" nodeType="withEffect" nodePh="1">
                                  <p:stCondLst>
                                    <p:cond delay="0"/>
                                  </p:stCondLst>
                                  <p:endCondLst>
                                    <p:cond evt="begin" delay="0">
                                      <p:tn val="24"/>
                                    </p:cond>
                                  </p:endCondLst>
                                  <p:childTnLst>
                                    <p:set>
                                      <p:cBhvr>
                                        <p:cTn id="25" dur="1" fill="hold">
                                          <p:stCondLst>
                                            <p:cond delay="0"/>
                                          </p:stCondLst>
                                        </p:cTn>
                                        <p:tgtEl>
                                          <p:spTgt spid="23"/>
                                        </p:tgtEl>
                                        <p:attrNameLst>
                                          <p:attrName>style.visibility</p:attrName>
                                        </p:attrNameLst>
                                      </p:cBhvr>
                                      <p:to>
                                        <p:strVal val="visible"/>
                                      </p:to>
                                    </p:set>
                                    <p:anim calcmode="lin" valueType="num">
                                      <p:cBhvr>
                                        <p:cTn id="26" dur="500" fill="hold"/>
                                        <p:tgtEl>
                                          <p:spTgt spid="23"/>
                                        </p:tgtEl>
                                        <p:attrNameLst>
                                          <p:attrName>ppt_w</p:attrName>
                                        </p:attrNameLst>
                                      </p:cBhvr>
                                      <p:tavLst>
                                        <p:tav tm="0">
                                          <p:val>
                                            <p:fltVal val="0"/>
                                          </p:val>
                                        </p:tav>
                                        <p:tav tm="100000">
                                          <p:val>
                                            <p:strVal val="#ppt_w"/>
                                          </p:val>
                                        </p:tav>
                                      </p:tavLst>
                                    </p:anim>
                                    <p:anim calcmode="lin" valueType="num">
                                      <p:cBhvr>
                                        <p:cTn id="27" dur="500" fill="hold"/>
                                        <p:tgtEl>
                                          <p:spTgt spid="23"/>
                                        </p:tgtEl>
                                        <p:attrNameLst>
                                          <p:attrName>ppt_h</p:attrName>
                                        </p:attrNameLst>
                                      </p:cBhvr>
                                      <p:tavLst>
                                        <p:tav tm="0">
                                          <p:val>
                                            <p:fltVal val="0"/>
                                          </p:val>
                                        </p:tav>
                                        <p:tav tm="100000">
                                          <p:val>
                                            <p:strVal val="#ppt_h"/>
                                          </p:val>
                                        </p:tav>
                                      </p:tavLst>
                                    </p:anim>
                                    <p:animEffect transition="in" filter="fade">
                                      <p:cBhvr>
                                        <p:cTn id="28" dur="500"/>
                                        <p:tgtEl>
                                          <p:spTgt spid="23"/>
                                        </p:tgtEl>
                                      </p:cBhvr>
                                    </p:animEffect>
                                  </p:childTnLst>
                                </p:cTn>
                              </p:par>
                              <p:par>
                                <p:cTn id="29" presetID="53" presetClass="entr" presetSubtype="16" fill="hold" grpId="0" nodeType="withEffect" nodePh="1">
                                  <p:stCondLst>
                                    <p:cond delay="0"/>
                                  </p:stCondLst>
                                  <p:endCondLst>
                                    <p:cond evt="begin" delay="0">
                                      <p:tn val="29"/>
                                    </p:cond>
                                  </p:end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par>
                                <p:cTn id="34" presetID="53" presetClass="entr" presetSubtype="16" fill="hold" grpId="0" nodeType="withEffect" nodePh="1">
                                  <p:stCondLst>
                                    <p:cond delay="0"/>
                                  </p:stCondLst>
                                  <p:endCondLst>
                                    <p:cond evt="begin" delay="0">
                                      <p:tn val="34"/>
                                    </p:cond>
                                  </p:end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P spid="22" grpId="0"/>
      <p:bldP spid="23" grpId="0"/>
      <p:bldP spid="24" grpId="0"/>
      <p:bldP spid="25"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rganization Picture">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Picture Placeholder 6"/>
          <p:cNvSpPr>
            <a:spLocks noGrp="1"/>
          </p:cNvSpPr>
          <p:nvPr>
            <p:ph type="pic" sz="quarter" idx="14"/>
          </p:nvPr>
        </p:nvSpPr>
        <p:spPr>
          <a:xfrm>
            <a:off x="4541520" y="1894840"/>
            <a:ext cx="1216025" cy="1216025"/>
          </a:xfrm>
          <a:prstGeom prst="ellipse">
            <a:avLst/>
          </a:prstGeom>
          <a:ln w="31750">
            <a:solidFill>
              <a:schemeClr val="accent1"/>
            </a:solidFill>
          </a:ln>
        </p:spPr>
        <p:txBody>
          <a:bodyPr>
            <a:normAutofit/>
          </a:bodyPr>
          <a:lstStyle>
            <a:lvl1pPr>
              <a:defRPr sz="1050"/>
            </a:lvl1pPr>
          </a:lstStyle>
          <a:p>
            <a:endParaRPr lang="id-ID"/>
          </a:p>
        </p:txBody>
      </p:sp>
      <p:sp>
        <p:nvSpPr>
          <p:cNvPr id="20" name="Picture Placeholder 6"/>
          <p:cNvSpPr>
            <a:spLocks noGrp="1"/>
          </p:cNvSpPr>
          <p:nvPr>
            <p:ph type="pic" sz="quarter" idx="15"/>
          </p:nvPr>
        </p:nvSpPr>
        <p:spPr>
          <a:xfrm>
            <a:off x="4541520" y="3383374"/>
            <a:ext cx="1216025" cy="1216025"/>
          </a:xfrm>
          <a:prstGeom prst="ellipse">
            <a:avLst/>
          </a:prstGeom>
          <a:ln w="31750">
            <a:solidFill>
              <a:schemeClr val="accent3"/>
            </a:solidFill>
          </a:ln>
        </p:spPr>
        <p:txBody>
          <a:bodyPr>
            <a:normAutofit/>
          </a:bodyPr>
          <a:lstStyle>
            <a:lvl1pPr>
              <a:defRPr sz="1050"/>
            </a:lvl1pPr>
          </a:lstStyle>
          <a:p>
            <a:endParaRPr lang="id-ID"/>
          </a:p>
        </p:txBody>
      </p:sp>
      <p:sp>
        <p:nvSpPr>
          <p:cNvPr id="21" name="Picture Placeholder 6"/>
          <p:cNvSpPr>
            <a:spLocks noGrp="1"/>
          </p:cNvSpPr>
          <p:nvPr>
            <p:ph type="pic" sz="quarter" idx="16"/>
          </p:nvPr>
        </p:nvSpPr>
        <p:spPr>
          <a:xfrm>
            <a:off x="8199120" y="3383373"/>
            <a:ext cx="1216025" cy="1216025"/>
          </a:xfrm>
          <a:prstGeom prst="ellipse">
            <a:avLst/>
          </a:prstGeom>
          <a:ln w="31750">
            <a:solidFill>
              <a:schemeClr val="accent4"/>
            </a:solidFill>
          </a:ln>
        </p:spPr>
        <p:txBody>
          <a:bodyPr>
            <a:normAutofit/>
          </a:bodyPr>
          <a:lstStyle>
            <a:lvl1pPr>
              <a:defRPr sz="1050"/>
            </a:lvl1pPr>
          </a:lstStyle>
          <a:p>
            <a:endParaRPr lang="id-ID"/>
          </a:p>
        </p:txBody>
      </p:sp>
      <p:sp>
        <p:nvSpPr>
          <p:cNvPr id="26" name="Picture Placeholder 6"/>
          <p:cNvSpPr>
            <a:spLocks noGrp="1"/>
          </p:cNvSpPr>
          <p:nvPr>
            <p:ph type="pic" sz="quarter" idx="17"/>
          </p:nvPr>
        </p:nvSpPr>
        <p:spPr>
          <a:xfrm>
            <a:off x="744219" y="3383373"/>
            <a:ext cx="1216025" cy="1216025"/>
          </a:xfrm>
          <a:prstGeom prst="ellipse">
            <a:avLst/>
          </a:prstGeom>
          <a:ln w="31750">
            <a:solidFill>
              <a:schemeClr val="accent2"/>
            </a:solidFill>
          </a:ln>
        </p:spPr>
        <p:txBody>
          <a:bodyPr>
            <a:normAutofit/>
          </a:bodyPr>
          <a:lstStyle>
            <a:lvl1pPr>
              <a:defRPr sz="1050"/>
            </a:lvl1pPr>
          </a:lstStyle>
          <a:p>
            <a:endParaRPr lang="id-ID"/>
          </a:p>
        </p:txBody>
      </p:sp>
      <p:sp>
        <p:nvSpPr>
          <p:cNvPr id="27" name="Picture Placeholder 6"/>
          <p:cNvSpPr>
            <a:spLocks noGrp="1"/>
          </p:cNvSpPr>
          <p:nvPr>
            <p:ph type="pic" sz="quarter" idx="18"/>
          </p:nvPr>
        </p:nvSpPr>
        <p:spPr>
          <a:xfrm>
            <a:off x="4541520" y="4858254"/>
            <a:ext cx="1216025" cy="1216025"/>
          </a:xfrm>
          <a:prstGeom prst="ellipse">
            <a:avLst/>
          </a:prstGeom>
          <a:ln w="31750">
            <a:solidFill>
              <a:schemeClr val="accent3"/>
            </a:solidFill>
          </a:ln>
        </p:spPr>
        <p:txBody>
          <a:bodyPr>
            <a:normAutofit/>
          </a:bodyPr>
          <a:lstStyle>
            <a:lvl1pPr>
              <a:defRPr sz="1050"/>
            </a:lvl1pPr>
          </a:lstStyle>
          <a:p>
            <a:endParaRPr lang="id-ID"/>
          </a:p>
        </p:txBody>
      </p:sp>
      <p:sp>
        <p:nvSpPr>
          <p:cNvPr id="28" name="Picture Placeholder 6"/>
          <p:cNvSpPr>
            <a:spLocks noGrp="1"/>
          </p:cNvSpPr>
          <p:nvPr>
            <p:ph type="pic" sz="quarter" idx="19"/>
          </p:nvPr>
        </p:nvSpPr>
        <p:spPr>
          <a:xfrm>
            <a:off x="8199120" y="4858253"/>
            <a:ext cx="1216025" cy="1216025"/>
          </a:xfrm>
          <a:prstGeom prst="ellipse">
            <a:avLst/>
          </a:prstGeom>
          <a:ln w="31750">
            <a:solidFill>
              <a:schemeClr val="accent4"/>
            </a:solidFill>
          </a:ln>
        </p:spPr>
        <p:txBody>
          <a:bodyPr>
            <a:normAutofit/>
          </a:bodyPr>
          <a:lstStyle>
            <a:lvl1pPr>
              <a:defRPr sz="1050"/>
            </a:lvl1pPr>
          </a:lstStyle>
          <a:p>
            <a:endParaRPr lang="id-ID"/>
          </a:p>
        </p:txBody>
      </p:sp>
      <p:sp>
        <p:nvSpPr>
          <p:cNvPr id="29" name="Picture Placeholder 6"/>
          <p:cNvSpPr>
            <a:spLocks noGrp="1"/>
          </p:cNvSpPr>
          <p:nvPr>
            <p:ph type="pic" sz="quarter" idx="20"/>
          </p:nvPr>
        </p:nvSpPr>
        <p:spPr>
          <a:xfrm>
            <a:off x="744219" y="4858253"/>
            <a:ext cx="1216025" cy="1216025"/>
          </a:xfrm>
          <a:prstGeom prst="ellipse">
            <a:avLst/>
          </a:prstGeom>
          <a:ln w="31750">
            <a:solidFill>
              <a:schemeClr val="accent2"/>
            </a:solidFill>
          </a:ln>
        </p:spPr>
        <p:txBody>
          <a:bodyPr>
            <a:normAutofit/>
          </a:bodyPr>
          <a:lstStyle>
            <a:lvl1pPr>
              <a:defRPr sz="1050"/>
            </a:lvl1pPr>
          </a:lstStyle>
          <a:p>
            <a:endParaRPr lang="id-ID"/>
          </a:p>
        </p:txBody>
      </p:sp>
    </p:spTree>
    <p:extLst>
      <p:ext uri="{BB962C8B-B14F-4D97-AF65-F5344CB8AC3E}">
        <p14:creationId xmlns:p14="http://schemas.microsoft.com/office/powerpoint/2010/main" val="101463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Picture Placeholder 2"/>
          <p:cNvSpPr>
            <a:spLocks noGrp="1"/>
          </p:cNvSpPr>
          <p:nvPr>
            <p:ph type="pic" sz="quarter" idx="14"/>
          </p:nvPr>
        </p:nvSpPr>
        <p:spPr>
          <a:xfrm>
            <a:off x="635000" y="2036128"/>
            <a:ext cx="1737360" cy="1737360"/>
          </a:xfrm>
          <a:prstGeom prst="ellipse">
            <a:avLst/>
          </a:prstGeom>
          <a:ln w="34925">
            <a:noFill/>
          </a:ln>
        </p:spPr>
        <p:txBody>
          <a:bodyPr>
            <a:normAutofit/>
          </a:bodyPr>
          <a:lstStyle>
            <a:lvl1pPr>
              <a:defRPr sz="2133"/>
            </a:lvl1pPr>
          </a:lstStyle>
          <a:p>
            <a:endParaRPr lang="id-ID" dirty="0"/>
          </a:p>
        </p:txBody>
      </p:sp>
      <p:sp>
        <p:nvSpPr>
          <p:cNvPr id="23" name="Picture Placeholder 2"/>
          <p:cNvSpPr>
            <a:spLocks noGrp="1"/>
          </p:cNvSpPr>
          <p:nvPr>
            <p:ph type="pic" sz="quarter" idx="16"/>
          </p:nvPr>
        </p:nvSpPr>
        <p:spPr>
          <a:xfrm>
            <a:off x="6332220" y="2036128"/>
            <a:ext cx="1737360" cy="1737360"/>
          </a:xfrm>
          <a:prstGeom prst="ellipse">
            <a:avLst/>
          </a:prstGeom>
          <a:ln w="34925">
            <a:noFill/>
          </a:ln>
        </p:spPr>
        <p:txBody>
          <a:bodyPr>
            <a:normAutofit/>
          </a:bodyPr>
          <a:lstStyle>
            <a:lvl1pPr>
              <a:defRPr sz="2133"/>
            </a:lvl1pPr>
          </a:lstStyle>
          <a:p>
            <a:endParaRPr lang="id-ID" dirty="0"/>
          </a:p>
        </p:txBody>
      </p:sp>
    </p:spTree>
    <p:extLst>
      <p:ext uri="{BB962C8B-B14F-4D97-AF65-F5344CB8AC3E}">
        <p14:creationId xmlns:p14="http://schemas.microsoft.com/office/powerpoint/2010/main" val="374160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par>
                          <p:cTn id="18" fill="hold">
                            <p:stCondLst>
                              <p:cond delay="750"/>
                            </p:stCondLst>
                            <p:childTnLst>
                              <p:par>
                                <p:cTn id="19" presetID="53" presetClass="entr" presetSubtype="16" fill="hold" grpId="0" nodeType="afterEffect" nodePh="1">
                                  <p:stCondLst>
                                    <p:cond delay="0"/>
                                  </p:stCondLst>
                                  <p:endCondLst>
                                    <p:cond evt="begin" delay="0">
                                      <p:tn val="19"/>
                                    </p:cond>
                                  </p:end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grpId="0" nodeType="withEffect" nodePh="1">
                                  <p:stCondLst>
                                    <p:cond delay="0"/>
                                  </p:stCondLst>
                                  <p:endCondLst>
                                    <p:cond evt="begin" delay="0">
                                      <p:tn val="24"/>
                                    </p:cond>
                                  </p:endCondLst>
                                  <p:childTnLst>
                                    <p:set>
                                      <p:cBhvr>
                                        <p:cTn id="25" dur="1" fill="hold">
                                          <p:stCondLst>
                                            <p:cond delay="0"/>
                                          </p:stCondLst>
                                        </p:cTn>
                                        <p:tgtEl>
                                          <p:spTgt spid="23"/>
                                        </p:tgtEl>
                                        <p:attrNameLst>
                                          <p:attrName>style.visibility</p:attrName>
                                        </p:attrNameLst>
                                      </p:cBhvr>
                                      <p:to>
                                        <p:strVal val="visible"/>
                                      </p:to>
                                    </p:set>
                                    <p:anim calcmode="lin" valueType="num">
                                      <p:cBhvr>
                                        <p:cTn id="26" dur="500" fill="hold"/>
                                        <p:tgtEl>
                                          <p:spTgt spid="23"/>
                                        </p:tgtEl>
                                        <p:attrNameLst>
                                          <p:attrName>ppt_w</p:attrName>
                                        </p:attrNameLst>
                                      </p:cBhvr>
                                      <p:tavLst>
                                        <p:tav tm="0">
                                          <p:val>
                                            <p:fltVal val="0"/>
                                          </p:val>
                                        </p:tav>
                                        <p:tav tm="100000">
                                          <p:val>
                                            <p:strVal val="#ppt_w"/>
                                          </p:val>
                                        </p:tav>
                                      </p:tavLst>
                                    </p:anim>
                                    <p:anim calcmode="lin" valueType="num">
                                      <p:cBhvr>
                                        <p:cTn id="27" dur="500" fill="hold"/>
                                        <p:tgtEl>
                                          <p:spTgt spid="23"/>
                                        </p:tgtEl>
                                        <p:attrNameLst>
                                          <p:attrName>ppt_h</p:attrName>
                                        </p:attrNameLst>
                                      </p:cBhvr>
                                      <p:tavLst>
                                        <p:tav tm="0">
                                          <p:val>
                                            <p:fltVal val="0"/>
                                          </p:val>
                                        </p:tav>
                                        <p:tav tm="100000">
                                          <p:val>
                                            <p:strVal val="#ppt_h"/>
                                          </p:val>
                                        </p:tav>
                                      </p:tavLst>
                                    </p:anim>
                                    <p:animEffect transition="in" filter="fade">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P spid="22" grpId="0"/>
      <p:bldP spid="23" grpId="0"/>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Picture Placeholder 9"/>
          <p:cNvSpPr>
            <a:spLocks noGrp="1"/>
          </p:cNvSpPr>
          <p:nvPr>
            <p:ph type="pic" sz="quarter" idx="14"/>
          </p:nvPr>
        </p:nvSpPr>
        <p:spPr>
          <a:xfrm>
            <a:off x="698500" y="2197100"/>
            <a:ext cx="1645920" cy="1645920"/>
          </a:xfrm>
          <a:prstGeom prst="ellipse">
            <a:avLst/>
          </a:prstGeom>
          <a:ln w="22225">
            <a:noFill/>
          </a:ln>
        </p:spPr>
        <p:txBody>
          <a:bodyPr/>
          <a:lstStyle>
            <a:lvl1pPr>
              <a:defRPr sz="2133"/>
            </a:lvl1pPr>
          </a:lstStyle>
          <a:p>
            <a:endParaRPr lang="id-ID"/>
          </a:p>
        </p:txBody>
      </p:sp>
      <p:sp>
        <p:nvSpPr>
          <p:cNvPr id="18" name="Picture Placeholder 9"/>
          <p:cNvSpPr>
            <a:spLocks noGrp="1"/>
          </p:cNvSpPr>
          <p:nvPr>
            <p:ph type="pic" sz="quarter" idx="15"/>
          </p:nvPr>
        </p:nvSpPr>
        <p:spPr>
          <a:xfrm>
            <a:off x="698500" y="4284523"/>
            <a:ext cx="1645920" cy="1645920"/>
          </a:xfrm>
          <a:prstGeom prst="ellipse">
            <a:avLst/>
          </a:prstGeom>
          <a:ln w="22225">
            <a:noFill/>
          </a:ln>
        </p:spPr>
        <p:txBody>
          <a:bodyPr/>
          <a:lstStyle>
            <a:lvl1pPr>
              <a:defRPr sz="2133"/>
            </a:lvl1pPr>
          </a:lstStyle>
          <a:p>
            <a:endParaRPr lang="id-ID"/>
          </a:p>
        </p:txBody>
      </p:sp>
    </p:spTree>
    <p:extLst>
      <p:ext uri="{BB962C8B-B14F-4D97-AF65-F5344CB8AC3E}">
        <p14:creationId xmlns:p14="http://schemas.microsoft.com/office/powerpoint/2010/main" val="336109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par>
                          <p:cTn id="18" fill="hold">
                            <p:stCondLst>
                              <p:cond delay="750"/>
                            </p:stCondLst>
                            <p:childTnLst>
                              <p:par>
                                <p:cTn id="19" presetID="10" presetClass="entr" presetSubtype="0" fill="hold" grpId="0" nodeType="afterEffect" nodePh="1">
                                  <p:stCondLst>
                                    <p:cond delay="0"/>
                                  </p:stCondLst>
                                  <p:endCondLst>
                                    <p:cond evt="begin" delay="0">
                                      <p:tn val="19"/>
                                    </p:cond>
                                  </p:end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nodePh="1">
                                  <p:stCondLst>
                                    <p:cond delay="0"/>
                                  </p:stCondLst>
                                  <p:endCondLst>
                                    <p:cond evt="begin" delay="0">
                                      <p:tn val="22"/>
                                    </p:cond>
                                  </p:end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P spid="17" grpId="0"/>
      <p:bldP spid="18"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Picture Placeholder 9"/>
          <p:cNvSpPr>
            <a:spLocks noGrp="1"/>
          </p:cNvSpPr>
          <p:nvPr>
            <p:ph type="pic" sz="quarter" idx="14"/>
          </p:nvPr>
        </p:nvSpPr>
        <p:spPr>
          <a:xfrm>
            <a:off x="838200" y="2473415"/>
            <a:ext cx="3300280" cy="3300280"/>
          </a:xfrm>
          <a:prstGeom prst="ellipse">
            <a:avLst/>
          </a:prstGeom>
        </p:spPr>
        <p:txBody>
          <a:bodyPr/>
          <a:lstStyle>
            <a:lvl1pPr>
              <a:defRPr sz="2133"/>
            </a:lvl1pPr>
          </a:lstStyle>
          <a:p>
            <a:endParaRPr lang="id-ID"/>
          </a:p>
        </p:txBody>
      </p:sp>
    </p:spTree>
    <p:extLst>
      <p:ext uri="{BB962C8B-B14F-4D97-AF65-F5344CB8AC3E}">
        <p14:creationId xmlns:p14="http://schemas.microsoft.com/office/powerpoint/2010/main" val="354903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par>
                          <p:cTn id="18" fill="hold">
                            <p:stCondLst>
                              <p:cond delay="750"/>
                            </p:stCondLst>
                            <p:childTnLst>
                              <p:par>
                                <p:cTn id="19" presetID="10" presetClass="entr" presetSubtype="0" fill="hold" grpId="0" nodeType="afterEffect" nodePh="1">
                                  <p:stCondLst>
                                    <p:cond delay="0"/>
                                  </p:stCondLst>
                                  <p:endCondLst>
                                    <p:cond evt="begin" delay="0">
                                      <p:tn val="19"/>
                                    </p:cond>
                                  </p:end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P spid="19"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Picture Placeholder 9"/>
          <p:cNvSpPr>
            <a:spLocks noGrp="1"/>
          </p:cNvSpPr>
          <p:nvPr>
            <p:ph type="pic" sz="quarter" idx="14"/>
          </p:nvPr>
        </p:nvSpPr>
        <p:spPr>
          <a:xfrm>
            <a:off x="838199" y="2438279"/>
            <a:ext cx="3398135" cy="3398135"/>
          </a:xfrm>
          <a:prstGeom prst="ellipse">
            <a:avLst/>
          </a:prstGeom>
          <a:ln w="57150">
            <a:solidFill>
              <a:schemeClr val="accent1"/>
            </a:solidFill>
          </a:ln>
        </p:spPr>
        <p:txBody>
          <a:bodyPr/>
          <a:lstStyle>
            <a:lvl1pPr>
              <a:defRPr sz="2133"/>
            </a:lvl1pPr>
          </a:lstStyle>
          <a:p>
            <a:endParaRPr lang="id-ID"/>
          </a:p>
        </p:txBody>
      </p:sp>
      <p:sp>
        <p:nvSpPr>
          <p:cNvPr id="16" name="Picture Placeholder 9"/>
          <p:cNvSpPr>
            <a:spLocks noGrp="1"/>
          </p:cNvSpPr>
          <p:nvPr>
            <p:ph type="pic" sz="quarter" idx="15"/>
          </p:nvPr>
        </p:nvSpPr>
        <p:spPr>
          <a:xfrm>
            <a:off x="3199435" y="4502472"/>
            <a:ext cx="1853878" cy="1853878"/>
          </a:xfrm>
          <a:prstGeom prst="ellipse">
            <a:avLst/>
          </a:prstGeom>
          <a:ln w="57150">
            <a:solidFill>
              <a:schemeClr val="accent2"/>
            </a:solidFill>
          </a:ln>
        </p:spPr>
        <p:txBody>
          <a:bodyPr/>
          <a:lstStyle>
            <a:lvl1pPr>
              <a:defRPr sz="2133"/>
            </a:lvl1pPr>
          </a:lstStyle>
          <a:p>
            <a:endParaRPr lang="id-ID"/>
          </a:p>
        </p:txBody>
      </p:sp>
      <p:sp>
        <p:nvSpPr>
          <p:cNvPr id="17" name="Picture Placeholder 9"/>
          <p:cNvSpPr>
            <a:spLocks noGrp="1"/>
          </p:cNvSpPr>
          <p:nvPr>
            <p:ph type="pic" sz="quarter" idx="16"/>
          </p:nvPr>
        </p:nvSpPr>
        <p:spPr>
          <a:xfrm>
            <a:off x="3822538" y="2824223"/>
            <a:ext cx="2121055" cy="2121055"/>
          </a:xfrm>
          <a:prstGeom prst="ellipse">
            <a:avLst/>
          </a:prstGeom>
          <a:ln w="57150">
            <a:solidFill>
              <a:schemeClr val="accent3"/>
            </a:solidFill>
          </a:ln>
        </p:spPr>
        <p:txBody>
          <a:bodyPr/>
          <a:lstStyle>
            <a:lvl1pPr>
              <a:defRPr sz="2133"/>
            </a:lvl1pPr>
          </a:lstStyle>
          <a:p>
            <a:endParaRPr lang="id-ID"/>
          </a:p>
        </p:txBody>
      </p:sp>
      <p:sp>
        <p:nvSpPr>
          <p:cNvPr id="18" name="Picture Placeholder 9"/>
          <p:cNvSpPr>
            <a:spLocks noGrp="1"/>
          </p:cNvSpPr>
          <p:nvPr>
            <p:ph type="pic" sz="quarter" idx="17"/>
          </p:nvPr>
        </p:nvSpPr>
        <p:spPr>
          <a:xfrm>
            <a:off x="3503095" y="1794430"/>
            <a:ext cx="1466478" cy="1466478"/>
          </a:xfrm>
          <a:prstGeom prst="ellipse">
            <a:avLst/>
          </a:prstGeom>
          <a:ln w="57150">
            <a:solidFill>
              <a:schemeClr val="accent4"/>
            </a:solidFill>
          </a:ln>
        </p:spPr>
        <p:txBody>
          <a:bodyPr/>
          <a:lstStyle>
            <a:lvl1pPr>
              <a:defRPr sz="2133"/>
            </a:lvl1pPr>
          </a:lstStyle>
          <a:p>
            <a:endParaRPr lang="id-ID"/>
          </a:p>
        </p:txBody>
      </p:sp>
    </p:spTree>
    <p:extLst>
      <p:ext uri="{BB962C8B-B14F-4D97-AF65-F5344CB8AC3E}">
        <p14:creationId xmlns:p14="http://schemas.microsoft.com/office/powerpoint/2010/main" val="395501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11"/>
          <p:cNvSpPr>
            <a:spLocks noGrp="1"/>
          </p:cNvSpPr>
          <p:nvPr>
            <p:ph type="pic" sz="quarter" idx="14"/>
          </p:nvPr>
        </p:nvSpPr>
        <p:spPr>
          <a:xfrm>
            <a:off x="629854" y="1974705"/>
            <a:ext cx="4237038" cy="4235450"/>
          </a:xfrm>
          <a:prstGeom prst="ellipse">
            <a:avLst/>
          </a:prstGeom>
          <a:ln w="38100">
            <a:solidFill>
              <a:schemeClr val="bg2"/>
            </a:solidFill>
          </a:ln>
          <a:effectLst>
            <a:outerShdw blurRad="50800" dist="38100" dir="2700000" algn="tl" rotWithShape="0">
              <a:prstClr val="black">
                <a:alpha val="40000"/>
              </a:prstClr>
            </a:outerShdw>
          </a:effectLst>
        </p:spPr>
        <p:txBody>
          <a:bodyPr/>
          <a:lstStyle/>
          <a:p>
            <a:endParaRPr lang="en-US"/>
          </a:p>
        </p:txBody>
      </p:sp>
      <p:sp>
        <p:nvSpPr>
          <p:cNvPr id="17" name="Picture Placeholder 11"/>
          <p:cNvSpPr>
            <a:spLocks noGrp="1"/>
          </p:cNvSpPr>
          <p:nvPr>
            <p:ph type="pic" sz="quarter" idx="15"/>
          </p:nvPr>
        </p:nvSpPr>
        <p:spPr>
          <a:xfrm>
            <a:off x="5122757" y="1974705"/>
            <a:ext cx="1971371" cy="1970632"/>
          </a:xfrm>
          <a:prstGeom prst="ellipse">
            <a:avLst/>
          </a:prstGeom>
          <a:ln w="38100">
            <a:solidFill>
              <a:schemeClr val="bg2"/>
            </a:solidFill>
          </a:ln>
          <a:effectLst>
            <a:outerShdw blurRad="50800" dist="38100" dir="2700000" algn="tl" rotWithShape="0">
              <a:prstClr val="black">
                <a:alpha val="40000"/>
              </a:prstClr>
            </a:outerShdw>
          </a:effectLst>
        </p:spPr>
        <p:txBody>
          <a:bodyPr/>
          <a:lstStyle/>
          <a:p>
            <a:endParaRPr lang="en-US"/>
          </a:p>
        </p:txBody>
      </p:sp>
      <p:sp>
        <p:nvSpPr>
          <p:cNvPr id="18" name="Picture Placeholder 11"/>
          <p:cNvSpPr>
            <a:spLocks noGrp="1"/>
          </p:cNvSpPr>
          <p:nvPr>
            <p:ph type="pic" sz="quarter" idx="16"/>
          </p:nvPr>
        </p:nvSpPr>
        <p:spPr>
          <a:xfrm>
            <a:off x="7313901" y="1974705"/>
            <a:ext cx="1971371" cy="1970632"/>
          </a:xfrm>
          <a:prstGeom prst="ellipse">
            <a:avLst/>
          </a:prstGeom>
          <a:ln w="38100">
            <a:solidFill>
              <a:schemeClr val="bg2"/>
            </a:solidFill>
          </a:ln>
          <a:effectLst>
            <a:outerShdw blurRad="50800" dist="38100" dir="2700000" algn="tl" rotWithShape="0">
              <a:prstClr val="black">
                <a:alpha val="40000"/>
              </a:prstClr>
            </a:outerShdw>
          </a:effectLst>
        </p:spPr>
        <p:txBody>
          <a:bodyPr/>
          <a:lstStyle/>
          <a:p>
            <a:endParaRPr lang="en-US"/>
          </a:p>
        </p:txBody>
      </p:sp>
      <p:sp>
        <p:nvSpPr>
          <p:cNvPr id="20" name="Picture Placeholder 11"/>
          <p:cNvSpPr>
            <a:spLocks noGrp="1"/>
          </p:cNvSpPr>
          <p:nvPr>
            <p:ph type="pic" sz="quarter" idx="17"/>
          </p:nvPr>
        </p:nvSpPr>
        <p:spPr>
          <a:xfrm>
            <a:off x="9505046" y="1974705"/>
            <a:ext cx="1971371" cy="1970632"/>
          </a:xfrm>
          <a:prstGeom prst="ellipse">
            <a:avLst/>
          </a:prstGeom>
          <a:ln w="38100">
            <a:solidFill>
              <a:schemeClr val="bg2"/>
            </a:solidFill>
          </a:ln>
          <a:effectLst>
            <a:outerShdw blurRad="50800" dist="38100" dir="2700000" algn="tl" rotWithShape="0">
              <a:prstClr val="black">
                <a:alpha val="40000"/>
              </a:prstClr>
            </a:outerShdw>
          </a:effectLst>
        </p:spPr>
        <p:txBody>
          <a:bodyPr/>
          <a:lstStyle/>
          <a:p>
            <a:endParaRPr lang="en-US"/>
          </a:p>
        </p:txBody>
      </p:sp>
      <p:sp>
        <p:nvSpPr>
          <p:cNvPr id="21" name="Picture Placeholder 11"/>
          <p:cNvSpPr>
            <a:spLocks noGrp="1"/>
          </p:cNvSpPr>
          <p:nvPr>
            <p:ph type="pic" sz="quarter" idx="18"/>
          </p:nvPr>
        </p:nvSpPr>
        <p:spPr>
          <a:xfrm>
            <a:off x="5122757" y="4239523"/>
            <a:ext cx="1971371" cy="1970632"/>
          </a:xfrm>
          <a:prstGeom prst="ellipse">
            <a:avLst/>
          </a:prstGeom>
          <a:ln w="38100">
            <a:solidFill>
              <a:schemeClr val="bg2"/>
            </a:solidFill>
          </a:ln>
          <a:effectLst>
            <a:outerShdw blurRad="50800" dist="38100" dir="2700000" algn="tl" rotWithShape="0">
              <a:prstClr val="black">
                <a:alpha val="40000"/>
              </a:prstClr>
            </a:outerShdw>
          </a:effectLst>
        </p:spPr>
        <p:txBody>
          <a:bodyPr/>
          <a:lstStyle/>
          <a:p>
            <a:endParaRPr lang="en-US"/>
          </a:p>
        </p:txBody>
      </p:sp>
      <p:sp>
        <p:nvSpPr>
          <p:cNvPr id="22" name="Picture Placeholder 11"/>
          <p:cNvSpPr>
            <a:spLocks noGrp="1"/>
          </p:cNvSpPr>
          <p:nvPr>
            <p:ph type="pic" sz="quarter" idx="19"/>
          </p:nvPr>
        </p:nvSpPr>
        <p:spPr>
          <a:xfrm>
            <a:off x="7313901" y="4239523"/>
            <a:ext cx="1971371" cy="1970632"/>
          </a:xfrm>
          <a:prstGeom prst="ellipse">
            <a:avLst/>
          </a:prstGeom>
          <a:ln w="38100">
            <a:solidFill>
              <a:schemeClr val="bg2"/>
            </a:solidFill>
          </a:ln>
          <a:effectLst>
            <a:outerShdw blurRad="50800" dist="38100" dir="2700000" algn="tl" rotWithShape="0">
              <a:prstClr val="black">
                <a:alpha val="40000"/>
              </a:prstClr>
            </a:outerShdw>
          </a:effectLst>
        </p:spPr>
        <p:txBody>
          <a:bodyPr/>
          <a:lstStyle/>
          <a:p>
            <a:endParaRPr lang="en-US"/>
          </a:p>
        </p:txBody>
      </p:sp>
      <p:sp>
        <p:nvSpPr>
          <p:cNvPr id="23" name="Picture Placeholder 11"/>
          <p:cNvSpPr>
            <a:spLocks noGrp="1"/>
          </p:cNvSpPr>
          <p:nvPr>
            <p:ph type="pic" sz="quarter" idx="20"/>
          </p:nvPr>
        </p:nvSpPr>
        <p:spPr>
          <a:xfrm>
            <a:off x="9505046" y="4239523"/>
            <a:ext cx="1971371" cy="1970632"/>
          </a:xfrm>
          <a:prstGeom prst="ellipse">
            <a:avLst/>
          </a:prstGeom>
          <a:ln w="38100">
            <a:solidFill>
              <a:schemeClr val="bg2"/>
            </a:solidFill>
          </a:ln>
          <a:effectLst>
            <a:outerShdw blurRad="50800" dist="38100" dir="2700000" algn="tl" rotWithShape="0">
              <a:prstClr val="black">
                <a:alpha val="40000"/>
              </a:prstClr>
            </a:outerShdw>
          </a:effectLst>
        </p:spPr>
        <p:txBody>
          <a:bodyPr/>
          <a:lstStyle/>
          <a:p>
            <a:endParaRPr lang="en-US"/>
          </a:p>
        </p:txBody>
      </p:sp>
    </p:spTree>
    <p:extLst>
      <p:ext uri="{BB962C8B-B14F-4D97-AF65-F5344CB8AC3E}">
        <p14:creationId xmlns:p14="http://schemas.microsoft.com/office/powerpoint/2010/main" val="121096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Picture Placeholder 2"/>
          <p:cNvSpPr>
            <a:spLocks noGrp="1"/>
          </p:cNvSpPr>
          <p:nvPr>
            <p:ph type="pic" sz="quarter" idx="14"/>
          </p:nvPr>
        </p:nvSpPr>
        <p:spPr>
          <a:xfrm>
            <a:off x="2444559" y="2428822"/>
            <a:ext cx="2112264" cy="2112264"/>
          </a:xfrm>
          <a:prstGeom prst="ellipse">
            <a:avLst/>
          </a:prstGeom>
          <a:ln w="31750">
            <a:solidFill>
              <a:schemeClr val="accent3"/>
            </a:solidFill>
          </a:ln>
        </p:spPr>
        <p:txBody>
          <a:bodyPr>
            <a:normAutofit/>
          </a:bodyPr>
          <a:lstStyle>
            <a:lvl1pPr>
              <a:defRPr sz="1000"/>
            </a:lvl1pPr>
          </a:lstStyle>
          <a:p>
            <a:endParaRPr lang="en-US" dirty="0"/>
          </a:p>
        </p:txBody>
      </p:sp>
      <p:sp>
        <p:nvSpPr>
          <p:cNvPr id="25" name="Picture Placeholder 2"/>
          <p:cNvSpPr>
            <a:spLocks noGrp="1"/>
          </p:cNvSpPr>
          <p:nvPr>
            <p:ph type="pic" sz="quarter" idx="15"/>
          </p:nvPr>
        </p:nvSpPr>
        <p:spPr>
          <a:xfrm>
            <a:off x="7235690" y="2134627"/>
            <a:ext cx="1675330" cy="1676399"/>
          </a:xfrm>
          <a:prstGeom prst="ellipse">
            <a:avLst/>
          </a:prstGeom>
          <a:ln w="31750">
            <a:solidFill>
              <a:schemeClr val="accent6"/>
            </a:solidFill>
          </a:ln>
        </p:spPr>
        <p:txBody>
          <a:bodyPr>
            <a:normAutofit/>
          </a:bodyPr>
          <a:lstStyle>
            <a:lvl1pPr>
              <a:defRPr sz="1000"/>
            </a:lvl1pPr>
          </a:lstStyle>
          <a:p>
            <a:endParaRPr lang="en-US" dirty="0"/>
          </a:p>
        </p:txBody>
      </p:sp>
      <p:sp>
        <p:nvSpPr>
          <p:cNvPr id="26" name="Picture Placeholder 2"/>
          <p:cNvSpPr>
            <a:spLocks noGrp="1"/>
          </p:cNvSpPr>
          <p:nvPr>
            <p:ph type="pic" sz="quarter" idx="16"/>
          </p:nvPr>
        </p:nvSpPr>
        <p:spPr>
          <a:xfrm>
            <a:off x="3745310" y="3774832"/>
            <a:ext cx="1675330" cy="1676399"/>
          </a:xfrm>
          <a:prstGeom prst="ellipse">
            <a:avLst/>
          </a:prstGeom>
          <a:ln w="31750">
            <a:solidFill>
              <a:schemeClr val="accent5"/>
            </a:solidFill>
          </a:ln>
        </p:spPr>
        <p:txBody>
          <a:bodyPr>
            <a:normAutofit/>
          </a:bodyPr>
          <a:lstStyle>
            <a:lvl1pPr>
              <a:defRPr sz="1000"/>
            </a:lvl1pPr>
          </a:lstStyle>
          <a:p>
            <a:endParaRPr lang="en-US" dirty="0"/>
          </a:p>
        </p:txBody>
      </p:sp>
      <p:sp>
        <p:nvSpPr>
          <p:cNvPr id="27" name="Picture Placeholder 2"/>
          <p:cNvSpPr>
            <a:spLocks noGrp="1"/>
          </p:cNvSpPr>
          <p:nvPr>
            <p:ph type="pic" sz="quarter" idx="17"/>
          </p:nvPr>
        </p:nvSpPr>
        <p:spPr>
          <a:xfrm>
            <a:off x="1578569" y="4539022"/>
            <a:ext cx="1675330" cy="1676399"/>
          </a:xfrm>
          <a:prstGeom prst="ellipse">
            <a:avLst/>
          </a:prstGeom>
          <a:ln w="31750">
            <a:solidFill>
              <a:schemeClr val="accent1"/>
            </a:solidFill>
          </a:ln>
        </p:spPr>
        <p:txBody>
          <a:bodyPr>
            <a:normAutofit/>
          </a:bodyPr>
          <a:lstStyle>
            <a:lvl1pPr>
              <a:defRPr sz="1000"/>
            </a:lvl1pPr>
          </a:lstStyle>
          <a:p>
            <a:endParaRPr lang="en-US" dirty="0"/>
          </a:p>
        </p:txBody>
      </p:sp>
      <p:sp>
        <p:nvSpPr>
          <p:cNvPr id="28" name="Picture Placeholder 2"/>
          <p:cNvSpPr>
            <a:spLocks noGrp="1"/>
          </p:cNvSpPr>
          <p:nvPr>
            <p:ph type="pic" sz="quarter" idx="18"/>
          </p:nvPr>
        </p:nvSpPr>
        <p:spPr>
          <a:xfrm>
            <a:off x="6457543" y="4154252"/>
            <a:ext cx="1498058" cy="1498058"/>
          </a:xfrm>
          <a:prstGeom prst="ellipse">
            <a:avLst/>
          </a:prstGeom>
          <a:ln w="31750">
            <a:solidFill>
              <a:schemeClr val="accent4"/>
            </a:solidFill>
          </a:ln>
        </p:spPr>
        <p:txBody>
          <a:bodyPr>
            <a:normAutofit/>
          </a:bodyPr>
          <a:lstStyle>
            <a:lvl1pPr>
              <a:defRPr sz="1000"/>
            </a:lvl1pPr>
          </a:lstStyle>
          <a:p>
            <a:endParaRPr lang="en-US" dirty="0"/>
          </a:p>
        </p:txBody>
      </p:sp>
      <p:sp>
        <p:nvSpPr>
          <p:cNvPr id="29" name="Picture Placeholder 2"/>
          <p:cNvSpPr>
            <a:spLocks noGrp="1"/>
          </p:cNvSpPr>
          <p:nvPr>
            <p:ph type="pic" sz="quarter" idx="19"/>
          </p:nvPr>
        </p:nvSpPr>
        <p:spPr>
          <a:xfrm>
            <a:off x="8589522" y="3311185"/>
            <a:ext cx="2033081" cy="2033081"/>
          </a:xfrm>
          <a:prstGeom prst="ellipse">
            <a:avLst/>
          </a:prstGeom>
          <a:ln w="31750">
            <a:solidFill>
              <a:schemeClr val="accent1"/>
            </a:solidFill>
          </a:ln>
        </p:spPr>
        <p:txBody>
          <a:bodyPr>
            <a:normAutofit/>
          </a:bodyPr>
          <a:lstStyle>
            <a:lvl1pPr>
              <a:defRPr sz="1000"/>
            </a:lvl1pPr>
          </a:lstStyle>
          <a:p>
            <a:endParaRPr lang="en-US" dirty="0"/>
          </a:p>
        </p:txBody>
      </p:sp>
      <p:sp>
        <p:nvSpPr>
          <p:cNvPr id="30" name="Picture Placeholder 2"/>
          <p:cNvSpPr>
            <a:spLocks noGrp="1"/>
          </p:cNvSpPr>
          <p:nvPr>
            <p:ph type="pic" sz="quarter" idx="20"/>
          </p:nvPr>
        </p:nvSpPr>
        <p:spPr>
          <a:xfrm>
            <a:off x="5252529" y="5165927"/>
            <a:ext cx="1070445" cy="1047872"/>
          </a:xfrm>
          <a:prstGeom prst="ellipse">
            <a:avLst/>
          </a:prstGeom>
          <a:ln w="31750">
            <a:solidFill>
              <a:schemeClr val="accent2"/>
            </a:solidFill>
          </a:ln>
        </p:spPr>
        <p:txBody>
          <a:bodyPr>
            <a:normAutofit/>
          </a:bodyPr>
          <a:lstStyle>
            <a:lvl1pPr>
              <a:defRPr sz="1000"/>
            </a:lvl1pPr>
          </a:lstStyle>
          <a:p>
            <a:endParaRPr lang="en-US" dirty="0"/>
          </a:p>
        </p:txBody>
      </p:sp>
    </p:spTree>
    <p:extLst>
      <p:ext uri="{BB962C8B-B14F-4D97-AF65-F5344CB8AC3E}">
        <p14:creationId xmlns:p14="http://schemas.microsoft.com/office/powerpoint/2010/main" val="108624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Picture Placeholder 2"/>
          <p:cNvSpPr>
            <a:spLocks noGrp="1"/>
          </p:cNvSpPr>
          <p:nvPr>
            <p:ph type="pic" sz="quarter" idx="14"/>
          </p:nvPr>
        </p:nvSpPr>
        <p:spPr>
          <a:xfrm>
            <a:off x="838200" y="1920873"/>
            <a:ext cx="2341986" cy="2341986"/>
          </a:xfrm>
          <a:prstGeom prst="ellipse">
            <a:avLst/>
          </a:prstGeom>
        </p:spPr>
        <p:txBody>
          <a:bodyPr/>
          <a:lstStyle/>
          <a:p>
            <a:endParaRPr lang="en-US"/>
          </a:p>
        </p:txBody>
      </p:sp>
      <p:sp>
        <p:nvSpPr>
          <p:cNvPr id="23" name="Picture Placeholder 2"/>
          <p:cNvSpPr>
            <a:spLocks noGrp="1"/>
          </p:cNvSpPr>
          <p:nvPr>
            <p:ph type="pic" sz="quarter" idx="16"/>
          </p:nvPr>
        </p:nvSpPr>
        <p:spPr>
          <a:xfrm>
            <a:off x="4904174" y="1920873"/>
            <a:ext cx="2341986" cy="2341986"/>
          </a:xfrm>
          <a:prstGeom prst="ellipse">
            <a:avLst/>
          </a:prstGeom>
        </p:spPr>
        <p:txBody>
          <a:bodyPr/>
          <a:lstStyle/>
          <a:p>
            <a:endParaRPr lang="en-US"/>
          </a:p>
        </p:txBody>
      </p:sp>
      <p:sp>
        <p:nvSpPr>
          <p:cNvPr id="31" name="Picture Placeholder 2"/>
          <p:cNvSpPr>
            <a:spLocks noGrp="1"/>
          </p:cNvSpPr>
          <p:nvPr>
            <p:ph type="pic" sz="quarter" idx="18"/>
          </p:nvPr>
        </p:nvSpPr>
        <p:spPr>
          <a:xfrm>
            <a:off x="9018974" y="1920873"/>
            <a:ext cx="2341986" cy="2341986"/>
          </a:xfrm>
          <a:prstGeom prst="ellipse">
            <a:avLst/>
          </a:prstGeom>
        </p:spPr>
        <p:txBody>
          <a:bodyPr/>
          <a:lstStyle/>
          <a:p>
            <a:endParaRPr lang="en-US"/>
          </a:p>
        </p:txBody>
      </p:sp>
      <p:sp>
        <p:nvSpPr>
          <p:cNvPr id="32" name="Picture Placeholder 2"/>
          <p:cNvSpPr>
            <a:spLocks noGrp="1"/>
          </p:cNvSpPr>
          <p:nvPr>
            <p:ph type="pic" sz="quarter" idx="19"/>
          </p:nvPr>
        </p:nvSpPr>
        <p:spPr>
          <a:xfrm>
            <a:off x="2882334" y="3867834"/>
            <a:ext cx="2341986" cy="2341986"/>
          </a:xfrm>
          <a:prstGeom prst="ellipse">
            <a:avLst/>
          </a:prstGeom>
        </p:spPr>
        <p:txBody>
          <a:bodyPr/>
          <a:lstStyle/>
          <a:p>
            <a:endParaRPr lang="en-US"/>
          </a:p>
        </p:txBody>
      </p:sp>
      <p:sp>
        <p:nvSpPr>
          <p:cNvPr id="33" name="Picture Placeholder 2"/>
          <p:cNvSpPr>
            <a:spLocks noGrp="1"/>
          </p:cNvSpPr>
          <p:nvPr>
            <p:ph type="pic" sz="quarter" idx="20"/>
          </p:nvPr>
        </p:nvSpPr>
        <p:spPr>
          <a:xfrm>
            <a:off x="6997134" y="3867834"/>
            <a:ext cx="2341986" cy="2341986"/>
          </a:xfrm>
          <a:prstGeom prst="ellipse">
            <a:avLst/>
          </a:prstGeom>
        </p:spPr>
        <p:txBody>
          <a:bodyPr/>
          <a:lstStyle/>
          <a:p>
            <a:endParaRPr lang="en-US"/>
          </a:p>
        </p:txBody>
      </p:sp>
    </p:spTree>
    <p:extLst>
      <p:ext uri="{BB962C8B-B14F-4D97-AF65-F5344CB8AC3E}">
        <p14:creationId xmlns:p14="http://schemas.microsoft.com/office/powerpoint/2010/main" val="92707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7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Picture Placeholder 2"/>
          <p:cNvSpPr>
            <a:spLocks noGrp="1"/>
          </p:cNvSpPr>
          <p:nvPr>
            <p:ph type="pic" sz="quarter" idx="41"/>
          </p:nvPr>
        </p:nvSpPr>
        <p:spPr>
          <a:xfrm>
            <a:off x="853320" y="1988819"/>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21" name="Picture Placeholder 2"/>
          <p:cNvSpPr>
            <a:spLocks noGrp="1"/>
          </p:cNvSpPr>
          <p:nvPr>
            <p:ph type="pic" sz="quarter" idx="43"/>
          </p:nvPr>
        </p:nvSpPr>
        <p:spPr>
          <a:xfrm>
            <a:off x="3118848" y="1988820"/>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24" name="Picture Placeholder 2"/>
          <p:cNvSpPr>
            <a:spLocks noGrp="1"/>
          </p:cNvSpPr>
          <p:nvPr>
            <p:ph type="pic" sz="quarter" idx="45"/>
          </p:nvPr>
        </p:nvSpPr>
        <p:spPr>
          <a:xfrm>
            <a:off x="5350108" y="1988820"/>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25" name="Picture Placeholder 2"/>
          <p:cNvSpPr>
            <a:spLocks noGrp="1"/>
          </p:cNvSpPr>
          <p:nvPr>
            <p:ph type="pic" sz="quarter" idx="47"/>
          </p:nvPr>
        </p:nvSpPr>
        <p:spPr>
          <a:xfrm>
            <a:off x="7537744" y="1988820"/>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26" name="Picture Placeholder 2"/>
          <p:cNvSpPr>
            <a:spLocks noGrp="1"/>
          </p:cNvSpPr>
          <p:nvPr>
            <p:ph type="pic" sz="quarter" idx="49"/>
          </p:nvPr>
        </p:nvSpPr>
        <p:spPr>
          <a:xfrm>
            <a:off x="853320" y="4277747"/>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27" name="Picture Placeholder 2"/>
          <p:cNvSpPr>
            <a:spLocks noGrp="1"/>
          </p:cNvSpPr>
          <p:nvPr>
            <p:ph type="pic" sz="quarter" idx="51"/>
          </p:nvPr>
        </p:nvSpPr>
        <p:spPr>
          <a:xfrm>
            <a:off x="3118848" y="4277747"/>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28" name="Picture Placeholder 2"/>
          <p:cNvSpPr>
            <a:spLocks noGrp="1"/>
          </p:cNvSpPr>
          <p:nvPr>
            <p:ph type="pic" sz="quarter" idx="53"/>
          </p:nvPr>
        </p:nvSpPr>
        <p:spPr>
          <a:xfrm>
            <a:off x="5350108" y="4277747"/>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29" name="Picture Placeholder 2"/>
          <p:cNvSpPr>
            <a:spLocks noGrp="1"/>
          </p:cNvSpPr>
          <p:nvPr>
            <p:ph type="pic" sz="quarter" idx="55"/>
          </p:nvPr>
        </p:nvSpPr>
        <p:spPr>
          <a:xfrm>
            <a:off x="7537744" y="4277747"/>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30" name="Picture Placeholder 2"/>
          <p:cNvSpPr>
            <a:spLocks noGrp="1"/>
          </p:cNvSpPr>
          <p:nvPr>
            <p:ph type="pic" sz="quarter" idx="57"/>
          </p:nvPr>
        </p:nvSpPr>
        <p:spPr>
          <a:xfrm>
            <a:off x="9728576" y="1988820"/>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
        <p:nvSpPr>
          <p:cNvPr id="34" name="Picture Placeholder 2"/>
          <p:cNvSpPr>
            <a:spLocks noGrp="1"/>
          </p:cNvSpPr>
          <p:nvPr>
            <p:ph type="pic" sz="quarter" idx="59"/>
          </p:nvPr>
        </p:nvSpPr>
        <p:spPr>
          <a:xfrm>
            <a:off x="9728576" y="4277747"/>
            <a:ext cx="1644650" cy="1644650"/>
          </a:xfrm>
          <a:prstGeom prst="ellipse">
            <a:avLst/>
          </a:prstGeom>
          <a:ln w="28575">
            <a:noFill/>
          </a:ln>
        </p:spPr>
        <p:txBody>
          <a:bodyPr anchor="ctr">
            <a:normAutofit/>
          </a:bodyPr>
          <a:lstStyle>
            <a:lvl1pPr marL="0" indent="0" algn="ctr">
              <a:buNone/>
              <a:defRPr sz="1200">
                <a:solidFill>
                  <a:schemeClr val="tx2"/>
                </a:solidFill>
              </a:defRPr>
            </a:lvl1pPr>
          </a:lstStyle>
          <a:p>
            <a:endParaRPr lang="en-US"/>
          </a:p>
        </p:txBody>
      </p:sp>
    </p:spTree>
    <p:extLst>
      <p:ext uri="{BB962C8B-B14F-4D97-AF65-F5344CB8AC3E}">
        <p14:creationId xmlns:p14="http://schemas.microsoft.com/office/powerpoint/2010/main" val="4244920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2"/>
          <p:cNvSpPr>
            <a:spLocks noGrp="1"/>
          </p:cNvSpPr>
          <p:nvPr>
            <p:ph type="pic" sz="quarter" idx="14"/>
          </p:nvPr>
        </p:nvSpPr>
        <p:spPr>
          <a:xfrm>
            <a:off x="1222375" y="1995876"/>
            <a:ext cx="3106738" cy="2016211"/>
          </a:xfrm>
          <a:prstGeom prst="rect">
            <a:avLst/>
          </a:prstGeom>
        </p:spPr>
        <p:txBody>
          <a:bodyPr>
            <a:normAutofit/>
          </a:bodyPr>
          <a:lstStyle>
            <a:lvl1pPr>
              <a:defRPr sz="1800">
                <a:solidFill>
                  <a:schemeClr val="tx2"/>
                </a:solidFill>
              </a:defRPr>
            </a:lvl1pPr>
          </a:lstStyle>
          <a:p>
            <a:endParaRPr lang="id-ID"/>
          </a:p>
        </p:txBody>
      </p:sp>
      <p:sp>
        <p:nvSpPr>
          <p:cNvPr id="17" name="Picture Placeholder 2"/>
          <p:cNvSpPr>
            <a:spLocks noGrp="1"/>
          </p:cNvSpPr>
          <p:nvPr>
            <p:ph type="pic" sz="quarter" idx="15"/>
          </p:nvPr>
        </p:nvSpPr>
        <p:spPr>
          <a:xfrm>
            <a:off x="4533786" y="1995876"/>
            <a:ext cx="3106738" cy="2016211"/>
          </a:xfrm>
          <a:prstGeom prst="rect">
            <a:avLst/>
          </a:prstGeom>
        </p:spPr>
        <p:txBody>
          <a:bodyPr>
            <a:normAutofit/>
          </a:bodyPr>
          <a:lstStyle>
            <a:lvl1pPr>
              <a:defRPr sz="1800">
                <a:solidFill>
                  <a:schemeClr val="tx2"/>
                </a:solidFill>
              </a:defRPr>
            </a:lvl1pPr>
          </a:lstStyle>
          <a:p>
            <a:endParaRPr lang="id-ID"/>
          </a:p>
        </p:txBody>
      </p:sp>
      <p:sp>
        <p:nvSpPr>
          <p:cNvPr id="18" name="Picture Placeholder 2"/>
          <p:cNvSpPr>
            <a:spLocks noGrp="1"/>
          </p:cNvSpPr>
          <p:nvPr>
            <p:ph type="pic" sz="quarter" idx="16"/>
          </p:nvPr>
        </p:nvSpPr>
        <p:spPr>
          <a:xfrm>
            <a:off x="7858048" y="1995876"/>
            <a:ext cx="3106738" cy="2016211"/>
          </a:xfrm>
          <a:prstGeom prst="rect">
            <a:avLst/>
          </a:prstGeom>
        </p:spPr>
        <p:txBody>
          <a:bodyPr>
            <a:normAutofit/>
          </a:bodyPr>
          <a:lstStyle>
            <a:lvl1pPr>
              <a:defRPr sz="1800">
                <a:solidFill>
                  <a:schemeClr val="tx2"/>
                </a:solidFill>
              </a:defRPr>
            </a:lvl1pPr>
          </a:lstStyle>
          <a:p>
            <a:endParaRPr lang="id-ID"/>
          </a:p>
        </p:txBody>
      </p:sp>
      <p:sp>
        <p:nvSpPr>
          <p:cNvPr id="20" name="Picture Placeholder 2"/>
          <p:cNvSpPr>
            <a:spLocks noGrp="1"/>
          </p:cNvSpPr>
          <p:nvPr>
            <p:ph type="pic" sz="quarter" idx="17"/>
          </p:nvPr>
        </p:nvSpPr>
        <p:spPr>
          <a:xfrm>
            <a:off x="1222375" y="4227790"/>
            <a:ext cx="3106738" cy="2016211"/>
          </a:xfrm>
          <a:prstGeom prst="rect">
            <a:avLst/>
          </a:prstGeom>
        </p:spPr>
        <p:txBody>
          <a:bodyPr>
            <a:normAutofit/>
          </a:bodyPr>
          <a:lstStyle>
            <a:lvl1pPr>
              <a:defRPr sz="1800">
                <a:solidFill>
                  <a:schemeClr val="tx2"/>
                </a:solidFill>
              </a:defRPr>
            </a:lvl1pPr>
          </a:lstStyle>
          <a:p>
            <a:endParaRPr lang="id-ID"/>
          </a:p>
        </p:txBody>
      </p:sp>
      <p:sp>
        <p:nvSpPr>
          <p:cNvPr id="21" name="Picture Placeholder 2"/>
          <p:cNvSpPr>
            <a:spLocks noGrp="1"/>
          </p:cNvSpPr>
          <p:nvPr>
            <p:ph type="pic" sz="quarter" idx="18"/>
          </p:nvPr>
        </p:nvSpPr>
        <p:spPr>
          <a:xfrm>
            <a:off x="4533786" y="4227790"/>
            <a:ext cx="3106738" cy="2016211"/>
          </a:xfrm>
          <a:prstGeom prst="rect">
            <a:avLst/>
          </a:prstGeom>
        </p:spPr>
        <p:txBody>
          <a:bodyPr>
            <a:normAutofit/>
          </a:bodyPr>
          <a:lstStyle>
            <a:lvl1pPr>
              <a:defRPr sz="1800">
                <a:solidFill>
                  <a:schemeClr val="tx2"/>
                </a:solidFill>
              </a:defRPr>
            </a:lvl1pPr>
          </a:lstStyle>
          <a:p>
            <a:endParaRPr lang="id-ID"/>
          </a:p>
        </p:txBody>
      </p:sp>
      <p:sp>
        <p:nvSpPr>
          <p:cNvPr id="22" name="Picture Placeholder 2"/>
          <p:cNvSpPr>
            <a:spLocks noGrp="1"/>
          </p:cNvSpPr>
          <p:nvPr>
            <p:ph type="pic" sz="quarter" idx="19"/>
          </p:nvPr>
        </p:nvSpPr>
        <p:spPr>
          <a:xfrm>
            <a:off x="7858048" y="4227790"/>
            <a:ext cx="3106738" cy="2016211"/>
          </a:xfrm>
          <a:prstGeom prst="rect">
            <a:avLst/>
          </a:prstGeom>
        </p:spPr>
        <p:txBody>
          <a:bodyPr>
            <a:normAutofit/>
          </a:bodyPr>
          <a:lstStyle>
            <a:lvl1pPr>
              <a:defRPr sz="1800">
                <a:solidFill>
                  <a:schemeClr val="tx2"/>
                </a:solidFill>
              </a:defRPr>
            </a:lvl1pPr>
          </a:lstStyle>
          <a:p>
            <a:endParaRPr lang="id-ID"/>
          </a:p>
        </p:txBody>
      </p:sp>
    </p:spTree>
    <p:extLst>
      <p:ext uri="{BB962C8B-B14F-4D97-AF65-F5344CB8AC3E}">
        <p14:creationId xmlns:p14="http://schemas.microsoft.com/office/powerpoint/2010/main" val="218768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9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Picture Placeholder 8"/>
          <p:cNvSpPr>
            <a:spLocks noGrp="1"/>
          </p:cNvSpPr>
          <p:nvPr>
            <p:ph type="pic" sz="quarter" idx="14"/>
          </p:nvPr>
        </p:nvSpPr>
        <p:spPr>
          <a:xfrm>
            <a:off x="1069525" y="2171700"/>
            <a:ext cx="2247900" cy="2247900"/>
          </a:xfrm>
          <a:prstGeom prst="ellipse">
            <a:avLst/>
          </a:prstGeom>
        </p:spPr>
        <p:txBody>
          <a:bodyPr/>
          <a:lstStyle/>
          <a:p>
            <a:endParaRPr lang="id-ID" dirty="0"/>
          </a:p>
        </p:txBody>
      </p:sp>
      <p:sp>
        <p:nvSpPr>
          <p:cNvPr id="24" name="Picture Placeholder 8"/>
          <p:cNvSpPr>
            <a:spLocks noGrp="1"/>
          </p:cNvSpPr>
          <p:nvPr>
            <p:ph type="pic" sz="quarter" idx="15"/>
          </p:nvPr>
        </p:nvSpPr>
        <p:spPr>
          <a:xfrm>
            <a:off x="4972050" y="2171700"/>
            <a:ext cx="2247900" cy="2247900"/>
          </a:xfrm>
          <a:prstGeom prst="ellipse">
            <a:avLst/>
          </a:prstGeom>
        </p:spPr>
        <p:txBody>
          <a:bodyPr/>
          <a:lstStyle/>
          <a:p>
            <a:endParaRPr lang="id-ID" dirty="0"/>
          </a:p>
        </p:txBody>
      </p:sp>
      <p:sp>
        <p:nvSpPr>
          <p:cNvPr id="25" name="Picture Placeholder 8"/>
          <p:cNvSpPr>
            <a:spLocks noGrp="1"/>
          </p:cNvSpPr>
          <p:nvPr>
            <p:ph type="pic" sz="quarter" idx="16"/>
          </p:nvPr>
        </p:nvSpPr>
        <p:spPr>
          <a:xfrm>
            <a:off x="8889092" y="2171700"/>
            <a:ext cx="2247900" cy="2247900"/>
          </a:xfrm>
          <a:prstGeom prst="ellipse">
            <a:avLst/>
          </a:prstGeom>
        </p:spPr>
        <p:txBody>
          <a:bodyPr/>
          <a:lstStyle/>
          <a:p>
            <a:endParaRPr lang="id-ID" dirty="0"/>
          </a:p>
        </p:txBody>
      </p:sp>
    </p:spTree>
    <p:extLst>
      <p:ext uri="{BB962C8B-B14F-4D97-AF65-F5344CB8AC3E}">
        <p14:creationId xmlns:p14="http://schemas.microsoft.com/office/powerpoint/2010/main" val="196854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0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Picture Placeholder 7"/>
          <p:cNvSpPr>
            <a:spLocks noGrp="1"/>
          </p:cNvSpPr>
          <p:nvPr>
            <p:ph type="pic" sz="quarter" idx="14"/>
          </p:nvPr>
        </p:nvSpPr>
        <p:spPr>
          <a:xfrm>
            <a:off x="6634479" y="2324587"/>
            <a:ext cx="4389120" cy="2624328"/>
          </a:xfrm>
        </p:spPr>
        <p:txBody>
          <a:bodyPr/>
          <a:lstStyle/>
          <a:p>
            <a:endParaRPr lang="id-ID"/>
          </a:p>
        </p:txBody>
      </p:sp>
    </p:spTree>
    <p:extLst>
      <p:ext uri="{BB962C8B-B14F-4D97-AF65-F5344CB8AC3E}">
        <p14:creationId xmlns:p14="http://schemas.microsoft.com/office/powerpoint/2010/main" val="398854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Picture Placeholder 5"/>
          <p:cNvSpPr>
            <a:spLocks noGrp="1"/>
          </p:cNvSpPr>
          <p:nvPr>
            <p:ph type="pic" sz="quarter" idx="14"/>
          </p:nvPr>
        </p:nvSpPr>
        <p:spPr>
          <a:xfrm>
            <a:off x="2275205" y="2430999"/>
            <a:ext cx="3330575" cy="3328988"/>
          </a:xfrm>
          <a:prstGeom prst="ellipse">
            <a:avLst/>
          </a:prstGeom>
          <a:solidFill>
            <a:schemeClr val="bg1"/>
          </a:solidFill>
          <a:ln w="76200">
            <a:solidFill>
              <a:schemeClr val="accent1"/>
            </a:solidFill>
          </a:ln>
        </p:spPr>
        <p:txBody>
          <a:bodyPr/>
          <a:lstStyle/>
          <a:p>
            <a:endParaRPr lang="en-US"/>
          </a:p>
        </p:txBody>
      </p:sp>
    </p:spTree>
    <p:extLst>
      <p:ext uri="{BB962C8B-B14F-4D97-AF65-F5344CB8AC3E}">
        <p14:creationId xmlns:p14="http://schemas.microsoft.com/office/powerpoint/2010/main" val="127213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7"/>
          <p:cNvSpPr>
            <a:spLocks noGrp="1"/>
          </p:cNvSpPr>
          <p:nvPr>
            <p:ph type="pic" sz="quarter" idx="14"/>
          </p:nvPr>
        </p:nvSpPr>
        <p:spPr>
          <a:xfrm>
            <a:off x="1504103" y="2583921"/>
            <a:ext cx="4236297" cy="2638319"/>
          </a:xfrm>
        </p:spPr>
        <p:txBody>
          <a:bodyPr/>
          <a:lstStyle/>
          <a:p>
            <a:endParaRPr lang="id-ID"/>
          </a:p>
        </p:txBody>
      </p:sp>
    </p:spTree>
    <p:extLst>
      <p:ext uri="{BB962C8B-B14F-4D97-AF65-F5344CB8AC3E}">
        <p14:creationId xmlns:p14="http://schemas.microsoft.com/office/powerpoint/2010/main" val="172935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7" name="Picture Placeholder 16"/>
          <p:cNvSpPr>
            <a:spLocks noGrp="1"/>
          </p:cNvSpPr>
          <p:nvPr>
            <p:ph type="pic" sz="quarter" idx="14"/>
          </p:nvPr>
        </p:nvSpPr>
        <p:spPr>
          <a:xfrm>
            <a:off x="0" y="0"/>
            <a:ext cx="6858000" cy="6858000"/>
          </a:xfrm>
          <a:custGeom>
            <a:avLst/>
            <a:gdLst>
              <a:gd name="connsiteX0" fmla="*/ 0 w 6858000"/>
              <a:gd name="connsiteY0" fmla="*/ 0 h 6858000"/>
              <a:gd name="connsiteX1" fmla="*/ 3429000 w 6858000"/>
              <a:gd name="connsiteY1" fmla="*/ 0 h 6858000"/>
              <a:gd name="connsiteX2" fmla="*/ 3444240 w 6858000"/>
              <a:gd name="connsiteY2" fmla="*/ 0 h 6858000"/>
              <a:gd name="connsiteX3" fmla="*/ 3444240 w 6858000"/>
              <a:gd name="connsiteY3" fmla="*/ 385 h 6858000"/>
              <a:gd name="connsiteX4" fmla="*/ 3605456 w 6858000"/>
              <a:gd name="connsiteY4" fmla="*/ 4462 h 6858000"/>
              <a:gd name="connsiteX5" fmla="*/ 6858000 w 6858000"/>
              <a:gd name="connsiteY5" fmla="*/ 3429000 h 6858000"/>
              <a:gd name="connsiteX6" fmla="*/ 3605456 w 6858000"/>
              <a:gd name="connsiteY6" fmla="*/ 6853538 h 6858000"/>
              <a:gd name="connsiteX7" fmla="*/ 3444240 w 6858000"/>
              <a:gd name="connsiteY7" fmla="*/ 6857615 h 6858000"/>
              <a:gd name="connsiteX8" fmla="*/ 3444240 w 6858000"/>
              <a:gd name="connsiteY8" fmla="*/ 6858000 h 6858000"/>
              <a:gd name="connsiteX9" fmla="*/ 3429000 w 6858000"/>
              <a:gd name="connsiteY9" fmla="*/ 6858000 h 6858000"/>
              <a:gd name="connsiteX10" fmla="*/ 0 w 6858000"/>
              <a:gd name="connsiteY10" fmla="*/ 6858000 h 6858000"/>
              <a:gd name="connsiteX11" fmla="*/ 0 w 6858000"/>
              <a:gd name="connsiteY11"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6858000">
                <a:moveTo>
                  <a:pt x="0" y="0"/>
                </a:moveTo>
                <a:lnTo>
                  <a:pt x="3429000" y="0"/>
                </a:lnTo>
                <a:lnTo>
                  <a:pt x="3444240" y="0"/>
                </a:lnTo>
                <a:lnTo>
                  <a:pt x="3444240" y="385"/>
                </a:lnTo>
                <a:lnTo>
                  <a:pt x="3605456" y="4462"/>
                </a:lnTo>
                <a:cubicBezTo>
                  <a:pt x="5417236" y="96301"/>
                  <a:pt x="6858000" y="1594397"/>
                  <a:pt x="6858000" y="3429000"/>
                </a:cubicBezTo>
                <a:cubicBezTo>
                  <a:pt x="6858000" y="5263603"/>
                  <a:pt x="5417236" y="6761699"/>
                  <a:pt x="3605456" y="6853538"/>
                </a:cubicBezTo>
                <a:lnTo>
                  <a:pt x="3444240" y="6857615"/>
                </a:lnTo>
                <a:lnTo>
                  <a:pt x="3444240" y="6858000"/>
                </a:lnTo>
                <a:lnTo>
                  <a:pt x="3429000" y="6858000"/>
                </a:lnTo>
                <a:lnTo>
                  <a:pt x="0" y="6858000"/>
                </a:lnTo>
                <a:lnTo>
                  <a:pt x="0" y="3429000"/>
                </a:lnTo>
                <a:close/>
              </a:path>
            </a:pathLst>
          </a:custGeom>
        </p:spPr>
        <p:txBody>
          <a:bodyPr wrap="square">
            <a:noAutofit/>
          </a:bodyPr>
          <a:lstStyle/>
          <a:p>
            <a:endParaRPr lang="id-ID"/>
          </a:p>
        </p:txBody>
      </p:sp>
    </p:spTree>
    <p:extLst>
      <p:ext uri="{BB962C8B-B14F-4D97-AF65-F5344CB8AC3E}">
        <p14:creationId xmlns:p14="http://schemas.microsoft.com/office/powerpoint/2010/main" val="3791035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8" name="Picture Placeholder 7"/>
          <p:cNvSpPr>
            <a:spLocks noGrp="1"/>
          </p:cNvSpPr>
          <p:nvPr>
            <p:ph type="pic" sz="quarter" idx="14"/>
          </p:nvPr>
        </p:nvSpPr>
        <p:spPr>
          <a:xfrm>
            <a:off x="0" y="0"/>
            <a:ext cx="5852160" cy="6858000"/>
          </a:xfrm>
          <a:custGeom>
            <a:avLst/>
            <a:gdLst>
              <a:gd name="connsiteX0" fmla="*/ 0 w 5852160"/>
              <a:gd name="connsiteY0" fmla="*/ 0 h 6858000"/>
              <a:gd name="connsiteX1" fmla="*/ 2423160 w 5852160"/>
              <a:gd name="connsiteY1" fmla="*/ 0 h 6858000"/>
              <a:gd name="connsiteX2" fmla="*/ 2438400 w 5852160"/>
              <a:gd name="connsiteY2" fmla="*/ 0 h 6858000"/>
              <a:gd name="connsiteX3" fmla="*/ 2438400 w 5852160"/>
              <a:gd name="connsiteY3" fmla="*/ 385 h 6858000"/>
              <a:gd name="connsiteX4" fmla="*/ 2599616 w 5852160"/>
              <a:gd name="connsiteY4" fmla="*/ 4462 h 6858000"/>
              <a:gd name="connsiteX5" fmla="*/ 5852160 w 5852160"/>
              <a:gd name="connsiteY5" fmla="*/ 3429000 h 6858000"/>
              <a:gd name="connsiteX6" fmla="*/ 2599616 w 5852160"/>
              <a:gd name="connsiteY6" fmla="*/ 6853538 h 6858000"/>
              <a:gd name="connsiteX7" fmla="*/ 2438400 w 5852160"/>
              <a:gd name="connsiteY7" fmla="*/ 6857615 h 6858000"/>
              <a:gd name="connsiteX8" fmla="*/ 2438400 w 5852160"/>
              <a:gd name="connsiteY8" fmla="*/ 6858000 h 6858000"/>
              <a:gd name="connsiteX9" fmla="*/ 2423160 w 5852160"/>
              <a:gd name="connsiteY9" fmla="*/ 6858000 h 6858000"/>
              <a:gd name="connsiteX10" fmla="*/ 0 w 585216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160" h="6858000">
                <a:moveTo>
                  <a:pt x="0" y="0"/>
                </a:moveTo>
                <a:lnTo>
                  <a:pt x="2423160" y="0"/>
                </a:lnTo>
                <a:lnTo>
                  <a:pt x="2438400" y="0"/>
                </a:lnTo>
                <a:lnTo>
                  <a:pt x="2438400" y="385"/>
                </a:lnTo>
                <a:lnTo>
                  <a:pt x="2599616" y="4462"/>
                </a:lnTo>
                <a:cubicBezTo>
                  <a:pt x="4411396" y="96301"/>
                  <a:pt x="5852160" y="1594397"/>
                  <a:pt x="5852160" y="3429000"/>
                </a:cubicBezTo>
                <a:cubicBezTo>
                  <a:pt x="5852160" y="5263603"/>
                  <a:pt x="4411396" y="6761699"/>
                  <a:pt x="2599616" y="6853538"/>
                </a:cubicBezTo>
                <a:lnTo>
                  <a:pt x="2438400" y="6857615"/>
                </a:lnTo>
                <a:lnTo>
                  <a:pt x="2438400" y="6858000"/>
                </a:lnTo>
                <a:lnTo>
                  <a:pt x="2423160" y="6858000"/>
                </a:lnTo>
                <a:lnTo>
                  <a:pt x="0" y="6858000"/>
                </a:lnTo>
                <a:close/>
              </a:path>
            </a:pathLst>
          </a:custGeom>
        </p:spPr>
        <p:txBody>
          <a:bodyPr wrap="square">
            <a:noAutofit/>
          </a:bodyPr>
          <a:lstStyle/>
          <a:p>
            <a:endParaRPr lang="id-ID"/>
          </a:p>
        </p:txBody>
      </p:sp>
      <p:sp>
        <p:nvSpPr>
          <p:cNvPr id="9" name="Title 1"/>
          <p:cNvSpPr>
            <a:spLocks noGrp="1"/>
          </p:cNvSpPr>
          <p:nvPr>
            <p:ph type="title"/>
          </p:nvPr>
        </p:nvSpPr>
        <p:spPr>
          <a:xfrm>
            <a:off x="5852160" y="944083"/>
            <a:ext cx="5623560" cy="839840"/>
          </a:xfrm>
        </p:spPr>
        <p:txBody>
          <a:bodyPr>
            <a:normAutofit/>
          </a:bodyPr>
          <a:lstStyle>
            <a:lvl1pPr algn="l">
              <a:defRPr sz="4800"/>
            </a:lvl1pPr>
          </a:lstStyle>
          <a:p>
            <a:r>
              <a:rPr lang="en-US" dirty="0"/>
              <a:t>Click to edit Master title style</a:t>
            </a:r>
          </a:p>
        </p:txBody>
      </p:sp>
      <p:sp>
        <p:nvSpPr>
          <p:cNvPr id="10" name="Text Placeholder 6"/>
          <p:cNvSpPr>
            <a:spLocks noGrp="1"/>
          </p:cNvSpPr>
          <p:nvPr>
            <p:ph type="body" sz="quarter" idx="13"/>
          </p:nvPr>
        </p:nvSpPr>
        <p:spPr>
          <a:xfrm>
            <a:off x="5852160" y="1645730"/>
            <a:ext cx="5623560" cy="266700"/>
          </a:xfrm>
        </p:spPr>
        <p:txBody>
          <a:bodyPr>
            <a:noAutofit/>
          </a:bodyPr>
          <a:lstStyle>
            <a:lvl1pPr marL="0" indent="0" algn="l">
              <a:buNone/>
              <a:defRPr sz="1400">
                <a:solidFill>
                  <a:schemeClr val="tx1">
                    <a:lumMod val="60000"/>
                    <a:lumOff val="40000"/>
                  </a:schemeClr>
                </a:solidFill>
              </a:defRPr>
            </a:lvl1pPr>
          </a:lstStyle>
          <a:p>
            <a:pPr lvl="0"/>
            <a:r>
              <a:rPr lang="en-US" dirty="0"/>
              <a:t>Edit Master text styles</a:t>
            </a:r>
          </a:p>
        </p:txBody>
      </p:sp>
    </p:spTree>
    <p:extLst>
      <p:ext uri="{BB962C8B-B14F-4D97-AF65-F5344CB8AC3E}">
        <p14:creationId xmlns:p14="http://schemas.microsoft.com/office/powerpoint/2010/main" val="368710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75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750"/>
                                        <p:tgtEl>
                                          <p:spTgt spid="10">
                                            <p:txEl>
                                              <p:pRg st="0" end="0"/>
                                            </p:txEl>
                                          </p:spTgt>
                                        </p:tgtEl>
                                      </p:cBhvr>
                                    </p:animEffect>
                                    <p:anim calcmode="lin" valueType="num">
                                      <p:cBhvr>
                                        <p:cTn id="13" dur="75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p">
        <p:tmplLst>
          <p:tmpl lvl="1">
            <p:tnLst>
              <p:par>
                <p:cTn presetID="42"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750"/>
                        <p:tgtEl>
                          <p:spTgt spid="10"/>
                        </p:tgtEl>
                      </p:cBhvr>
                    </p:animEffect>
                    <p:anim calcmode="lin" valueType="num">
                      <p:cBhvr>
                        <p:cTn dur="750" fill="hold"/>
                        <p:tgtEl>
                          <p:spTgt spid="10"/>
                        </p:tgtEl>
                        <p:attrNameLst>
                          <p:attrName>ppt_x</p:attrName>
                        </p:attrNameLst>
                      </p:cBhvr>
                      <p:tavLst>
                        <p:tav tm="0">
                          <p:val>
                            <p:strVal val="#ppt_x"/>
                          </p:val>
                        </p:tav>
                        <p:tav tm="100000">
                          <p:val>
                            <p:strVal val="#ppt_x"/>
                          </p:val>
                        </p:tav>
                      </p:tavLst>
                    </p:anim>
                    <p:anim calcmode="lin" valueType="num">
                      <p:cBhvr>
                        <p:cTn dur="750" fill="hold"/>
                        <p:tgtEl>
                          <p:spTgt spid="10"/>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Picture Placeholder 22"/>
          <p:cNvSpPr>
            <a:spLocks noGrp="1"/>
          </p:cNvSpPr>
          <p:nvPr>
            <p:ph type="pic" sz="quarter" idx="15"/>
          </p:nvPr>
        </p:nvSpPr>
        <p:spPr>
          <a:xfrm>
            <a:off x="847478" y="2481606"/>
            <a:ext cx="1697739" cy="2989005"/>
          </a:xfrm>
        </p:spPr>
        <p:txBody>
          <a:bodyPr>
            <a:normAutofit/>
          </a:bodyPr>
          <a:lstStyle>
            <a:lvl1pPr>
              <a:defRPr sz="1600"/>
            </a:lvl1pPr>
          </a:lstStyle>
          <a:p>
            <a:endParaRPr lang="id-ID"/>
          </a:p>
        </p:txBody>
      </p:sp>
      <p:sp>
        <p:nvSpPr>
          <p:cNvPr id="18" name="Picture Placeholder 22"/>
          <p:cNvSpPr>
            <a:spLocks noGrp="1"/>
          </p:cNvSpPr>
          <p:nvPr>
            <p:ph type="pic" sz="quarter" idx="16"/>
          </p:nvPr>
        </p:nvSpPr>
        <p:spPr>
          <a:xfrm>
            <a:off x="2405870" y="2690909"/>
            <a:ext cx="1471685" cy="2606707"/>
          </a:xfrm>
        </p:spPr>
        <p:txBody>
          <a:bodyPr>
            <a:normAutofit/>
          </a:bodyPr>
          <a:lstStyle>
            <a:lvl1pPr>
              <a:defRPr sz="1600"/>
            </a:lvl1pPr>
          </a:lstStyle>
          <a:p>
            <a:endParaRPr lang="id-ID"/>
          </a:p>
        </p:txBody>
      </p:sp>
    </p:spTree>
    <p:extLst>
      <p:ext uri="{BB962C8B-B14F-4D97-AF65-F5344CB8AC3E}">
        <p14:creationId xmlns:p14="http://schemas.microsoft.com/office/powerpoint/2010/main" val="261396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Picture Placeholder 4"/>
          <p:cNvSpPr>
            <a:spLocks noGrp="1"/>
          </p:cNvSpPr>
          <p:nvPr>
            <p:ph type="pic" sz="quarter" idx="16"/>
          </p:nvPr>
        </p:nvSpPr>
        <p:spPr>
          <a:xfrm>
            <a:off x="4135119" y="2671437"/>
            <a:ext cx="3940455" cy="2841861"/>
          </a:xfrm>
        </p:spPr>
        <p:txBody>
          <a:bodyPr>
            <a:normAutofit/>
          </a:bodyPr>
          <a:lstStyle>
            <a:lvl1pPr>
              <a:defRPr sz="1050"/>
            </a:lvl1pPr>
          </a:lstStyle>
          <a:p>
            <a:endParaRPr lang="en-US"/>
          </a:p>
        </p:txBody>
      </p:sp>
    </p:spTree>
    <p:extLst>
      <p:ext uri="{BB962C8B-B14F-4D97-AF65-F5344CB8AC3E}">
        <p14:creationId xmlns:p14="http://schemas.microsoft.com/office/powerpoint/2010/main" val="318506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5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Picture Placeholder 4"/>
          <p:cNvSpPr>
            <a:spLocks noGrp="1"/>
          </p:cNvSpPr>
          <p:nvPr>
            <p:ph type="pic" sz="quarter" idx="14"/>
          </p:nvPr>
        </p:nvSpPr>
        <p:spPr>
          <a:xfrm>
            <a:off x="4780345" y="2383787"/>
            <a:ext cx="2689022" cy="3540136"/>
          </a:xfrm>
        </p:spPr>
      </p:sp>
    </p:spTree>
    <p:extLst>
      <p:ext uri="{BB962C8B-B14F-4D97-AF65-F5344CB8AC3E}">
        <p14:creationId xmlns:p14="http://schemas.microsoft.com/office/powerpoint/2010/main" val="203827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6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Picture Placeholder 2"/>
          <p:cNvSpPr>
            <a:spLocks noGrp="1" noChangeAspect="1"/>
          </p:cNvSpPr>
          <p:nvPr>
            <p:ph type="pic" sz="quarter" idx="14"/>
          </p:nvPr>
        </p:nvSpPr>
        <p:spPr>
          <a:xfrm>
            <a:off x="3423963" y="1905496"/>
            <a:ext cx="823174" cy="822960"/>
          </a:xfrm>
          <a:prstGeom prst="ellipse">
            <a:avLst/>
          </a:prstGeom>
        </p:spPr>
        <p:txBody>
          <a:bodyPr>
            <a:normAutofit/>
          </a:bodyPr>
          <a:lstStyle>
            <a:lvl1pPr marL="0" indent="0">
              <a:buNone/>
              <a:defRPr sz="600">
                <a:latin typeface="Calibri Light"/>
                <a:cs typeface="Calibri Light"/>
              </a:defRPr>
            </a:lvl1pPr>
          </a:lstStyle>
          <a:p>
            <a:endParaRPr lang="en-US" dirty="0"/>
          </a:p>
        </p:txBody>
      </p:sp>
      <p:sp>
        <p:nvSpPr>
          <p:cNvPr id="53" name="Picture Placeholder 2"/>
          <p:cNvSpPr>
            <a:spLocks noGrp="1" noChangeAspect="1"/>
          </p:cNvSpPr>
          <p:nvPr>
            <p:ph type="pic" sz="quarter" idx="15"/>
          </p:nvPr>
        </p:nvSpPr>
        <p:spPr>
          <a:xfrm>
            <a:off x="5218384" y="1903192"/>
            <a:ext cx="823174" cy="822960"/>
          </a:xfrm>
          <a:prstGeom prst="ellipse">
            <a:avLst/>
          </a:prstGeom>
        </p:spPr>
        <p:txBody>
          <a:bodyPr>
            <a:normAutofit/>
          </a:bodyPr>
          <a:lstStyle>
            <a:lvl1pPr marL="0" indent="0">
              <a:buNone/>
              <a:defRPr sz="600">
                <a:latin typeface="Calibri Light"/>
                <a:cs typeface="Calibri Light"/>
              </a:defRPr>
            </a:lvl1pPr>
          </a:lstStyle>
          <a:p>
            <a:endParaRPr lang="en-US" dirty="0"/>
          </a:p>
        </p:txBody>
      </p:sp>
      <p:sp>
        <p:nvSpPr>
          <p:cNvPr id="54" name="Picture Placeholder 2"/>
          <p:cNvSpPr>
            <a:spLocks noGrp="1" noChangeAspect="1"/>
          </p:cNvSpPr>
          <p:nvPr>
            <p:ph type="pic" sz="quarter" idx="16"/>
          </p:nvPr>
        </p:nvSpPr>
        <p:spPr>
          <a:xfrm>
            <a:off x="6815172" y="1905496"/>
            <a:ext cx="823174" cy="822960"/>
          </a:xfrm>
          <a:prstGeom prst="ellipse">
            <a:avLst/>
          </a:prstGeom>
        </p:spPr>
        <p:txBody>
          <a:bodyPr>
            <a:normAutofit/>
          </a:bodyPr>
          <a:lstStyle>
            <a:lvl1pPr marL="0" indent="0">
              <a:buNone/>
              <a:defRPr sz="600">
                <a:latin typeface="Calibri Light"/>
                <a:cs typeface="Calibri Light"/>
              </a:defRPr>
            </a:lvl1pPr>
          </a:lstStyle>
          <a:p>
            <a:endParaRPr lang="en-US" dirty="0"/>
          </a:p>
        </p:txBody>
      </p:sp>
      <p:sp>
        <p:nvSpPr>
          <p:cNvPr id="55" name="Picture Placeholder 2"/>
          <p:cNvSpPr>
            <a:spLocks noGrp="1" noChangeAspect="1"/>
          </p:cNvSpPr>
          <p:nvPr>
            <p:ph type="pic" sz="quarter" idx="17"/>
          </p:nvPr>
        </p:nvSpPr>
        <p:spPr>
          <a:xfrm>
            <a:off x="8370755" y="1903192"/>
            <a:ext cx="823174" cy="822960"/>
          </a:xfrm>
          <a:prstGeom prst="ellipse">
            <a:avLst/>
          </a:prstGeom>
        </p:spPr>
        <p:txBody>
          <a:bodyPr>
            <a:normAutofit/>
          </a:bodyPr>
          <a:lstStyle>
            <a:lvl1pPr marL="0" indent="0">
              <a:buNone/>
              <a:defRPr sz="600">
                <a:latin typeface="Calibri Light"/>
                <a:cs typeface="Calibri Light"/>
              </a:defRPr>
            </a:lvl1pPr>
          </a:lstStyle>
          <a:p>
            <a:endParaRPr lang="en-US" dirty="0"/>
          </a:p>
        </p:txBody>
      </p:sp>
      <p:sp>
        <p:nvSpPr>
          <p:cNvPr id="56" name="Picture Placeholder 2"/>
          <p:cNvSpPr>
            <a:spLocks noGrp="1" noChangeAspect="1"/>
          </p:cNvSpPr>
          <p:nvPr>
            <p:ph type="pic" sz="quarter" idx="18"/>
          </p:nvPr>
        </p:nvSpPr>
        <p:spPr>
          <a:xfrm>
            <a:off x="9823804" y="1905496"/>
            <a:ext cx="823174" cy="822960"/>
          </a:xfrm>
          <a:prstGeom prst="ellipse">
            <a:avLst/>
          </a:prstGeom>
        </p:spPr>
        <p:txBody>
          <a:bodyPr>
            <a:normAutofit/>
          </a:bodyPr>
          <a:lstStyle>
            <a:lvl1pPr marL="0" indent="0">
              <a:buNone/>
              <a:defRPr sz="600">
                <a:latin typeface="Calibri Light"/>
                <a:cs typeface="Calibri Light"/>
              </a:defRPr>
            </a:lvl1pPr>
          </a:lstStyle>
          <a:p>
            <a:endParaRPr lang="en-US" dirty="0"/>
          </a:p>
        </p:txBody>
      </p:sp>
    </p:spTree>
    <p:extLst>
      <p:ext uri="{BB962C8B-B14F-4D97-AF65-F5344CB8AC3E}">
        <p14:creationId xmlns:p14="http://schemas.microsoft.com/office/powerpoint/2010/main" val="282005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7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Picture Placeholder 2"/>
          <p:cNvSpPr>
            <a:spLocks noGrp="1"/>
          </p:cNvSpPr>
          <p:nvPr>
            <p:ph type="pic" sz="quarter" idx="14"/>
          </p:nvPr>
        </p:nvSpPr>
        <p:spPr>
          <a:xfrm>
            <a:off x="1012755" y="2356003"/>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0" name="Picture Placeholder 2"/>
          <p:cNvSpPr>
            <a:spLocks noGrp="1"/>
          </p:cNvSpPr>
          <p:nvPr>
            <p:ph type="pic" sz="quarter" idx="15"/>
          </p:nvPr>
        </p:nvSpPr>
        <p:spPr>
          <a:xfrm>
            <a:off x="3247354" y="235600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1" name="Picture Placeholder 2"/>
          <p:cNvSpPr>
            <a:spLocks noGrp="1"/>
          </p:cNvSpPr>
          <p:nvPr>
            <p:ph type="pic" sz="quarter" idx="16"/>
          </p:nvPr>
        </p:nvSpPr>
        <p:spPr>
          <a:xfrm>
            <a:off x="5477053" y="235600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2" name="Picture Placeholder 2"/>
          <p:cNvSpPr>
            <a:spLocks noGrp="1"/>
          </p:cNvSpPr>
          <p:nvPr>
            <p:ph type="pic" sz="quarter" idx="17"/>
          </p:nvPr>
        </p:nvSpPr>
        <p:spPr>
          <a:xfrm>
            <a:off x="7681198" y="235600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3" name="Picture Placeholder 2"/>
          <p:cNvSpPr>
            <a:spLocks noGrp="1"/>
          </p:cNvSpPr>
          <p:nvPr>
            <p:ph type="pic" sz="quarter" idx="18"/>
          </p:nvPr>
        </p:nvSpPr>
        <p:spPr>
          <a:xfrm>
            <a:off x="9887007" y="235600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4" name="Picture Placeholder 2"/>
          <p:cNvSpPr>
            <a:spLocks noGrp="1"/>
          </p:cNvSpPr>
          <p:nvPr>
            <p:ph type="pic" sz="quarter" idx="19"/>
          </p:nvPr>
        </p:nvSpPr>
        <p:spPr>
          <a:xfrm>
            <a:off x="2111550" y="325064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5" name="Picture Placeholder 2"/>
          <p:cNvSpPr>
            <a:spLocks noGrp="1"/>
          </p:cNvSpPr>
          <p:nvPr>
            <p:ph type="pic" sz="quarter" idx="20"/>
          </p:nvPr>
        </p:nvSpPr>
        <p:spPr>
          <a:xfrm>
            <a:off x="4380924" y="325064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6" name="Picture Placeholder 2"/>
          <p:cNvSpPr>
            <a:spLocks noGrp="1"/>
          </p:cNvSpPr>
          <p:nvPr>
            <p:ph type="pic" sz="quarter" idx="21"/>
          </p:nvPr>
        </p:nvSpPr>
        <p:spPr>
          <a:xfrm>
            <a:off x="6585069" y="325064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7" name="Picture Placeholder 2"/>
          <p:cNvSpPr>
            <a:spLocks noGrp="1"/>
          </p:cNvSpPr>
          <p:nvPr>
            <p:ph type="pic" sz="quarter" idx="22"/>
          </p:nvPr>
        </p:nvSpPr>
        <p:spPr>
          <a:xfrm>
            <a:off x="8796442" y="3250644"/>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8" name="Picture Placeholder 2"/>
          <p:cNvSpPr>
            <a:spLocks noGrp="1"/>
          </p:cNvSpPr>
          <p:nvPr>
            <p:ph type="pic" sz="quarter" idx="29"/>
          </p:nvPr>
        </p:nvSpPr>
        <p:spPr>
          <a:xfrm>
            <a:off x="3282129" y="4173692"/>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39" name="Picture Placeholder 2"/>
          <p:cNvSpPr>
            <a:spLocks noGrp="1"/>
          </p:cNvSpPr>
          <p:nvPr>
            <p:ph type="pic" sz="quarter" idx="30"/>
          </p:nvPr>
        </p:nvSpPr>
        <p:spPr>
          <a:xfrm>
            <a:off x="5511828" y="4173692"/>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40" name="Picture Placeholder 2"/>
          <p:cNvSpPr>
            <a:spLocks noGrp="1"/>
          </p:cNvSpPr>
          <p:nvPr>
            <p:ph type="pic" sz="quarter" idx="31"/>
          </p:nvPr>
        </p:nvSpPr>
        <p:spPr>
          <a:xfrm>
            <a:off x="7715973" y="4173692"/>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41" name="Picture Placeholder 2"/>
          <p:cNvSpPr>
            <a:spLocks noGrp="1"/>
          </p:cNvSpPr>
          <p:nvPr>
            <p:ph type="pic" sz="quarter" idx="32"/>
          </p:nvPr>
        </p:nvSpPr>
        <p:spPr>
          <a:xfrm>
            <a:off x="9921783" y="4173692"/>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
        <p:nvSpPr>
          <p:cNvPr id="42" name="Picture Placeholder 2"/>
          <p:cNvSpPr>
            <a:spLocks noGrp="1"/>
          </p:cNvSpPr>
          <p:nvPr>
            <p:ph type="pic" sz="quarter" idx="37"/>
          </p:nvPr>
        </p:nvSpPr>
        <p:spPr>
          <a:xfrm>
            <a:off x="1012755" y="4173692"/>
            <a:ext cx="1294283" cy="1294283"/>
          </a:xfrm>
          <a:prstGeom prst="ellipse">
            <a:avLst/>
          </a:prstGeom>
          <a:ln w="25400">
            <a:noFill/>
          </a:ln>
        </p:spPr>
        <p:txBody>
          <a:bodyPr anchor="ctr">
            <a:normAutofit/>
          </a:bodyPr>
          <a:lstStyle>
            <a:lvl1pPr marL="0" indent="0" algn="ctr">
              <a:buNone/>
              <a:defRPr sz="1000">
                <a:solidFill>
                  <a:schemeClr val="tx2"/>
                </a:solidFill>
              </a:defRPr>
            </a:lvl1pPr>
          </a:lstStyle>
          <a:p>
            <a:endParaRPr lang="en-US"/>
          </a:p>
        </p:txBody>
      </p:sp>
    </p:spTree>
    <p:extLst>
      <p:ext uri="{BB962C8B-B14F-4D97-AF65-F5344CB8AC3E}">
        <p14:creationId xmlns:p14="http://schemas.microsoft.com/office/powerpoint/2010/main" val="198339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par>
                          <p:cTn id="18" fill="hold">
                            <p:stCondLst>
                              <p:cond delay="750"/>
                            </p:stCondLst>
                            <p:childTnLst>
                              <p:par>
                                <p:cTn id="19" presetID="53" presetClass="entr" presetSubtype="16" fill="hold" grpId="0" nodeType="afterEffect" nodePh="1">
                                  <p:stCondLst>
                                    <p:cond delay="0"/>
                                  </p:stCondLst>
                                  <p:endCondLst>
                                    <p:cond evt="begin" delay="0">
                                      <p:tn val="19"/>
                                    </p:cond>
                                  </p:end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par>
                                <p:cTn id="24" presetID="53" presetClass="entr" presetSubtype="16" fill="hold" grpId="0" nodeType="with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p:cTn id="26" dur="500" fill="hold"/>
                                        <p:tgtEl>
                                          <p:spTgt spid="30"/>
                                        </p:tgtEl>
                                        <p:attrNameLst>
                                          <p:attrName>ppt_w</p:attrName>
                                        </p:attrNameLst>
                                      </p:cBhvr>
                                      <p:tavLst>
                                        <p:tav tm="0">
                                          <p:val>
                                            <p:fltVal val="0"/>
                                          </p:val>
                                        </p:tav>
                                        <p:tav tm="100000">
                                          <p:val>
                                            <p:strVal val="#ppt_w"/>
                                          </p:val>
                                        </p:tav>
                                      </p:tavLst>
                                    </p:anim>
                                    <p:anim calcmode="lin" valueType="num">
                                      <p:cBhvr>
                                        <p:cTn id="27" dur="500" fill="hold"/>
                                        <p:tgtEl>
                                          <p:spTgt spid="30"/>
                                        </p:tgtEl>
                                        <p:attrNameLst>
                                          <p:attrName>ppt_h</p:attrName>
                                        </p:attrNameLst>
                                      </p:cBhvr>
                                      <p:tavLst>
                                        <p:tav tm="0">
                                          <p:val>
                                            <p:fltVal val="0"/>
                                          </p:val>
                                        </p:tav>
                                        <p:tav tm="100000">
                                          <p:val>
                                            <p:strVal val="#ppt_h"/>
                                          </p:val>
                                        </p:tav>
                                      </p:tavLst>
                                    </p:anim>
                                    <p:animEffect transition="in" filter="fade">
                                      <p:cBhvr>
                                        <p:cTn id="28" dur="500"/>
                                        <p:tgtEl>
                                          <p:spTgt spid="30"/>
                                        </p:tgtEl>
                                      </p:cBhvr>
                                    </p:animEffect>
                                  </p:childTnLst>
                                </p:cTn>
                              </p:par>
                              <p:par>
                                <p:cTn id="29" presetID="53" presetClass="entr" presetSubtype="16" fill="hold" grpId="0" nodeType="withEffect" nodePh="1">
                                  <p:stCondLst>
                                    <p:cond delay="0"/>
                                  </p:stCondLst>
                                  <p:endCondLst>
                                    <p:cond evt="begin" delay="0">
                                      <p:tn val="29"/>
                                    </p:cond>
                                  </p:endCondLst>
                                  <p:childTnLst>
                                    <p:set>
                                      <p:cBhvr>
                                        <p:cTn id="30" dur="1" fill="hold">
                                          <p:stCondLst>
                                            <p:cond delay="0"/>
                                          </p:stCondLst>
                                        </p:cTn>
                                        <p:tgtEl>
                                          <p:spTgt spid="31"/>
                                        </p:tgtEl>
                                        <p:attrNameLst>
                                          <p:attrName>style.visibility</p:attrName>
                                        </p:attrNameLst>
                                      </p:cBhvr>
                                      <p:to>
                                        <p:strVal val="visible"/>
                                      </p:to>
                                    </p:set>
                                    <p:anim calcmode="lin" valueType="num">
                                      <p:cBhvr>
                                        <p:cTn id="31" dur="500" fill="hold"/>
                                        <p:tgtEl>
                                          <p:spTgt spid="31"/>
                                        </p:tgtEl>
                                        <p:attrNameLst>
                                          <p:attrName>ppt_w</p:attrName>
                                        </p:attrNameLst>
                                      </p:cBhvr>
                                      <p:tavLst>
                                        <p:tav tm="0">
                                          <p:val>
                                            <p:fltVal val="0"/>
                                          </p:val>
                                        </p:tav>
                                        <p:tav tm="100000">
                                          <p:val>
                                            <p:strVal val="#ppt_w"/>
                                          </p:val>
                                        </p:tav>
                                      </p:tavLst>
                                    </p:anim>
                                    <p:anim calcmode="lin" valueType="num">
                                      <p:cBhvr>
                                        <p:cTn id="32" dur="500" fill="hold"/>
                                        <p:tgtEl>
                                          <p:spTgt spid="31"/>
                                        </p:tgtEl>
                                        <p:attrNameLst>
                                          <p:attrName>ppt_h</p:attrName>
                                        </p:attrNameLst>
                                      </p:cBhvr>
                                      <p:tavLst>
                                        <p:tav tm="0">
                                          <p:val>
                                            <p:fltVal val="0"/>
                                          </p:val>
                                        </p:tav>
                                        <p:tav tm="100000">
                                          <p:val>
                                            <p:strVal val="#ppt_h"/>
                                          </p:val>
                                        </p:tav>
                                      </p:tavLst>
                                    </p:anim>
                                    <p:animEffect transition="in" filter="fade">
                                      <p:cBhvr>
                                        <p:cTn id="33" dur="500"/>
                                        <p:tgtEl>
                                          <p:spTgt spid="31"/>
                                        </p:tgtEl>
                                      </p:cBhvr>
                                    </p:animEffect>
                                  </p:childTnLst>
                                </p:cTn>
                              </p:par>
                              <p:par>
                                <p:cTn id="34" presetID="53" presetClass="entr" presetSubtype="16" fill="hold" grpId="0" nodeType="withEffect" nodePh="1">
                                  <p:stCondLst>
                                    <p:cond delay="0"/>
                                  </p:stCondLst>
                                  <p:endCondLst>
                                    <p:cond evt="begin" delay="0">
                                      <p:tn val="34"/>
                                    </p:cond>
                                  </p:endCondLst>
                                  <p:childTnLst>
                                    <p:set>
                                      <p:cBhvr>
                                        <p:cTn id="35" dur="1" fill="hold">
                                          <p:stCondLst>
                                            <p:cond delay="0"/>
                                          </p:stCondLst>
                                        </p:cTn>
                                        <p:tgtEl>
                                          <p:spTgt spid="32"/>
                                        </p:tgtEl>
                                        <p:attrNameLst>
                                          <p:attrName>style.visibility</p:attrName>
                                        </p:attrNameLst>
                                      </p:cBhvr>
                                      <p:to>
                                        <p:strVal val="visible"/>
                                      </p:to>
                                    </p:set>
                                    <p:anim calcmode="lin" valueType="num">
                                      <p:cBhvr>
                                        <p:cTn id="36" dur="500" fill="hold"/>
                                        <p:tgtEl>
                                          <p:spTgt spid="32"/>
                                        </p:tgtEl>
                                        <p:attrNameLst>
                                          <p:attrName>ppt_w</p:attrName>
                                        </p:attrNameLst>
                                      </p:cBhvr>
                                      <p:tavLst>
                                        <p:tav tm="0">
                                          <p:val>
                                            <p:fltVal val="0"/>
                                          </p:val>
                                        </p:tav>
                                        <p:tav tm="100000">
                                          <p:val>
                                            <p:strVal val="#ppt_w"/>
                                          </p:val>
                                        </p:tav>
                                      </p:tavLst>
                                    </p:anim>
                                    <p:anim calcmode="lin" valueType="num">
                                      <p:cBhvr>
                                        <p:cTn id="37" dur="500" fill="hold"/>
                                        <p:tgtEl>
                                          <p:spTgt spid="32"/>
                                        </p:tgtEl>
                                        <p:attrNameLst>
                                          <p:attrName>ppt_h</p:attrName>
                                        </p:attrNameLst>
                                      </p:cBhvr>
                                      <p:tavLst>
                                        <p:tav tm="0">
                                          <p:val>
                                            <p:fltVal val="0"/>
                                          </p:val>
                                        </p:tav>
                                        <p:tav tm="100000">
                                          <p:val>
                                            <p:strVal val="#ppt_h"/>
                                          </p:val>
                                        </p:tav>
                                      </p:tavLst>
                                    </p:anim>
                                    <p:animEffect transition="in" filter="fade">
                                      <p:cBhvr>
                                        <p:cTn id="38" dur="500"/>
                                        <p:tgtEl>
                                          <p:spTgt spid="32"/>
                                        </p:tgtEl>
                                      </p:cBhvr>
                                    </p:animEffect>
                                  </p:childTnLst>
                                </p:cTn>
                              </p:par>
                              <p:par>
                                <p:cTn id="39" presetID="53" presetClass="entr" presetSubtype="16" fill="hold" grpId="0" nodeType="withEffect" nodePh="1">
                                  <p:stCondLst>
                                    <p:cond delay="0"/>
                                  </p:stCondLst>
                                  <p:endCondLst>
                                    <p:cond evt="begin" delay="0">
                                      <p:tn val="39"/>
                                    </p:cond>
                                  </p:endCondLst>
                                  <p:childTnLst>
                                    <p:set>
                                      <p:cBhvr>
                                        <p:cTn id="40" dur="1" fill="hold">
                                          <p:stCondLst>
                                            <p:cond delay="0"/>
                                          </p:stCondLst>
                                        </p:cTn>
                                        <p:tgtEl>
                                          <p:spTgt spid="33"/>
                                        </p:tgtEl>
                                        <p:attrNameLst>
                                          <p:attrName>style.visibility</p:attrName>
                                        </p:attrNameLst>
                                      </p:cBhvr>
                                      <p:to>
                                        <p:strVal val="visible"/>
                                      </p:to>
                                    </p:set>
                                    <p:anim calcmode="lin" valueType="num">
                                      <p:cBhvr>
                                        <p:cTn id="41" dur="500" fill="hold"/>
                                        <p:tgtEl>
                                          <p:spTgt spid="33"/>
                                        </p:tgtEl>
                                        <p:attrNameLst>
                                          <p:attrName>ppt_w</p:attrName>
                                        </p:attrNameLst>
                                      </p:cBhvr>
                                      <p:tavLst>
                                        <p:tav tm="0">
                                          <p:val>
                                            <p:fltVal val="0"/>
                                          </p:val>
                                        </p:tav>
                                        <p:tav tm="100000">
                                          <p:val>
                                            <p:strVal val="#ppt_w"/>
                                          </p:val>
                                        </p:tav>
                                      </p:tavLst>
                                    </p:anim>
                                    <p:anim calcmode="lin" valueType="num">
                                      <p:cBhvr>
                                        <p:cTn id="42" dur="500" fill="hold"/>
                                        <p:tgtEl>
                                          <p:spTgt spid="33"/>
                                        </p:tgtEl>
                                        <p:attrNameLst>
                                          <p:attrName>ppt_h</p:attrName>
                                        </p:attrNameLst>
                                      </p:cBhvr>
                                      <p:tavLst>
                                        <p:tav tm="0">
                                          <p:val>
                                            <p:fltVal val="0"/>
                                          </p:val>
                                        </p:tav>
                                        <p:tav tm="100000">
                                          <p:val>
                                            <p:strVal val="#ppt_h"/>
                                          </p:val>
                                        </p:tav>
                                      </p:tavLst>
                                    </p:anim>
                                    <p:animEffect transition="in" filter="fade">
                                      <p:cBhvr>
                                        <p:cTn id="43" dur="500"/>
                                        <p:tgtEl>
                                          <p:spTgt spid="33"/>
                                        </p:tgtEl>
                                      </p:cBhvr>
                                    </p:animEffect>
                                  </p:childTnLst>
                                </p:cTn>
                              </p:par>
                              <p:par>
                                <p:cTn id="44" presetID="53" presetClass="entr" presetSubtype="16" fill="hold" grpId="0" nodeType="withEffect" nodePh="1">
                                  <p:stCondLst>
                                    <p:cond delay="0"/>
                                  </p:stCondLst>
                                  <p:endCondLst>
                                    <p:cond evt="begin" delay="0">
                                      <p:tn val="44"/>
                                    </p:cond>
                                  </p:endCondLst>
                                  <p:childTnLst>
                                    <p:set>
                                      <p:cBhvr>
                                        <p:cTn id="45" dur="1" fill="hold">
                                          <p:stCondLst>
                                            <p:cond delay="0"/>
                                          </p:stCondLst>
                                        </p:cTn>
                                        <p:tgtEl>
                                          <p:spTgt spid="34"/>
                                        </p:tgtEl>
                                        <p:attrNameLst>
                                          <p:attrName>style.visibility</p:attrName>
                                        </p:attrNameLst>
                                      </p:cBhvr>
                                      <p:to>
                                        <p:strVal val="visible"/>
                                      </p:to>
                                    </p:set>
                                    <p:anim calcmode="lin" valueType="num">
                                      <p:cBhvr>
                                        <p:cTn id="46" dur="500" fill="hold"/>
                                        <p:tgtEl>
                                          <p:spTgt spid="34"/>
                                        </p:tgtEl>
                                        <p:attrNameLst>
                                          <p:attrName>ppt_w</p:attrName>
                                        </p:attrNameLst>
                                      </p:cBhvr>
                                      <p:tavLst>
                                        <p:tav tm="0">
                                          <p:val>
                                            <p:fltVal val="0"/>
                                          </p:val>
                                        </p:tav>
                                        <p:tav tm="100000">
                                          <p:val>
                                            <p:strVal val="#ppt_w"/>
                                          </p:val>
                                        </p:tav>
                                      </p:tavLst>
                                    </p:anim>
                                    <p:anim calcmode="lin" valueType="num">
                                      <p:cBhvr>
                                        <p:cTn id="47" dur="500" fill="hold"/>
                                        <p:tgtEl>
                                          <p:spTgt spid="34"/>
                                        </p:tgtEl>
                                        <p:attrNameLst>
                                          <p:attrName>ppt_h</p:attrName>
                                        </p:attrNameLst>
                                      </p:cBhvr>
                                      <p:tavLst>
                                        <p:tav tm="0">
                                          <p:val>
                                            <p:fltVal val="0"/>
                                          </p:val>
                                        </p:tav>
                                        <p:tav tm="100000">
                                          <p:val>
                                            <p:strVal val="#ppt_h"/>
                                          </p:val>
                                        </p:tav>
                                      </p:tavLst>
                                    </p:anim>
                                    <p:animEffect transition="in" filter="fade">
                                      <p:cBhvr>
                                        <p:cTn id="48" dur="500"/>
                                        <p:tgtEl>
                                          <p:spTgt spid="34"/>
                                        </p:tgtEl>
                                      </p:cBhvr>
                                    </p:animEffect>
                                  </p:childTnLst>
                                </p:cTn>
                              </p:par>
                              <p:par>
                                <p:cTn id="49" presetID="53" presetClass="entr" presetSubtype="16" fill="hold" grpId="0" nodeType="withEffect" nodePh="1">
                                  <p:stCondLst>
                                    <p:cond delay="0"/>
                                  </p:stCondLst>
                                  <p:endCondLst>
                                    <p:cond evt="begin" delay="0">
                                      <p:tn val="49"/>
                                    </p:cond>
                                  </p:endCondLst>
                                  <p:childTnLst>
                                    <p:set>
                                      <p:cBhvr>
                                        <p:cTn id="50" dur="1" fill="hold">
                                          <p:stCondLst>
                                            <p:cond delay="0"/>
                                          </p:stCondLst>
                                        </p:cTn>
                                        <p:tgtEl>
                                          <p:spTgt spid="35"/>
                                        </p:tgtEl>
                                        <p:attrNameLst>
                                          <p:attrName>style.visibility</p:attrName>
                                        </p:attrNameLst>
                                      </p:cBhvr>
                                      <p:to>
                                        <p:strVal val="visible"/>
                                      </p:to>
                                    </p:set>
                                    <p:anim calcmode="lin" valueType="num">
                                      <p:cBhvr>
                                        <p:cTn id="51" dur="500" fill="hold"/>
                                        <p:tgtEl>
                                          <p:spTgt spid="35"/>
                                        </p:tgtEl>
                                        <p:attrNameLst>
                                          <p:attrName>ppt_w</p:attrName>
                                        </p:attrNameLst>
                                      </p:cBhvr>
                                      <p:tavLst>
                                        <p:tav tm="0">
                                          <p:val>
                                            <p:fltVal val="0"/>
                                          </p:val>
                                        </p:tav>
                                        <p:tav tm="100000">
                                          <p:val>
                                            <p:strVal val="#ppt_w"/>
                                          </p:val>
                                        </p:tav>
                                      </p:tavLst>
                                    </p:anim>
                                    <p:anim calcmode="lin" valueType="num">
                                      <p:cBhvr>
                                        <p:cTn id="52" dur="500" fill="hold"/>
                                        <p:tgtEl>
                                          <p:spTgt spid="35"/>
                                        </p:tgtEl>
                                        <p:attrNameLst>
                                          <p:attrName>ppt_h</p:attrName>
                                        </p:attrNameLst>
                                      </p:cBhvr>
                                      <p:tavLst>
                                        <p:tav tm="0">
                                          <p:val>
                                            <p:fltVal val="0"/>
                                          </p:val>
                                        </p:tav>
                                        <p:tav tm="100000">
                                          <p:val>
                                            <p:strVal val="#ppt_h"/>
                                          </p:val>
                                        </p:tav>
                                      </p:tavLst>
                                    </p:anim>
                                    <p:animEffect transition="in" filter="fade">
                                      <p:cBhvr>
                                        <p:cTn id="53" dur="500"/>
                                        <p:tgtEl>
                                          <p:spTgt spid="35"/>
                                        </p:tgtEl>
                                      </p:cBhvr>
                                    </p:animEffect>
                                  </p:childTnLst>
                                </p:cTn>
                              </p:par>
                              <p:par>
                                <p:cTn id="54" presetID="53" presetClass="entr" presetSubtype="16" fill="hold" grpId="0" nodeType="withEffect" nodePh="1">
                                  <p:stCondLst>
                                    <p:cond delay="0"/>
                                  </p:stCondLst>
                                  <p:endCondLst>
                                    <p:cond evt="begin" delay="0">
                                      <p:tn val="54"/>
                                    </p:cond>
                                  </p:end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fltVal val="0"/>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animEffect transition="in" filter="fade">
                                      <p:cBhvr>
                                        <p:cTn id="58" dur="500"/>
                                        <p:tgtEl>
                                          <p:spTgt spid="36"/>
                                        </p:tgtEl>
                                      </p:cBhvr>
                                    </p:animEffect>
                                  </p:childTnLst>
                                </p:cTn>
                              </p:par>
                              <p:par>
                                <p:cTn id="59" presetID="53" presetClass="entr" presetSubtype="16" fill="hold" grpId="0" nodeType="withEffect" nodePh="1">
                                  <p:stCondLst>
                                    <p:cond delay="0"/>
                                  </p:stCondLst>
                                  <p:endCondLst>
                                    <p:cond evt="begin" delay="0">
                                      <p:tn val="59"/>
                                    </p:cond>
                                  </p:endCondLst>
                                  <p:childTnLst>
                                    <p:set>
                                      <p:cBhvr>
                                        <p:cTn id="60" dur="1" fill="hold">
                                          <p:stCondLst>
                                            <p:cond delay="0"/>
                                          </p:stCondLst>
                                        </p:cTn>
                                        <p:tgtEl>
                                          <p:spTgt spid="37"/>
                                        </p:tgtEl>
                                        <p:attrNameLst>
                                          <p:attrName>style.visibility</p:attrName>
                                        </p:attrNameLst>
                                      </p:cBhvr>
                                      <p:to>
                                        <p:strVal val="visible"/>
                                      </p:to>
                                    </p:set>
                                    <p:anim calcmode="lin" valueType="num">
                                      <p:cBhvr>
                                        <p:cTn id="61" dur="500" fill="hold"/>
                                        <p:tgtEl>
                                          <p:spTgt spid="37"/>
                                        </p:tgtEl>
                                        <p:attrNameLst>
                                          <p:attrName>ppt_w</p:attrName>
                                        </p:attrNameLst>
                                      </p:cBhvr>
                                      <p:tavLst>
                                        <p:tav tm="0">
                                          <p:val>
                                            <p:fltVal val="0"/>
                                          </p:val>
                                        </p:tav>
                                        <p:tav tm="100000">
                                          <p:val>
                                            <p:strVal val="#ppt_w"/>
                                          </p:val>
                                        </p:tav>
                                      </p:tavLst>
                                    </p:anim>
                                    <p:anim calcmode="lin" valueType="num">
                                      <p:cBhvr>
                                        <p:cTn id="62" dur="500" fill="hold"/>
                                        <p:tgtEl>
                                          <p:spTgt spid="37"/>
                                        </p:tgtEl>
                                        <p:attrNameLst>
                                          <p:attrName>ppt_h</p:attrName>
                                        </p:attrNameLst>
                                      </p:cBhvr>
                                      <p:tavLst>
                                        <p:tav tm="0">
                                          <p:val>
                                            <p:fltVal val="0"/>
                                          </p:val>
                                        </p:tav>
                                        <p:tav tm="100000">
                                          <p:val>
                                            <p:strVal val="#ppt_h"/>
                                          </p:val>
                                        </p:tav>
                                      </p:tavLst>
                                    </p:anim>
                                    <p:animEffect transition="in" filter="fade">
                                      <p:cBhvr>
                                        <p:cTn id="63" dur="500"/>
                                        <p:tgtEl>
                                          <p:spTgt spid="37"/>
                                        </p:tgtEl>
                                      </p:cBhvr>
                                    </p:animEffect>
                                  </p:childTnLst>
                                </p:cTn>
                              </p:par>
                              <p:par>
                                <p:cTn id="64" presetID="53" presetClass="entr" presetSubtype="16" fill="hold" grpId="0" nodeType="withEffect" nodePh="1">
                                  <p:stCondLst>
                                    <p:cond delay="0"/>
                                  </p:stCondLst>
                                  <p:endCondLst>
                                    <p:cond evt="begin" delay="0">
                                      <p:tn val="64"/>
                                    </p:cond>
                                  </p:endCondLst>
                                  <p:childTnLst>
                                    <p:set>
                                      <p:cBhvr>
                                        <p:cTn id="65" dur="1" fill="hold">
                                          <p:stCondLst>
                                            <p:cond delay="0"/>
                                          </p:stCondLst>
                                        </p:cTn>
                                        <p:tgtEl>
                                          <p:spTgt spid="38"/>
                                        </p:tgtEl>
                                        <p:attrNameLst>
                                          <p:attrName>style.visibility</p:attrName>
                                        </p:attrNameLst>
                                      </p:cBhvr>
                                      <p:to>
                                        <p:strVal val="visible"/>
                                      </p:to>
                                    </p:set>
                                    <p:anim calcmode="lin" valueType="num">
                                      <p:cBhvr>
                                        <p:cTn id="66" dur="500" fill="hold"/>
                                        <p:tgtEl>
                                          <p:spTgt spid="38"/>
                                        </p:tgtEl>
                                        <p:attrNameLst>
                                          <p:attrName>ppt_w</p:attrName>
                                        </p:attrNameLst>
                                      </p:cBhvr>
                                      <p:tavLst>
                                        <p:tav tm="0">
                                          <p:val>
                                            <p:fltVal val="0"/>
                                          </p:val>
                                        </p:tav>
                                        <p:tav tm="100000">
                                          <p:val>
                                            <p:strVal val="#ppt_w"/>
                                          </p:val>
                                        </p:tav>
                                      </p:tavLst>
                                    </p:anim>
                                    <p:anim calcmode="lin" valueType="num">
                                      <p:cBhvr>
                                        <p:cTn id="67" dur="500" fill="hold"/>
                                        <p:tgtEl>
                                          <p:spTgt spid="38"/>
                                        </p:tgtEl>
                                        <p:attrNameLst>
                                          <p:attrName>ppt_h</p:attrName>
                                        </p:attrNameLst>
                                      </p:cBhvr>
                                      <p:tavLst>
                                        <p:tav tm="0">
                                          <p:val>
                                            <p:fltVal val="0"/>
                                          </p:val>
                                        </p:tav>
                                        <p:tav tm="100000">
                                          <p:val>
                                            <p:strVal val="#ppt_h"/>
                                          </p:val>
                                        </p:tav>
                                      </p:tavLst>
                                    </p:anim>
                                    <p:animEffect transition="in" filter="fade">
                                      <p:cBhvr>
                                        <p:cTn id="68" dur="500"/>
                                        <p:tgtEl>
                                          <p:spTgt spid="38"/>
                                        </p:tgtEl>
                                      </p:cBhvr>
                                    </p:animEffect>
                                  </p:childTnLst>
                                </p:cTn>
                              </p:par>
                              <p:par>
                                <p:cTn id="69" presetID="53" presetClass="entr" presetSubtype="16" fill="hold" grpId="0" nodeType="withEffect" nodePh="1">
                                  <p:stCondLst>
                                    <p:cond delay="0"/>
                                  </p:stCondLst>
                                  <p:endCondLst>
                                    <p:cond evt="begin" delay="0">
                                      <p:tn val="69"/>
                                    </p:cond>
                                  </p:endCondLst>
                                  <p:childTnLst>
                                    <p:set>
                                      <p:cBhvr>
                                        <p:cTn id="70" dur="1" fill="hold">
                                          <p:stCondLst>
                                            <p:cond delay="0"/>
                                          </p:stCondLst>
                                        </p:cTn>
                                        <p:tgtEl>
                                          <p:spTgt spid="39"/>
                                        </p:tgtEl>
                                        <p:attrNameLst>
                                          <p:attrName>style.visibility</p:attrName>
                                        </p:attrNameLst>
                                      </p:cBhvr>
                                      <p:to>
                                        <p:strVal val="visible"/>
                                      </p:to>
                                    </p:set>
                                    <p:anim calcmode="lin" valueType="num">
                                      <p:cBhvr>
                                        <p:cTn id="71" dur="500" fill="hold"/>
                                        <p:tgtEl>
                                          <p:spTgt spid="39"/>
                                        </p:tgtEl>
                                        <p:attrNameLst>
                                          <p:attrName>ppt_w</p:attrName>
                                        </p:attrNameLst>
                                      </p:cBhvr>
                                      <p:tavLst>
                                        <p:tav tm="0">
                                          <p:val>
                                            <p:fltVal val="0"/>
                                          </p:val>
                                        </p:tav>
                                        <p:tav tm="100000">
                                          <p:val>
                                            <p:strVal val="#ppt_w"/>
                                          </p:val>
                                        </p:tav>
                                      </p:tavLst>
                                    </p:anim>
                                    <p:anim calcmode="lin" valueType="num">
                                      <p:cBhvr>
                                        <p:cTn id="72" dur="500" fill="hold"/>
                                        <p:tgtEl>
                                          <p:spTgt spid="39"/>
                                        </p:tgtEl>
                                        <p:attrNameLst>
                                          <p:attrName>ppt_h</p:attrName>
                                        </p:attrNameLst>
                                      </p:cBhvr>
                                      <p:tavLst>
                                        <p:tav tm="0">
                                          <p:val>
                                            <p:fltVal val="0"/>
                                          </p:val>
                                        </p:tav>
                                        <p:tav tm="100000">
                                          <p:val>
                                            <p:strVal val="#ppt_h"/>
                                          </p:val>
                                        </p:tav>
                                      </p:tavLst>
                                    </p:anim>
                                    <p:animEffect transition="in" filter="fade">
                                      <p:cBhvr>
                                        <p:cTn id="73" dur="500"/>
                                        <p:tgtEl>
                                          <p:spTgt spid="39"/>
                                        </p:tgtEl>
                                      </p:cBhvr>
                                    </p:animEffect>
                                  </p:childTnLst>
                                </p:cTn>
                              </p:par>
                              <p:par>
                                <p:cTn id="74" presetID="53" presetClass="entr" presetSubtype="16" fill="hold" grpId="0" nodeType="withEffect" nodePh="1">
                                  <p:stCondLst>
                                    <p:cond delay="0"/>
                                  </p:stCondLst>
                                  <p:endCondLst>
                                    <p:cond evt="begin" delay="0">
                                      <p:tn val="74"/>
                                    </p:cond>
                                  </p:endCondLst>
                                  <p:childTnLst>
                                    <p:set>
                                      <p:cBhvr>
                                        <p:cTn id="75" dur="1" fill="hold">
                                          <p:stCondLst>
                                            <p:cond delay="0"/>
                                          </p:stCondLst>
                                        </p:cTn>
                                        <p:tgtEl>
                                          <p:spTgt spid="40"/>
                                        </p:tgtEl>
                                        <p:attrNameLst>
                                          <p:attrName>style.visibility</p:attrName>
                                        </p:attrNameLst>
                                      </p:cBhvr>
                                      <p:to>
                                        <p:strVal val="visible"/>
                                      </p:to>
                                    </p:set>
                                    <p:anim calcmode="lin" valueType="num">
                                      <p:cBhvr>
                                        <p:cTn id="76" dur="500" fill="hold"/>
                                        <p:tgtEl>
                                          <p:spTgt spid="40"/>
                                        </p:tgtEl>
                                        <p:attrNameLst>
                                          <p:attrName>ppt_w</p:attrName>
                                        </p:attrNameLst>
                                      </p:cBhvr>
                                      <p:tavLst>
                                        <p:tav tm="0">
                                          <p:val>
                                            <p:fltVal val="0"/>
                                          </p:val>
                                        </p:tav>
                                        <p:tav tm="100000">
                                          <p:val>
                                            <p:strVal val="#ppt_w"/>
                                          </p:val>
                                        </p:tav>
                                      </p:tavLst>
                                    </p:anim>
                                    <p:anim calcmode="lin" valueType="num">
                                      <p:cBhvr>
                                        <p:cTn id="77" dur="500" fill="hold"/>
                                        <p:tgtEl>
                                          <p:spTgt spid="40"/>
                                        </p:tgtEl>
                                        <p:attrNameLst>
                                          <p:attrName>ppt_h</p:attrName>
                                        </p:attrNameLst>
                                      </p:cBhvr>
                                      <p:tavLst>
                                        <p:tav tm="0">
                                          <p:val>
                                            <p:fltVal val="0"/>
                                          </p:val>
                                        </p:tav>
                                        <p:tav tm="100000">
                                          <p:val>
                                            <p:strVal val="#ppt_h"/>
                                          </p:val>
                                        </p:tav>
                                      </p:tavLst>
                                    </p:anim>
                                    <p:animEffect transition="in" filter="fade">
                                      <p:cBhvr>
                                        <p:cTn id="78" dur="500"/>
                                        <p:tgtEl>
                                          <p:spTgt spid="40"/>
                                        </p:tgtEl>
                                      </p:cBhvr>
                                    </p:animEffect>
                                  </p:childTnLst>
                                </p:cTn>
                              </p:par>
                              <p:par>
                                <p:cTn id="79" presetID="53" presetClass="entr" presetSubtype="16" fill="hold" grpId="0" nodeType="withEffect" nodePh="1">
                                  <p:stCondLst>
                                    <p:cond delay="0"/>
                                  </p:stCondLst>
                                  <p:endCondLst>
                                    <p:cond evt="begin" delay="0">
                                      <p:tn val="79"/>
                                    </p:cond>
                                  </p:endCondLst>
                                  <p:childTnLst>
                                    <p:set>
                                      <p:cBhvr>
                                        <p:cTn id="80" dur="1" fill="hold">
                                          <p:stCondLst>
                                            <p:cond delay="0"/>
                                          </p:stCondLst>
                                        </p:cTn>
                                        <p:tgtEl>
                                          <p:spTgt spid="41"/>
                                        </p:tgtEl>
                                        <p:attrNameLst>
                                          <p:attrName>style.visibility</p:attrName>
                                        </p:attrNameLst>
                                      </p:cBhvr>
                                      <p:to>
                                        <p:strVal val="visible"/>
                                      </p:to>
                                    </p:set>
                                    <p:anim calcmode="lin" valueType="num">
                                      <p:cBhvr>
                                        <p:cTn id="81" dur="500" fill="hold"/>
                                        <p:tgtEl>
                                          <p:spTgt spid="41"/>
                                        </p:tgtEl>
                                        <p:attrNameLst>
                                          <p:attrName>ppt_w</p:attrName>
                                        </p:attrNameLst>
                                      </p:cBhvr>
                                      <p:tavLst>
                                        <p:tav tm="0">
                                          <p:val>
                                            <p:fltVal val="0"/>
                                          </p:val>
                                        </p:tav>
                                        <p:tav tm="100000">
                                          <p:val>
                                            <p:strVal val="#ppt_w"/>
                                          </p:val>
                                        </p:tav>
                                      </p:tavLst>
                                    </p:anim>
                                    <p:anim calcmode="lin" valueType="num">
                                      <p:cBhvr>
                                        <p:cTn id="82" dur="500" fill="hold"/>
                                        <p:tgtEl>
                                          <p:spTgt spid="41"/>
                                        </p:tgtEl>
                                        <p:attrNameLst>
                                          <p:attrName>ppt_h</p:attrName>
                                        </p:attrNameLst>
                                      </p:cBhvr>
                                      <p:tavLst>
                                        <p:tav tm="0">
                                          <p:val>
                                            <p:fltVal val="0"/>
                                          </p:val>
                                        </p:tav>
                                        <p:tav tm="100000">
                                          <p:val>
                                            <p:strVal val="#ppt_h"/>
                                          </p:val>
                                        </p:tav>
                                      </p:tavLst>
                                    </p:anim>
                                    <p:animEffect transition="in" filter="fade">
                                      <p:cBhvr>
                                        <p:cTn id="83" dur="500"/>
                                        <p:tgtEl>
                                          <p:spTgt spid="41"/>
                                        </p:tgtEl>
                                      </p:cBhvr>
                                    </p:animEffect>
                                  </p:childTnLst>
                                </p:cTn>
                              </p:par>
                              <p:par>
                                <p:cTn id="84" presetID="53" presetClass="entr" presetSubtype="16" fill="hold" grpId="0" nodeType="withEffect" nodePh="1">
                                  <p:stCondLst>
                                    <p:cond delay="0"/>
                                  </p:stCondLst>
                                  <p:endCondLst>
                                    <p:cond evt="begin" delay="0">
                                      <p:tn val="84"/>
                                    </p:cond>
                                  </p:endCondLst>
                                  <p:childTnLst>
                                    <p:set>
                                      <p:cBhvr>
                                        <p:cTn id="85" dur="1" fill="hold">
                                          <p:stCondLst>
                                            <p:cond delay="0"/>
                                          </p:stCondLst>
                                        </p:cTn>
                                        <p:tgtEl>
                                          <p:spTgt spid="42"/>
                                        </p:tgtEl>
                                        <p:attrNameLst>
                                          <p:attrName>style.visibility</p:attrName>
                                        </p:attrNameLst>
                                      </p:cBhvr>
                                      <p:to>
                                        <p:strVal val="visible"/>
                                      </p:to>
                                    </p:set>
                                    <p:anim calcmode="lin" valueType="num">
                                      <p:cBhvr>
                                        <p:cTn id="86" dur="500" fill="hold"/>
                                        <p:tgtEl>
                                          <p:spTgt spid="42"/>
                                        </p:tgtEl>
                                        <p:attrNameLst>
                                          <p:attrName>ppt_w</p:attrName>
                                        </p:attrNameLst>
                                      </p:cBhvr>
                                      <p:tavLst>
                                        <p:tav tm="0">
                                          <p:val>
                                            <p:fltVal val="0"/>
                                          </p:val>
                                        </p:tav>
                                        <p:tav tm="100000">
                                          <p:val>
                                            <p:strVal val="#ppt_w"/>
                                          </p:val>
                                        </p:tav>
                                      </p:tavLst>
                                    </p:anim>
                                    <p:anim calcmode="lin" valueType="num">
                                      <p:cBhvr>
                                        <p:cTn id="87" dur="500" fill="hold"/>
                                        <p:tgtEl>
                                          <p:spTgt spid="42"/>
                                        </p:tgtEl>
                                        <p:attrNameLst>
                                          <p:attrName>ppt_h</p:attrName>
                                        </p:attrNameLst>
                                      </p:cBhvr>
                                      <p:tavLst>
                                        <p:tav tm="0">
                                          <p:val>
                                            <p:fltVal val="0"/>
                                          </p:val>
                                        </p:tav>
                                        <p:tav tm="100000">
                                          <p:val>
                                            <p:strVal val="#ppt_h"/>
                                          </p:val>
                                        </p:tav>
                                      </p:tavLst>
                                    </p:anim>
                                    <p:animEffect transition="in" filter="fade">
                                      <p:cBhvr>
                                        <p:cTn id="8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8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Picture Placeholder 6"/>
          <p:cNvSpPr>
            <a:spLocks noGrp="1"/>
          </p:cNvSpPr>
          <p:nvPr>
            <p:ph type="pic" sz="quarter" idx="14"/>
          </p:nvPr>
        </p:nvSpPr>
        <p:spPr>
          <a:xfrm>
            <a:off x="890269" y="2105976"/>
            <a:ext cx="900000" cy="900000"/>
          </a:xfrm>
          <a:prstGeom prst="ellipse">
            <a:avLst/>
          </a:prstGeom>
        </p:spPr>
        <p:txBody>
          <a:bodyPr/>
          <a:lstStyle>
            <a:lvl1pPr>
              <a:defRPr sz="1200"/>
            </a:lvl1pPr>
          </a:lstStyle>
          <a:p>
            <a:endParaRPr lang="id-ID"/>
          </a:p>
        </p:txBody>
      </p:sp>
      <p:sp>
        <p:nvSpPr>
          <p:cNvPr id="45" name="Picture Placeholder 6"/>
          <p:cNvSpPr>
            <a:spLocks noGrp="1"/>
          </p:cNvSpPr>
          <p:nvPr>
            <p:ph type="pic" sz="quarter" idx="15"/>
          </p:nvPr>
        </p:nvSpPr>
        <p:spPr>
          <a:xfrm>
            <a:off x="8260079" y="2105976"/>
            <a:ext cx="900000" cy="900000"/>
          </a:xfrm>
          <a:prstGeom prst="ellipse">
            <a:avLst/>
          </a:prstGeom>
        </p:spPr>
        <p:txBody>
          <a:bodyPr/>
          <a:lstStyle>
            <a:lvl1pPr>
              <a:defRPr sz="1200"/>
            </a:lvl1pPr>
          </a:lstStyle>
          <a:p>
            <a:endParaRPr lang="id-ID"/>
          </a:p>
        </p:txBody>
      </p:sp>
      <p:sp>
        <p:nvSpPr>
          <p:cNvPr id="46" name="Picture Placeholder 6"/>
          <p:cNvSpPr>
            <a:spLocks noGrp="1"/>
          </p:cNvSpPr>
          <p:nvPr>
            <p:ph type="pic" sz="quarter" idx="16"/>
          </p:nvPr>
        </p:nvSpPr>
        <p:spPr>
          <a:xfrm>
            <a:off x="4610099" y="2105976"/>
            <a:ext cx="900000" cy="900000"/>
          </a:xfrm>
          <a:prstGeom prst="ellipse">
            <a:avLst/>
          </a:prstGeom>
        </p:spPr>
        <p:txBody>
          <a:bodyPr/>
          <a:lstStyle>
            <a:lvl1pPr>
              <a:defRPr sz="1200"/>
            </a:lvl1pPr>
          </a:lstStyle>
          <a:p>
            <a:endParaRPr lang="id-ID"/>
          </a:p>
        </p:txBody>
      </p:sp>
      <p:sp>
        <p:nvSpPr>
          <p:cNvPr id="47" name="Picture Placeholder 6"/>
          <p:cNvSpPr>
            <a:spLocks noGrp="1"/>
          </p:cNvSpPr>
          <p:nvPr>
            <p:ph type="pic" sz="quarter" idx="17"/>
          </p:nvPr>
        </p:nvSpPr>
        <p:spPr>
          <a:xfrm>
            <a:off x="890269" y="4124151"/>
            <a:ext cx="900000" cy="900000"/>
          </a:xfrm>
          <a:prstGeom prst="ellipse">
            <a:avLst/>
          </a:prstGeom>
        </p:spPr>
        <p:txBody>
          <a:bodyPr/>
          <a:lstStyle>
            <a:lvl1pPr>
              <a:defRPr sz="1200"/>
            </a:lvl1pPr>
          </a:lstStyle>
          <a:p>
            <a:endParaRPr lang="id-ID"/>
          </a:p>
        </p:txBody>
      </p:sp>
      <p:sp>
        <p:nvSpPr>
          <p:cNvPr id="48" name="Picture Placeholder 6"/>
          <p:cNvSpPr>
            <a:spLocks noGrp="1"/>
          </p:cNvSpPr>
          <p:nvPr>
            <p:ph type="pic" sz="quarter" idx="18"/>
          </p:nvPr>
        </p:nvSpPr>
        <p:spPr>
          <a:xfrm>
            <a:off x="8260079" y="4124151"/>
            <a:ext cx="900000" cy="900000"/>
          </a:xfrm>
          <a:prstGeom prst="ellipse">
            <a:avLst/>
          </a:prstGeom>
        </p:spPr>
        <p:txBody>
          <a:bodyPr/>
          <a:lstStyle>
            <a:lvl1pPr>
              <a:defRPr sz="1200"/>
            </a:lvl1pPr>
          </a:lstStyle>
          <a:p>
            <a:endParaRPr lang="id-ID"/>
          </a:p>
        </p:txBody>
      </p:sp>
      <p:sp>
        <p:nvSpPr>
          <p:cNvPr id="49" name="Picture Placeholder 6"/>
          <p:cNvSpPr>
            <a:spLocks noGrp="1"/>
          </p:cNvSpPr>
          <p:nvPr>
            <p:ph type="pic" sz="quarter" idx="19"/>
          </p:nvPr>
        </p:nvSpPr>
        <p:spPr>
          <a:xfrm>
            <a:off x="4610099" y="4124151"/>
            <a:ext cx="900000" cy="900000"/>
          </a:xfrm>
          <a:prstGeom prst="ellipse">
            <a:avLst/>
          </a:prstGeom>
        </p:spPr>
        <p:txBody>
          <a:bodyPr/>
          <a:lstStyle>
            <a:lvl1pPr>
              <a:defRPr sz="1200"/>
            </a:lvl1pPr>
          </a:lstStyle>
          <a:p>
            <a:endParaRPr lang="id-ID"/>
          </a:p>
        </p:txBody>
      </p:sp>
    </p:spTree>
    <p:extLst>
      <p:ext uri="{BB962C8B-B14F-4D97-AF65-F5344CB8AC3E}">
        <p14:creationId xmlns:p14="http://schemas.microsoft.com/office/powerpoint/2010/main" val="393448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0_2 Picture Profil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ound Diagonal Corner Rectangle 20"/>
          <p:cNvSpPr/>
          <p:nvPr userDrawn="1"/>
        </p:nvSpPr>
        <p:spPr>
          <a:xfrm>
            <a:off x="7508822" y="2491766"/>
            <a:ext cx="2321648" cy="2321648"/>
          </a:xfrm>
          <a:prstGeom prst="round2DiagRect">
            <a:avLst/>
          </a:prstGeom>
          <a:solidFill>
            <a:schemeClr val="bg1">
              <a:lumMod val="8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
          <p:cNvSpPr>
            <a:spLocks noGrp="1"/>
          </p:cNvSpPr>
          <p:nvPr>
            <p:ph type="pic" sz="quarter" idx="14"/>
          </p:nvPr>
        </p:nvSpPr>
        <p:spPr>
          <a:xfrm>
            <a:off x="4321344" y="2230639"/>
            <a:ext cx="3832056" cy="2880678"/>
          </a:xfrm>
        </p:spPr>
        <p:txBody>
          <a:bodyPr/>
          <a:lstStyle/>
          <a:p>
            <a:endParaRPr lang="en-US"/>
          </a:p>
        </p:txBody>
      </p:sp>
      <p:sp>
        <p:nvSpPr>
          <p:cNvPr id="23" name="Picture Placeholder 3"/>
          <p:cNvSpPr>
            <a:spLocks noGrp="1"/>
          </p:cNvSpPr>
          <p:nvPr>
            <p:ph type="pic" sz="quarter" idx="15"/>
          </p:nvPr>
        </p:nvSpPr>
        <p:spPr>
          <a:xfrm>
            <a:off x="7508822" y="2365759"/>
            <a:ext cx="3176720" cy="2515355"/>
          </a:xfrm>
        </p:spPr>
        <p:txBody>
          <a:bodyPr/>
          <a:lstStyle/>
          <a:p>
            <a:endParaRPr lang="en-US"/>
          </a:p>
        </p:txBody>
      </p:sp>
      <p:sp>
        <p:nvSpPr>
          <p:cNvPr id="24" name="Picture Placeholder 3"/>
          <p:cNvSpPr>
            <a:spLocks noGrp="1"/>
          </p:cNvSpPr>
          <p:nvPr>
            <p:ph type="pic" sz="quarter" idx="16"/>
          </p:nvPr>
        </p:nvSpPr>
        <p:spPr>
          <a:xfrm>
            <a:off x="1506458" y="2368131"/>
            <a:ext cx="3138542" cy="2532717"/>
          </a:xfrm>
        </p:spPr>
        <p:txBody>
          <a:bodyPr/>
          <a:lstStyle/>
          <a:p>
            <a:endParaRPr lang="en-US"/>
          </a:p>
        </p:txBody>
      </p:sp>
    </p:spTree>
    <p:extLst>
      <p:ext uri="{BB962C8B-B14F-4D97-AF65-F5344CB8AC3E}">
        <p14:creationId xmlns:p14="http://schemas.microsoft.com/office/powerpoint/2010/main" val="66153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_2 Picture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450513"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Picture Placeholder 5"/>
          <p:cNvSpPr>
            <a:spLocks noGrp="1"/>
          </p:cNvSpPr>
          <p:nvPr>
            <p:ph type="pic" sz="quarter" idx="14"/>
          </p:nvPr>
        </p:nvSpPr>
        <p:spPr>
          <a:xfrm>
            <a:off x="3873983" y="2733814"/>
            <a:ext cx="1371600" cy="1371600"/>
          </a:xfrm>
          <a:prstGeom prst="ellipse">
            <a:avLst/>
          </a:prstGeom>
          <a:ln w="25400">
            <a:solidFill>
              <a:schemeClr val="accent1"/>
            </a:solidFill>
          </a:ln>
        </p:spPr>
        <p:txBody>
          <a:bodyPr>
            <a:normAutofit/>
          </a:bodyPr>
          <a:lstStyle>
            <a:lvl1pPr>
              <a:defRPr sz="1800"/>
            </a:lvl1pPr>
          </a:lstStyle>
          <a:p>
            <a:endParaRPr lang="en-US" dirty="0"/>
          </a:p>
        </p:txBody>
      </p:sp>
      <p:sp>
        <p:nvSpPr>
          <p:cNvPr id="34" name="Picture Placeholder 5"/>
          <p:cNvSpPr>
            <a:spLocks noGrp="1"/>
          </p:cNvSpPr>
          <p:nvPr>
            <p:ph type="pic" sz="quarter" idx="15"/>
          </p:nvPr>
        </p:nvSpPr>
        <p:spPr>
          <a:xfrm>
            <a:off x="6931547" y="4503344"/>
            <a:ext cx="1371600" cy="1371600"/>
          </a:xfrm>
          <a:prstGeom prst="ellipse">
            <a:avLst/>
          </a:prstGeom>
          <a:ln w="25400">
            <a:solidFill>
              <a:schemeClr val="accent2"/>
            </a:solidFill>
          </a:ln>
        </p:spPr>
        <p:txBody>
          <a:bodyPr>
            <a:normAutofit/>
          </a:bodyPr>
          <a:lstStyle>
            <a:lvl1pPr>
              <a:defRPr sz="1800"/>
            </a:lvl1pPr>
          </a:lstStyle>
          <a:p>
            <a:endParaRPr lang="en-US"/>
          </a:p>
        </p:txBody>
      </p:sp>
      <p:grpSp>
        <p:nvGrpSpPr>
          <p:cNvPr id="17" name="Group 16"/>
          <p:cNvGrpSpPr/>
          <p:nvPr userDrawn="1"/>
        </p:nvGrpSpPr>
        <p:grpSpPr>
          <a:xfrm>
            <a:off x="-813681" y="-127419"/>
            <a:ext cx="2895470" cy="3133735"/>
            <a:chOff x="8218559" y="2808821"/>
            <a:chExt cx="2895470" cy="3133735"/>
          </a:xfrm>
        </p:grpSpPr>
        <p:sp>
          <p:nvSpPr>
            <p:cNvPr id="18" name="Freeform 14"/>
            <p:cNvSpPr>
              <a:spLocks noEditPoints="1"/>
            </p:cNvSpPr>
            <p:nvPr userDrawn="1"/>
          </p:nvSpPr>
          <p:spPr bwMode="auto">
            <a:xfrm rot="10800000">
              <a:off x="9840978" y="2808821"/>
              <a:ext cx="1088498" cy="544478"/>
            </a:xfrm>
            <a:custGeom>
              <a:avLst/>
              <a:gdLst>
                <a:gd name="T0" fmla="*/ 190 w 1451"/>
                <a:gd name="T1" fmla="*/ 0 h 726"/>
                <a:gd name="T2" fmla="*/ 189 w 1451"/>
                <a:gd name="T3" fmla="*/ 0 h 726"/>
                <a:gd name="T4" fmla="*/ 189 w 1451"/>
                <a:gd name="T5" fmla="*/ 0 h 726"/>
                <a:gd name="T6" fmla="*/ 0 w 1451"/>
                <a:gd name="T7" fmla="*/ 0 h 726"/>
                <a:gd name="T8" fmla="*/ 726 w 1451"/>
                <a:gd name="T9" fmla="*/ 726 h 726"/>
                <a:gd name="T10" fmla="*/ 1396 w 1451"/>
                <a:gd name="T11" fmla="*/ 280 h 726"/>
                <a:gd name="T12" fmla="*/ 1204 w 1451"/>
                <a:gd name="T13" fmla="*/ 242 h 726"/>
                <a:gd name="T14" fmla="*/ 726 w 1451"/>
                <a:gd name="T15" fmla="*/ 535 h 726"/>
                <a:gd name="T16" fmla="*/ 190 w 1451"/>
                <a:gd name="T17" fmla="*/ 0 h 726"/>
                <a:gd name="T18" fmla="*/ 1451 w 1451"/>
                <a:gd name="T19" fmla="*/ 0 h 726"/>
                <a:gd name="T20" fmla="*/ 1451 w 1451"/>
                <a:gd name="T21" fmla="*/ 0 h 726"/>
                <a:gd name="T22" fmla="*/ 1451 w 1451"/>
                <a:gd name="T23" fmla="*/ 0 h 726"/>
                <a:gd name="T24" fmla="*/ 1261 w 1451"/>
                <a:gd name="T25" fmla="*/ 0 h 726"/>
                <a:gd name="T26" fmla="*/ 1258 w 1451"/>
                <a:gd name="T27" fmla="*/ 61 h 726"/>
                <a:gd name="T28" fmla="*/ 1438 w 1451"/>
                <a:gd name="T29" fmla="*/ 92 h 726"/>
                <a:gd name="T30" fmla="*/ 1446 w 1451"/>
                <a:gd name="T31" fmla="*/ 92 h 726"/>
                <a:gd name="T32" fmla="*/ 1451 w 1451"/>
                <a:gd name="T3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1" h="726">
                  <a:moveTo>
                    <a:pt x="190" y="0"/>
                  </a:moveTo>
                  <a:cubicBezTo>
                    <a:pt x="189" y="0"/>
                    <a:pt x="189" y="0"/>
                    <a:pt x="189" y="0"/>
                  </a:cubicBezTo>
                  <a:cubicBezTo>
                    <a:pt x="189" y="0"/>
                    <a:pt x="189" y="0"/>
                    <a:pt x="189" y="0"/>
                  </a:cubicBezTo>
                  <a:cubicBezTo>
                    <a:pt x="0" y="0"/>
                    <a:pt x="0" y="0"/>
                    <a:pt x="0" y="0"/>
                  </a:cubicBezTo>
                  <a:cubicBezTo>
                    <a:pt x="0" y="401"/>
                    <a:pt x="325" y="726"/>
                    <a:pt x="726" y="726"/>
                  </a:cubicBezTo>
                  <a:cubicBezTo>
                    <a:pt x="1027" y="726"/>
                    <a:pt x="1286" y="542"/>
                    <a:pt x="1396" y="280"/>
                  </a:cubicBezTo>
                  <a:cubicBezTo>
                    <a:pt x="1331" y="276"/>
                    <a:pt x="1266" y="263"/>
                    <a:pt x="1204" y="242"/>
                  </a:cubicBezTo>
                  <a:cubicBezTo>
                    <a:pt x="1115" y="416"/>
                    <a:pt x="934" y="535"/>
                    <a:pt x="726" y="535"/>
                  </a:cubicBezTo>
                  <a:cubicBezTo>
                    <a:pt x="430" y="535"/>
                    <a:pt x="190" y="296"/>
                    <a:pt x="190" y="0"/>
                  </a:cubicBezTo>
                  <a:moveTo>
                    <a:pt x="1451" y="0"/>
                  </a:moveTo>
                  <a:cubicBezTo>
                    <a:pt x="1451" y="0"/>
                    <a:pt x="1451" y="0"/>
                    <a:pt x="1451" y="0"/>
                  </a:cubicBezTo>
                  <a:cubicBezTo>
                    <a:pt x="1451" y="0"/>
                    <a:pt x="1451" y="0"/>
                    <a:pt x="1451" y="0"/>
                  </a:cubicBezTo>
                  <a:cubicBezTo>
                    <a:pt x="1261" y="0"/>
                    <a:pt x="1261" y="0"/>
                    <a:pt x="1261" y="0"/>
                  </a:cubicBezTo>
                  <a:cubicBezTo>
                    <a:pt x="1261" y="21"/>
                    <a:pt x="1260" y="41"/>
                    <a:pt x="1258" y="61"/>
                  </a:cubicBezTo>
                  <a:cubicBezTo>
                    <a:pt x="1316" y="82"/>
                    <a:pt x="1377" y="92"/>
                    <a:pt x="1438" y="92"/>
                  </a:cubicBezTo>
                  <a:cubicBezTo>
                    <a:pt x="1440" y="92"/>
                    <a:pt x="1443" y="92"/>
                    <a:pt x="1446" y="92"/>
                  </a:cubicBezTo>
                  <a:cubicBezTo>
                    <a:pt x="1449" y="62"/>
                    <a:pt x="1451" y="31"/>
                    <a:pt x="1451"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0"/>
            <p:cNvSpPr>
              <a:spLocks noEditPoints="1"/>
            </p:cNvSpPr>
            <p:nvPr userDrawn="1"/>
          </p:nvSpPr>
          <p:spPr bwMode="auto">
            <a:xfrm rot="10800000">
              <a:off x="8218560" y="4421598"/>
              <a:ext cx="1088498" cy="543560"/>
            </a:xfrm>
            <a:custGeom>
              <a:avLst/>
              <a:gdLst>
                <a:gd name="T0" fmla="*/ 171 w 1451"/>
                <a:gd name="T1" fmla="*/ 173 h 725"/>
                <a:gd name="T2" fmla="*/ 28 w 1451"/>
                <a:gd name="T3" fmla="*/ 202 h 725"/>
                <a:gd name="T4" fmla="*/ 487 w 1451"/>
                <a:gd name="T5" fmla="*/ 685 h 725"/>
                <a:gd name="T6" fmla="*/ 523 w 1451"/>
                <a:gd name="T7" fmla="*/ 496 h 725"/>
                <a:gd name="T8" fmla="*/ 220 w 1451"/>
                <a:gd name="T9" fmla="*/ 176 h 725"/>
                <a:gd name="T10" fmla="*/ 171 w 1451"/>
                <a:gd name="T11" fmla="*/ 173 h 725"/>
                <a:gd name="T12" fmla="*/ 190 w 1451"/>
                <a:gd name="T13" fmla="*/ 0 h 725"/>
                <a:gd name="T14" fmla="*/ 189 w 1451"/>
                <a:gd name="T15" fmla="*/ 0 h 725"/>
                <a:gd name="T16" fmla="*/ 189 w 1451"/>
                <a:gd name="T17" fmla="*/ 0 h 725"/>
                <a:gd name="T18" fmla="*/ 0 w 1451"/>
                <a:gd name="T19" fmla="*/ 0 h 725"/>
                <a:gd name="T20" fmla="*/ 4 w 1451"/>
                <a:gd name="T21" fmla="*/ 77 h 725"/>
                <a:gd name="T22" fmla="*/ 171 w 1451"/>
                <a:gd name="T23" fmla="*/ 47 h 725"/>
                <a:gd name="T24" fmla="*/ 192 w 1451"/>
                <a:gd name="T25" fmla="*/ 48 h 725"/>
                <a:gd name="T26" fmla="*/ 190 w 1451"/>
                <a:gd name="T27" fmla="*/ 0 h 725"/>
                <a:gd name="T28" fmla="*/ 1451 w 1451"/>
                <a:gd name="T29" fmla="*/ 0 h 725"/>
                <a:gd name="T30" fmla="*/ 1451 w 1451"/>
                <a:gd name="T31" fmla="*/ 0 h 725"/>
                <a:gd name="T32" fmla="*/ 1451 w 1451"/>
                <a:gd name="T33" fmla="*/ 0 h 725"/>
                <a:gd name="T34" fmla="*/ 1261 w 1451"/>
                <a:gd name="T35" fmla="*/ 0 h 725"/>
                <a:gd name="T36" fmla="*/ 726 w 1451"/>
                <a:gd name="T37" fmla="*/ 535 h 725"/>
                <a:gd name="T38" fmla="*/ 650 w 1451"/>
                <a:gd name="T39" fmla="*/ 530 h 725"/>
                <a:gd name="T40" fmla="*/ 611 w 1451"/>
                <a:gd name="T41" fmla="*/ 716 h 725"/>
                <a:gd name="T42" fmla="*/ 726 w 1451"/>
                <a:gd name="T43" fmla="*/ 725 h 725"/>
                <a:gd name="T44" fmla="*/ 1451 w 1451"/>
                <a:gd name="T45"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51" h="725">
                  <a:moveTo>
                    <a:pt x="171" y="173"/>
                  </a:moveTo>
                  <a:cubicBezTo>
                    <a:pt x="122" y="173"/>
                    <a:pt x="74" y="183"/>
                    <a:pt x="28" y="202"/>
                  </a:cubicBezTo>
                  <a:cubicBezTo>
                    <a:pt x="94" y="428"/>
                    <a:pt x="266" y="609"/>
                    <a:pt x="487" y="685"/>
                  </a:cubicBezTo>
                  <a:cubicBezTo>
                    <a:pt x="517" y="626"/>
                    <a:pt x="529" y="560"/>
                    <a:pt x="523" y="496"/>
                  </a:cubicBezTo>
                  <a:cubicBezTo>
                    <a:pt x="382" y="438"/>
                    <a:pt x="270" y="321"/>
                    <a:pt x="220" y="176"/>
                  </a:cubicBezTo>
                  <a:cubicBezTo>
                    <a:pt x="203" y="174"/>
                    <a:pt x="187" y="173"/>
                    <a:pt x="171" y="173"/>
                  </a:cubicBezTo>
                  <a:moveTo>
                    <a:pt x="190" y="0"/>
                  </a:moveTo>
                  <a:cubicBezTo>
                    <a:pt x="189" y="0"/>
                    <a:pt x="189" y="0"/>
                    <a:pt x="189" y="0"/>
                  </a:cubicBezTo>
                  <a:cubicBezTo>
                    <a:pt x="189" y="0"/>
                    <a:pt x="189" y="0"/>
                    <a:pt x="189" y="0"/>
                  </a:cubicBezTo>
                  <a:cubicBezTo>
                    <a:pt x="0" y="0"/>
                    <a:pt x="0" y="0"/>
                    <a:pt x="0" y="0"/>
                  </a:cubicBezTo>
                  <a:cubicBezTo>
                    <a:pt x="0" y="26"/>
                    <a:pt x="1" y="52"/>
                    <a:pt x="4" y="77"/>
                  </a:cubicBezTo>
                  <a:cubicBezTo>
                    <a:pt x="58" y="57"/>
                    <a:pt x="114" y="47"/>
                    <a:pt x="171" y="47"/>
                  </a:cubicBezTo>
                  <a:cubicBezTo>
                    <a:pt x="178" y="47"/>
                    <a:pt x="185" y="47"/>
                    <a:pt x="192" y="48"/>
                  </a:cubicBezTo>
                  <a:cubicBezTo>
                    <a:pt x="190" y="32"/>
                    <a:pt x="190" y="16"/>
                    <a:pt x="190" y="0"/>
                  </a:cubicBezTo>
                  <a:moveTo>
                    <a:pt x="1451" y="0"/>
                  </a:moveTo>
                  <a:cubicBezTo>
                    <a:pt x="1451" y="0"/>
                    <a:pt x="1451" y="0"/>
                    <a:pt x="1451" y="0"/>
                  </a:cubicBezTo>
                  <a:cubicBezTo>
                    <a:pt x="1451" y="0"/>
                    <a:pt x="1451" y="0"/>
                    <a:pt x="1451" y="0"/>
                  </a:cubicBezTo>
                  <a:cubicBezTo>
                    <a:pt x="1261" y="0"/>
                    <a:pt x="1261" y="0"/>
                    <a:pt x="1261" y="0"/>
                  </a:cubicBezTo>
                  <a:cubicBezTo>
                    <a:pt x="1261" y="295"/>
                    <a:pt x="1021" y="535"/>
                    <a:pt x="726" y="535"/>
                  </a:cubicBezTo>
                  <a:cubicBezTo>
                    <a:pt x="700" y="535"/>
                    <a:pt x="675" y="533"/>
                    <a:pt x="650" y="530"/>
                  </a:cubicBezTo>
                  <a:cubicBezTo>
                    <a:pt x="650" y="594"/>
                    <a:pt x="637" y="657"/>
                    <a:pt x="611" y="716"/>
                  </a:cubicBezTo>
                  <a:cubicBezTo>
                    <a:pt x="648" y="722"/>
                    <a:pt x="687" y="725"/>
                    <a:pt x="726" y="725"/>
                  </a:cubicBezTo>
                  <a:cubicBezTo>
                    <a:pt x="1126" y="725"/>
                    <a:pt x="1451" y="400"/>
                    <a:pt x="1451"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5"/>
            <p:cNvSpPr>
              <a:spLocks noEditPoints="1"/>
            </p:cNvSpPr>
            <p:nvPr userDrawn="1"/>
          </p:nvSpPr>
          <p:spPr bwMode="auto">
            <a:xfrm rot="10800000">
              <a:off x="9189073" y="3789893"/>
              <a:ext cx="930113" cy="929194"/>
            </a:xfrm>
            <a:custGeom>
              <a:avLst/>
              <a:gdLst>
                <a:gd name="T0" fmla="*/ 211 w 1240"/>
                <a:gd name="T1" fmla="*/ 872 h 1239"/>
                <a:gd name="T2" fmla="*/ 39 w 1240"/>
                <a:gd name="T3" fmla="*/ 958 h 1239"/>
                <a:gd name="T4" fmla="*/ 43 w 1240"/>
                <a:gd name="T5" fmla="*/ 971 h 1239"/>
                <a:gd name="T6" fmla="*/ 121 w 1240"/>
                <a:gd name="T7" fmla="*/ 1126 h 1239"/>
                <a:gd name="T8" fmla="*/ 213 w 1240"/>
                <a:gd name="T9" fmla="*/ 1239 h 1239"/>
                <a:gd name="T10" fmla="*/ 214 w 1240"/>
                <a:gd name="T11" fmla="*/ 1239 h 1239"/>
                <a:gd name="T12" fmla="*/ 214 w 1240"/>
                <a:gd name="T13" fmla="*/ 1239 h 1239"/>
                <a:gd name="T14" fmla="*/ 348 w 1240"/>
                <a:gd name="T15" fmla="*/ 1105 h 1239"/>
                <a:gd name="T16" fmla="*/ 211 w 1240"/>
                <a:gd name="T17" fmla="*/ 872 h 1239"/>
                <a:gd name="T18" fmla="*/ 3 w 1240"/>
                <a:gd name="T19" fmla="*/ 670 h 1239"/>
                <a:gd name="T20" fmla="*/ 1 w 1240"/>
                <a:gd name="T21" fmla="*/ 758 h 1239"/>
                <a:gd name="T22" fmla="*/ 99 w 1240"/>
                <a:gd name="T23" fmla="*/ 711 h 1239"/>
                <a:gd name="T24" fmla="*/ 3 w 1240"/>
                <a:gd name="T25" fmla="*/ 670 h 1239"/>
                <a:gd name="T26" fmla="*/ 942 w 1240"/>
                <a:gd name="T27" fmla="*/ 32 h 1239"/>
                <a:gd name="T28" fmla="*/ 901 w 1240"/>
                <a:gd name="T29" fmla="*/ 219 h 1239"/>
                <a:gd name="T30" fmla="*/ 1105 w 1240"/>
                <a:gd name="T31" fmla="*/ 347 h 1239"/>
                <a:gd name="T32" fmla="*/ 1106 w 1240"/>
                <a:gd name="T33" fmla="*/ 347 h 1239"/>
                <a:gd name="T34" fmla="*/ 1106 w 1240"/>
                <a:gd name="T35" fmla="*/ 347 h 1239"/>
                <a:gd name="T36" fmla="*/ 1240 w 1240"/>
                <a:gd name="T37" fmla="*/ 213 h 1239"/>
                <a:gd name="T38" fmla="*/ 942 w 1240"/>
                <a:gd name="T39" fmla="*/ 32 h 1239"/>
                <a:gd name="T40" fmla="*/ 516 w 1240"/>
                <a:gd name="T41" fmla="*/ 31 h 1239"/>
                <a:gd name="T42" fmla="*/ 213 w 1240"/>
                <a:gd name="T43" fmla="*/ 213 h 1239"/>
                <a:gd name="T44" fmla="*/ 26 w 1240"/>
                <a:gd name="T45" fmla="*/ 535 h 1239"/>
                <a:gd name="T46" fmla="*/ 205 w 1240"/>
                <a:gd name="T47" fmla="*/ 605 h 1239"/>
                <a:gd name="T48" fmla="*/ 348 w 1240"/>
                <a:gd name="T49" fmla="*/ 347 h 1239"/>
                <a:gd name="T50" fmla="*/ 592 w 1240"/>
                <a:gd name="T51" fmla="*/ 207 h 1239"/>
                <a:gd name="T52" fmla="*/ 516 w 1240"/>
                <a:gd name="T53" fmla="*/ 31 h 1239"/>
                <a:gd name="T54" fmla="*/ 727 w 1240"/>
                <a:gd name="T55" fmla="*/ 0 h 1239"/>
                <a:gd name="T56" fmla="*/ 650 w 1240"/>
                <a:gd name="T57" fmla="*/ 4 h 1239"/>
                <a:gd name="T58" fmla="*/ 716 w 1240"/>
                <a:gd name="T59" fmla="*/ 190 h 1239"/>
                <a:gd name="T60" fmla="*/ 727 w 1240"/>
                <a:gd name="T61" fmla="*/ 190 h 1239"/>
                <a:gd name="T62" fmla="*/ 775 w 1240"/>
                <a:gd name="T63" fmla="*/ 192 h 1239"/>
                <a:gd name="T64" fmla="*/ 815 w 1240"/>
                <a:gd name="T65" fmla="*/ 5 h 1239"/>
                <a:gd name="T66" fmla="*/ 727 w 1240"/>
                <a:gd name="T67" fmla="*/ 0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0" h="1239">
                  <a:moveTo>
                    <a:pt x="211" y="872"/>
                  </a:moveTo>
                  <a:cubicBezTo>
                    <a:pt x="150" y="890"/>
                    <a:pt x="92" y="918"/>
                    <a:pt x="39" y="958"/>
                  </a:cubicBezTo>
                  <a:cubicBezTo>
                    <a:pt x="40" y="962"/>
                    <a:pt x="42" y="966"/>
                    <a:pt x="43" y="971"/>
                  </a:cubicBezTo>
                  <a:cubicBezTo>
                    <a:pt x="81" y="1017"/>
                    <a:pt x="107" y="1070"/>
                    <a:pt x="121" y="1126"/>
                  </a:cubicBezTo>
                  <a:cubicBezTo>
                    <a:pt x="147" y="1166"/>
                    <a:pt x="178" y="1204"/>
                    <a:pt x="213" y="1239"/>
                  </a:cubicBezTo>
                  <a:cubicBezTo>
                    <a:pt x="214" y="1239"/>
                    <a:pt x="214" y="1239"/>
                    <a:pt x="214" y="1239"/>
                  </a:cubicBezTo>
                  <a:cubicBezTo>
                    <a:pt x="214" y="1239"/>
                    <a:pt x="214" y="1239"/>
                    <a:pt x="214" y="1239"/>
                  </a:cubicBezTo>
                  <a:cubicBezTo>
                    <a:pt x="348" y="1105"/>
                    <a:pt x="348" y="1105"/>
                    <a:pt x="348" y="1105"/>
                  </a:cubicBezTo>
                  <a:cubicBezTo>
                    <a:pt x="281" y="1038"/>
                    <a:pt x="235" y="957"/>
                    <a:pt x="211" y="872"/>
                  </a:cubicBezTo>
                  <a:moveTo>
                    <a:pt x="3" y="670"/>
                  </a:moveTo>
                  <a:cubicBezTo>
                    <a:pt x="1" y="699"/>
                    <a:pt x="0" y="728"/>
                    <a:pt x="1" y="758"/>
                  </a:cubicBezTo>
                  <a:cubicBezTo>
                    <a:pt x="33" y="740"/>
                    <a:pt x="66" y="724"/>
                    <a:pt x="99" y="711"/>
                  </a:cubicBezTo>
                  <a:cubicBezTo>
                    <a:pt x="66" y="701"/>
                    <a:pt x="34" y="687"/>
                    <a:pt x="3" y="670"/>
                  </a:cubicBezTo>
                  <a:moveTo>
                    <a:pt x="942" y="32"/>
                  </a:moveTo>
                  <a:cubicBezTo>
                    <a:pt x="911" y="90"/>
                    <a:pt x="897" y="155"/>
                    <a:pt x="901" y="219"/>
                  </a:cubicBezTo>
                  <a:cubicBezTo>
                    <a:pt x="976" y="245"/>
                    <a:pt x="1046" y="287"/>
                    <a:pt x="1105" y="347"/>
                  </a:cubicBezTo>
                  <a:cubicBezTo>
                    <a:pt x="1106" y="347"/>
                    <a:pt x="1106" y="347"/>
                    <a:pt x="1106" y="347"/>
                  </a:cubicBezTo>
                  <a:cubicBezTo>
                    <a:pt x="1106" y="347"/>
                    <a:pt x="1106" y="347"/>
                    <a:pt x="1106" y="347"/>
                  </a:cubicBezTo>
                  <a:cubicBezTo>
                    <a:pt x="1240" y="213"/>
                    <a:pt x="1240" y="213"/>
                    <a:pt x="1240" y="213"/>
                  </a:cubicBezTo>
                  <a:cubicBezTo>
                    <a:pt x="1153" y="126"/>
                    <a:pt x="1051" y="66"/>
                    <a:pt x="942" y="32"/>
                  </a:cubicBezTo>
                  <a:moveTo>
                    <a:pt x="516" y="31"/>
                  </a:moveTo>
                  <a:cubicBezTo>
                    <a:pt x="405" y="65"/>
                    <a:pt x="301" y="125"/>
                    <a:pt x="213" y="213"/>
                  </a:cubicBezTo>
                  <a:cubicBezTo>
                    <a:pt x="121" y="305"/>
                    <a:pt x="58" y="417"/>
                    <a:pt x="26" y="535"/>
                  </a:cubicBezTo>
                  <a:cubicBezTo>
                    <a:pt x="79" y="575"/>
                    <a:pt x="141" y="599"/>
                    <a:pt x="205" y="605"/>
                  </a:cubicBezTo>
                  <a:cubicBezTo>
                    <a:pt x="226" y="511"/>
                    <a:pt x="274" y="421"/>
                    <a:pt x="348" y="347"/>
                  </a:cubicBezTo>
                  <a:cubicBezTo>
                    <a:pt x="418" y="277"/>
                    <a:pt x="502" y="231"/>
                    <a:pt x="592" y="207"/>
                  </a:cubicBezTo>
                  <a:cubicBezTo>
                    <a:pt x="583" y="144"/>
                    <a:pt x="558" y="83"/>
                    <a:pt x="516" y="31"/>
                  </a:cubicBezTo>
                  <a:moveTo>
                    <a:pt x="727" y="0"/>
                  </a:moveTo>
                  <a:cubicBezTo>
                    <a:pt x="701" y="0"/>
                    <a:pt x="676" y="1"/>
                    <a:pt x="650" y="4"/>
                  </a:cubicBezTo>
                  <a:cubicBezTo>
                    <a:pt x="685" y="62"/>
                    <a:pt x="707" y="125"/>
                    <a:pt x="716" y="190"/>
                  </a:cubicBezTo>
                  <a:cubicBezTo>
                    <a:pt x="720" y="190"/>
                    <a:pt x="723" y="190"/>
                    <a:pt x="727" y="190"/>
                  </a:cubicBezTo>
                  <a:cubicBezTo>
                    <a:pt x="743" y="190"/>
                    <a:pt x="759" y="191"/>
                    <a:pt x="775" y="192"/>
                  </a:cubicBezTo>
                  <a:cubicBezTo>
                    <a:pt x="776" y="128"/>
                    <a:pt x="789" y="65"/>
                    <a:pt x="815" y="5"/>
                  </a:cubicBezTo>
                  <a:cubicBezTo>
                    <a:pt x="786" y="2"/>
                    <a:pt x="756" y="0"/>
                    <a:pt x="727"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
            <p:cNvSpPr>
              <a:spLocks noEditPoints="1"/>
            </p:cNvSpPr>
            <p:nvPr userDrawn="1"/>
          </p:nvSpPr>
          <p:spPr bwMode="auto">
            <a:xfrm rot="10800000">
              <a:off x="9029310" y="3631507"/>
              <a:ext cx="929654" cy="928735"/>
            </a:xfrm>
            <a:custGeom>
              <a:avLst/>
              <a:gdLst>
                <a:gd name="T0" fmla="*/ 655 w 1239"/>
                <a:gd name="T1" fmla="*/ 1030 h 1238"/>
                <a:gd name="T2" fmla="*/ 566 w 1239"/>
                <a:gd name="T3" fmla="*/ 1047 h 1238"/>
                <a:gd name="T4" fmla="*/ 558 w 1239"/>
                <a:gd name="T5" fmla="*/ 1238 h 1238"/>
                <a:gd name="T6" fmla="*/ 671 w 1239"/>
                <a:gd name="T7" fmla="*/ 1222 h 1238"/>
                <a:gd name="T8" fmla="*/ 655 w 1239"/>
                <a:gd name="T9" fmla="*/ 1030 h 1238"/>
                <a:gd name="T10" fmla="*/ 134 w 1239"/>
                <a:gd name="T11" fmla="*/ 892 h 1238"/>
                <a:gd name="T12" fmla="*/ 134 w 1239"/>
                <a:gd name="T13" fmla="*/ 893 h 1238"/>
                <a:gd name="T14" fmla="*/ 134 w 1239"/>
                <a:gd name="T15" fmla="*/ 893 h 1238"/>
                <a:gd name="T16" fmla="*/ 0 w 1239"/>
                <a:gd name="T17" fmla="*/ 1027 h 1238"/>
                <a:gd name="T18" fmla="*/ 322 w 1239"/>
                <a:gd name="T19" fmla="*/ 1214 h 1238"/>
                <a:gd name="T20" fmla="*/ 334 w 1239"/>
                <a:gd name="T21" fmla="*/ 1019 h 1238"/>
                <a:gd name="T22" fmla="*/ 134 w 1239"/>
                <a:gd name="T23" fmla="*/ 892 h 1238"/>
                <a:gd name="T24" fmla="*/ 1211 w 1239"/>
                <a:gd name="T25" fmla="*/ 514 h 1238"/>
                <a:gd name="T26" fmla="*/ 1048 w 1239"/>
                <a:gd name="T27" fmla="*/ 534 h 1238"/>
                <a:gd name="T28" fmla="*/ 892 w 1239"/>
                <a:gd name="T29" fmla="*/ 892 h 1238"/>
                <a:gd name="T30" fmla="*/ 827 w 1239"/>
                <a:gd name="T31" fmla="*/ 948 h 1238"/>
                <a:gd name="T32" fmla="*/ 862 w 1239"/>
                <a:gd name="T33" fmla="*/ 1150 h 1238"/>
                <a:gd name="T34" fmla="*/ 1026 w 1239"/>
                <a:gd name="T35" fmla="*/ 1027 h 1238"/>
                <a:gd name="T36" fmla="*/ 1239 w 1239"/>
                <a:gd name="T37" fmla="*/ 514 h 1238"/>
                <a:gd name="T38" fmla="*/ 1211 w 1239"/>
                <a:gd name="T39" fmla="*/ 514 h 1238"/>
                <a:gd name="T40" fmla="*/ 1026 w 1239"/>
                <a:gd name="T41" fmla="*/ 0 h 1238"/>
                <a:gd name="T42" fmla="*/ 1026 w 1239"/>
                <a:gd name="T43" fmla="*/ 1 h 1238"/>
                <a:gd name="T44" fmla="*/ 1026 w 1239"/>
                <a:gd name="T45" fmla="*/ 1 h 1238"/>
                <a:gd name="T46" fmla="*/ 892 w 1239"/>
                <a:gd name="T47" fmla="*/ 135 h 1238"/>
                <a:gd name="T48" fmla="*/ 1006 w 1239"/>
                <a:gd name="T49" fmla="*/ 304 h 1238"/>
                <a:gd name="T50" fmla="*/ 1201 w 1239"/>
                <a:gd name="T51" fmla="*/ 280 h 1238"/>
                <a:gd name="T52" fmla="*/ 1026 w 1239"/>
                <a:gd name="T53" fmla="*/ 0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9" h="1238">
                  <a:moveTo>
                    <a:pt x="655" y="1030"/>
                  </a:moveTo>
                  <a:cubicBezTo>
                    <a:pt x="626" y="1038"/>
                    <a:pt x="596" y="1044"/>
                    <a:pt x="566" y="1047"/>
                  </a:cubicBezTo>
                  <a:cubicBezTo>
                    <a:pt x="554" y="1110"/>
                    <a:pt x="551" y="1174"/>
                    <a:pt x="558" y="1238"/>
                  </a:cubicBezTo>
                  <a:cubicBezTo>
                    <a:pt x="596" y="1236"/>
                    <a:pt x="634" y="1230"/>
                    <a:pt x="671" y="1222"/>
                  </a:cubicBezTo>
                  <a:cubicBezTo>
                    <a:pt x="677" y="1158"/>
                    <a:pt x="672" y="1093"/>
                    <a:pt x="655" y="1030"/>
                  </a:cubicBezTo>
                  <a:moveTo>
                    <a:pt x="134" y="892"/>
                  </a:moveTo>
                  <a:cubicBezTo>
                    <a:pt x="134" y="893"/>
                    <a:pt x="134" y="893"/>
                    <a:pt x="134" y="893"/>
                  </a:cubicBezTo>
                  <a:cubicBezTo>
                    <a:pt x="134" y="893"/>
                    <a:pt x="134" y="893"/>
                    <a:pt x="134" y="893"/>
                  </a:cubicBezTo>
                  <a:cubicBezTo>
                    <a:pt x="0" y="1027"/>
                    <a:pt x="0" y="1027"/>
                    <a:pt x="0" y="1027"/>
                  </a:cubicBezTo>
                  <a:cubicBezTo>
                    <a:pt x="92" y="1119"/>
                    <a:pt x="204" y="1182"/>
                    <a:pt x="322" y="1214"/>
                  </a:cubicBezTo>
                  <a:cubicBezTo>
                    <a:pt x="319" y="1149"/>
                    <a:pt x="323" y="1083"/>
                    <a:pt x="334" y="1019"/>
                  </a:cubicBezTo>
                  <a:cubicBezTo>
                    <a:pt x="261" y="993"/>
                    <a:pt x="193" y="951"/>
                    <a:pt x="134" y="892"/>
                  </a:cubicBezTo>
                  <a:moveTo>
                    <a:pt x="1211" y="514"/>
                  </a:moveTo>
                  <a:cubicBezTo>
                    <a:pt x="1156" y="514"/>
                    <a:pt x="1102" y="520"/>
                    <a:pt x="1048" y="534"/>
                  </a:cubicBezTo>
                  <a:cubicBezTo>
                    <a:pt x="1043" y="664"/>
                    <a:pt x="991" y="793"/>
                    <a:pt x="892" y="892"/>
                  </a:cubicBezTo>
                  <a:cubicBezTo>
                    <a:pt x="871" y="913"/>
                    <a:pt x="850" y="931"/>
                    <a:pt x="827" y="948"/>
                  </a:cubicBezTo>
                  <a:cubicBezTo>
                    <a:pt x="848" y="1014"/>
                    <a:pt x="860" y="1082"/>
                    <a:pt x="862" y="1150"/>
                  </a:cubicBezTo>
                  <a:cubicBezTo>
                    <a:pt x="921" y="1118"/>
                    <a:pt x="976" y="1077"/>
                    <a:pt x="1026" y="1027"/>
                  </a:cubicBezTo>
                  <a:cubicBezTo>
                    <a:pt x="1168" y="885"/>
                    <a:pt x="1239" y="700"/>
                    <a:pt x="1239" y="514"/>
                  </a:cubicBezTo>
                  <a:cubicBezTo>
                    <a:pt x="1229" y="514"/>
                    <a:pt x="1220" y="514"/>
                    <a:pt x="1211" y="514"/>
                  </a:cubicBezTo>
                  <a:moveTo>
                    <a:pt x="1026" y="0"/>
                  </a:moveTo>
                  <a:cubicBezTo>
                    <a:pt x="1026" y="1"/>
                    <a:pt x="1026" y="1"/>
                    <a:pt x="1026" y="1"/>
                  </a:cubicBezTo>
                  <a:cubicBezTo>
                    <a:pt x="1026" y="1"/>
                    <a:pt x="1026" y="1"/>
                    <a:pt x="1026" y="1"/>
                  </a:cubicBezTo>
                  <a:cubicBezTo>
                    <a:pt x="892" y="135"/>
                    <a:pt x="892" y="135"/>
                    <a:pt x="892" y="135"/>
                  </a:cubicBezTo>
                  <a:cubicBezTo>
                    <a:pt x="942" y="185"/>
                    <a:pt x="980" y="243"/>
                    <a:pt x="1006" y="304"/>
                  </a:cubicBezTo>
                  <a:cubicBezTo>
                    <a:pt x="1070" y="289"/>
                    <a:pt x="1135" y="281"/>
                    <a:pt x="1201" y="280"/>
                  </a:cubicBezTo>
                  <a:cubicBezTo>
                    <a:pt x="1166" y="178"/>
                    <a:pt x="1108" y="82"/>
                    <a:pt x="1026"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5"/>
            <p:cNvSpPr>
              <a:spLocks/>
            </p:cNvSpPr>
            <p:nvPr userDrawn="1"/>
          </p:nvSpPr>
          <p:spPr bwMode="auto">
            <a:xfrm rot="10800000">
              <a:off x="9033901" y="4210876"/>
              <a:ext cx="159762" cy="124872"/>
            </a:xfrm>
            <a:custGeom>
              <a:avLst/>
              <a:gdLst>
                <a:gd name="T0" fmla="*/ 187 w 213"/>
                <a:gd name="T1" fmla="*/ 0 h 167"/>
                <a:gd name="T2" fmla="*/ 20 w 213"/>
                <a:gd name="T3" fmla="*/ 42 h 167"/>
                <a:gd name="T4" fmla="*/ 0 w 213"/>
                <a:gd name="T5" fmla="*/ 41 h 167"/>
                <a:gd name="T6" fmla="*/ 27 w 213"/>
                <a:gd name="T7" fmla="*/ 167 h 167"/>
                <a:gd name="T8" fmla="*/ 213 w 213"/>
                <a:gd name="T9" fmla="*/ 126 h 167"/>
                <a:gd name="T10" fmla="*/ 187 w 213"/>
                <a:gd name="T11" fmla="*/ 0 h 167"/>
              </a:gdLst>
              <a:ahLst/>
              <a:cxnLst>
                <a:cxn ang="0">
                  <a:pos x="T0" y="T1"/>
                </a:cxn>
                <a:cxn ang="0">
                  <a:pos x="T2" y="T3"/>
                </a:cxn>
                <a:cxn ang="0">
                  <a:pos x="T4" y="T5"/>
                </a:cxn>
                <a:cxn ang="0">
                  <a:pos x="T6" y="T7"/>
                </a:cxn>
                <a:cxn ang="0">
                  <a:pos x="T8" y="T9"/>
                </a:cxn>
                <a:cxn ang="0">
                  <a:pos x="T10" y="T11"/>
                </a:cxn>
              </a:cxnLst>
              <a:rect l="0" t="0" r="r" b="b"/>
              <a:pathLst>
                <a:path w="213" h="167">
                  <a:moveTo>
                    <a:pt x="187" y="0"/>
                  </a:moveTo>
                  <a:cubicBezTo>
                    <a:pt x="135" y="28"/>
                    <a:pt x="77" y="42"/>
                    <a:pt x="20" y="42"/>
                  </a:cubicBezTo>
                  <a:cubicBezTo>
                    <a:pt x="13" y="42"/>
                    <a:pt x="7" y="41"/>
                    <a:pt x="0" y="41"/>
                  </a:cubicBezTo>
                  <a:cubicBezTo>
                    <a:pt x="14" y="82"/>
                    <a:pt x="23" y="124"/>
                    <a:pt x="27" y="167"/>
                  </a:cubicBezTo>
                  <a:cubicBezTo>
                    <a:pt x="90" y="166"/>
                    <a:pt x="154" y="153"/>
                    <a:pt x="213" y="126"/>
                  </a:cubicBezTo>
                  <a:cubicBezTo>
                    <a:pt x="208" y="84"/>
                    <a:pt x="199" y="41"/>
                    <a:pt x="187"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32"/>
            <p:cNvSpPr>
              <a:spLocks/>
            </p:cNvSpPr>
            <p:nvPr userDrawn="1"/>
          </p:nvSpPr>
          <p:spPr bwMode="auto">
            <a:xfrm rot="10800000">
              <a:off x="9965391" y="4186085"/>
              <a:ext cx="151499" cy="131758"/>
            </a:xfrm>
            <a:custGeom>
              <a:avLst/>
              <a:gdLst>
                <a:gd name="T0" fmla="*/ 23 w 202"/>
                <a:gd name="T1" fmla="*/ 0 h 176"/>
                <a:gd name="T2" fmla="*/ 0 w 202"/>
                <a:gd name="T3" fmla="*/ 135 h 176"/>
                <a:gd name="T4" fmla="*/ 96 w 202"/>
                <a:gd name="T5" fmla="*/ 176 h 176"/>
                <a:gd name="T6" fmla="*/ 190 w 202"/>
                <a:gd name="T7" fmla="*/ 148 h 176"/>
                <a:gd name="T8" fmla="*/ 202 w 202"/>
                <a:gd name="T9" fmla="*/ 70 h 176"/>
                <a:gd name="T10" fmla="*/ 23 w 202"/>
                <a:gd name="T11" fmla="*/ 0 h 176"/>
              </a:gdLst>
              <a:ahLst/>
              <a:cxnLst>
                <a:cxn ang="0">
                  <a:pos x="T0" y="T1"/>
                </a:cxn>
                <a:cxn ang="0">
                  <a:pos x="T2" y="T3"/>
                </a:cxn>
                <a:cxn ang="0">
                  <a:pos x="T4" y="T5"/>
                </a:cxn>
                <a:cxn ang="0">
                  <a:pos x="T6" y="T7"/>
                </a:cxn>
                <a:cxn ang="0">
                  <a:pos x="T8" y="T9"/>
                </a:cxn>
                <a:cxn ang="0">
                  <a:pos x="T10" y="T11"/>
                </a:cxn>
              </a:cxnLst>
              <a:rect l="0" t="0" r="r" b="b"/>
              <a:pathLst>
                <a:path w="202" h="176">
                  <a:moveTo>
                    <a:pt x="23" y="0"/>
                  </a:moveTo>
                  <a:cubicBezTo>
                    <a:pt x="11" y="44"/>
                    <a:pt x="3" y="89"/>
                    <a:pt x="0" y="135"/>
                  </a:cubicBezTo>
                  <a:cubicBezTo>
                    <a:pt x="31" y="152"/>
                    <a:pt x="63" y="166"/>
                    <a:pt x="96" y="176"/>
                  </a:cubicBezTo>
                  <a:cubicBezTo>
                    <a:pt x="127" y="165"/>
                    <a:pt x="158" y="155"/>
                    <a:pt x="190" y="148"/>
                  </a:cubicBezTo>
                  <a:cubicBezTo>
                    <a:pt x="192" y="122"/>
                    <a:pt x="196" y="96"/>
                    <a:pt x="202" y="70"/>
                  </a:cubicBezTo>
                  <a:cubicBezTo>
                    <a:pt x="138" y="64"/>
                    <a:pt x="76" y="40"/>
                    <a:pt x="23"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59"/>
            <p:cNvSpPr>
              <a:spLocks noEditPoints="1"/>
            </p:cNvSpPr>
            <p:nvPr userDrawn="1"/>
          </p:nvSpPr>
          <p:spPr bwMode="auto">
            <a:xfrm rot="10800000">
              <a:off x="10132958" y="3512603"/>
              <a:ext cx="251121" cy="461843"/>
            </a:xfrm>
            <a:custGeom>
              <a:avLst/>
              <a:gdLst>
                <a:gd name="T0" fmla="*/ 191 w 335"/>
                <a:gd name="T1" fmla="*/ 497 h 616"/>
                <a:gd name="T2" fmla="*/ 94 w 335"/>
                <a:gd name="T3" fmla="*/ 514 h 616"/>
                <a:gd name="T4" fmla="*/ 0 w 335"/>
                <a:gd name="T5" fmla="*/ 498 h 616"/>
                <a:gd name="T6" fmla="*/ 26 w 335"/>
                <a:gd name="T7" fmla="*/ 610 h 616"/>
                <a:gd name="T8" fmla="*/ 94 w 335"/>
                <a:gd name="T9" fmla="*/ 616 h 616"/>
                <a:gd name="T10" fmla="*/ 221 w 335"/>
                <a:gd name="T11" fmla="*/ 595 h 616"/>
                <a:gd name="T12" fmla="*/ 191 w 335"/>
                <a:gd name="T13" fmla="*/ 497 h 616"/>
                <a:gd name="T14" fmla="*/ 320 w 335"/>
                <a:gd name="T15" fmla="*/ 0 h 616"/>
                <a:gd name="T16" fmla="*/ 298 w 335"/>
                <a:gd name="T17" fmla="*/ 22 h 616"/>
                <a:gd name="T18" fmla="*/ 313 w 335"/>
                <a:gd name="T19" fmla="*/ 38 h 616"/>
                <a:gd name="T20" fmla="*/ 335 w 335"/>
                <a:gd name="T21" fmla="*/ 15 h 616"/>
                <a:gd name="T22" fmla="*/ 335 w 335"/>
                <a:gd name="T23" fmla="*/ 14 h 616"/>
                <a:gd name="T24" fmla="*/ 335 w 335"/>
                <a:gd name="T25" fmla="*/ 14 h 616"/>
                <a:gd name="T26" fmla="*/ 320 w 335"/>
                <a:gd name="T27" fmla="*/ 0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616">
                  <a:moveTo>
                    <a:pt x="191" y="497"/>
                  </a:moveTo>
                  <a:cubicBezTo>
                    <a:pt x="160" y="508"/>
                    <a:pt x="127" y="514"/>
                    <a:pt x="94" y="514"/>
                  </a:cubicBezTo>
                  <a:cubicBezTo>
                    <a:pt x="62" y="514"/>
                    <a:pt x="30" y="508"/>
                    <a:pt x="0" y="498"/>
                  </a:cubicBezTo>
                  <a:cubicBezTo>
                    <a:pt x="5" y="535"/>
                    <a:pt x="14" y="573"/>
                    <a:pt x="26" y="610"/>
                  </a:cubicBezTo>
                  <a:cubicBezTo>
                    <a:pt x="49" y="614"/>
                    <a:pt x="71" y="616"/>
                    <a:pt x="94" y="616"/>
                  </a:cubicBezTo>
                  <a:cubicBezTo>
                    <a:pt x="137" y="616"/>
                    <a:pt x="180" y="609"/>
                    <a:pt x="221" y="595"/>
                  </a:cubicBezTo>
                  <a:cubicBezTo>
                    <a:pt x="208" y="563"/>
                    <a:pt x="198" y="530"/>
                    <a:pt x="191" y="497"/>
                  </a:cubicBezTo>
                  <a:moveTo>
                    <a:pt x="320" y="0"/>
                  </a:moveTo>
                  <a:cubicBezTo>
                    <a:pt x="298" y="22"/>
                    <a:pt x="298" y="22"/>
                    <a:pt x="298" y="22"/>
                  </a:cubicBezTo>
                  <a:cubicBezTo>
                    <a:pt x="303" y="27"/>
                    <a:pt x="309" y="32"/>
                    <a:pt x="313" y="38"/>
                  </a:cubicBezTo>
                  <a:cubicBezTo>
                    <a:pt x="320" y="30"/>
                    <a:pt x="328" y="22"/>
                    <a:pt x="335" y="15"/>
                  </a:cubicBezTo>
                  <a:cubicBezTo>
                    <a:pt x="335" y="14"/>
                    <a:pt x="335" y="14"/>
                    <a:pt x="335" y="14"/>
                  </a:cubicBezTo>
                  <a:cubicBezTo>
                    <a:pt x="335" y="14"/>
                    <a:pt x="335" y="14"/>
                    <a:pt x="335" y="14"/>
                  </a:cubicBezTo>
                  <a:cubicBezTo>
                    <a:pt x="320" y="0"/>
                    <a:pt x="320" y="0"/>
                    <a:pt x="320"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86"/>
            <p:cNvSpPr>
              <a:spLocks noEditPoints="1"/>
            </p:cNvSpPr>
            <p:nvPr userDrawn="1"/>
          </p:nvSpPr>
          <p:spPr bwMode="auto">
            <a:xfrm rot="10800000">
              <a:off x="9513189" y="5046876"/>
              <a:ext cx="447152" cy="874563"/>
            </a:xfrm>
            <a:custGeom>
              <a:avLst/>
              <a:gdLst>
                <a:gd name="T0" fmla="*/ 335 w 596"/>
                <a:gd name="T1" fmla="*/ 924 h 1166"/>
                <a:gd name="T2" fmla="*/ 211 w 596"/>
                <a:gd name="T3" fmla="*/ 1025 h 1166"/>
                <a:gd name="T4" fmla="*/ 596 w 596"/>
                <a:gd name="T5" fmla="*/ 1166 h 1166"/>
                <a:gd name="T6" fmla="*/ 596 w 596"/>
                <a:gd name="T7" fmla="*/ 1166 h 1166"/>
                <a:gd name="T8" fmla="*/ 596 w 596"/>
                <a:gd name="T9" fmla="*/ 1165 h 1166"/>
                <a:gd name="T10" fmla="*/ 596 w 596"/>
                <a:gd name="T11" fmla="*/ 1165 h 1166"/>
                <a:gd name="T12" fmla="*/ 596 w 596"/>
                <a:gd name="T13" fmla="*/ 1009 h 1166"/>
                <a:gd name="T14" fmla="*/ 335 w 596"/>
                <a:gd name="T15" fmla="*/ 924 h 1166"/>
                <a:gd name="T16" fmla="*/ 212 w 596"/>
                <a:gd name="T17" fmla="*/ 353 h 1166"/>
                <a:gd name="T18" fmla="*/ 26 w 596"/>
                <a:gd name="T19" fmla="*/ 419 h 1166"/>
                <a:gd name="T20" fmla="*/ 18 w 596"/>
                <a:gd name="T21" fmla="*/ 419 h 1166"/>
                <a:gd name="T22" fmla="*/ 0 w 596"/>
                <a:gd name="T23" fmla="*/ 569 h 1166"/>
                <a:gd name="T24" fmla="*/ 149 w 596"/>
                <a:gd name="T25" fmla="*/ 964 h 1166"/>
                <a:gd name="T26" fmla="*/ 266 w 596"/>
                <a:gd name="T27" fmla="*/ 860 h 1166"/>
                <a:gd name="T28" fmla="*/ 156 w 596"/>
                <a:gd name="T29" fmla="*/ 569 h 1166"/>
                <a:gd name="T30" fmla="*/ 212 w 596"/>
                <a:gd name="T31" fmla="*/ 353 h 1166"/>
                <a:gd name="T32" fmla="*/ 241 w 596"/>
                <a:gd name="T33" fmla="*/ 90 h 1166"/>
                <a:gd name="T34" fmla="*/ 45 w 596"/>
                <a:gd name="T35" fmla="*/ 341 h 1166"/>
                <a:gd name="T36" fmla="*/ 180 w 596"/>
                <a:gd name="T37" fmla="*/ 278 h 1166"/>
                <a:gd name="T38" fmla="*/ 241 w 596"/>
                <a:gd name="T39" fmla="*/ 90 h 1166"/>
                <a:gd name="T40" fmla="*/ 416 w 596"/>
                <a:gd name="T41" fmla="*/ 0 h 1166"/>
                <a:gd name="T42" fmla="*/ 310 w 596"/>
                <a:gd name="T43" fmla="*/ 45 h 1166"/>
                <a:gd name="T44" fmla="*/ 293 w 596"/>
                <a:gd name="T45" fmla="*/ 249 h 1166"/>
                <a:gd name="T46" fmla="*/ 400 w 596"/>
                <a:gd name="T47" fmla="*/ 175 h 1166"/>
                <a:gd name="T48" fmla="*/ 416 w 596"/>
                <a:gd name="T49"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6" h="1166">
                  <a:moveTo>
                    <a:pt x="335" y="924"/>
                  </a:moveTo>
                  <a:cubicBezTo>
                    <a:pt x="283" y="943"/>
                    <a:pt x="240" y="979"/>
                    <a:pt x="211" y="1025"/>
                  </a:cubicBezTo>
                  <a:cubicBezTo>
                    <a:pt x="315" y="1113"/>
                    <a:pt x="450" y="1166"/>
                    <a:pt x="596" y="1166"/>
                  </a:cubicBezTo>
                  <a:cubicBezTo>
                    <a:pt x="596" y="1166"/>
                    <a:pt x="596" y="1166"/>
                    <a:pt x="596" y="1166"/>
                  </a:cubicBezTo>
                  <a:cubicBezTo>
                    <a:pt x="596" y="1165"/>
                    <a:pt x="596" y="1165"/>
                    <a:pt x="596" y="1165"/>
                  </a:cubicBezTo>
                  <a:cubicBezTo>
                    <a:pt x="596" y="1165"/>
                    <a:pt x="596" y="1165"/>
                    <a:pt x="596" y="1165"/>
                  </a:cubicBezTo>
                  <a:cubicBezTo>
                    <a:pt x="596" y="1009"/>
                    <a:pt x="596" y="1009"/>
                    <a:pt x="596" y="1009"/>
                  </a:cubicBezTo>
                  <a:cubicBezTo>
                    <a:pt x="498" y="1009"/>
                    <a:pt x="408" y="978"/>
                    <a:pt x="335" y="924"/>
                  </a:cubicBezTo>
                  <a:moveTo>
                    <a:pt x="212" y="353"/>
                  </a:moveTo>
                  <a:cubicBezTo>
                    <a:pt x="158" y="397"/>
                    <a:pt x="92" y="419"/>
                    <a:pt x="26" y="419"/>
                  </a:cubicBezTo>
                  <a:cubicBezTo>
                    <a:pt x="24" y="419"/>
                    <a:pt x="21" y="419"/>
                    <a:pt x="18" y="419"/>
                  </a:cubicBezTo>
                  <a:cubicBezTo>
                    <a:pt x="6" y="467"/>
                    <a:pt x="0" y="517"/>
                    <a:pt x="0" y="569"/>
                  </a:cubicBezTo>
                  <a:cubicBezTo>
                    <a:pt x="0" y="720"/>
                    <a:pt x="56" y="859"/>
                    <a:pt x="149" y="964"/>
                  </a:cubicBezTo>
                  <a:cubicBezTo>
                    <a:pt x="179" y="921"/>
                    <a:pt x="219" y="885"/>
                    <a:pt x="266" y="860"/>
                  </a:cubicBezTo>
                  <a:cubicBezTo>
                    <a:pt x="197" y="783"/>
                    <a:pt x="156" y="681"/>
                    <a:pt x="156" y="569"/>
                  </a:cubicBezTo>
                  <a:cubicBezTo>
                    <a:pt x="156" y="491"/>
                    <a:pt x="176" y="417"/>
                    <a:pt x="212" y="353"/>
                  </a:cubicBezTo>
                  <a:moveTo>
                    <a:pt x="241" y="90"/>
                  </a:moveTo>
                  <a:cubicBezTo>
                    <a:pt x="155" y="154"/>
                    <a:pt x="86" y="241"/>
                    <a:pt x="45" y="341"/>
                  </a:cubicBezTo>
                  <a:cubicBezTo>
                    <a:pt x="94" y="337"/>
                    <a:pt x="142" y="316"/>
                    <a:pt x="180" y="278"/>
                  </a:cubicBezTo>
                  <a:cubicBezTo>
                    <a:pt x="231" y="227"/>
                    <a:pt x="252" y="156"/>
                    <a:pt x="241" y="90"/>
                  </a:cubicBezTo>
                  <a:moveTo>
                    <a:pt x="416" y="0"/>
                  </a:moveTo>
                  <a:cubicBezTo>
                    <a:pt x="379" y="12"/>
                    <a:pt x="344" y="27"/>
                    <a:pt x="310" y="45"/>
                  </a:cubicBezTo>
                  <a:cubicBezTo>
                    <a:pt x="329" y="113"/>
                    <a:pt x="323" y="185"/>
                    <a:pt x="293" y="249"/>
                  </a:cubicBezTo>
                  <a:cubicBezTo>
                    <a:pt x="325" y="220"/>
                    <a:pt x="360" y="194"/>
                    <a:pt x="400" y="175"/>
                  </a:cubicBezTo>
                  <a:cubicBezTo>
                    <a:pt x="400" y="116"/>
                    <a:pt x="406" y="58"/>
                    <a:pt x="416"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93"/>
            <p:cNvSpPr>
              <a:spLocks noEditPoints="1"/>
            </p:cNvSpPr>
            <p:nvPr userDrawn="1"/>
          </p:nvSpPr>
          <p:spPr bwMode="auto">
            <a:xfrm rot="10800000">
              <a:off x="8372354" y="5070289"/>
              <a:ext cx="894763" cy="319525"/>
            </a:xfrm>
            <a:custGeom>
              <a:avLst/>
              <a:gdLst>
                <a:gd name="T0" fmla="*/ 189 w 1193"/>
                <a:gd name="T1" fmla="*/ 157 h 426"/>
                <a:gd name="T2" fmla="*/ 0 w 1193"/>
                <a:gd name="T3" fmla="*/ 358 h 426"/>
                <a:gd name="T4" fmla="*/ 155 w 1193"/>
                <a:gd name="T5" fmla="*/ 426 h 426"/>
                <a:gd name="T6" fmla="*/ 288 w 1193"/>
                <a:gd name="T7" fmla="*/ 192 h 426"/>
                <a:gd name="T8" fmla="*/ 189 w 1193"/>
                <a:gd name="T9" fmla="*/ 157 h 426"/>
                <a:gd name="T10" fmla="*/ 1007 w 1193"/>
                <a:gd name="T11" fmla="*/ 0 h 426"/>
                <a:gd name="T12" fmla="*/ 907 w 1193"/>
                <a:gd name="T13" fmla="*/ 84 h 426"/>
                <a:gd name="T14" fmla="*/ 1112 w 1193"/>
                <a:gd name="T15" fmla="*/ 259 h 426"/>
                <a:gd name="T16" fmla="*/ 1193 w 1193"/>
                <a:gd name="T17" fmla="*/ 186 h 426"/>
                <a:gd name="T18" fmla="*/ 1193 w 1193"/>
                <a:gd name="T19" fmla="*/ 186 h 426"/>
                <a:gd name="T20" fmla="*/ 1193 w 1193"/>
                <a:gd name="T21" fmla="*/ 186 h 426"/>
                <a:gd name="T22" fmla="*/ 1007 w 1193"/>
                <a:gd name="T23"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426">
                  <a:moveTo>
                    <a:pt x="189" y="157"/>
                  </a:moveTo>
                  <a:cubicBezTo>
                    <a:pt x="143" y="238"/>
                    <a:pt x="78" y="307"/>
                    <a:pt x="0" y="358"/>
                  </a:cubicBezTo>
                  <a:cubicBezTo>
                    <a:pt x="50" y="385"/>
                    <a:pt x="102" y="408"/>
                    <a:pt x="155" y="426"/>
                  </a:cubicBezTo>
                  <a:cubicBezTo>
                    <a:pt x="179" y="337"/>
                    <a:pt x="225" y="256"/>
                    <a:pt x="288" y="192"/>
                  </a:cubicBezTo>
                  <a:cubicBezTo>
                    <a:pt x="255" y="183"/>
                    <a:pt x="222" y="171"/>
                    <a:pt x="189" y="157"/>
                  </a:cubicBezTo>
                  <a:moveTo>
                    <a:pt x="1007" y="0"/>
                  </a:moveTo>
                  <a:cubicBezTo>
                    <a:pt x="975" y="31"/>
                    <a:pt x="942" y="59"/>
                    <a:pt x="907" y="84"/>
                  </a:cubicBezTo>
                  <a:cubicBezTo>
                    <a:pt x="989" y="124"/>
                    <a:pt x="1060" y="185"/>
                    <a:pt x="1112" y="259"/>
                  </a:cubicBezTo>
                  <a:cubicBezTo>
                    <a:pt x="1140" y="237"/>
                    <a:pt x="1167" y="212"/>
                    <a:pt x="1193" y="186"/>
                  </a:cubicBezTo>
                  <a:cubicBezTo>
                    <a:pt x="1193" y="186"/>
                    <a:pt x="1193" y="186"/>
                    <a:pt x="1193" y="186"/>
                  </a:cubicBezTo>
                  <a:cubicBezTo>
                    <a:pt x="1193" y="186"/>
                    <a:pt x="1193" y="186"/>
                    <a:pt x="1193" y="186"/>
                  </a:cubicBezTo>
                  <a:cubicBezTo>
                    <a:pt x="1007" y="0"/>
                    <a:pt x="1007" y="0"/>
                    <a:pt x="1007"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rot="10800000">
              <a:off x="9399334" y="4811364"/>
              <a:ext cx="493520" cy="246989"/>
            </a:xfrm>
            <a:custGeom>
              <a:avLst/>
              <a:gdLst>
                <a:gd name="T0" fmla="*/ 658 w 658"/>
                <a:gd name="T1" fmla="*/ 0 h 329"/>
                <a:gd name="T2" fmla="*/ 658 w 658"/>
                <a:gd name="T3" fmla="*/ 0 h 329"/>
                <a:gd name="T4" fmla="*/ 658 w 658"/>
                <a:gd name="T5" fmla="*/ 0 h 329"/>
                <a:gd name="T6" fmla="*/ 635 w 658"/>
                <a:gd name="T7" fmla="*/ 0 h 329"/>
                <a:gd name="T8" fmla="*/ 572 w 658"/>
                <a:gd name="T9" fmla="*/ 11 h 329"/>
                <a:gd name="T10" fmla="*/ 329 w 658"/>
                <a:gd name="T11" fmla="*/ 243 h 329"/>
                <a:gd name="T12" fmla="*/ 86 w 658"/>
                <a:gd name="T13" fmla="*/ 0 h 329"/>
                <a:gd name="T14" fmla="*/ 86 w 658"/>
                <a:gd name="T15" fmla="*/ 0 h 329"/>
                <a:gd name="T16" fmla="*/ 86 w 658"/>
                <a:gd name="T17" fmla="*/ 0 h 329"/>
                <a:gd name="T18" fmla="*/ 0 w 658"/>
                <a:gd name="T19" fmla="*/ 0 h 329"/>
                <a:gd name="T20" fmla="*/ 143 w 658"/>
                <a:gd name="T21" fmla="*/ 271 h 329"/>
                <a:gd name="T22" fmla="*/ 198 w 658"/>
                <a:gd name="T23" fmla="*/ 302 h 329"/>
                <a:gd name="T24" fmla="*/ 329 w 658"/>
                <a:gd name="T25" fmla="*/ 329 h 329"/>
                <a:gd name="T26" fmla="*/ 658 w 658"/>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8" h="329">
                  <a:moveTo>
                    <a:pt x="658" y="0"/>
                  </a:moveTo>
                  <a:cubicBezTo>
                    <a:pt x="658" y="0"/>
                    <a:pt x="658" y="0"/>
                    <a:pt x="658" y="0"/>
                  </a:cubicBezTo>
                  <a:cubicBezTo>
                    <a:pt x="658" y="0"/>
                    <a:pt x="658" y="0"/>
                    <a:pt x="658" y="0"/>
                  </a:cubicBezTo>
                  <a:cubicBezTo>
                    <a:pt x="635" y="0"/>
                    <a:pt x="635" y="0"/>
                    <a:pt x="635" y="0"/>
                  </a:cubicBezTo>
                  <a:cubicBezTo>
                    <a:pt x="614" y="5"/>
                    <a:pt x="593" y="8"/>
                    <a:pt x="572" y="11"/>
                  </a:cubicBezTo>
                  <a:cubicBezTo>
                    <a:pt x="566" y="140"/>
                    <a:pt x="460" y="243"/>
                    <a:pt x="329" y="243"/>
                  </a:cubicBezTo>
                  <a:cubicBezTo>
                    <a:pt x="195" y="243"/>
                    <a:pt x="86" y="134"/>
                    <a:pt x="86" y="0"/>
                  </a:cubicBezTo>
                  <a:cubicBezTo>
                    <a:pt x="86" y="0"/>
                    <a:pt x="86" y="0"/>
                    <a:pt x="86" y="0"/>
                  </a:cubicBezTo>
                  <a:cubicBezTo>
                    <a:pt x="86" y="0"/>
                    <a:pt x="86" y="0"/>
                    <a:pt x="86" y="0"/>
                  </a:cubicBezTo>
                  <a:cubicBezTo>
                    <a:pt x="0" y="0"/>
                    <a:pt x="0" y="0"/>
                    <a:pt x="0" y="0"/>
                  </a:cubicBezTo>
                  <a:cubicBezTo>
                    <a:pt x="0" y="113"/>
                    <a:pt x="57" y="212"/>
                    <a:pt x="143" y="271"/>
                  </a:cubicBezTo>
                  <a:cubicBezTo>
                    <a:pt x="162" y="280"/>
                    <a:pt x="180" y="291"/>
                    <a:pt x="198" y="302"/>
                  </a:cubicBezTo>
                  <a:cubicBezTo>
                    <a:pt x="238" y="320"/>
                    <a:pt x="283" y="329"/>
                    <a:pt x="329" y="329"/>
                  </a:cubicBezTo>
                  <a:cubicBezTo>
                    <a:pt x="511" y="329"/>
                    <a:pt x="658" y="182"/>
                    <a:pt x="658"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24"/>
            <p:cNvSpPr>
              <a:spLocks noEditPoints="1"/>
            </p:cNvSpPr>
            <p:nvPr userDrawn="1"/>
          </p:nvSpPr>
          <p:spPr bwMode="auto">
            <a:xfrm rot="10800000">
              <a:off x="8924178" y="4210876"/>
              <a:ext cx="448529" cy="138645"/>
            </a:xfrm>
            <a:custGeom>
              <a:avLst/>
              <a:gdLst>
                <a:gd name="T0" fmla="*/ 153 w 598"/>
                <a:gd name="T1" fmla="*/ 43 h 185"/>
                <a:gd name="T2" fmla="*/ 0 w 598"/>
                <a:gd name="T3" fmla="*/ 109 h 185"/>
                <a:gd name="T4" fmla="*/ 259 w 598"/>
                <a:gd name="T5" fmla="*/ 185 h 185"/>
                <a:gd name="T6" fmla="*/ 266 w 598"/>
                <a:gd name="T7" fmla="*/ 185 h 185"/>
                <a:gd name="T8" fmla="*/ 239 w 598"/>
                <a:gd name="T9" fmla="*/ 59 h 185"/>
                <a:gd name="T10" fmla="*/ 153 w 598"/>
                <a:gd name="T11" fmla="*/ 43 h 185"/>
                <a:gd name="T12" fmla="*/ 456 w 598"/>
                <a:gd name="T13" fmla="*/ 0 h 185"/>
                <a:gd name="T14" fmla="*/ 426 w 598"/>
                <a:gd name="T15" fmla="*/ 18 h 185"/>
                <a:gd name="T16" fmla="*/ 452 w 598"/>
                <a:gd name="T17" fmla="*/ 144 h 185"/>
                <a:gd name="T18" fmla="*/ 598 w 598"/>
                <a:gd name="T19" fmla="*/ 45 h 185"/>
                <a:gd name="T20" fmla="*/ 598 w 598"/>
                <a:gd name="T21" fmla="*/ 44 h 185"/>
                <a:gd name="T22" fmla="*/ 598 w 598"/>
                <a:gd name="T23" fmla="*/ 44 h 185"/>
                <a:gd name="T24" fmla="*/ 563 w 598"/>
                <a:gd name="T25" fmla="*/ 9 h 185"/>
                <a:gd name="T26" fmla="*/ 456 w 598"/>
                <a:gd name="T27"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8" h="185">
                  <a:moveTo>
                    <a:pt x="153" y="43"/>
                  </a:moveTo>
                  <a:cubicBezTo>
                    <a:pt x="101" y="60"/>
                    <a:pt x="49" y="82"/>
                    <a:pt x="0" y="109"/>
                  </a:cubicBezTo>
                  <a:cubicBezTo>
                    <a:pt x="79" y="160"/>
                    <a:pt x="169" y="185"/>
                    <a:pt x="259" y="185"/>
                  </a:cubicBezTo>
                  <a:cubicBezTo>
                    <a:pt x="261" y="185"/>
                    <a:pt x="263" y="185"/>
                    <a:pt x="266" y="185"/>
                  </a:cubicBezTo>
                  <a:cubicBezTo>
                    <a:pt x="262" y="142"/>
                    <a:pt x="253" y="100"/>
                    <a:pt x="239" y="59"/>
                  </a:cubicBezTo>
                  <a:cubicBezTo>
                    <a:pt x="210" y="57"/>
                    <a:pt x="181" y="52"/>
                    <a:pt x="153" y="43"/>
                  </a:cubicBezTo>
                  <a:moveTo>
                    <a:pt x="456" y="0"/>
                  </a:moveTo>
                  <a:cubicBezTo>
                    <a:pt x="446" y="6"/>
                    <a:pt x="436" y="12"/>
                    <a:pt x="426" y="18"/>
                  </a:cubicBezTo>
                  <a:cubicBezTo>
                    <a:pt x="438" y="59"/>
                    <a:pt x="447" y="102"/>
                    <a:pt x="452" y="144"/>
                  </a:cubicBezTo>
                  <a:cubicBezTo>
                    <a:pt x="505" y="121"/>
                    <a:pt x="555" y="88"/>
                    <a:pt x="598" y="45"/>
                  </a:cubicBezTo>
                  <a:cubicBezTo>
                    <a:pt x="598" y="44"/>
                    <a:pt x="598" y="44"/>
                    <a:pt x="598" y="44"/>
                  </a:cubicBezTo>
                  <a:cubicBezTo>
                    <a:pt x="598" y="44"/>
                    <a:pt x="598" y="44"/>
                    <a:pt x="598" y="44"/>
                  </a:cubicBezTo>
                  <a:cubicBezTo>
                    <a:pt x="563" y="9"/>
                    <a:pt x="563" y="9"/>
                    <a:pt x="563" y="9"/>
                  </a:cubicBezTo>
                  <a:cubicBezTo>
                    <a:pt x="527" y="4"/>
                    <a:pt x="492" y="1"/>
                    <a:pt x="456"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34"/>
            <p:cNvSpPr>
              <a:spLocks/>
            </p:cNvSpPr>
            <p:nvPr userDrawn="1"/>
          </p:nvSpPr>
          <p:spPr bwMode="auto">
            <a:xfrm rot="10800000">
              <a:off x="9582051" y="4563915"/>
              <a:ext cx="150122" cy="152417"/>
            </a:xfrm>
            <a:custGeom>
              <a:avLst/>
              <a:gdLst>
                <a:gd name="T0" fmla="*/ 134 w 200"/>
                <a:gd name="T1" fmla="*/ 0 h 203"/>
                <a:gd name="T2" fmla="*/ 0 w 200"/>
                <a:gd name="T3" fmla="*/ 27 h 203"/>
                <a:gd name="T4" fmla="*/ 76 w 200"/>
                <a:gd name="T5" fmla="*/ 203 h 203"/>
                <a:gd name="T6" fmla="*/ 200 w 200"/>
                <a:gd name="T7" fmla="*/ 186 h 203"/>
                <a:gd name="T8" fmla="*/ 134 w 200"/>
                <a:gd name="T9" fmla="*/ 0 h 203"/>
              </a:gdLst>
              <a:ahLst/>
              <a:cxnLst>
                <a:cxn ang="0">
                  <a:pos x="T0" y="T1"/>
                </a:cxn>
                <a:cxn ang="0">
                  <a:pos x="T2" y="T3"/>
                </a:cxn>
                <a:cxn ang="0">
                  <a:pos x="T4" y="T5"/>
                </a:cxn>
                <a:cxn ang="0">
                  <a:pos x="T6" y="T7"/>
                </a:cxn>
                <a:cxn ang="0">
                  <a:pos x="T8" y="T9"/>
                </a:cxn>
              </a:cxnLst>
              <a:rect l="0" t="0" r="r" b="b"/>
              <a:pathLst>
                <a:path w="200" h="203">
                  <a:moveTo>
                    <a:pt x="134" y="0"/>
                  </a:moveTo>
                  <a:cubicBezTo>
                    <a:pt x="89" y="5"/>
                    <a:pt x="44" y="14"/>
                    <a:pt x="0" y="27"/>
                  </a:cubicBezTo>
                  <a:cubicBezTo>
                    <a:pt x="42" y="79"/>
                    <a:pt x="67" y="140"/>
                    <a:pt x="76" y="203"/>
                  </a:cubicBezTo>
                  <a:cubicBezTo>
                    <a:pt x="116" y="193"/>
                    <a:pt x="158" y="187"/>
                    <a:pt x="200" y="186"/>
                  </a:cubicBezTo>
                  <a:cubicBezTo>
                    <a:pt x="191" y="121"/>
                    <a:pt x="169" y="58"/>
                    <a:pt x="134"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48"/>
            <p:cNvSpPr>
              <a:spLocks noEditPoints="1"/>
            </p:cNvSpPr>
            <p:nvPr userDrawn="1"/>
          </p:nvSpPr>
          <p:spPr bwMode="auto">
            <a:xfrm rot="10800000">
              <a:off x="9309353" y="3357431"/>
              <a:ext cx="905321" cy="857118"/>
            </a:xfrm>
            <a:custGeom>
              <a:avLst/>
              <a:gdLst>
                <a:gd name="T0" fmla="*/ 1203 w 1207"/>
                <a:gd name="T1" fmla="*/ 689 h 1143"/>
                <a:gd name="T2" fmla="*/ 1012 w 1207"/>
                <a:gd name="T3" fmla="*/ 761 h 1143"/>
                <a:gd name="T4" fmla="*/ 948 w 1207"/>
                <a:gd name="T5" fmla="*/ 968 h 1143"/>
                <a:gd name="T6" fmla="*/ 1058 w 1207"/>
                <a:gd name="T7" fmla="*/ 1143 h 1143"/>
                <a:gd name="T8" fmla="*/ 1203 w 1207"/>
                <a:gd name="T9" fmla="*/ 689 h 1143"/>
                <a:gd name="T10" fmla="*/ 1058 w 1207"/>
                <a:gd name="T11" fmla="*/ 277 h 1143"/>
                <a:gd name="T12" fmla="*/ 948 w 1207"/>
                <a:gd name="T13" fmla="*/ 452 h 1143"/>
                <a:gd name="T14" fmla="*/ 996 w 1207"/>
                <a:gd name="T15" fmla="*/ 569 h 1143"/>
                <a:gd name="T16" fmla="*/ 1168 w 1207"/>
                <a:gd name="T17" fmla="*/ 487 h 1143"/>
                <a:gd name="T18" fmla="*/ 1058 w 1207"/>
                <a:gd name="T19" fmla="*/ 277 h 1143"/>
                <a:gd name="T20" fmla="*/ 128 w 1207"/>
                <a:gd name="T21" fmla="*/ 85 h 1143"/>
                <a:gd name="T22" fmla="*/ 0 w 1207"/>
                <a:gd name="T23" fmla="*/ 178 h 1143"/>
                <a:gd name="T24" fmla="*/ 144 w 1207"/>
                <a:gd name="T25" fmla="*/ 269 h 1143"/>
                <a:gd name="T26" fmla="*/ 144 w 1207"/>
                <a:gd name="T27" fmla="*/ 269 h 1143"/>
                <a:gd name="T28" fmla="*/ 162 w 1207"/>
                <a:gd name="T29" fmla="*/ 288 h 1143"/>
                <a:gd name="T30" fmla="*/ 166 w 1207"/>
                <a:gd name="T31" fmla="*/ 285 h 1143"/>
                <a:gd name="T32" fmla="*/ 128 w 1207"/>
                <a:gd name="T33" fmla="*/ 85 h 1143"/>
                <a:gd name="T34" fmla="*/ 600 w 1207"/>
                <a:gd name="T35" fmla="*/ 0 h 1143"/>
                <a:gd name="T36" fmla="*/ 368 w 1207"/>
                <a:gd name="T37" fmla="*/ 60 h 1143"/>
                <a:gd name="T38" fmla="*/ 318 w 1207"/>
                <a:gd name="T39" fmla="*/ 57 h 1143"/>
                <a:gd name="T40" fmla="*/ 338 w 1207"/>
                <a:gd name="T41" fmla="*/ 199 h 1143"/>
                <a:gd name="T42" fmla="*/ 484 w 1207"/>
                <a:gd name="T43" fmla="*/ 179 h 1143"/>
                <a:gd name="T44" fmla="*/ 779 w 1207"/>
                <a:gd name="T45" fmla="*/ 268 h 1143"/>
                <a:gd name="T46" fmla="*/ 889 w 1207"/>
                <a:gd name="T47" fmla="*/ 116 h 1143"/>
                <a:gd name="T48" fmla="*/ 600 w 1207"/>
                <a:gd name="T49" fmla="*/ 0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07" h="1143">
                  <a:moveTo>
                    <a:pt x="1203" y="689"/>
                  </a:moveTo>
                  <a:cubicBezTo>
                    <a:pt x="1142" y="722"/>
                    <a:pt x="1078" y="746"/>
                    <a:pt x="1012" y="761"/>
                  </a:cubicBezTo>
                  <a:cubicBezTo>
                    <a:pt x="1005" y="833"/>
                    <a:pt x="984" y="903"/>
                    <a:pt x="948" y="968"/>
                  </a:cubicBezTo>
                  <a:cubicBezTo>
                    <a:pt x="974" y="1030"/>
                    <a:pt x="1011" y="1089"/>
                    <a:pt x="1058" y="1143"/>
                  </a:cubicBezTo>
                  <a:cubicBezTo>
                    <a:pt x="1159" y="1009"/>
                    <a:pt x="1207" y="849"/>
                    <a:pt x="1203" y="689"/>
                  </a:cubicBezTo>
                  <a:moveTo>
                    <a:pt x="1058" y="277"/>
                  </a:moveTo>
                  <a:cubicBezTo>
                    <a:pt x="1011" y="330"/>
                    <a:pt x="975" y="389"/>
                    <a:pt x="948" y="452"/>
                  </a:cubicBezTo>
                  <a:cubicBezTo>
                    <a:pt x="969" y="489"/>
                    <a:pt x="985" y="529"/>
                    <a:pt x="996" y="569"/>
                  </a:cubicBezTo>
                  <a:cubicBezTo>
                    <a:pt x="1057" y="553"/>
                    <a:pt x="1115" y="525"/>
                    <a:pt x="1168" y="487"/>
                  </a:cubicBezTo>
                  <a:cubicBezTo>
                    <a:pt x="1144" y="413"/>
                    <a:pt x="1107" y="341"/>
                    <a:pt x="1058" y="277"/>
                  </a:cubicBezTo>
                  <a:moveTo>
                    <a:pt x="128" y="85"/>
                  </a:moveTo>
                  <a:cubicBezTo>
                    <a:pt x="83" y="110"/>
                    <a:pt x="40" y="142"/>
                    <a:pt x="0" y="178"/>
                  </a:cubicBezTo>
                  <a:cubicBezTo>
                    <a:pt x="53" y="197"/>
                    <a:pt x="102" y="227"/>
                    <a:pt x="144" y="269"/>
                  </a:cubicBezTo>
                  <a:cubicBezTo>
                    <a:pt x="144" y="269"/>
                    <a:pt x="144" y="269"/>
                    <a:pt x="144" y="269"/>
                  </a:cubicBezTo>
                  <a:cubicBezTo>
                    <a:pt x="151" y="275"/>
                    <a:pt x="156" y="282"/>
                    <a:pt x="162" y="288"/>
                  </a:cubicBezTo>
                  <a:cubicBezTo>
                    <a:pt x="163" y="287"/>
                    <a:pt x="164" y="286"/>
                    <a:pt x="166" y="285"/>
                  </a:cubicBezTo>
                  <a:cubicBezTo>
                    <a:pt x="144" y="220"/>
                    <a:pt x="131" y="152"/>
                    <a:pt x="128" y="85"/>
                  </a:cubicBezTo>
                  <a:moveTo>
                    <a:pt x="600" y="0"/>
                  </a:moveTo>
                  <a:cubicBezTo>
                    <a:pt x="528" y="40"/>
                    <a:pt x="448" y="60"/>
                    <a:pt x="368" y="60"/>
                  </a:cubicBezTo>
                  <a:cubicBezTo>
                    <a:pt x="351" y="60"/>
                    <a:pt x="335" y="59"/>
                    <a:pt x="318" y="57"/>
                  </a:cubicBezTo>
                  <a:cubicBezTo>
                    <a:pt x="318" y="105"/>
                    <a:pt x="325" y="153"/>
                    <a:pt x="338" y="199"/>
                  </a:cubicBezTo>
                  <a:cubicBezTo>
                    <a:pt x="386" y="186"/>
                    <a:pt x="435" y="179"/>
                    <a:pt x="484" y="179"/>
                  </a:cubicBezTo>
                  <a:cubicBezTo>
                    <a:pt x="587" y="179"/>
                    <a:pt x="690" y="209"/>
                    <a:pt x="779" y="268"/>
                  </a:cubicBezTo>
                  <a:cubicBezTo>
                    <a:pt x="810" y="215"/>
                    <a:pt x="847" y="163"/>
                    <a:pt x="889" y="116"/>
                  </a:cubicBezTo>
                  <a:cubicBezTo>
                    <a:pt x="801" y="55"/>
                    <a:pt x="702" y="17"/>
                    <a:pt x="60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62"/>
            <p:cNvSpPr>
              <a:spLocks noEditPoints="1"/>
            </p:cNvSpPr>
            <p:nvPr userDrawn="1"/>
          </p:nvSpPr>
          <p:spPr bwMode="auto">
            <a:xfrm rot="10800000">
              <a:off x="10214675" y="3597993"/>
              <a:ext cx="387930" cy="500406"/>
            </a:xfrm>
            <a:custGeom>
              <a:avLst/>
              <a:gdLst>
                <a:gd name="T0" fmla="*/ 113 w 517"/>
                <a:gd name="T1" fmla="*/ 487 h 667"/>
                <a:gd name="T2" fmla="*/ 20 w 517"/>
                <a:gd name="T3" fmla="*/ 529 h 667"/>
                <a:gd name="T4" fmla="*/ 109 w 517"/>
                <a:gd name="T5" fmla="*/ 667 h 667"/>
                <a:gd name="T6" fmla="*/ 109 w 517"/>
                <a:gd name="T7" fmla="*/ 666 h 667"/>
                <a:gd name="T8" fmla="*/ 109 w 517"/>
                <a:gd name="T9" fmla="*/ 666 h 667"/>
                <a:gd name="T10" fmla="*/ 181 w 517"/>
                <a:gd name="T11" fmla="*/ 594 h 667"/>
                <a:gd name="T12" fmla="*/ 113 w 517"/>
                <a:gd name="T13" fmla="*/ 487 h 667"/>
                <a:gd name="T14" fmla="*/ 385 w 517"/>
                <a:gd name="T15" fmla="*/ 0 h 667"/>
                <a:gd name="T16" fmla="*/ 109 w 517"/>
                <a:gd name="T17" fmla="*/ 115 h 667"/>
                <a:gd name="T18" fmla="*/ 0 w 517"/>
                <a:gd name="T19" fmla="*/ 327 h 667"/>
                <a:gd name="T20" fmla="*/ 116 w 517"/>
                <a:gd name="T21" fmla="*/ 288 h 667"/>
                <a:gd name="T22" fmla="*/ 181 w 517"/>
                <a:gd name="T23" fmla="*/ 187 h 667"/>
                <a:gd name="T24" fmla="*/ 385 w 517"/>
                <a:gd name="T25" fmla="*/ 102 h 667"/>
                <a:gd name="T26" fmla="*/ 439 w 517"/>
                <a:gd name="T27" fmla="*/ 107 h 667"/>
                <a:gd name="T28" fmla="*/ 493 w 517"/>
                <a:gd name="T29" fmla="*/ 47 h 667"/>
                <a:gd name="T30" fmla="*/ 493 w 517"/>
                <a:gd name="T31" fmla="*/ 46 h 667"/>
                <a:gd name="T32" fmla="*/ 517 w 517"/>
                <a:gd name="T33" fmla="*/ 23 h 667"/>
                <a:gd name="T34" fmla="*/ 385 w 517"/>
                <a:gd name="T35"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667">
                  <a:moveTo>
                    <a:pt x="113" y="487"/>
                  </a:moveTo>
                  <a:cubicBezTo>
                    <a:pt x="81" y="498"/>
                    <a:pt x="50" y="512"/>
                    <a:pt x="20" y="529"/>
                  </a:cubicBezTo>
                  <a:cubicBezTo>
                    <a:pt x="39" y="579"/>
                    <a:pt x="69" y="626"/>
                    <a:pt x="109" y="667"/>
                  </a:cubicBezTo>
                  <a:cubicBezTo>
                    <a:pt x="109" y="666"/>
                    <a:pt x="109" y="666"/>
                    <a:pt x="109" y="666"/>
                  </a:cubicBezTo>
                  <a:cubicBezTo>
                    <a:pt x="109" y="666"/>
                    <a:pt x="109" y="666"/>
                    <a:pt x="109" y="666"/>
                  </a:cubicBezTo>
                  <a:cubicBezTo>
                    <a:pt x="181" y="594"/>
                    <a:pt x="181" y="594"/>
                    <a:pt x="181" y="594"/>
                  </a:cubicBezTo>
                  <a:cubicBezTo>
                    <a:pt x="150" y="563"/>
                    <a:pt x="127" y="526"/>
                    <a:pt x="113" y="487"/>
                  </a:cubicBezTo>
                  <a:moveTo>
                    <a:pt x="385" y="0"/>
                  </a:moveTo>
                  <a:cubicBezTo>
                    <a:pt x="285" y="0"/>
                    <a:pt x="185" y="38"/>
                    <a:pt x="109" y="115"/>
                  </a:cubicBezTo>
                  <a:cubicBezTo>
                    <a:pt x="49" y="174"/>
                    <a:pt x="13" y="249"/>
                    <a:pt x="0" y="327"/>
                  </a:cubicBezTo>
                  <a:cubicBezTo>
                    <a:pt x="37" y="311"/>
                    <a:pt x="76" y="298"/>
                    <a:pt x="116" y="288"/>
                  </a:cubicBezTo>
                  <a:cubicBezTo>
                    <a:pt x="130" y="251"/>
                    <a:pt x="152" y="216"/>
                    <a:pt x="181" y="187"/>
                  </a:cubicBezTo>
                  <a:cubicBezTo>
                    <a:pt x="238" y="131"/>
                    <a:pt x="311" y="102"/>
                    <a:pt x="385" y="102"/>
                  </a:cubicBezTo>
                  <a:cubicBezTo>
                    <a:pt x="403" y="102"/>
                    <a:pt x="421" y="104"/>
                    <a:pt x="439" y="107"/>
                  </a:cubicBezTo>
                  <a:cubicBezTo>
                    <a:pt x="456" y="86"/>
                    <a:pt x="474" y="66"/>
                    <a:pt x="493" y="47"/>
                  </a:cubicBezTo>
                  <a:cubicBezTo>
                    <a:pt x="493" y="46"/>
                    <a:pt x="493" y="46"/>
                    <a:pt x="493" y="46"/>
                  </a:cubicBezTo>
                  <a:cubicBezTo>
                    <a:pt x="501" y="38"/>
                    <a:pt x="509" y="31"/>
                    <a:pt x="517" y="23"/>
                  </a:cubicBezTo>
                  <a:cubicBezTo>
                    <a:pt x="475" y="8"/>
                    <a:pt x="430" y="0"/>
                    <a:pt x="385"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
            <p:cNvSpPr>
              <a:spLocks noEditPoints="1"/>
            </p:cNvSpPr>
            <p:nvPr userDrawn="1"/>
          </p:nvSpPr>
          <p:spPr bwMode="auto">
            <a:xfrm rot="10800000">
              <a:off x="8317263" y="3210064"/>
              <a:ext cx="1205566" cy="1140375"/>
            </a:xfrm>
            <a:custGeom>
              <a:avLst/>
              <a:gdLst>
                <a:gd name="T0" fmla="*/ 200 w 1607"/>
                <a:gd name="T1" fmla="*/ 110 h 1520"/>
                <a:gd name="T2" fmla="*/ 0 w 1607"/>
                <a:gd name="T3" fmla="*/ 261 h 1520"/>
                <a:gd name="T4" fmla="*/ 1 w 1607"/>
                <a:gd name="T5" fmla="*/ 262 h 1520"/>
                <a:gd name="T6" fmla="*/ 1 w 1607"/>
                <a:gd name="T7" fmla="*/ 262 h 1520"/>
                <a:gd name="T8" fmla="*/ 165 w 1607"/>
                <a:gd name="T9" fmla="*/ 426 h 1520"/>
                <a:gd name="T10" fmla="*/ 467 w 1607"/>
                <a:gd name="T11" fmla="*/ 254 h 1520"/>
                <a:gd name="T12" fmla="*/ 466 w 1607"/>
                <a:gd name="T13" fmla="*/ 186 h 1520"/>
                <a:gd name="T14" fmla="*/ 459 w 1607"/>
                <a:gd name="T15" fmla="*/ 186 h 1520"/>
                <a:gd name="T16" fmla="*/ 200 w 1607"/>
                <a:gd name="T17" fmla="*/ 110 h 1520"/>
                <a:gd name="T18" fmla="*/ 425 w 1607"/>
                <a:gd name="T19" fmla="*/ 24 h 1520"/>
                <a:gd name="T20" fmla="*/ 353 w 1607"/>
                <a:gd name="T21" fmla="*/ 44 h 1520"/>
                <a:gd name="T22" fmla="*/ 439 w 1607"/>
                <a:gd name="T23" fmla="*/ 60 h 1520"/>
                <a:gd name="T24" fmla="*/ 425 w 1607"/>
                <a:gd name="T25" fmla="*/ 24 h 1520"/>
                <a:gd name="T26" fmla="*/ 820 w 1607"/>
                <a:gd name="T27" fmla="*/ 21 h 1520"/>
                <a:gd name="T28" fmla="*/ 798 w 1607"/>
                <a:gd name="T29" fmla="*/ 45 h 1520"/>
                <a:gd name="T30" fmla="*/ 798 w 1607"/>
                <a:gd name="T31" fmla="*/ 46 h 1520"/>
                <a:gd name="T32" fmla="*/ 652 w 1607"/>
                <a:gd name="T33" fmla="*/ 145 h 1520"/>
                <a:gd name="T34" fmla="*/ 658 w 1607"/>
                <a:gd name="T35" fmla="*/ 234 h 1520"/>
                <a:gd name="T36" fmla="*/ 1094 w 1607"/>
                <a:gd name="T37" fmla="*/ 426 h 1520"/>
                <a:gd name="T38" fmla="*/ 1094 w 1607"/>
                <a:gd name="T39" fmla="*/ 1355 h 1520"/>
                <a:gd name="T40" fmla="*/ 1095 w 1607"/>
                <a:gd name="T41" fmla="*/ 1356 h 1520"/>
                <a:gd name="T42" fmla="*/ 1095 w 1607"/>
                <a:gd name="T43" fmla="*/ 1355 h 1520"/>
                <a:gd name="T44" fmla="*/ 1259 w 1607"/>
                <a:gd name="T45" fmla="*/ 1520 h 1520"/>
                <a:gd name="T46" fmla="*/ 1259 w 1607"/>
                <a:gd name="T47" fmla="*/ 261 h 1520"/>
                <a:gd name="T48" fmla="*/ 820 w 1607"/>
                <a:gd name="T49" fmla="*/ 21 h 1520"/>
                <a:gd name="T50" fmla="*/ 630 w 1607"/>
                <a:gd name="T51" fmla="*/ 0 h 1520"/>
                <a:gd name="T52" fmla="*/ 620 w 1607"/>
                <a:gd name="T53" fmla="*/ 0 h 1520"/>
                <a:gd name="T54" fmla="*/ 626 w 1607"/>
                <a:gd name="T55" fmla="*/ 19 h 1520"/>
                <a:gd name="T56" fmla="*/ 656 w 1607"/>
                <a:gd name="T57" fmla="*/ 1 h 1520"/>
                <a:gd name="T58" fmla="*/ 630 w 1607"/>
                <a:gd name="T59" fmla="*/ 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7" h="1520">
                  <a:moveTo>
                    <a:pt x="200" y="110"/>
                  </a:moveTo>
                  <a:cubicBezTo>
                    <a:pt x="129" y="150"/>
                    <a:pt x="61" y="200"/>
                    <a:pt x="0" y="261"/>
                  </a:cubicBezTo>
                  <a:cubicBezTo>
                    <a:pt x="1" y="262"/>
                    <a:pt x="1" y="262"/>
                    <a:pt x="1" y="262"/>
                  </a:cubicBezTo>
                  <a:cubicBezTo>
                    <a:pt x="1" y="262"/>
                    <a:pt x="1" y="262"/>
                    <a:pt x="1" y="262"/>
                  </a:cubicBezTo>
                  <a:cubicBezTo>
                    <a:pt x="165" y="426"/>
                    <a:pt x="165" y="426"/>
                    <a:pt x="165" y="426"/>
                  </a:cubicBezTo>
                  <a:cubicBezTo>
                    <a:pt x="252" y="339"/>
                    <a:pt x="357" y="282"/>
                    <a:pt x="467" y="254"/>
                  </a:cubicBezTo>
                  <a:cubicBezTo>
                    <a:pt x="468" y="231"/>
                    <a:pt x="468" y="209"/>
                    <a:pt x="466" y="186"/>
                  </a:cubicBezTo>
                  <a:cubicBezTo>
                    <a:pt x="463" y="186"/>
                    <a:pt x="461" y="186"/>
                    <a:pt x="459" y="186"/>
                  </a:cubicBezTo>
                  <a:cubicBezTo>
                    <a:pt x="369" y="186"/>
                    <a:pt x="279" y="161"/>
                    <a:pt x="200" y="110"/>
                  </a:cubicBezTo>
                  <a:moveTo>
                    <a:pt x="425" y="24"/>
                  </a:moveTo>
                  <a:cubicBezTo>
                    <a:pt x="401" y="30"/>
                    <a:pt x="377" y="37"/>
                    <a:pt x="353" y="44"/>
                  </a:cubicBezTo>
                  <a:cubicBezTo>
                    <a:pt x="381" y="53"/>
                    <a:pt x="410" y="58"/>
                    <a:pt x="439" y="60"/>
                  </a:cubicBezTo>
                  <a:cubicBezTo>
                    <a:pt x="435" y="48"/>
                    <a:pt x="430" y="36"/>
                    <a:pt x="425" y="24"/>
                  </a:cubicBezTo>
                  <a:moveTo>
                    <a:pt x="820" y="21"/>
                  </a:moveTo>
                  <a:cubicBezTo>
                    <a:pt x="813" y="29"/>
                    <a:pt x="806" y="37"/>
                    <a:pt x="798" y="45"/>
                  </a:cubicBezTo>
                  <a:cubicBezTo>
                    <a:pt x="798" y="46"/>
                    <a:pt x="798" y="46"/>
                    <a:pt x="798" y="46"/>
                  </a:cubicBezTo>
                  <a:cubicBezTo>
                    <a:pt x="755" y="89"/>
                    <a:pt x="705" y="122"/>
                    <a:pt x="652" y="145"/>
                  </a:cubicBezTo>
                  <a:cubicBezTo>
                    <a:pt x="656" y="175"/>
                    <a:pt x="658" y="205"/>
                    <a:pt x="658" y="234"/>
                  </a:cubicBezTo>
                  <a:cubicBezTo>
                    <a:pt x="816" y="241"/>
                    <a:pt x="973" y="305"/>
                    <a:pt x="1094" y="426"/>
                  </a:cubicBezTo>
                  <a:cubicBezTo>
                    <a:pt x="1351" y="683"/>
                    <a:pt x="1351" y="1099"/>
                    <a:pt x="1094" y="1355"/>
                  </a:cubicBezTo>
                  <a:cubicBezTo>
                    <a:pt x="1095" y="1356"/>
                    <a:pt x="1095" y="1356"/>
                    <a:pt x="1095" y="1356"/>
                  </a:cubicBezTo>
                  <a:cubicBezTo>
                    <a:pt x="1095" y="1355"/>
                    <a:pt x="1095" y="1355"/>
                    <a:pt x="1095" y="1355"/>
                  </a:cubicBezTo>
                  <a:cubicBezTo>
                    <a:pt x="1259" y="1520"/>
                    <a:pt x="1259" y="1520"/>
                    <a:pt x="1259" y="1520"/>
                  </a:cubicBezTo>
                  <a:cubicBezTo>
                    <a:pt x="1607" y="1172"/>
                    <a:pt x="1607" y="609"/>
                    <a:pt x="1259" y="261"/>
                  </a:cubicBezTo>
                  <a:cubicBezTo>
                    <a:pt x="1134" y="136"/>
                    <a:pt x="981" y="56"/>
                    <a:pt x="820" y="21"/>
                  </a:cubicBezTo>
                  <a:moveTo>
                    <a:pt x="630" y="0"/>
                  </a:moveTo>
                  <a:cubicBezTo>
                    <a:pt x="626" y="0"/>
                    <a:pt x="623" y="0"/>
                    <a:pt x="620" y="0"/>
                  </a:cubicBezTo>
                  <a:cubicBezTo>
                    <a:pt x="622" y="7"/>
                    <a:pt x="624" y="13"/>
                    <a:pt x="626" y="19"/>
                  </a:cubicBezTo>
                  <a:cubicBezTo>
                    <a:pt x="636" y="13"/>
                    <a:pt x="646" y="7"/>
                    <a:pt x="656" y="1"/>
                  </a:cubicBezTo>
                  <a:cubicBezTo>
                    <a:pt x="647" y="1"/>
                    <a:pt x="638" y="0"/>
                    <a:pt x="63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26"/>
            <p:cNvSpPr>
              <a:spLocks noEditPoints="1"/>
            </p:cNvSpPr>
            <p:nvPr userDrawn="1"/>
          </p:nvSpPr>
          <p:spPr bwMode="auto">
            <a:xfrm rot="10800000">
              <a:off x="8818587" y="4334371"/>
              <a:ext cx="614260" cy="594978"/>
            </a:xfrm>
            <a:custGeom>
              <a:avLst/>
              <a:gdLst>
                <a:gd name="T0" fmla="*/ 655 w 819"/>
                <a:gd name="T1" fmla="*/ 637 h 793"/>
                <a:gd name="T2" fmla="*/ 589 w 819"/>
                <a:gd name="T3" fmla="*/ 729 h 793"/>
                <a:gd name="T4" fmla="*/ 589 w 819"/>
                <a:gd name="T5" fmla="*/ 729 h 793"/>
                <a:gd name="T6" fmla="*/ 589 w 819"/>
                <a:gd name="T7" fmla="*/ 729 h 793"/>
                <a:gd name="T8" fmla="*/ 643 w 819"/>
                <a:gd name="T9" fmla="*/ 782 h 793"/>
                <a:gd name="T10" fmla="*/ 700 w 819"/>
                <a:gd name="T11" fmla="*/ 793 h 793"/>
                <a:gd name="T12" fmla="*/ 779 w 819"/>
                <a:gd name="T13" fmla="*/ 668 h 793"/>
                <a:gd name="T14" fmla="*/ 655 w 819"/>
                <a:gd name="T15" fmla="*/ 637 h 793"/>
                <a:gd name="T16" fmla="*/ 172 w 819"/>
                <a:gd name="T17" fmla="*/ 29 h 793"/>
                <a:gd name="T18" fmla="*/ 0 w 819"/>
                <a:gd name="T19" fmla="*/ 140 h 793"/>
                <a:gd name="T20" fmla="*/ 0 w 819"/>
                <a:gd name="T21" fmla="*/ 140 h 793"/>
                <a:gd name="T22" fmla="*/ 0 w 819"/>
                <a:gd name="T23" fmla="*/ 140 h 793"/>
                <a:gd name="T24" fmla="*/ 89 w 819"/>
                <a:gd name="T25" fmla="*/ 228 h 793"/>
                <a:gd name="T26" fmla="*/ 196 w 819"/>
                <a:gd name="T27" fmla="*/ 154 h 793"/>
                <a:gd name="T28" fmla="*/ 172 w 819"/>
                <a:gd name="T29" fmla="*/ 29 h 793"/>
                <a:gd name="T30" fmla="*/ 360 w 819"/>
                <a:gd name="T31" fmla="*/ 0 h 793"/>
                <a:gd name="T32" fmla="*/ 388 w 819"/>
                <a:gd name="T33" fmla="*/ 128 h 793"/>
                <a:gd name="T34" fmla="*/ 589 w 819"/>
                <a:gd name="T35" fmla="*/ 228 h 793"/>
                <a:gd name="T36" fmla="*/ 691 w 819"/>
                <a:gd name="T37" fmla="*/ 448 h 793"/>
                <a:gd name="T38" fmla="*/ 818 w 819"/>
                <a:gd name="T39" fmla="*/ 482 h 793"/>
                <a:gd name="T40" fmla="*/ 678 w 819"/>
                <a:gd name="T41" fmla="*/ 140 h 793"/>
                <a:gd name="T42" fmla="*/ 360 w 819"/>
                <a:gd name="T43" fmla="*/ 0 h 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9" h="793">
                  <a:moveTo>
                    <a:pt x="655" y="637"/>
                  </a:moveTo>
                  <a:cubicBezTo>
                    <a:pt x="638" y="670"/>
                    <a:pt x="616" y="701"/>
                    <a:pt x="589" y="729"/>
                  </a:cubicBezTo>
                  <a:cubicBezTo>
                    <a:pt x="589" y="729"/>
                    <a:pt x="589" y="729"/>
                    <a:pt x="589" y="729"/>
                  </a:cubicBezTo>
                  <a:cubicBezTo>
                    <a:pt x="589" y="729"/>
                    <a:pt x="589" y="729"/>
                    <a:pt x="589" y="729"/>
                  </a:cubicBezTo>
                  <a:cubicBezTo>
                    <a:pt x="643" y="782"/>
                    <a:pt x="643" y="782"/>
                    <a:pt x="643" y="782"/>
                  </a:cubicBezTo>
                  <a:cubicBezTo>
                    <a:pt x="662" y="785"/>
                    <a:pt x="681" y="789"/>
                    <a:pt x="700" y="793"/>
                  </a:cubicBezTo>
                  <a:cubicBezTo>
                    <a:pt x="734" y="755"/>
                    <a:pt x="760" y="713"/>
                    <a:pt x="779" y="668"/>
                  </a:cubicBezTo>
                  <a:cubicBezTo>
                    <a:pt x="736" y="662"/>
                    <a:pt x="695" y="651"/>
                    <a:pt x="655" y="637"/>
                  </a:cubicBezTo>
                  <a:moveTo>
                    <a:pt x="172" y="29"/>
                  </a:moveTo>
                  <a:cubicBezTo>
                    <a:pt x="109" y="52"/>
                    <a:pt x="50" y="89"/>
                    <a:pt x="0" y="140"/>
                  </a:cubicBezTo>
                  <a:cubicBezTo>
                    <a:pt x="0" y="140"/>
                    <a:pt x="0" y="140"/>
                    <a:pt x="0" y="140"/>
                  </a:cubicBezTo>
                  <a:cubicBezTo>
                    <a:pt x="0" y="140"/>
                    <a:pt x="0" y="140"/>
                    <a:pt x="0" y="140"/>
                  </a:cubicBezTo>
                  <a:cubicBezTo>
                    <a:pt x="89" y="228"/>
                    <a:pt x="89" y="228"/>
                    <a:pt x="89" y="228"/>
                  </a:cubicBezTo>
                  <a:cubicBezTo>
                    <a:pt x="121" y="196"/>
                    <a:pt x="157" y="172"/>
                    <a:pt x="196" y="154"/>
                  </a:cubicBezTo>
                  <a:cubicBezTo>
                    <a:pt x="185" y="114"/>
                    <a:pt x="176" y="72"/>
                    <a:pt x="172" y="29"/>
                  </a:cubicBezTo>
                  <a:moveTo>
                    <a:pt x="360" y="0"/>
                  </a:moveTo>
                  <a:cubicBezTo>
                    <a:pt x="364" y="44"/>
                    <a:pt x="373" y="87"/>
                    <a:pt x="388" y="128"/>
                  </a:cubicBezTo>
                  <a:cubicBezTo>
                    <a:pt x="461" y="138"/>
                    <a:pt x="532" y="172"/>
                    <a:pt x="589" y="228"/>
                  </a:cubicBezTo>
                  <a:cubicBezTo>
                    <a:pt x="650" y="290"/>
                    <a:pt x="684" y="368"/>
                    <a:pt x="691" y="448"/>
                  </a:cubicBezTo>
                  <a:cubicBezTo>
                    <a:pt x="731" y="464"/>
                    <a:pt x="774" y="476"/>
                    <a:pt x="818" y="482"/>
                  </a:cubicBezTo>
                  <a:cubicBezTo>
                    <a:pt x="819" y="358"/>
                    <a:pt x="772" y="234"/>
                    <a:pt x="678" y="140"/>
                  </a:cubicBezTo>
                  <a:cubicBezTo>
                    <a:pt x="589" y="51"/>
                    <a:pt x="475" y="5"/>
                    <a:pt x="36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33"/>
            <p:cNvSpPr>
              <a:spLocks noEditPoints="1"/>
            </p:cNvSpPr>
            <p:nvPr userDrawn="1"/>
          </p:nvSpPr>
          <p:spPr bwMode="auto">
            <a:xfrm rot="10800000">
              <a:off x="9567819" y="4275148"/>
              <a:ext cx="624819" cy="613342"/>
            </a:xfrm>
            <a:custGeom>
              <a:avLst/>
              <a:gdLst>
                <a:gd name="T0" fmla="*/ 814 w 833"/>
                <a:gd name="T1" fmla="*/ 416 h 818"/>
                <a:gd name="T2" fmla="*/ 690 w 833"/>
                <a:gd name="T3" fmla="*/ 433 h 818"/>
                <a:gd name="T4" fmla="*/ 589 w 833"/>
                <a:gd name="T5" fmla="*/ 729 h 818"/>
                <a:gd name="T6" fmla="*/ 589 w 833"/>
                <a:gd name="T7" fmla="*/ 730 h 818"/>
                <a:gd name="T8" fmla="*/ 589 w 833"/>
                <a:gd name="T9" fmla="*/ 730 h 818"/>
                <a:gd name="T10" fmla="*/ 678 w 833"/>
                <a:gd name="T11" fmla="*/ 818 h 818"/>
                <a:gd name="T12" fmla="*/ 814 w 833"/>
                <a:gd name="T13" fmla="*/ 416 h 818"/>
                <a:gd name="T14" fmla="*/ 339 w 833"/>
                <a:gd name="T15" fmla="*/ 0 h 818"/>
                <a:gd name="T16" fmla="*/ 0 w 833"/>
                <a:gd name="T17" fmla="*/ 140 h 818"/>
                <a:gd name="T18" fmla="*/ 0 w 833"/>
                <a:gd name="T19" fmla="*/ 141 h 818"/>
                <a:gd name="T20" fmla="*/ 0 w 833"/>
                <a:gd name="T21" fmla="*/ 140 h 818"/>
                <a:gd name="T22" fmla="*/ 89 w 833"/>
                <a:gd name="T23" fmla="*/ 229 h 818"/>
                <a:gd name="T24" fmla="*/ 339 w 833"/>
                <a:gd name="T25" fmla="*/ 125 h 818"/>
                <a:gd name="T26" fmla="*/ 589 w 833"/>
                <a:gd name="T27" fmla="*/ 229 h 818"/>
                <a:gd name="T28" fmla="*/ 614 w 833"/>
                <a:gd name="T29" fmla="*/ 257 h 818"/>
                <a:gd name="T30" fmla="*/ 748 w 833"/>
                <a:gd name="T31" fmla="*/ 230 h 818"/>
                <a:gd name="T32" fmla="*/ 678 w 833"/>
                <a:gd name="T33" fmla="*/ 140 h 818"/>
                <a:gd name="T34" fmla="*/ 598 w 833"/>
                <a:gd name="T35" fmla="*/ 76 h 818"/>
                <a:gd name="T36" fmla="*/ 543 w 833"/>
                <a:gd name="T37" fmla="*/ 45 h 818"/>
                <a:gd name="T38" fmla="*/ 339 w 833"/>
                <a:gd name="T39" fmla="*/ 0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3" h="818">
                  <a:moveTo>
                    <a:pt x="814" y="416"/>
                  </a:moveTo>
                  <a:cubicBezTo>
                    <a:pt x="772" y="417"/>
                    <a:pt x="730" y="423"/>
                    <a:pt x="690" y="433"/>
                  </a:cubicBezTo>
                  <a:cubicBezTo>
                    <a:pt x="703" y="538"/>
                    <a:pt x="670" y="649"/>
                    <a:pt x="589" y="729"/>
                  </a:cubicBezTo>
                  <a:cubicBezTo>
                    <a:pt x="589" y="730"/>
                    <a:pt x="589" y="730"/>
                    <a:pt x="589" y="730"/>
                  </a:cubicBezTo>
                  <a:cubicBezTo>
                    <a:pt x="589" y="730"/>
                    <a:pt x="589" y="730"/>
                    <a:pt x="589" y="730"/>
                  </a:cubicBezTo>
                  <a:cubicBezTo>
                    <a:pt x="678" y="818"/>
                    <a:pt x="678" y="818"/>
                    <a:pt x="678" y="818"/>
                  </a:cubicBezTo>
                  <a:cubicBezTo>
                    <a:pt x="787" y="709"/>
                    <a:pt x="833" y="559"/>
                    <a:pt x="814" y="416"/>
                  </a:cubicBezTo>
                  <a:moveTo>
                    <a:pt x="339" y="0"/>
                  </a:moveTo>
                  <a:cubicBezTo>
                    <a:pt x="216" y="0"/>
                    <a:pt x="93" y="47"/>
                    <a:pt x="0" y="140"/>
                  </a:cubicBezTo>
                  <a:cubicBezTo>
                    <a:pt x="0" y="141"/>
                    <a:pt x="0" y="141"/>
                    <a:pt x="0" y="141"/>
                  </a:cubicBezTo>
                  <a:cubicBezTo>
                    <a:pt x="0" y="141"/>
                    <a:pt x="0" y="140"/>
                    <a:pt x="0" y="140"/>
                  </a:cubicBezTo>
                  <a:cubicBezTo>
                    <a:pt x="89" y="229"/>
                    <a:pt x="89" y="229"/>
                    <a:pt x="89" y="229"/>
                  </a:cubicBezTo>
                  <a:cubicBezTo>
                    <a:pt x="158" y="160"/>
                    <a:pt x="248" y="125"/>
                    <a:pt x="339" y="125"/>
                  </a:cubicBezTo>
                  <a:cubicBezTo>
                    <a:pt x="429" y="125"/>
                    <a:pt x="520" y="160"/>
                    <a:pt x="589" y="229"/>
                  </a:cubicBezTo>
                  <a:cubicBezTo>
                    <a:pt x="598" y="238"/>
                    <a:pt x="606" y="247"/>
                    <a:pt x="614" y="257"/>
                  </a:cubicBezTo>
                  <a:cubicBezTo>
                    <a:pt x="658" y="244"/>
                    <a:pt x="703" y="235"/>
                    <a:pt x="748" y="230"/>
                  </a:cubicBezTo>
                  <a:cubicBezTo>
                    <a:pt x="729" y="198"/>
                    <a:pt x="705" y="168"/>
                    <a:pt x="678" y="140"/>
                  </a:cubicBezTo>
                  <a:cubicBezTo>
                    <a:pt x="653" y="116"/>
                    <a:pt x="626" y="94"/>
                    <a:pt x="598" y="76"/>
                  </a:cubicBezTo>
                  <a:cubicBezTo>
                    <a:pt x="579" y="68"/>
                    <a:pt x="560" y="57"/>
                    <a:pt x="543" y="45"/>
                  </a:cubicBezTo>
                  <a:cubicBezTo>
                    <a:pt x="478" y="15"/>
                    <a:pt x="409" y="0"/>
                    <a:pt x="339"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0"/>
            <p:cNvSpPr>
              <a:spLocks/>
            </p:cNvSpPr>
            <p:nvPr userDrawn="1"/>
          </p:nvSpPr>
          <p:spPr bwMode="auto">
            <a:xfrm rot="10800000">
              <a:off x="10623263" y="3676497"/>
              <a:ext cx="109722" cy="166649"/>
            </a:xfrm>
            <a:custGeom>
              <a:avLst/>
              <a:gdLst>
                <a:gd name="T0" fmla="*/ 144 w 146"/>
                <a:gd name="T1" fmla="*/ 0 h 222"/>
                <a:gd name="T2" fmla="*/ 59 w 146"/>
                <a:gd name="T3" fmla="*/ 49 h 222"/>
                <a:gd name="T4" fmla="*/ 0 w 146"/>
                <a:gd name="T5" fmla="*/ 166 h 222"/>
                <a:gd name="T6" fmla="*/ 0 w 146"/>
                <a:gd name="T7" fmla="*/ 166 h 222"/>
                <a:gd name="T8" fmla="*/ 0 w 146"/>
                <a:gd name="T9" fmla="*/ 166 h 222"/>
                <a:gd name="T10" fmla="*/ 59 w 146"/>
                <a:gd name="T11" fmla="*/ 222 h 222"/>
                <a:gd name="T12" fmla="*/ 144 w 146"/>
                <a:gd name="T13" fmla="*/ 0 h 222"/>
              </a:gdLst>
              <a:ahLst/>
              <a:cxnLst>
                <a:cxn ang="0">
                  <a:pos x="T0" y="T1"/>
                </a:cxn>
                <a:cxn ang="0">
                  <a:pos x="T2" y="T3"/>
                </a:cxn>
                <a:cxn ang="0">
                  <a:pos x="T4" y="T5"/>
                </a:cxn>
                <a:cxn ang="0">
                  <a:pos x="T6" y="T7"/>
                </a:cxn>
                <a:cxn ang="0">
                  <a:pos x="T8" y="T9"/>
                </a:cxn>
                <a:cxn ang="0">
                  <a:pos x="T10" y="T11"/>
                </a:cxn>
                <a:cxn ang="0">
                  <a:pos x="T12" y="T13"/>
                </a:cxn>
              </a:cxnLst>
              <a:rect l="0" t="0" r="r" b="b"/>
              <a:pathLst>
                <a:path w="146" h="222">
                  <a:moveTo>
                    <a:pt x="144" y="0"/>
                  </a:moveTo>
                  <a:cubicBezTo>
                    <a:pt x="115" y="15"/>
                    <a:pt x="87" y="31"/>
                    <a:pt x="59" y="49"/>
                  </a:cubicBezTo>
                  <a:cubicBezTo>
                    <a:pt x="52" y="92"/>
                    <a:pt x="32" y="132"/>
                    <a:pt x="0" y="166"/>
                  </a:cubicBezTo>
                  <a:cubicBezTo>
                    <a:pt x="0" y="166"/>
                    <a:pt x="0" y="166"/>
                    <a:pt x="0" y="166"/>
                  </a:cubicBezTo>
                  <a:cubicBezTo>
                    <a:pt x="0" y="166"/>
                    <a:pt x="0" y="166"/>
                    <a:pt x="0" y="166"/>
                  </a:cubicBezTo>
                  <a:cubicBezTo>
                    <a:pt x="59" y="222"/>
                    <a:pt x="59" y="222"/>
                    <a:pt x="59" y="222"/>
                  </a:cubicBezTo>
                  <a:cubicBezTo>
                    <a:pt x="118" y="160"/>
                    <a:pt x="146" y="80"/>
                    <a:pt x="144"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4"/>
            <p:cNvSpPr>
              <a:spLocks/>
            </p:cNvSpPr>
            <p:nvPr userDrawn="1"/>
          </p:nvSpPr>
          <p:spPr bwMode="auto">
            <a:xfrm rot="10800000">
              <a:off x="10204115" y="3730670"/>
              <a:ext cx="181340" cy="165731"/>
            </a:xfrm>
            <a:custGeom>
              <a:avLst/>
              <a:gdLst>
                <a:gd name="T0" fmla="*/ 53 w 242"/>
                <a:gd name="T1" fmla="*/ 0 h 221"/>
                <a:gd name="T2" fmla="*/ 0 w 242"/>
                <a:gd name="T3" fmla="*/ 188 h 221"/>
                <a:gd name="T4" fmla="*/ 186 w 242"/>
                <a:gd name="T5" fmla="*/ 221 h 221"/>
                <a:gd name="T6" fmla="*/ 242 w 242"/>
                <a:gd name="T7" fmla="*/ 39 h 221"/>
                <a:gd name="T8" fmla="*/ 53 w 242"/>
                <a:gd name="T9" fmla="*/ 0 h 221"/>
              </a:gdLst>
              <a:ahLst/>
              <a:cxnLst>
                <a:cxn ang="0">
                  <a:pos x="T0" y="T1"/>
                </a:cxn>
                <a:cxn ang="0">
                  <a:pos x="T2" y="T3"/>
                </a:cxn>
                <a:cxn ang="0">
                  <a:pos x="T4" y="T5"/>
                </a:cxn>
                <a:cxn ang="0">
                  <a:pos x="T6" y="T7"/>
                </a:cxn>
                <a:cxn ang="0">
                  <a:pos x="T8" y="T9"/>
                </a:cxn>
              </a:cxnLst>
              <a:rect l="0" t="0" r="r" b="b"/>
              <a:pathLst>
                <a:path w="242" h="221">
                  <a:moveTo>
                    <a:pt x="53" y="0"/>
                  </a:moveTo>
                  <a:cubicBezTo>
                    <a:pt x="27" y="60"/>
                    <a:pt x="9" y="124"/>
                    <a:pt x="0" y="188"/>
                  </a:cubicBezTo>
                  <a:cubicBezTo>
                    <a:pt x="66" y="188"/>
                    <a:pt x="128" y="200"/>
                    <a:pt x="186" y="221"/>
                  </a:cubicBezTo>
                  <a:cubicBezTo>
                    <a:pt x="194" y="158"/>
                    <a:pt x="212" y="97"/>
                    <a:pt x="242" y="39"/>
                  </a:cubicBezTo>
                  <a:cubicBezTo>
                    <a:pt x="182" y="18"/>
                    <a:pt x="119" y="5"/>
                    <a:pt x="53"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5"/>
            <p:cNvSpPr>
              <a:spLocks noEditPoints="1"/>
            </p:cNvSpPr>
            <p:nvPr userDrawn="1"/>
          </p:nvSpPr>
          <p:spPr bwMode="auto">
            <a:xfrm rot="10800000">
              <a:off x="9547619" y="3142578"/>
              <a:ext cx="817177" cy="385634"/>
            </a:xfrm>
            <a:custGeom>
              <a:avLst/>
              <a:gdLst>
                <a:gd name="T0" fmla="*/ 979 w 1089"/>
                <a:gd name="T1" fmla="*/ 236 h 514"/>
                <a:gd name="T2" fmla="*/ 693 w 1089"/>
                <a:gd name="T3" fmla="*/ 325 h 514"/>
                <a:gd name="T4" fmla="*/ 643 w 1089"/>
                <a:gd name="T5" fmla="*/ 513 h 514"/>
                <a:gd name="T6" fmla="*/ 685 w 1089"/>
                <a:gd name="T7" fmla="*/ 514 h 514"/>
                <a:gd name="T8" fmla="*/ 1089 w 1089"/>
                <a:gd name="T9" fmla="*/ 389 h 514"/>
                <a:gd name="T10" fmla="*/ 979 w 1089"/>
                <a:gd name="T11" fmla="*/ 236 h 514"/>
                <a:gd name="T12" fmla="*/ 195 w 1089"/>
                <a:gd name="T13" fmla="*/ 0 h 514"/>
                <a:gd name="T14" fmla="*/ 68 w 1089"/>
                <a:gd name="T15" fmla="*/ 21 h 514"/>
                <a:gd name="T16" fmla="*/ 0 w 1089"/>
                <a:gd name="T17" fmla="*/ 15 h 514"/>
                <a:gd name="T18" fmla="*/ 176 w 1089"/>
                <a:gd name="T19" fmla="*/ 303 h 514"/>
                <a:gd name="T20" fmla="*/ 451 w 1089"/>
                <a:gd name="T21" fmla="*/ 475 h 514"/>
                <a:gd name="T22" fmla="*/ 505 w 1089"/>
                <a:gd name="T23" fmla="*/ 294 h 514"/>
                <a:gd name="T24" fmla="*/ 309 w 1089"/>
                <a:gd name="T25" fmla="*/ 170 h 514"/>
                <a:gd name="T26" fmla="*/ 195 w 1089"/>
                <a:gd name="T2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9" h="514">
                  <a:moveTo>
                    <a:pt x="979" y="236"/>
                  </a:moveTo>
                  <a:cubicBezTo>
                    <a:pt x="892" y="294"/>
                    <a:pt x="793" y="324"/>
                    <a:pt x="693" y="325"/>
                  </a:cubicBezTo>
                  <a:cubicBezTo>
                    <a:pt x="684" y="391"/>
                    <a:pt x="667" y="454"/>
                    <a:pt x="643" y="513"/>
                  </a:cubicBezTo>
                  <a:cubicBezTo>
                    <a:pt x="657" y="513"/>
                    <a:pt x="671" y="514"/>
                    <a:pt x="685" y="514"/>
                  </a:cubicBezTo>
                  <a:cubicBezTo>
                    <a:pt x="826" y="514"/>
                    <a:pt x="968" y="472"/>
                    <a:pt x="1089" y="389"/>
                  </a:cubicBezTo>
                  <a:cubicBezTo>
                    <a:pt x="1047" y="341"/>
                    <a:pt x="1010" y="290"/>
                    <a:pt x="979" y="236"/>
                  </a:cubicBezTo>
                  <a:moveTo>
                    <a:pt x="195" y="0"/>
                  </a:moveTo>
                  <a:cubicBezTo>
                    <a:pt x="154" y="14"/>
                    <a:pt x="111" y="21"/>
                    <a:pt x="68" y="21"/>
                  </a:cubicBezTo>
                  <a:cubicBezTo>
                    <a:pt x="45" y="21"/>
                    <a:pt x="23" y="19"/>
                    <a:pt x="0" y="15"/>
                  </a:cubicBezTo>
                  <a:cubicBezTo>
                    <a:pt x="34" y="120"/>
                    <a:pt x="92" y="219"/>
                    <a:pt x="176" y="303"/>
                  </a:cubicBezTo>
                  <a:cubicBezTo>
                    <a:pt x="256" y="383"/>
                    <a:pt x="350" y="440"/>
                    <a:pt x="451" y="475"/>
                  </a:cubicBezTo>
                  <a:cubicBezTo>
                    <a:pt x="479" y="419"/>
                    <a:pt x="498" y="359"/>
                    <a:pt x="505" y="294"/>
                  </a:cubicBezTo>
                  <a:cubicBezTo>
                    <a:pt x="433" y="269"/>
                    <a:pt x="367" y="227"/>
                    <a:pt x="309" y="170"/>
                  </a:cubicBezTo>
                  <a:cubicBezTo>
                    <a:pt x="259" y="120"/>
                    <a:pt x="221" y="62"/>
                    <a:pt x="195"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9"/>
            <p:cNvSpPr>
              <a:spLocks/>
            </p:cNvSpPr>
            <p:nvPr userDrawn="1"/>
          </p:nvSpPr>
          <p:spPr bwMode="auto">
            <a:xfrm rot="10800000">
              <a:off x="9960799" y="4000614"/>
              <a:ext cx="157926" cy="185471"/>
            </a:xfrm>
            <a:custGeom>
              <a:avLst/>
              <a:gdLst>
                <a:gd name="T0" fmla="*/ 98 w 210"/>
                <a:gd name="T1" fmla="*/ 0 h 247"/>
                <a:gd name="T2" fmla="*/ 0 w 210"/>
                <a:gd name="T3" fmla="*/ 47 h 247"/>
                <a:gd name="T4" fmla="*/ 38 w 210"/>
                <a:gd name="T5" fmla="*/ 247 h 247"/>
                <a:gd name="T6" fmla="*/ 210 w 210"/>
                <a:gd name="T7" fmla="*/ 161 h 247"/>
                <a:gd name="T8" fmla="*/ 190 w 210"/>
                <a:gd name="T9" fmla="*/ 19 h 247"/>
                <a:gd name="T10" fmla="*/ 98 w 210"/>
                <a:gd name="T11" fmla="*/ 0 h 247"/>
              </a:gdLst>
              <a:ahLst/>
              <a:cxnLst>
                <a:cxn ang="0">
                  <a:pos x="T0" y="T1"/>
                </a:cxn>
                <a:cxn ang="0">
                  <a:pos x="T2" y="T3"/>
                </a:cxn>
                <a:cxn ang="0">
                  <a:pos x="T4" y="T5"/>
                </a:cxn>
                <a:cxn ang="0">
                  <a:pos x="T6" y="T7"/>
                </a:cxn>
                <a:cxn ang="0">
                  <a:pos x="T8" y="T9"/>
                </a:cxn>
                <a:cxn ang="0">
                  <a:pos x="T10" y="T11"/>
                </a:cxn>
              </a:cxnLst>
              <a:rect l="0" t="0" r="r" b="b"/>
              <a:pathLst>
                <a:path w="210" h="247">
                  <a:moveTo>
                    <a:pt x="98" y="0"/>
                  </a:moveTo>
                  <a:cubicBezTo>
                    <a:pt x="65" y="13"/>
                    <a:pt x="32" y="29"/>
                    <a:pt x="0" y="47"/>
                  </a:cubicBezTo>
                  <a:cubicBezTo>
                    <a:pt x="3" y="114"/>
                    <a:pt x="16" y="182"/>
                    <a:pt x="38" y="247"/>
                  </a:cubicBezTo>
                  <a:cubicBezTo>
                    <a:pt x="91" y="207"/>
                    <a:pt x="149" y="179"/>
                    <a:pt x="210" y="161"/>
                  </a:cubicBezTo>
                  <a:cubicBezTo>
                    <a:pt x="197" y="115"/>
                    <a:pt x="190" y="67"/>
                    <a:pt x="190" y="19"/>
                  </a:cubicBezTo>
                  <a:cubicBezTo>
                    <a:pt x="159" y="16"/>
                    <a:pt x="128" y="10"/>
                    <a:pt x="98"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91"/>
            <p:cNvSpPr>
              <a:spLocks/>
            </p:cNvSpPr>
            <p:nvPr userDrawn="1"/>
          </p:nvSpPr>
          <p:spPr bwMode="auto">
            <a:xfrm rot="10800000">
              <a:off x="8330118" y="5250252"/>
              <a:ext cx="182258" cy="178586"/>
            </a:xfrm>
            <a:custGeom>
              <a:avLst/>
              <a:gdLst>
                <a:gd name="T0" fmla="*/ 47 w 243"/>
                <a:gd name="T1" fmla="*/ 0 h 238"/>
                <a:gd name="T2" fmla="*/ 0 w 243"/>
                <a:gd name="T3" fmla="*/ 51 h 238"/>
                <a:gd name="T4" fmla="*/ 1 w 243"/>
                <a:gd name="T5" fmla="*/ 52 h 238"/>
                <a:gd name="T6" fmla="*/ 1 w 243"/>
                <a:gd name="T7" fmla="*/ 52 h 238"/>
                <a:gd name="T8" fmla="*/ 187 w 243"/>
                <a:gd name="T9" fmla="*/ 238 h 238"/>
                <a:gd name="T10" fmla="*/ 243 w 243"/>
                <a:gd name="T11" fmla="*/ 177 h 238"/>
                <a:gd name="T12" fmla="*/ 47 w 243"/>
                <a:gd name="T13" fmla="*/ 0 h 238"/>
              </a:gdLst>
              <a:ahLst/>
              <a:cxnLst>
                <a:cxn ang="0">
                  <a:pos x="T0" y="T1"/>
                </a:cxn>
                <a:cxn ang="0">
                  <a:pos x="T2" y="T3"/>
                </a:cxn>
                <a:cxn ang="0">
                  <a:pos x="T4" y="T5"/>
                </a:cxn>
                <a:cxn ang="0">
                  <a:pos x="T6" y="T7"/>
                </a:cxn>
                <a:cxn ang="0">
                  <a:pos x="T8" y="T9"/>
                </a:cxn>
                <a:cxn ang="0">
                  <a:pos x="T10" y="T11"/>
                </a:cxn>
                <a:cxn ang="0">
                  <a:pos x="T12" y="T13"/>
                </a:cxn>
              </a:cxnLst>
              <a:rect l="0" t="0" r="r" b="b"/>
              <a:pathLst>
                <a:path w="243" h="238">
                  <a:moveTo>
                    <a:pt x="47" y="0"/>
                  </a:moveTo>
                  <a:cubicBezTo>
                    <a:pt x="33" y="18"/>
                    <a:pt x="17" y="35"/>
                    <a:pt x="0" y="51"/>
                  </a:cubicBezTo>
                  <a:cubicBezTo>
                    <a:pt x="1" y="52"/>
                    <a:pt x="1" y="52"/>
                    <a:pt x="1" y="52"/>
                  </a:cubicBezTo>
                  <a:cubicBezTo>
                    <a:pt x="1" y="52"/>
                    <a:pt x="1" y="52"/>
                    <a:pt x="1" y="52"/>
                  </a:cubicBezTo>
                  <a:cubicBezTo>
                    <a:pt x="187" y="238"/>
                    <a:pt x="187" y="238"/>
                    <a:pt x="187" y="238"/>
                  </a:cubicBezTo>
                  <a:cubicBezTo>
                    <a:pt x="206" y="218"/>
                    <a:pt x="225" y="198"/>
                    <a:pt x="243" y="177"/>
                  </a:cubicBezTo>
                  <a:cubicBezTo>
                    <a:pt x="189" y="107"/>
                    <a:pt x="123" y="47"/>
                    <a:pt x="47"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94"/>
            <p:cNvSpPr>
              <a:spLocks noEditPoints="1"/>
            </p:cNvSpPr>
            <p:nvPr userDrawn="1"/>
          </p:nvSpPr>
          <p:spPr bwMode="auto">
            <a:xfrm rot="10800000">
              <a:off x="9189071" y="5129511"/>
              <a:ext cx="324116" cy="813045"/>
            </a:xfrm>
            <a:custGeom>
              <a:avLst/>
              <a:gdLst>
                <a:gd name="T0" fmla="*/ 381 w 432"/>
                <a:gd name="T1" fmla="*/ 818 h 1084"/>
                <a:gd name="T2" fmla="*/ 182 w 432"/>
                <a:gd name="T3" fmla="*/ 998 h 1084"/>
                <a:gd name="T4" fmla="*/ 308 w 432"/>
                <a:gd name="T5" fmla="*/ 1084 h 1084"/>
                <a:gd name="T6" fmla="*/ 432 w 432"/>
                <a:gd name="T7" fmla="*/ 851 h 1084"/>
                <a:gd name="T8" fmla="*/ 381 w 432"/>
                <a:gd name="T9" fmla="*/ 818 h 1084"/>
                <a:gd name="T10" fmla="*/ 0 w 432"/>
                <a:gd name="T11" fmla="*/ 0 h 1084"/>
                <a:gd name="T12" fmla="*/ 0 w 432"/>
                <a:gd name="T13" fmla="*/ 0 h 1084"/>
                <a:gd name="T14" fmla="*/ 0 w 432"/>
                <a:gd name="T15" fmla="*/ 0 h 1084"/>
                <a:gd name="T16" fmla="*/ 0 w 432"/>
                <a:gd name="T17" fmla="*/ 156 h 1084"/>
                <a:gd name="T18" fmla="*/ 69 w 432"/>
                <a:gd name="T19" fmla="*/ 161 h 1084"/>
                <a:gd name="T20" fmla="*/ 96 w 432"/>
                <a:gd name="T21" fmla="*/ 7 h 1084"/>
                <a:gd name="T22" fmla="*/ 0 w 432"/>
                <a:gd name="T23" fmla="*/ 0 h 1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1084">
                  <a:moveTo>
                    <a:pt x="381" y="818"/>
                  </a:moveTo>
                  <a:cubicBezTo>
                    <a:pt x="335" y="897"/>
                    <a:pt x="265" y="960"/>
                    <a:pt x="182" y="998"/>
                  </a:cubicBezTo>
                  <a:cubicBezTo>
                    <a:pt x="222" y="1030"/>
                    <a:pt x="264" y="1059"/>
                    <a:pt x="308" y="1084"/>
                  </a:cubicBezTo>
                  <a:cubicBezTo>
                    <a:pt x="335" y="998"/>
                    <a:pt x="377" y="920"/>
                    <a:pt x="432" y="851"/>
                  </a:cubicBezTo>
                  <a:cubicBezTo>
                    <a:pt x="414" y="841"/>
                    <a:pt x="398" y="830"/>
                    <a:pt x="381" y="818"/>
                  </a:cubicBezTo>
                  <a:moveTo>
                    <a:pt x="0" y="0"/>
                  </a:moveTo>
                  <a:cubicBezTo>
                    <a:pt x="0" y="0"/>
                    <a:pt x="0" y="0"/>
                    <a:pt x="0" y="0"/>
                  </a:cubicBezTo>
                  <a:cubicBezTo>
                    <a:pt x="0" y="0"/>
                    <a:pt x="0" y="0"/>
                    <a:pt x="0" y="0"/>
                  </a:cubicBezTo>
                  <a:cubicBezTo>
                    <a:pt x="0" y="156"/>
                    <a:pt x="0" y="156"/>
                    <a:pt x="0" y="156"/>
                  </a:cubicBezTo>
                  <a:cubicBezTo>
                    <a:pt x="24" y="156"/>
                    <a:pt x="46" y="158"/>
                    <a:pt x="69" y="161"/>
                  </a:cubicBezTo>
                  <a:cubicBezTo>
                    <a:pt x="72" y="109"/>
                    <a:pt x="81" y="58"/>
                    <a:pt x="96" y="7"/>
                  </a:cubicBezTo>
                  <a:cubicBezTo>
                    <a:pt x="65" y="2"/>
                    <a:pt x="33" y="0"/>
                    <a:pt x="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7"/>
            <p:cNvSpPr>
              <a:spLocks noEditPoints="1"/>
            </p:cNvSpPr>
            <p:nvPr userDrawn="1"/>
          </p:nvSpPr>
          <p:spPr bwMode="auto">
            <a:xfrm rot="10800000">
              <a:off x="9189072" y="3789893"/>
              <a:ext cx="769891" cy="769432"/>
            </a:xfrm>
            <a:custGeom>
              <a:avLst/>
              <a:gdLst>
                <a:gd name="T0" fmla="*/ 134 w 1026"/>
                <a:gd name="T1" fmla="*/ 892 h 1026"/>
                <a:gd name="T2" fmla="*/ 0 w 1026"/>
                <a:gd name="T3" fmla="*/ 1026 h 1026"/>
                <a:gd name="T4" fmla="*/ 0 w 1026"/>
                <a:gd name="T5" fmla="*/ 1026 h 1026"/>
                <a:gd name="T6" fmla="*/ 134 w 1026"/>
                <a:gd name="T7" fmla="*/ 892 h 1026"/>
                <a:gd name="T8" fmla="*/ 134 w 1026"/>
                <a:gd name="T9" fmla="*/ 892 h 1026"/>
                <a:gd name="T10" fmla="*/ 1026 w 1026"/>
                <a:gd name="T11" fmla="*/ 0 h 1026"/>
                <a:gd name="T12" fmla="*/ 892 w 1026"/>
                <a:gd name="T13" fmla="*/ 134 h 1026"/>
                <a:gd name="T14" fmla="*/ 892 w 1026"/>
                <a:gd name="T15" fmla="*/ 134 h 1026"/>
                <a:gd name="T16" fmla="*/ 1026 w 1026"/>
                <a:gd name="T17" fmla="*/ 0 h 1026"/>
                <a:gd name="T18" fmla="*/ 1026 w 1026"/>
                <a:gd name="T19" fmla="*/ 0 h 1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6" h="1026">
                  <a:moveTo>
                    <a:pt x="134" y="892"/>
                  </a:moveTo>
                  <a:cubicBezTo>
                    <a:pt x="0" y="1026"/>
                    <a:pt x="0" y="1026"/>
                    <a:pt x="0" y="1026"/>
                  </a:cubicBezTo>
                  <a:cubicBezTo>
                    <a:pt x="0" y="1026"/>
                    <a:pt x="0" y="1026"/>
                    <a:pt x="0" y="1026"/>
                  </a:cubicBezTo>
                  <a:cubicBezTo>
                    <a:pt x="134" y="892"/>
                    <a:pt x="134" y="892"/>
                    <a:pt x="134" y="892"/>
                  </a:cubicBezTo>
                  <a:cubicBezTo>
                    <a:pt x="134" y="892"/>
                    <a:pt x="134" y="892"/>
                    <a:pt x="134" y="892"/>
                  </a:cubicBezTo>
                  <a:moveTo>
                    <a:pt x="1026" y="0"/>
                  </a:moveTo>
                  <a:cubicBezTo>
                    <a:pt x="892" y="134"/>
                    <a:pt x="892" y="134"/>
                    <a:pt x="892" y="134"/>
                  </a:cubicBezTo>
                  <a:cubicBezTo>
                    <a:pt x="892" y="134"/>
                    <a:pt x="892" y="134"/>
                    <a:pt x="892" y="134"/>
                  </a:cubicBezTo>
                  <a:cubicBezTo>
                    <a:pt x="1026" y="0"/>
                    <a:pt x="1026" y="0"/>
                    <a:pt x="1026" y="0"/>
                  </a:cubicBezTo>
                  <a:cubicBezTo>
                    <a:pt x="1026" y="0"/>
                    <a:pt x="1026" y="0"/>
                    <a:pt x="102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9"/>
            <p:cNvSpPr>
              <a:spLocks noEditPoints="1"/>
            </p:cNvSpPr>
            <p:nvPr userDrawn="1"/>
          </p:nvSpPr>
          <p:spPr bwMode="auto">
            <a:xfrm rot="10800000">
              <a:off x="9029309" y="4159918"/>
              <a:ext cx="174913" cy="190522"/>
            </a:xfrm>
            <a:custGeom>
              <a:avLst/>
              <a:gdLst>
                <a:gd name="T0" fmla="*/ 227 w 233"/>
                <a:gd name="T1" fmla="*/ 145 h 254"/>
                <a:gd name="T2" fmla="*/ 41 w 233"/>
                <a:gd name="T3" fmla="*/ 186 h 254"/>
                <a:gd name="T4" fmla="*/ 42 w 233"/>
                <a:gd name="T5" fmla="*/ 254 h 254"/>
                <a:gd name="T6" fmla="*/ 205 w 233"/>
                <a:gd name="T7" fmla="*/ 234 h 254"/>
                <a:gd name="T8" fmla="*/ 233 w 233"/>
                <a:gd name="T9" fmla="*/ 234 h 254"/>
                <a:gd name="T10" fmla="*/ 227 w 233"/>
                <a:gd name="T11" fmla="*/ 145 h 254"/>
                <a:gd name="T12" fmla="*/ 195 w 233"/>
                <a:gd name="T13" fmla="*/ 0 h 254"/>
                <a:gd name="T14" fmla="*/ 0 w 233"/>
                <a:gd name="T15" fmla="*/ 24 h 254"/>
                <a:gd name="T16" fmla="*/ 14 w 233"/>
                <a:gd name="T17" fmla="*/ 60 h 254"/>
                <a:gd name="T18" fmla="*/ 34 w 233"/>
                <a:gd name="T19" fmla="*/ 61 h 254"/>
                <a:gd name="T20" fmla="*/ 201 w 233"/>
                <a:gd name="T21" fmla="*/ 19 h 254"/>
                <a:gd name="T22" fmla="*/ 195 w 233"/>
                <a:gd name="T23"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3" h="254">
                  <a:moveTo>
                    <a:pt x="227" y="145"/>
                  </a:moveTo>
                  <a:cubicBezTo>
                    <a:pt x="168" y="172"/>
                    <a:pt x="104" y="185"/>
                    <a:pt x="41" y="186"/>
                  </a:cubicBezTo>
                  <a:cubicBezTo>
                    <a:pt x="43" y="209"/>
                    <a:pt x="43" y="231"/>
                    <a:pt x="42" y="254"/>
                  </a:cubicBezTo>
                  <a:cubicBezTo>
                    <a:pt x="96" y="240"/>
                    <a:pt x="150" y="234"/>
                    <a:pt x="205" y="234"/>
                  </a:cubicBezTo>
                  <a:cubicBezTo>
                    <a:pt x="214" y="234"/>
                    <a:pt x="223" y="234"/>
                    <a:pt x="233" y="234"/>
                  </a:cubicBezTo>
                  <a:cubicBezTo>
                    <a:pt x="233" y="205"/>
                    <a:pt x="231" y="175"/>
                    <a:pt x="227" y="145"/>
                  </a:cubicBezTo>
                  <a:moveTo>
                    <a:pt x="195" y="0"/>
                  </a:moveTo>
                  <a:cubicBezTo>
                    <a:pt x="129" y="1"/>
                    <a:pt x="64" y="9"/>
                    <a:pt x="0" y="24"/>
                  </a:cubicBezTo>
                  <a:cubicBezTo>
                    <a:pt x="5" y="36"/>
                    <a:pt x="10" y="48"/>
                    <a:pt x="14" y="60"/>
                  </a:cubicBezTo>
                  <a:cubicBezTo>
                    <a:pt x="21" y="60"/>
                    <a:pt x="27" y="61"/>
                    <a:pt x="34" y="61"/>
                  </a:cubicBezTo>
                  <a:cubicBezTo>
                    <a:pt x="91" y="61"/>
                    <a:pt x="149" y="47"/>
                    <a:pt x="201" y="19"/>
                  </a:cubicBezTo>
                  <a:cubicBezTo>
                    <a:pt x="199" y="13"/>
                    <a:pt x="197" y="7"/>
                    <a:pt x="195"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0"/>
            <p:cNvSpPr>
              <a:spLocks noEditPoints="1"/>
            </p:cNvSpPr>
            <p:nvPr userDrawn="1"/>
          </p:nvSpPr>
          <p:spPr bwMode="auto">
            <a:xfrm rot="10800000">
              <a:off x="8577567" y="3014493"/>
              <a:ext cx="1139457" cy="1138998"/>
            </a:xfrm>
            <a:custGeom>
              <a:avLst/>
              <a:gdLst>
                <a:gd name="T0" fmla="*/ 395 w 1519"/>
                <a:gd name="T1" fmla="*/ 1062 h 1519"/>
                <a:gd name="T2" fmla="*/ 330 w 1519"/>
                <a:gd name="T3" fmla="*/ 1137 h 1519"/>
                <a:gd name="T4" fmla="*/ 330 w 1519"/>
                <a:gd name="T5" fmla="*/ 1137 h 1519"/>
                <a:gd name="T6" fmla="*/ 226 w 1519"/>
                <a:gd name="T7" fmla="*/ 1223 h 1519"/>
                <a:gd name="T8" fmla="*/ 260 w 1519"/>
                <a:gd name="T9" fmla="*/ 1258 h 1519"/>
                <a:gd name="T10" fmla="*/ 889 w 1519"/>
                <a:gd name="T11" fmla="*/ 1519 h 1519"/>
                <a:gd name="T12" fmla="*/ 1519 w 1519"/>
                <a:gd name="T13" fmla="*/ 1258 h 1519"/>
                <a:gd name="T14" fmla="*/ 1518 w 1519"/>
                <a:gd name="T15" fmla="*/ 1258 h 1519"/>
                <a:gd name="T16" fmla="*/ 1518 w 1519"/>
                <a:gd name="T17" fmla="*/ 1258 h 1519"/>
                <a:gd name="T18" fmla="*/ 1354 w 1519"/>
                <a:gd name="T19" fmla="*/ 1094 h 1519"/>
                <a:gd name="T20" fmla="*/ 889 w 1519"/>
                <a:gd name="T21" fmla="*/ 1286 h 1519"/>
                <a:gd name="T22" fmla="*/ 425 w 1519"/>
                <a:gd name="T23" fmla="*/ 1093 h 1519"/>
                <a:gd name="T24" fmla="*/ 395 w 1519"/>
                <a:gd name="T25" fmla="*/ 1062 h 1519"/>
                <a:gd name="T26" fmla="*/ 0 w 1519"/>
                <a:gd name="T27" fmla="*/ 672 h 1519"/>
                <a:gd name="T28" fmla="*/ 116 w 1519"/>
                <a:gd name="T29" fmla="*/ 1070 h 1519"/>
                <a:gd name="T30" fmla="*/ 197 w 1519"/>
                <a:gd name="T31" fmla="*/ 1004 h 1519"/>
                <a:gd name="T32" fmla="*/ 196 w 1519"/>
                <a:gd name="T33" fmla="*/ 1004 h 1519"/>
                <a:gd name="T34" fmla="*/ 285 w 1519"/>
                <a:gd name="T35" fmla="*/ 887 h 1519"/>
                <a:gd name="T36" fmla="*/ 236 w 1519"/>
                <a:gd name="T37" fmla="*/ 696 h 1519"/>
                <a:gd name="T38" fmla="*/ 191 w 1519"/>
                <a:gd name="T39" fmla="*/ 697 h 1519"/>
                <a:gd name="T40" fmla="*/ 0 w 1519"/>
                <a:gd name="T41" fmla="*/ 672 h 1519"/>
                <a:gd name="T42" fmla="*/ 116 w 1519"/>
                <a:gd name="T43" fmla="*/ 187 h 1519"/>
                <a:gd name="T44" fmla="*/ 12 w 1519"/>
                <a:gd name="T45" fmla="*/ 477 h 1519"/>
                <a:gd name="T46" fmla="*/ 191 w 1519"/>
                <a:gd name="T47" fmla="*/ 507 h 1519"/>
                <a:gd name="T48" fmla="*/ 244 w 1519"/>
                <a:gd name="T49" fmla="*/ 505 h 1519"/>
                <a:gd name="T50" fmla="*/ 285 w 1519"/>
                <a:gd name="T51" fmla="*/ 371 h 1519"/>
                <a:gd name="T52" fmla="*/ 196 w 1519"/>
                <a:gd name="T53" fmla="*/ 253 h 1519"/>
                <a:gd name="T54" fmla="*/ 116 w 1519"/>
                <a:gd name="T55" fmla="*/ 187 h 1519"/>
                <a:gd name="T56" fmla="*/ 260 w 1519"/>
                <a:gd name="T57" fmla="*/ 0 h 1519"/>
                <a:gd name="T58" fmla="*/ 226 w 1519"/>
                <a:gd name="T59" fmla="*/ 35 h 1519"/>
                <a:gd name="T60" fmla="*/ 329 w 1519"/>
                <a:gd name="T61" fmla="*/ 120 h 1519"/>
                <a:gd name="T62" fmla="*/ 395 w 1519"/>
                <a:gd name="T63" fmla="*/ 196 h 1519"/>
                <a:gd name="T64" fmla="*/ 425 w 1519"/>
                <a:gd name="T65" fmla="*/ 164 h 1519"/>
                <a:gd name="T66" fmla="*/ 424 w 1519"/>
                <a:gd name="T67" fmla="*/ 164 h 1519"/>
                <a:gd name="T68" fmla="*/ 424 w 1519"/>
                <a:gd name="T69" fmla="*/ 164 h 1519"/>
                <a:gd name="T70" fmla="*/ 260 w 1519"/>
                <a:gd name="T71"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9" h="1519">
                  <a:moveTo>
                    <a:pt x="395" y="1062"/>
                  </a:moveTo>
                  <a:cubicBezTo>
                    <a:pt x="375" y="1088"/>
                    <a:pt x="353" y="1113"/>
                    <a:pt x="330" y="1137"/>
                  </a:cubicBezTo>
                  <a:cubicBezTo>
                    <a:pt x="330" y="1137"/>
                    <a:pt x="330" y="1137"/>
                    <a:pt x="330" y="1137"/>
                  </a:cubicBezTo>
                  <a:cubicBezTo>
                    <a:pt x="298" y="1170"/>
                    <a:pt x="263" y="1198"/>
                    <a:pt x="226" y="1223"/>
                  </a:cubicBezTo>
                  <a:cubicBezTo>
                    <a:pt x="237" y="1235"/>
                    <a:pt x="248" y="1247"/>
                    <a:pt x="260" y="1258"/>
                  </a:cubicBezTo>
                  <a:cubicBezTo>
                    <a:pt x="434" y="1432"/>
                    <a:pt x="661" y="1519"/>
                    <a:pt x="889" y="1519"/>
                  </a:cubicBezTo>
                  <a:cubicBezTo>
                    <a:pt x="1117" y="1519"/>
                    <a:pt x="1345" y="1432"/>
                    <a:pt x="1519" y="1258"/>
                  </a:cubicBezTo>
                  <a:cubicBezTo>
                    <a:pt x="1518" y="1258"/>
                    <a:pt x="1518" y="1258"/>
                    <a:pt x="1518" y="1258"/>
                  </a:cubicBezTo>
                  <a:cubicBezTo>
                    <a:pt x="1518" y="1258"/>
                    <a:pt x="1518" y="1258"/>
                    <a:pt x="1518" y="1258"/>
                  </a:cubicBezTo>
                  <a:cubicBezTo>
                    <a:pt x="1354" y="1094"/>
                    <a:pt x="1354" y="1094"/>
                    <a:pt x="1354" y="1094"/>
                  </a:cubicBezTo>
                  <a:cubicBezTo>
                    <a:pt x="1225" y="1222"/>
                    <a:pt x="1057" y="1286"/>
                    <a:pt x="889" y="1286"/>
                  </a:cubicBezTo>
                  <a:cubicBezTo>
                    <a:pt x="721" y="1286"/>
                    <a:pt x="553" y="1222"/>
                    <a:pt x="425" y="1093"/>
                  </a:cubicBezTo>
                  <a:cubicBezTo>
                    <a:pt x="414" y="1083"/>
                    <a:pt x="404" y="1073"/>
                    <a:pt x="395" y="1062"/>
                  </a:cubicBezTo>
                  <a:moveTo>
                    <a:pt x="0" y="672"/>
                  </a:moveTo>
                  <a:cubicBezTo>
                    <a:pt x="7" y="810"/>
                    <a:pt x="45" y="947"/>
                    <a:pt x="116" y="1070"/>
                  </a:cubicBezTo>
                  <a:cubicBezTo>
                    <a:pt x="144" y="1051"/>
                    <a:pt x="172" y="1029"/>
                    <a:pt x="197" y="1004"/>
                  </a:cubicBezTo>
                  <a:cubicBezTo>
                    <a:pt x="196" y="1004"/>
                    <a:pt x="196" y="1004"/>
                    <a:pt x="196" y="1004"/>
                  </a:cubicBezTo>
                  <a:cubicBezTo>
                    <a:pt x="232" y="968"/>
                    <a:pt x="261" y="929"/>
                    <a:pt x="285" y="887"/>
                  </a:cubicBezTo>
                  <a:cubicBezTo>
                    <a:pt x="259" y="826"/>
                    <a:pt x="242" y="761"/>
                    <a:pt x="236" y="696"/>
                  </a:cubicBezTo>
                  <a:cubicBezTo>
                    <a:pt x="221" y="697"/>
                    <a:pt x="206" y="697"/>
                    <a:pt x="191" y="697"/>
                  </a:cubicBezTo>
                  <a:cubicBezTo>
                    <a:pt x="127" y="697"/>
                    <a:pt x="62" y="689"/>
                    <a:pt x="0" y="672"/>
                  </a:cubicBezTo>
                  <a:moveTo>
                    <a:pt x="116" y="187"/>
                  </a:moveTo>
                  <a:cubicBezTo>
                    <a:pt x="64" y="278"/>
                    <a:pt x="29" y="376"/>
                    <a:pt x="12" y="477"/>
                  </a:cubicBezTo>
                  <a:cubicBezTo>
                    <a:pt x="70" y="497"/>
                    <a:pt x="130" y="507"/>
                    <a:pt x="191" y="507"/>
                  </a:cubicBezTo>
                  <a:cubicBezTo>
                    <a:pt x="209" y="507"/>
                    <a:pt x="226" y="506"/>
                    <a:pt x="244" y="505"/>
                  </a:cubicBezTo>
                  <a:cubicBezTo>
                    <a:pt x="253" y="459"/>
                    <a:pt x="266" y="414"/>
                    <a:pt x="285" y="371"/>
                  </a:cubicBezTo>
                  <a:cubicBezTo>
                    <a:pt x="262" y="329"/>
                    <a:pt x="232" y="289"/>
                    <a:pt x="196" y="253"/>
                  </a:cubicBezTo>
                  <a:cubicBezTo>
                    <a:pt x="171" y="228"/>
                    <a:pt x="144" y="206"/>
                    <a:pt x="116" y="187"/>
                  </a:cubicBezTo>
                  <a:moveTo>
                    <a:pt x="260" y="0"/>
                  </a:moveTo>
                  <a:cubicBezTo>
                    <a:pt x="248" y="11"/>
                    <a:pt x="237" y="23"/>
                    <a:pt x="226" y="35"/>
                  </a:cubicBezTo>
                  <a:cubicBezTo>
                    <a:pt x="263" y="59"/>
                    <a:pt x="297" y="88"/>
                    <a:pt x="329" y="120"/>
                  </a:cubicBezTo>
                  <a:cubicBezTo>
                    <a:pt x="353" y="144"/>
                    <a:pt x="375" y="169"/>
                    <a:pt x="395" y="196"/>
                  </a:cubicBezTo>
                  <a:cubicBezTo>
                    <a:pt x="405" y="185"/>
                    <a:pt x="414" y="175"/>
                    <a:pt x="425" y="164"/>
                  </a:cubicBezTo>
                  <a:cubicBezTo>
                    <a:pt x="424" y="164"/>
                    <a:pt x="424" y="164"/>
                    <a:pt x="424" y="164"/>
                  </a:cubicBezTo>
                  <a:cubicBezTo>
                    <a:pt x="424" y="164"/>
                    <a:pt x="424" y="164"/>
                    <a:pt x="424" y="164"/>
                  </a:cubicBezTo>
                  <a:cubicBezTo>
                    <a:pt x="260" y="0"/>
                    <a:pt x="260" y="0"/>
                    <a:pt x="26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1"/>
            <p:cNvSpPr>
              <a:spLocks/>
            </p:cNvSpPr>
            <p:nvPr userDrawn="1"/>
          </p:nvSpPr>
          <p:spPr bwMode="auto">
            <a:xfrm rot="10800000">
              <a:off x="9534306" y="3631048"/>
              <a:ext cx="185013" cy="164813"/>
            </a:xfrm>
            <a:custGeom>
              <a:avLst/>
              <a:gdLst>
                <a:gd name="T0" fmla="*/ 15 w 247"/>
                <a:gd name="T1" fmla="*/ 0 h 220"/>
                <a:gd name="T2" fmla="*/ 3 w 247"/>
                <a:gd name="T3" fmla="*/ 195 h 220"/>
                <a:gd name="T4" fmla="*/ 194 w 247"/>
                <a:gd name="T5" fmla="*/ 220 h 220"/>
                <a:gd name="T6" fmla="*/ 239 w 247"/>
                <a:gd name="T7" fmla="*/ 219 h 220"/>
                <a:gd name="T8" fmla="*/ 247 w 247"/>
                <a:gd name="T9" fmla="*/ 28 h 220"/>
                <a:gd name="T10" fmla="*/ 194 w 247"/>
                <a:gd name="T11" fmla="*/ 30 h 220"/>
                <a:gd name="T12" fmla="*/ 15 w 247"/>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247" h="220">
                  <a:moveTo>
                    <a:pt x="15" y="0"/>
                  </a:moveTo>
                  <a:cubicBezTo>
                    <a:pt x="4" y="64"/>
                    <a:pt x="0" y="130"/>
                    <a:pt x="3" y="195"/>
                  </a:cubicBezTo>
                  <a:cubicBezTo>
                    <a:pt x="65" y="212"/>
                    <a:pt x="130" y="220"/>
                    <a:pt x="194" y="220"/>
                  </a:cubicBezTo>
                  <a:cubicBezTo>
                    <a:pt x="209" y="220"/>
                    <a:pt x="224" y="220"/>
                    <a:pt x="239" y="219"/>
                  </a:cubicBezTo>
                  <a:cubicBezTo>
                    <a:pt x="232" y="155"/>
                    <a:pt x="235" y="91"/>
                    <a:pt x="247" y="28"/>
                  </a:cubicBezTo>
                  <a:cubicBezTo>
                    <a:pt x="229" y="29"/>
                    <a:pt x="212" y="30"/>
                    <a:pt x="194" y="30"/>
                  </a:cubicBezTo>
                  <a:cubicBezTo>
                    <a:pt x="133" y="30"/>
                    <a:pt x="73" y="20"/>
                    <a:pt x="15"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2"/>
            <p:cNvSpPr>
              <a:spLocks noEditPoints="1"/>
            </p:cNvSpPr>
            <p:nvPr userDrawn="1"/>
          </p:nvSpPr>
          <p:spPr bwMode="auto">
            <a:xfrm rot="10800000">
              <a:off x="8578485" y="3210065"/>
              <a:ext cx="943886" cy="943426"/>
            </a:xfrm>
            <a:custGeom>
              <a:avLst/>
              <a:gdLst>
                <a:gd name="T0" fmla="*/ 1094 w 1258"/>
                <a:gd name="T1" fmla="*/ 1093 h 1258"/>
                <a:gd name="T2" fmla="*/ 1094 w 1258"/>
                <a:gd name="T3" fmla="*/ 1094 h 1258"/>
                <a:gd name="T4" fmla="*/ 1258 w 1258"/>
                <a:gd name="T5" fmla="*/ 1258 h 1258"/>
                <a:gd name="T6" fmla="*/ 1258 w 1258"/>
                <a:gd name="T7" fmla="*/ 1258 h 1258"/>
                <a:gd name="T8" fmla="*/ 1094 w 1258"/>
                <a:gd name="T9" fmla="*/ 1093 h 1258"/>
                <a:gd name="T10" fmla="*/ 0 w 1258"/>
                <a:gd name="T11" fmla="*/ 0 h 1258"/>
                <a:gd name="T12" fmla="*/ 0 w 1258"/>
                <a:gd name="T13" fmla="*/ 0 h 1258"/>
                <a:gd name="T14" fmla="*/ 164 w 1258"/>
                <a:gd name="T15" fmla="*/ 164 h 1258"/>
                <a:gd name="T16" fmla="*/ 164 w 1258"/>
                <a:gd name="T17" fmla="*/ 164 h 1258"/>
                <a:gd name="T18" fmla="*/ 0 w 1258"/>
                <a:gd name="T19" fmla="*/ 0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8" h="1258">
                  <a:moveTo>
                    <a:pt x="1094" y="1093"/>
                  </a:moveTo>
                  <a:cubicBezTo>
                    <a:pt x="1094" y="1093"/>
                    <a:pt x="1094" y="1093"/>
                    <a:pt x="1094" y="1094"/>
                  </a:cubicBezTo>
                  <a:cubicBezTo>
                    <a:pt x="1258" y="1258"/>
                    <a:pt x="1258" y="1258"/>
                    <a:pt x="1258" y="1258"/>
                  </a:cubicBezTo>
                  <a:cubicBezTo>
                    <a:pt x="1258" y="1258"/>
                    <a:pt x="1258" y="1258"/>
                    <a:pt x="1258" y="1258"/>
                  </a:cubicBezTo>
                  <a:cubicBezTo>
                    <a:pt x="1094" y="1093"/>
                    <a:pt x="1094" y="1093"/>
                    <a:pt x="1094" y="1093"/>
                  </a:cubicBezTo>
                  <a:moveTo>
                    <a:pt x="0" y="0"/>
                  </a:moveTo>
                  <a:cubicBezTo>
                    <a:pt x="0" y="0"/>
                    <a:pt x="0" y="0"/>
                    <a:pt x="0" y="0"/>
                  </a:cubicBezTo>
                  <a:cubicBezTo>
                    <a:pt x="164" y="164"/>
                    <a:pt x="164" y="164"/>
                    <a:pt x="164" y="164"/>
                  </a:cubicBezTo>
                  <a:cubicBezTo>
                    <a:pt x="164" y="164"/>
                    <a:pt x="164" y="164"/>
                    <a:pt x="164" y="164"/>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3"/>
            <p:cNvSpPr>
              <a:spLocks noEditPoints="1"/>
            </p:cNvSpPr>
            <p:nvPr userDrawn="1"/>
          </p:nvSpPr>
          <p:spPr bwMode="auto">
            <a:xfrm rot="10800000">
              <a:off x="9840978" y="3353300"/>
              <a:ext cx="1089416" cy="544478"/>
            </a:xfrm>
            <a:custGeom>
              <a:avLst/>
              <a:gdLst>
                <a:gd name="T0" fmla="*/ 1208 w 1452"/>
                <a:gd name="T1" fmla="*/ 183 h 726"/>
                <a:gd name="T2" fmla="*/ 1126 w 1452"/>
                <a:gd name="T3" fmla="*/ 369 h 726"/>
                <a:gd name="T4" fmla="*/ 1262 w 1452"/>
                <a:gd name="T5" fmla="*/ 726 h 726"/>
                <a:gd name="T6" fmla="*/ 1262 w 1452"/>
                <a:gd name="T7" fmla="*/ 726 h 726"/>
                <a:gd name="T8" fmla="*/ 1262 w 1452"/>
                <a:gd name="T9" fmla="*/ 726 h 726"/>
                <a:gd name="T10" fmla="*/ 1452 w 1452"/>
                <a:gd name="T11" fmla="*/ 726 h 726"/>
                <a:gd name="T12" fmla="*/ 1208 w 1452"/>
                <a:gd name="T13" fmla="*/ 183 h 726"/>
                <a:gd name="T14" fmla="*/ 322 w 1452"/>
                <a:gd name="T15" fmla="*/ 122 h 726"/>
                <a:gd name="T16" fmla="*/ 133 w 1452"/>
                <a:gd name="T17" fmla="*/ 307 h 726"/>
                <a:gd name="T18" fmla="*/ 263 w 1452"/>
                <a:gd name="T19" fmla="*/ 239 h 726"/>
                <a:gd name="T20" fmla="*/ 263 w 1452"/>
                <a:gd name="T21" fmla="*/ 239 h 726"/>
                <a:gd name="T22" fmla="*/ 322 w 1452"/>
                <a:gd name="T23" fmla="*/ 122 h 726"/>
                <a:gd name="T24" fmla="*/ 437 w 1452"/>
                <a:gd name="T25" fmla="*/ 60 h 726"/>
                <a:gd name="T26" fmla="*/ 407 w 1452"/>
                <a:gd name="T27" fmla="*/ 73 h 726"/>
                <a:gd name="T28" fmla="*/ 322 w 1452"/>
                <a:gd name="T29" fmla="*/ 295 h 726"/>
                <a:gd name="T30" fmla="*/ 322 w 1452"/>
                <a:gd name="T31" fmla="*/ 295 h 726"/>
                <a:gd name="T32" fmla="*/ 97 w 1452"/>
                <a:gd name="T33" fmla="*/ 391 h 726"/>
                <a:gd name="T34" fmla="*/ 82 w 1452"/>
                <a:gd name="T35" fmla="*/ 390 h 726"/>
                <a:gd name="T36" fmla="*/ 0 w 1452"/>
                <a:gd name="T37" fmla="*/ 726 h 726"/>
                <a:gd name="T38" fmla="*/ 1 w 1452"/>
                <a:gd name="T39" fmla="*/ 726 h 726"/>
                <a:gd name="T40" fmla="*/ 1 w 1452"/>
                <a:gd name="T41" fmla="*/ 726 h 726"/>
                <a:gd name="T42" fmla="*/ 190 w 1452"/>
                <a:gd name="T43" fmla="*/ 726 h 726"/>
                <a:gd name="T44" fmla="*/ 457 w 1452"/>
                <a:gd name="T45" fmla="*/ 262 h 726"/>
                <a:gd name="T46" fmla="*/ 437 w 1452"/>
                <a:gd name="T47" fmla="*/ 60 h 726"/>
                <a:gd name="T48" fmla="*/ 968 w 1452"/>
                <a:gd name="T49" fmla="*/ 41 h 726"/>
                <a:gd name="T50" fmla="*/ 912 w 1452"/>
                <a:gd name="T51" fmla="*/ 223 h 726"/>
                <a:gd name="T52" fmla="*/ 1051 w 1452"/>
                <a:gd name="T53" fmla="*/ 299 h 726"/>
                <a:gd name="T54" fmla="*/ 1110 w 1452"/>
                <a:gd name="T55" fmla="*/ 110 h 726"/>
                <a:gd name="T56" fmla="*/ 968 w 1452"/>
                <a:gd name="T57" fmla="*/ 41 h 726"/>
                <a:gd name="T58" fmla="*/ 726 w 1452"/>
                <a:gd name="T59" fmla="*/ 0 h 726"/>
                <a:gd name="T60" fmla="*/ 726 w 1452"/>
                <a:gd name="T61" fmla="*/ 0 h 726"/>
                <a:gd name="T62" fmla="*/ 553 w 1452"/>
                <a:gd name="T63" fmla="*/ 21 h 726"/>
                <a:gd name="T64" fmla="*/ 550 w 1452"/>
                <a:gd name="T65" fmla="*/ 220 h 726"/>
                <a:gd name="T66" fmla="*/ 726 w 1452"/>
                <a:gd name="T67" fmla="*/ 190 h 726"/>
                <a:gd name="T68" fmla="*/ 726 w 1452"/>
                <a:gd name="T69" fmla="*/ 190 h 726"/>
                <a:gd name="T70" fmla="*/ 779 w 1452"/>
                <a:gd name="T71" fmla="*/ 2 h 726"/>
                <a:gd name="T72" fmla="*/ 726 w 1452"/>
                <a:gd name="T7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52" h="726">
                  <a:moveTo>
                    <a:pt x="1208" y="183"/>
                  </a:moveTo>
                  <a:cubicBezTo>
                    <a:pt x="1198" y="250"/>
                    <a:pt x="1170" y="314"/>
                    <a:pt x="1126" y="369"/>
                  </a:cubicBezTo>
                  <a:cubicBezTo>
                    <a:pt x="1210" y="464"/>
                    <a:pt x="1262" y="589"/>
                    <a:pt x="1262" y="726"/>
                  </a:cubicBezTo>
                  <a:cubicBezTo>
                    <a:pt x="1262" y="726"/>
                    <a:pt x="1262" y="726"/>
                    <a:pt x="1262" y="726"/>
                  </a:cubicBezTo>
                  <a:cubicBezTo>
                    <a:pt x="1262" y="726"/>
                    <a:pt x="1262" y="726"/>
                    <a:pt x="1262" y="726"/>
                  </a:cubicBezTo>
                  <a:cubicBezTo>
                    <a:pt x="1452" y="726"/>
                    <a:pt x="1452" y="726"/>
                    <a:pt x="1452" y="726"/>
                  </a:cubicBezTo>
                  <a:cubicBezTo>
                    <a:pt x="1452" y="510"/>
                    <a:pt x="1358" y="316"/>
                    <a:pt x="1208" y="183"/>
                  </a:cubicBezTo>
                  <a:moveTo>
                    <a:pt x="322" y="122"/>
                  </a:moveTo>
                  <a:cubicBezTo>
                    <a:pt x="249" y="172"/>
                    <a:pt x="185" y="234"/>
                    <a:pt x="133" y="307"/>
                  </a:cubicBezTo>
                  <a:cubicBezTo>
                    <a:pt x="181" y="299"/>
                    <a:pt x="227" y="276"/>
                    <a:pt x="263" y="239"/>
                  </a:cubicBezTo>
                  <a:cubicBezTo>
                    <a:pt x="263" y="239"/>
                    <a:pt x="263" y="239"/>
                    <a:pt x="263" y="239"/>
                  </a:cubicBezTo>
                  <a:cubicBezTo>
                    <a:pt x="295" y="205"/>
                    <a:pt x="315" y="165"/>
                    <a:pt x="322" y="122"/>
                  </a:cubicBezTo>
                  <a:moveTo>
                    <a:pt x="437" y="60"/>
                  </a:moveTo>
                  <a:cubicBezTo>
                    <a:pt x="427" y="64"/>
                    <a:pt x="417" y="69"/>
                    <a:pt x="407" y="73"/>
                  </a:cubicBezTo>
                  <a:cubicBezTo>
                    <a:pt x="409" y="153"/>
                    <a:pt x="381" y="233"/>
                    <a:pt x="322" y="295"/>
                  </a:cubicBezTo>
                  <a:cubicBezTo>
                    <a:pt x="322" y="295"/>
                    <a:pt x="322" y="295"/>
                    <a:pt x="322" y="295"/>
                  </a:cubicBezTo>
                  <a:cubicBezTo>
                    <a:pt x="261" y="359"/>
                    <a:pt x="179" y="391"/>
                    <a:pt x="97" y="391"/>
                  </a:cubicBezTo>
                  <a:cubicBezTo>
                    <a:pt x="92" y="391"/>
                    <a:pt x="87" y="391"/>
                    <a:pt x="82" y="390"/>
                  </a:cubicBezTo>
                  <a:cubicBezTo>
                    <a:pt x="30" y="491"/>
                    <a:pt x="0" y="605"/>
                    <a:pt x="0" y="726"/>
                  </a:cubicBezTo>
                  <a:cubicBezTo>
                    <a:pt x="1" y="726"/>
                    <a:pt x="1" y="726"/>
                    <a:pt x="1" y="726"/>
                  </a:cubicBezTo>
                  <a:cubicBezTo>
                    <a:pt x="1" y="726"/>
                    <a:pt x="1" y="726"/>
                    <a:pt x="1" y="726"/>
                  </a:cubicBezTo>
                  <a:cubicBezTo>
                    <a:pt x="190" y="726"/>
                    <a:pt x="190" y="726"/>
                    <a:pt x="190" y="726"/>
                  </a:cubicBezTo>
                  <a:cubicBezTo>
                    <a:pt x="190" y="528"/>
                    <a:pt x="298" y="355"/>
                    <a:pt x="457" y="262"/>
                  </a:cubicBezTo>
                  <a:cubicBezTo>
                    <a:pt x="433" y="198"/>
                    <a:pt x="426" y="127"/>
                    <a:pt x="437" y="60"/>
                  </a:cubicBezTo>
                  <a:moveTo>
                    <a:pt x="968" y="41"/>
                  </a:moveTo>
                  <a:cubicBezTo>
                    <a:pt x="938" y="99"/>
                    <a:pt x="920" y="160"/>
                    <a:pt x="912" y="223"/>
                  </a:cubicBezTo>
                  <a:cubicBezTo>
                    <a:pt x="962" y="242"/>
                    <a:pt x="1009" y="268"/>
                    <a:pt x="1051" y="299"/>
                  </a:cubicBezTo>
                  <a:cubicBezTo>
                    <a:pt x="1093" y="244"/>
                    <a:pt x="1113" y="176"/>
                    <a:pt x="1110" y="110"/>
                  </a:cubicBezTo>
                  <a:cubicBezTo>
                    <a:pt x="1066" y="82"/>
                    <a:pt x="1018" y="59"/>
                    <a:pt x="968" y="41"/>
                  </a:cubicBezTo>
                  <a:moveTo>
                    <a:pt x="726" y="0"/>
                  </a:moveTo>
                  <a:cubicBezTo>
                    <a:pt x="726" y="0"/>
                    <a:pt x="726" y="0"/>
                    <a:pt x="726" y="0"/>
                  </a:cubicBezTo>
                  <a:cubicBezTo>
                    <a:pt x="666" y="0"/>
                    <a:pt x="608" y="7"/>
                    <a:pt x="553" y="21"/>
                  </a:cubicBezTo>
                  <a:cubicBezTo>
                    <a:pt x="529" y="85"/>
                    <a:pt x="528" y="155"/>
                    <a:pt x="550" y="220"/>
                  </a:cubicBezTo>
                  <a:cubicBezTo>
                    <a:pt x="605" y="200"/>
                    <a:pt x="665" y="190"/>
                    <a:pt x="726" y="190"/>
                  </a:cubicBezTo>
                  <a:cubicBezTo>
                    <a:pt x="726" y="190"/>
                    <a:pt x="726" y="190"/>
                    <a:pt x="726" y="190"/>
                  </a:cubicBezTo>
                  <a:cubicBezTo>
                    <a:pt x="735" y="126"/>
                    <a:pt x="753" y="62"/>
                    <a:pt x="779" y="2"/>
                  </a:cubicBezTo>
                  <a:cubicBezTo>
                    <a:pt x="761" y="1"/>
                    <a:pt x="744" y="0"/>
                    <a:pt x="72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5"/>
            <p:cNvSpPr>
              <a:spLocks noEditPoints="1"/>
            </p:cNvSpPr>
            <p:nvPr userDrawn="1"/>
          </p:nvSpPr>
          <p:spPr bwMode="auto">
            <a:xfrm rot="10800000">
              <a:off x="9840978" y="3353300"/>
              <a:ext cx="1088498" cy="0"/>
            </a:xfrm>
            <a:custGeom>
              <a:avLst/>
              <a:gdLst>
                <a:gd name="T0" fmla="*/ 1451 w 1451"/>
                <a:gd name="T1" fmla="*/ 1261 w 1451"/>
                <a:gd name="T2" fmla="*/ 1261 w 1451"/>
                <a:gd name="T3" fmla="*/ 1451 w 1451"/>
                <a:gd name="T4" fmla="*/ 1451 w 1451"/>
                <a:gd name="T5" fmla="*/ 189 w 1451"/>
                <a:gd name="T6" fmla="*/ 0 w 1451"/>
                <a:gd name="T7" fmla="*/ 0 w 1451"/>
                <a:gd name="T8" fmla="*/ 189 w 1451"/>
                <a:gd name="T9" fmla="*/ 189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moveTo>
                    <a:pt x="189" y="0"/>
                  </a:moveTo>
                  <a:cubicBezTo>
                    <a:pt x="0" y="0"/>
                    <a:pt x="0" y="0"/>
                    <a:pt x="0" y="0"/>
                  </a:cubicBezTo>
                  <a:cubicBezTo>
                    <a:pt x="0" y="0"/>
                    <a:pt x="0" y="0"/>
                    <a:pt x="0" y="0"/>
                  </a:cubicBezTo>
                  <a:cubicBezTo>
                    <a:pt x="189" y="0"/>
                    <a:pt x="189" y="0"/>
                    <a:pt x="189" y="0"/>
                  </a:cubicBezTo>
                  <a:cubicBezTo>
                    <a:pt x="189" y="0"/>
                    <a:pt x="189" y="0"/>
                    <a:pt x="189"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9"/>
            <p:cNvSpPr>
              <a:spLocks noEditPoints="1"/>
            </p:cNvSpPr>
            <p:nvPr userDrawn="1"/>
          </p:nvSpPr>
          <p:spPr bwMode="auto">
            <a:xfrm rot="10800000">
              <a:off x="8218559" y="4965158"/>
              <a:ext cx="1088957" cy="544478"/>
            </a:xfrm>
            <a:custGeom>
              <a:avLst/>
              <a:gdLst>
                <a:gd name="T0" fmla="*/ 54 w 1452"/>
                <a:gd name="T1" fmla="*/ 518 h 726"/>
                <a:gd name="T2" fmla="*/ 25 w 1452"/>
                <a:gd name="T3" fmla="*/ 536 h 726"/>
                <a:gd name="T4" fmla="*/ 0 w 1452"/>
                <a:gd name="T5" fmla="*/ 726 h 726"/>
                <a:gd name="T6" fmla="*/ 1 w 1452"/>
                <a:gd name="T7" fmla="*/ 726 h 726"/>
                <a:gd name="T8" fmla="*/ 1 w 1452"/>
                <a:gd name="T9" fmla="*/ 726 h 726"/>
                <a:gd name="T10" fmla="*/ 190 w 1452"/>
                <a:gd name="T11" fmla="*/ 726 h 726"/>
                <a:gd name="T12" fmla="*/ 209 w 1452"/>
                <a:gd name="T13" fmla="*/ 586 h 726"/>
                <a:gd name="T14" fmla="*/ 54 w 1452"/>
                <a:gd name="T15" fmla="*/ 518 h 726"/>
                <a:gd name="T16" fmla="*/ 1303 w 1452"/>
                <a:gd name="T17" fmla="*/ 285 h 726"/>
                <a:gd name="T18" fmla="*/ 1247 w 1452"/>
                <a:gd name="T19" fmla="*/ 346 h 726"/>
                <a:gd name="T20" fmla="*/ 1247 w 1452"/>
                <a:gd name="T21" fmla="*/ 346 h 726"/>
                <a:gd name="T22" fmla="*/ 1166 w 1452"/>
                <a:gd name="T23" fmla="*/ 419 h 726"/>
                <a:gd name="T24" fmla="*/ 1262 w 1452"/>
                <a:gd name="T25" fmla="*/ 726 h 726"/>
                <a:gd name="T26" fmla="*/ 1262 w 1452"/>
                <a:gd name="T27" fmla="*/ 726 h 726"/>
                <a:gd name="T28" fmla="*/ 1262 w 1452"/>
                <a:gd name="T29" fmla="*/ 726 h 726"/>
                <a:gd name="T30" fmla="*/ 1452 w 1452"/>
                <a:gd name="T31" fmla="*/ 726 h 726"/>
                <a:gd name="T32" fmla="*/ 1303 w 1452"/>
                <a:gd name="T33" fmla="*/ 285 h 726"/>
                <a:gd name="T34" fmla="*/ 726 w 1452"/>
                <a:gd name="T35" fmla="*/ 0 h 726"/>
                <a:gd name="T36" fmla="*/ 726 w 1452"/>
                <a:gd name="T37" fmla="*/ 0 h 726"/>
                <a:gd name="T38" fmla="*/ 313 w 1452"/>
                <a:gd name="T39" fmla="*/ 129 h 726"/>
                <a:gd name="T40" fmla="*/ 243 w 1452"/>
                <a:gd name="T41" fmla="*/ 317 h 726"/>
                <a:gd name="T42" fmla="*/ 342 w 1452"/>
                <a:gd name="T43" fmla="*/ 352 h 726"/>
                <a:gd name="T44" fmla="*/ 726 w 1452"/>
                <a:gd name="T45" fmla="*/ 190 h 726"/>
                <a:gd name="T46" fmla="*/ 961 w 1452"/>
                <a:gd name="T47" fmla="*/ 244 h 726"/>
                <a:gd name="T48" fmla="*/ 1061 w 1452"/>
                <a:gd name="T49" fmla="*/ 160 h 726"/>
                <a:gd name="T50" fmla="*/ 1060 w 1452"/>
                <a:gd name="T51" fmla="*/ 159 h 726"/>
                <a:gd name="T52" fmla="*/ 1107 w 1452"/>
                <a:gd name="T53" fmla="*/ 108 h 726"/>
                <a:gd name="T54" fmla="*/ 726 w 1452"/>
                <a:gd name="T55"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52" h="726">
                  <a:moveTo>
                    <a:pt x="54" y="518"/>
                  </a:moveTo>
                  <a:cubicBezTo>
                    <a:pt x="45" y="525"/>
                    <a:pt x="35" y="531"/>
                    <a:pt x="25" y="536"/>
                  </a:cubicBezTo>
                  <a:cubicBezTo>
                    <a:pt x="9" y="597"/>
                    <a:pt x="0" y="660"/>
                    <a:pt x="0" y="726"/>
                  </a:cubicBezTo>
                  <a:cubicBezTo>
                    <a:pt x="1" y="726"/>
                    <a:pt x="1" y="726"/>
                    <a:pt x="1" y="726"/>
                  </a:cubicBezTo>
                  <a:cubicBezTo>
                    <a:pt x="1" y="726"/>
                    <a:pt x="1" y="726"/>
                    <a:pt x="1" y="726"/>
                  </a:cubicBezTo>
                  <a:cubicBezTo>
                    <a:pt x="190" y="726"/>
                    <a:pt x="190" y="726"/>
                    <a:pt x="190" y="726"/>
                  </a:cubicBezTo>
                  <a:cubicBezTo>
                    <a:pt x="190" y="677"/>
                    <a:pt x="197" y="631"/>
                    <a:pt x="209" y="586"/>
                  </a:cubicBezTo>
                  <a:cubicBezTo>
                    <a:pt x="156" y="568"/>
                    <a:pt x="104" y="545"/>
                    <a:pt x="54" y="518"/>
                  </a:cubicBezTo>
                  <a:moveTo>
                    <a:pt x="1303" y="285"/>
                  </a:moveTo>
                  <a:cubicBezTo>
                    <a:pt x="1285" y="306"/>
                    <a:pt x="1266" y="326"/>
                    <a:pt x="1247" y="346"/>
                  </a:cubicBezTo>
                  <a:cubicBezTo>
                    <a:pt x="1247" y="346"/>
                    <a:pt x="1247" y="346"/>
                    <a:pt x="1247" y="346"/>
                  </a:cubicBezTo>
                  <a:cubicBezTo>
                    <a:pt x="1221" y="372"/>
                    <a:pt x="1194" y="397"/>
                    <a:pt x="1166" y="419"/>
                  </a:cubicBezTo>
                  <a:cubicBezTo>
                    <a:pt x="1226" y="506"/>
                    <a:pt x="1262" y="612"/>
                    <a:pt x="1262" y="726"/>
                  </a:cubicBezTo>
                  <a:cubicBezTo>
                    <a:pt x="1262" y="726"/>
                    <a:pt x="1262" y="726"/>
                    <a:pt x="1262" y="726"/>
                  </a:cubicBezTo>
                  <a:cubicBezTo>
                    <a:pt x="1262" y="726"/>
                    <a:pt x="1262" y="726"/>
                    <a:pt x="1262" y="726"/>
                  </a:cubicBezTo>
                  <a:cubicBezTo>
                    <a:pt x="1452" y="726"/>
                    <a:pt x="1452" y="726"/>
                    <a:pt x="1452" y="726"/>
                  </a:cubicBezTo>
                  <a:cubicBezTo>
                    <a:pt x="1452" y="560"/>
                    <a:pt x="1396" y="407"/>
                    <a:pt x="1303" y="285"/>
                  </a:cubicBezTo>
                  <a:moveTo>
                    <a:pt x="726" y="0"/>
                  </a:moveTo>
                  <a:cubicBezTo>
                    <a:pt x="726" y="0"/>
                    <a:pt x="726" y="0"/>
                    <a:pt x="726" y="0"/>
                  </a:cubicBezTo>
                  <a:cubicBezTo>
                    <a:pt x="573" y="0"/>
                    <a:pt x="430" y="47"/>
                    <a:pt x="313" y="129"/>
                  </a:cubicBezTo>
                  <a:cubicBezTo>
                    <a:pt x="301" y="196"/>
                    <a:pt x="277" y="260"/>
                    <a:pt x="243" y="317"/>
                  </a:cubicBezTo>
                  <a:cubicBezTo>
                    <a:pt x="276" y="331"/>
                    <a:pt x="309" y="343"/>
                    <a:pt x="342" y="352"/>
                  </a:cubicBezTo>
                  <a:cubicBezTo>
                    <a:pt x="440" y="252"/>
                    <a:pt x="576" y="190"/>
                    <a:pt x="726" y="190"/>
                  </a:cubicBezTo>
                  <a:cubicBezTo>
                    <a:pt x="810" y="190"/>
                    <a:pt x="890" y="209"/>
                    <a:pt x="961" y="244"/>
                  </a:cubicBezTo>
                  <a:cubicBezTo>
                    <a:pt x="996" y="219"/>
                    <a:pt x="1029" y="191"/>
                    <a:pt x="1061" y="160"/>
                  </a:cubicBezTo>
                  <a:cubicBezTo>
                    <a:pt x="1060" y="159"/>
                    <a:pt x="1060" y="159"/>
                    <a:pt x="1060" y="159"/>
                  </a:cubicBezTo>
                  <a:cubicBezTo>
                    <a:pt x="1077" y="143"/>
                    <a:pt x="1093" y="126"/>
                    <a:pt x="1107" y="108"/>
                  </a:cubicBezTo>
                  <a:cubicBezTo>
                    <a:pt x="996" y="39"/>
                    <a:pt x="866" y="0"/>
                    <a:pt x="72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21"/>
            <p:cNvSpPr>
              <a:spLocks noEditPoints="1"/>
            </p:cNvSpPr>
            <p:nvPr userDrawn="1"/>
          </p:nvSpPr>
          <p:spPr bwMode="auto">
            <a:xfrm rot="10800000">
              <a:off x="8218560" y="4965158"/>
              <a:ext cx="1088498" cy="0"/>
            </a:xfrm>
            <a:custGeom>
              <a:avLst/>
              <a:gdLst>
                <a:gd name="T0" fmla="*/ 189 w 1451"/>
                <a:gd name="T1" fmla="*/ 0 w 1451"/>
                <a:gd name="T2" fmla="*/ 0 w 1451"/>
                <a:gd name="T3" fmla="*/ 189 w 1451"/>
                <a:gd name="T4" fmla="*/ 189 w 1451"/>
                <a:gd name="T5" fmla="*/ 1451 w 1451"/>
                <a:gd name="T6" fmla="*/ 1261 w 1451"/>
                <a:gd name="T7" fmla="*/ 1261 w 1451"/>
                <a:gd name="T8" fmla="*/ 1451 w 1451"/>
                <a:gd name="T9" fmla="*/ 1451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89" y="0"/>
                  </a:moveTo>
                  <a:cubicBezTo>
                    <a:pt x="0" y="0"/>
                    <a:pt x="0" y="0"/>
                    <a:pt x="0" y="0"/>
                  </a:cubicBezTo>
                  <a:cubicBezTo>
                    <a:pt x="0" y="0"/>
                    <a:pt x="0" y="0"/>
                    <a:pt x="0" y="0"/>
                  </a:cubicBezTo>
                  <a:cubicBezTo>
                    <a:pt x="189" y="0"/>
                    <a:pt x="189" y="0"/>
                    <a:pt x="189" y="0"/>
                  </a:cubicBezTo>
                  <a:cubicBezTo>
                    <a:pt x="189" y="0"/>
                    <a:pt x="189" y="0"/>
                    <a:pt x="189" y="0"/>
                  </a:cubicBezTo>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22"/>
            <p:cNvSpPr>
              <a:spLocks noEditPoints="1"/>
            </p:cNvSpPr>
            <p:nvPr userDrawn="1"/>
          </p:nvSpPr>
          <p:spPr bwMode="auto">
            <a:xfrm rot="10800000">
              <a:off x="8950346" y="4267803"/>
              <a:ext cx="589011" cy="556415"/>
            </a:xfrm>
            <a:custGeom>
              <a:avLst/>
              <a:gdLst>
                <a:gd name="T0" fmla="*/ 731 w 785"/>
                <a:gd name="T1" fmla="*/ 589 h 742"/>
                <a:gd name="T2" fmla="*/ 678 w 785"/>
                <a:gd name="T3" fmla="*/ 633 h 742"/>
                <a:gd name="T4" fmla="*/ 785 w 785"/>
                <a:gd name="T5" fmla="*/ 642 h 742"/>
                <a:gd name="T6" fmla="*/ 731 w 785"/>
                <a:gd name="T7" fmla="*/ 589 h 742"/>
                <a:gd name="T8" fmla="*/ 2 w 785"/>
                <a:gd name="T9" fmla="*/ 332 h 742"/>
                <a:gd name="T10" fmla="*/ 142 w 785"/>
                <a:gd name="T11" fmla="*/ 678 h 742"/>
                <a:gd name="T12" fmla="*/ 222 w 785"/>
                <a:gd name="T13" fmla="*/ 742 h 742"/>
                <a:gd name="T14" fmla="*/ 375 w 785"/>
                <a:gd name="T15" fmla="*/ 676 h 742"/>
                <a:gd name="T16" fmla="*/ 231 w 785"/>
                <a:gd name="T17" fmla="*/ 589 h 742"/>
                <a:gd name="T18" fmla="*/ 128 w 785"/>
                <a:gd name="T19" fmla="*/ 359 h 742"/>
                <a:gd name="T20" fmla="*/ 2 w 785"/>
                <a:gd name="T21" fmla="*/ 332 h 742"/>
                <a:gd name="T22" fmla="*/ 142 w 785"/>
                <a:gd name="T23" fmla="*/ 0 h 742"/>
                <a:gd name="T24" fmla="*/ 42 w 785"/>
                <a:gd name="T25" fmla="*/ 145 h 742"/>
                <a:gd name="T26" fmla="*/ 169 w 785"/>
                <a:gd name="T27" fmla="*/ 172 h 742"/>
                <a:gd name="T28" fmla="*/ 231 w 785"/>
                <a:gd name="T29" fmla="*/ 89 h 742"/>
                <a:gd name="T30" fmla="*/ 231 w 785"/>
                <a:gd name="T31" fmla="*/ 88 h 742"/>
                <a:gd name="T32" fmla="*/ 231 w 785"/>
                <a:gd name="T33" fmla="*/ 88 h 742"/>
                <a:gd name="T34" fmla="*/ 142 w 785"/>
                <a:gd name="T35"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5" h="742">
                  <a:moveTo>
                    <a:pt x="731" y="589"/>
                  </a:moveTo>
                  <a:cubicBezTo>
                    <a:pt x="715" y="606"/>
                    <a:pt x="697" y="620"/>
                    <a:pt x="678" y="633"/>
                  </a:cubicBezTo>
                  <a:cubicBezTo>
                    <a:pt x="714" y="634"/>
                    <a:pt x="749" y="637"/>
                    <a:pt x="785" y="642"/>
                  </a:cubicBezTo>
                  <a:cubicBezTo>
                    <a:pt x="731" y="589"/>
                    <a:pt x="731" y="589"/>
                    <a:pt x="731" y="589"/>
                  </a:cubicBezTo>
                  <a:moveTo>
                    <a:pt x="2" y="332"/>
                  </a:moveTo>
                  <a:cubicBezTo>
                    <a:pt x="0" y="457"/>
                    <a:pt x="47" y="582"/>
                    <a:pt x="142" y="678"/>
                  </a:cubicBezTo>
                  <a:cubicBezTo>
                    <a:pt x="167" y="703"/>
                    <a:pt x="194" y="724"/>
                    <a:pt x="222" y="742"/>
                  </a:cubicBezTo>
                  <a:cubicBezTo>
                    <a:pt x="271" y="715"/>
                    <a:pt x="323" y="693"/>
                    <a:pt x="375" y="676"/>
                  </a:cubicBezTo>
                  <a:cubicBezTo>
                    <a:pt x="322" y="660"/>
                    <a:pt x="273" y="631"/>
                    <a:pt x="231" y="589"/>
                  </a:cubicBezTo>
                  <a:cubicBezTo>
                    <a:pt x="167" y="525"/>
                    <a:pt x="133" y="443"/>
                    <a:pt x="128" y="359"/>
                  </a:cubicBezTo>
                  <a:cubicBezTo>
                    <a:pt x="87" y="345"/>
                    <a:pt x="44" y="336"/>
                    <a:pt x="2" y="332"/>
                  </a:cubicBezTo>
                  <a:moveTo>
                    <a:pt x="142" y="0"/>
                  </a:moveTo>
                  <a:cubicBezTo>
                    <a:pt x="99" y="43"/>
                    <a:pt x="65" y="93"/>
                    <a:pt x="42" y="145"/>
                  </a:cubicBezTo>
                  <a:cubicBezTo>
                    <a:pt x="85" y="151"/>
                    <a:pt x="127" y="160"/>
                    <a:pt x="169" y="172"/>
                  </a:cubicBezTo>
                  <a:cubicBezTo>
                    <a:pt x="185" y="142"/>
                    <a:pt x="205" y="114"/>
                    <a:pt x="231" y="89"/>
                  </a:cubicBezTo>
                  <a:cubicBezTo>
                    <a:pt x="231" y="88"/>
                    <a:pt x="231" y="88"/>
                    <a:pt x="231" y="88"/>
                  </a:cubicBezTo>
                  <a:cubicBezTo>
                    <a:pt x="231" y="88"/>
                    <a:pt x="231" y="88"/>
                    <a:pt x="231" y="88"/>
                  </a:cubicBezTo>
                  <a:cubicBezTo>
                    <a:pt x="142" y="0"/>
                    <a:pt x="142" y="0"/>
                    <a:pt x="14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3"/>
            <p:cNvSpPr>
              <a:spLocks/>
            </p:cNvSpPr>
            <p:nvPr userDrawn="1"/>
          </p:nvSpPr>
          <p:spPr bwMode="auto">
            <a:xfrm rot="10800000">
              <a:off x="9412648" y="4555193"/>
              <a:ext cx="125331" cy="160222"/>
            </a:xfrm>
            <a:custGeom>
              <a:avLst/>
              <a:gdLst>
                <a:gd name="T0" fmla="*/ 40 w 167"/>
                <a:gd name="T1" fmla="*/ 0 h 214"/>
                <a:gd name="T2" fmla="*/ 0 w 167"/>
                <a:gd name="T3" fmla="*/ 187 h 214"/>
                <a:gd name="T4" fmla="*/ 126 w 167"/>
                <a:gd name="T5" fmla="*/ 214 h 214"/>
                <a:gd name="T6" fmla="*/ 167 w 167"/>
                <a:gd name="T7" fmla="*/ 27 h 214"/>
                <a:gd name="T8" fmla="*/ 40 w 167"/>
                <a:gd name="T9" fmla="*/ 0 h 214"/>
              </a:gdLst>
              <a:ahLst/>
              <a:cxnLst>
                <a:cxn ang="0">
                  <a:pos x="T0" y="T1"/>
                </a:cxn>
                <a:cxn ang="0">
                  <a:pos x="T2" y="T3"/>
                </a:cxn>
                <a:cxn ang="0">
                  <a:pos x="T4" y="T5"/>
                </a:cxn>
                <a:cxn ang="0">
                  <a:pos x="T6" y="T7"/>
                </a:cxn>
                <a:cxn ang="0">
                  <a:pos x="T8" y="T9"/>
                </a:cxn>
              </a:cxnLst>
              <a:rect l="0" t="0" r="r" b="b"/>
              <a:pathLst>
                <a:path w="167" h="214">
                  <a:moveTo>
                    <a:pt x="40" y="0"/>
                  </a:moveTo>
                  <a:cubicBezTo>
                    <a:pt x="14" y="60"/>
                    <a:pt x="1" y="123"/>
                    <a:pt x="0" y="187"/>
                  </a:cubicBezTo>
                  <a:cubicBezTo>
                    <a:pt x="42" y="191"/>
                    <a:pt x="85" y="200"/>
                    <a:pt x="126" y="214"/>
                  </a:cubicBezTo>
                  <a:cubicBezTo>
                    <a:pt x="122" y="150"/>
                    <a:pt x="136" y="85"/>
                    <a:pt x="167" y="27"/>
                  </a:cubicBezTo>
                  <a:cubicBezTo>
                    <a:pt x="125" y="15"/>
                    <a:pt x="83" y="6"/>
                    <a:pt x="4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27"/>
            <p:cNvSpPr>
              <a:spLocks/>
            </p:cNvSpPr>
            <p:nvPr userDrawn="1"/>
          </p:nvSpPr>
          <p:spPr bwMode="auto">
            <a:xfrm rot="10800000">
              <a:off x="8907651" y="4316466"/>
              <a:ext cx="42695" cy="26168"/>
            </a:xfrm>
            <a:custGeom>
              <a:avLst/>
              <a:gdLst>
                <a:gd name="T0" fmla="*/ 0 w 57"/>
                <a:gd name="T1" fmla="*/ 0 h 35"/>
                <a:gd name="T2" fmla="*/ 35 w 57"/>
                <a:gd name="T3" fmla="*/ 35 h 35"/>
                <a:gd name="T4" fmla="*/ 57 w 57"/>
                <a:gd name="T5" fmla="*/ 11 h 35"/>
                <a:gd name="T6" fmla="*/ 0 w 57"/>
                <a:gd name="T7" fmla="*/ 0 h 35"/>
              </a:gdLst>
              <a:ahLst/>
              <a:cxnLst>
                <a:cxn ang="0">
                  <a:pos x="T0" y="T1"/>
                </a:cxn>
                <a:cxn ang="0">
                  <a:pos x="T2" y="T3"/>
                </a:cxn>
                <a:cxn ang="0">
                  <a:pos x="T4" y="T5"/>
                </a:cxn>
                <a:cxn ang="0">
                  <a:pos x="T6" y="T7"/>
                </a:cxn>
              </a:cxnLst>
              <a:rect l="0" t="0" r="r" b="b"/>
              <a:pathLst>
                <a:path w="57" h="35">
                  <a:moveTo>
                    <a:pt x="0" y="0"/>
                  </a:moveTo>
                  <a:cubicBezTo>
                    <a:pt x="35" y="35"/>
                    <a:pt x="35" y="35"/>
                    <a:pt x="35" y="35"/>
                  </a:cubicBezTo>
                  <a:cubicBezTo>
                    <a:pt x="43" y="27"/>
                    <a:pt x="50" y="19"/>
                    <a:pt x="57" y="11"/>
                  </a:cubicBezTo>
                  <a:cubicBezTo>
                    <a:pt x="38" y="7"/>
                    <a:pt x="19" y="3"/>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28"/>
            <p:cNvSpPr>
              <a:spLocks noEditPoints="1"/>
            </p:cNvSpPr>
            <p:nvPr userDrawn="1"/>
          </p:nvSpPr>
          <p:spPr bwMode="auto">
            <a:xfrm rot="10800000">
              <a:off x="8819506" y="4428025"/>
              <a:ext cx="484338" cy="501784"/>
            </a:xfrm>
            <a:custGeom>
              <a:avLst/>
              <a:gdLst>
                <a:gd name="T0" fmla="*/ 519 w 646"/>
                <a:gd name="T1" fmla="*/ 449 h 669"/>
                <a:gd name="T2" fmla="*/ 483 w 646"/>
                <a:gd name="T3" fmla="*/ 638 h 669"/>
                <a:gd name="T4" fmla="*/ 607 w 646"/>
                <a:gd name="T5" fmla="*/ 669 h 669"/>
                <a:gd name="T6" fmla="*/ 646 w 646"/>
                <a:gd name="T7" fmla="*/ 483 h 669"/>
                <a:gd name="T8" fmla="*/ 519 w 646"/>
                <a:gd name="T9" fmla="*/ 449 h 669"/>
                <a:gd name="T10" fmla="*/ 167 w 646"/>
                <a:gd name="T11" fmla="*/ 0 h 669"/>
                <a:gd name="T12" fmla="*/ 0 w 646"/>
                <a:gd name="T13" fmla="*/ 30 h 669"/>
                <a:gd name="T14" fmla="*/ 24 w 646"/>
                <a:gd name="T15" fmla="*/ 155 h 669"/>
                <a:gd name="T16" fmla="*/ 167 w 646"/>
                <a:gd name="T17" fmla="*/ 126 h 669"/>
                <a:gd name="T18" fmla="*/ 216 w 646"/>
                <a:gd name="T19" fmla="*/ 129 h 669"/>
                <a:gd name="T20" fmla="*/ 188 w 646"/>
                <a:gd name="T21" fmla="*/ 1 h 669"/>
                <a:gd name="T22" fmla="*/ 167 w 646"/>
                <a:gd name="T23" fmla="*/ 0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6" h="669">
                  <a:moveTo>
                    <a:pt x="519" y="449"/>
                  </a:moveTo>
                  <a:cubicBezTo>
                    <a:pt x="525" y="513"/>
                    <a:pt x="513" y="579"/>
                    <a:pt x="483" y="638"/>
                  </a:cubicBezTo>
                  <a:cubicBezTo>
                    <a:pt x="523" y="652"/>
                    <a:pt x="564" y="663"/>
                    <a:pt x="607" y="669"/>
                  </a:cubicBezTo>
                  <a:cubicBezTo>
                    <a:pt x="633" y="610"/>
                    <a:pt x="646" y="547"/>
                    <a:pt x="646" y="483"/>
                  </a:cubicBezTo>
                  <a:cubicBezTo>
                    <a:pt x="602" y="477"/>
                    <a:pt x="559" y="465"/>
                    <a:pt x="519" y="449"/>
                  </a:cubicBezTo>
                  <a:moveTo>
                    <a:pt x="167" y="0"/>
                  </a:moveTo>
                  <a:cubicBezTo>
                    <a:pt x="110" y="0"/>
                    <a:pt x="54" y="10"/>
                    <a:pt x="0" y="30"/>
                  </a:cubicBezTo>
                  <a:cubicBezTo>
                    <a:pt x="4" y="73"/>
                    <a:pt x="13" y="115"/>
                    <a:pt x="24" y="155"/>
                  </a:cubicBezTo>
                  <a:cubicBezTo>
                    <a:pt x="70" y="136"/>
                    <a:pt x="118" y="126"/>
                    <a:pt x="167" y="126"/>
                  </a:cubicBezTo>
                  <a:cubicBezTo>
                    <a:pt x="183" y="126"/>
                    <a:pt x="199" y="127"/>
                    <a:pt x="216" y="129"/>
                  </a:cubicBezTo>
                  <a:cubicBezTo>
                    <a:pt x="201" y="88"/>
                    <a:pt x="192" y="45"/>
                    <a:pt x="188" y="1"/>
                  </a:cubicBezTo>
                  <a:cubicBezTo>
                    <a:pt x="181" y="0"/>
                    <a:pt x="174" y="0"/>
                    <a:pt x="16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29"/>
            <p:cNvSpPr>
              <a:spLocks noEditPoints="1"/>
            </p:cNvSpPr>
            <p:nvPr userDrawn="1"/>
          </p:nvSpPr>
          <p:spPr bwMode="auto">
            <a:xfrm rot="10800000">
              <a:off x="8950346" y="4342635"/>
              <a:ext cx="482502" cy="481584"/>
            </a:xfrm>
            <a:custGeom>
              <a:avLst/>
              <a:gdLst>
                <a:gd name="T0" fmla="*/ 589 w 643"/>
                <a:gd name="T1" fmla="*/ 589 h 642"/>
                <a:gd name="T2" fmla="*/ 589 w 643"/>
                <a:gd name="T3" fmla="*/ 589 h 642"/>
                <a:gd name="T4" fmla="*/ 643 w 643"/>
                <a:gd name="T5" fmla="*/ 642 h 642"/>
                <a:gd name="T6" fmla="*/ 643 w 643"/>
                <a:gd name="T7" fmla="*/ 642 h 642"/>
                <a:gd name="T8" fmla="*/ 589 w 643"/>
                <a:gd name="T9" fmla="*/ 589 h 642"/>
                <a:gd name="T10" fmla="*/ 0 w 643"/>
                <a:gd name="T11" fmla="*/ 0 h 642"/>
                <a:gd name="T12" fmla="*/ 0 w 643"/>
                <a:gd name="T13" fmla="*/ 0 h 642"/>
                <a:gd name="T14" fmla="*/ 89 w 643"/>
                <a:gd name="T15" fmla="*/ 88 h 642"/>
                <a:gd name="T16" fmla="*/ 89 w 643"/>
                <a:gd name="T17" fmla="*/ 88 h 642"/>
                <a:gd name="T18" fmla="*/ 0 w 643"/>
                <a:gd name="T19"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3" h="642">
                  <a:moveTo>
                    <a:pt x="589" y="589"/>
                  </a:moveTo>
                  <a:cubicBezTo>
                    <a:pt x="589" y="589"/>
                    <a:pt x="589" y="589"/>
                    <a:pt x="589" y="589"/>
                  </a:cubicBezTo>
                  <a:cubicBezTo>
                    <a:pt x="643" y="642"/>
                    <a:pt x="643" y="642"/>
                    <a:pt x="643" y="642"/>
                  </a:cubicBezTo>
                  <a:cubicBezTo>
                    <a:pt x="643" y="642"/>
                    <a:pt x="643" y="642"/>
                    <a:pt x="643" y="642"/>
                  </a:cubicBezTo>
                  <a:cubicBezTo>
                    <a:pt x="589" y="589"/>
                    <a:pt x="589" y="589"/>
                    <a:pt x="589" y="589"/>
                  </a:cubicBezTo>
                  <a:moveTo>
                    <a:pt x="0" y="0"/>
                  </a:moveTo>
                  <a:cubicBezTo>
                    <a:pt x="0" y="0"/>
                    <a:pt x="0" y="0"/>
                    <a:pt x="0" y="0"/>
                  </a:cubicBezTo>
                  <a:cubicBezTo>
                    <a:pt x="89" y="88"/>
                    <a:pt x="89" y="88"/>
                    <a:pt x="89" y="88"/>
                  </a:cubicBezTo>
                  <a:cubicBezTo>
                    <a:pt x="89" y="88"/>
                    <a:pt x="89" y="88"/>
                    <a:pt x="89" y="88"/>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30"/>
            <p:cNvSpPr>
              <a:spLocks/>
            </p:cNvSpPr>
            <p:nvPr userDrawn="1"/>
          </p:nvSpPr>
          <p:spPr bwMode="auto">
            <a:xfrm rot="10800000">
              <a:off x="8924177" y="4316466"/>
              <a:ext cx="26168" cy="26168"/>
            </a:xfrm>
            <a:custGeom>
              <a:avLst/>
              <a:gdLst>
                <a:gd name="T0" fmla="*/ 0 w 35"/>
                <a:gd name="T1" fmla="*/ 0 h 35"/>
                <a:gd name="T2" fmla="*/ 35 w 35"/>
                <a:gd name="T3" fmla="*/ 35 h 35"/>
                <a:gd name="T4" fmla="*/ 35 w 35"/>
                <a:gd name="T5" fmla="*/ 35 h 35"/>
                <a:gd name="T6" fmla="*/ 0 w 35"/>
                <a:gd name="T7" fmla="*/ 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cubicBezTo>
                    <a:pt x="35" y="35"/>
                    <a:pt x="35" y="35"/>
                    <a:pt x="35" y="35"/>
                  </a:cubicBezTo>
                  <a:cubicBezTo>
                    <a:pt x="35" y="35"/>
                    <a:pt x="35" y="35"/>
                    <a:pt x="35" y="35"/>
                  </a:cubicBezTo>
                  <a:cubicBezTo>
                    <a:pt x="0" y="0"/>
                    <a:pt x="0" y="0"/>
                    <a:pt x="0" y="0"/>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31"/>
            <p:cNvSpPr>
              <a:spLocks noEditPoints="1"/>
            </p:cNvSpPr>
            <p:nvPr userDrawn="1"/>
          </p:nvSpPr>
          <p:spPr bwMode="auto">
            <a:xfrm rot="10800000">
              <a:off x="9684428" y="4206744"/>
              <a:ext cx="648692" cy="576156"/>
            </a:xfrm>
            <a:custGeom>
              <a:avLst/>
              <a:gdLst>
                <a:gd name="T0" fmla="*/ 776 w 865"/>
                <a:gd name="T1" fmla="*/ 589 h 768"/>
                <a:gd name="T2" fmla="*/ 526 w 865"/>
                <a:gd name="T3" fmla="*/ 692 h 768"/>
                <a:gd name="T4" fmla="*/ 490 w 865"/>
                <a:gd name="T5" fmla="*/ 690 h 768"/>
                <a:gd name="T6" fmla="*/ 478 w 865"/>
                <a:gd name="T7" fmla="*/ 768 h 768"/>
                <a:gd name="T8" fmla="*/ 642 w 865"/>
                <a:gd name="T9" fmla="*/ 749 h 768"/>
                <a:gd name="T10" fmla="*/ 758 w 865"/>
                <a:gd name="T11" fmla="*/ 758 h 768"/>
                <a:gd name="T12" fmla="*/ 865 w 865"/>
                <a:gd name="T13" fmla="*/ 677 h 768"/>
                <a:gd name="T14" fmla="*/ 865 w 865"/>
                <a:gd name="T15" fmla="*/ 677 h 768"/>
                <a:gd name="T16" fmla="*/ 865 w 865"/>
                <a:gd name="T17" fmla="*/ 677 h 768"/>
                <a:gd name="T18" fmla="*/ 776 w 865"/>
                <a:gd name="T19" fmla="*/ 589 h 768"/>
                <a:gd name="T20" fmla="*/ 187 w 865"/>
                <a:gd name="T21" fmla="*/ 0 h 768"/>
                <a:gd name="T22" fmla="*/ 187 w 865"/>
                <a:gd name="T23" fmla="*/ 677 h 768"/>
                <a:gd name="T24" fmla="*/ 288 w 865"/>
                <a:gd name="T25" fmla="*/ 755 h 768"/>
                <a:gd name="T26" fmla="*/ 311 w 865"/>
                <a:gd name="T27" fmla="*/ 620 h 768"/>
                <a:gd name="T28" fmla="*/ 276 w 865"/>
                <a:gd name="T29" fmla="*/ 589 h 768"/>
                <a:gd name="T30" fmla="*/ 276 w 865"/>
                <a:gd name="T31" fmla="*/ 88 h 768"/>
                <a:gd name="T32" fmla="*/ 276 w 865"/>
                <a:gd name="T33" fmla="*/ 88 h 768"/>
                <a:gd name="T34" fmla="*/ 276 w 865"/>
                <a:gd name="T35" fmla="*/ 88 h 768"/>
                <a:gd name="T36" fmla="*/ 187 w 865"/>
                <a:gd name="T37"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5" h="768">
                  <a:moveTo>
                    <a:pt x="776" y="589"/>
                  </a:moveTo>
                  <a:cubicBezTo>
                    <a:pt x="707" y="658"/>
                    <a:pt x="617" y="692"/>
                    <a:pt x="526" y="692"/>
                  </a:cubicBezTo>
                  <a:cubicBezTo>
                    <a:pt x="514" y="692"/>
                    <a:pt x="502" y="692"/>
                    <a:pt x="490" y="690"/>
                  </a:cubicBezTo>
                  <a:cubicBezTo>
                    <a:pt x="484" y="716"/>
                    <a:pt x="480" y="742"/>
                    <a:pt x="478" y="768"/>
                  </a:cubicBezTo>
                  <a:cubicBezTo>
                    <a:pt x="532" y="755"/>
                    <a:pt x="587" y="749"/>
                    <a:pt x="642" y="749"/>
                  </a:cubicBezTo>
                  <a:cubicBezTo>
                    <a:pt x="681" y="749"/>
                    <a:pt x="720" y="752"/>
                    <a:pt x="758" y="758"/>
                  </a:cubicBezTo>
                  <a:cubicBezTo>
                    <a:pt x="796" y="737"/>
                    <a:pt x="832" y="710"/>
                    <a:pt x="865" y="677"/>
                  </a:cubicBezTo>
                  <a:cubicBezTo>
                    <a:pt x="865" y="677"/>
                    <a:pt x="865" y="677"/>
                    <a:pt x="865" y="677"/>
                  </a:cubicBezTo>
                  <a:cubicBezTo>
                    <a:pt x="865" y="677"/>
                    <a:pt x="865" y="677"/>
                    <a:pt x="865" y="677"/>
                  </a:cubicBezTo>
                  <a:cubicBezTo>
                    <a:pt x="776" y="589"/>
                    <a:pt x="776" y="589"/>
                    <a:pt x="776" y="589"/>
                  </a:cubicBezTo>
                  <a:moveTo>
                    <a:pt x="187" y="0"/>
                  </a:moveTo>
                  <a:cubicBezTo>
                    <a:pt x="0" y="187"/>
                    <a:pt x="0" y="490"/>
                    <a:pt x="187" y="677"/>
                  </a:cubicBezTo>
                  <a:cubicBezTo>
                    <a:pt x="218" y="708"/>
                    <a:pt x="252" y="734"/>
                    <a:pt x="288" y="755"/>
                  </a:cubicBezTo>
                  <a:cubicBezTo>
                    <a:pt x="291" y="709"/>
                    <a:pt x="299" y="664"/>
                    <a:pt x="311" y="620"/>
                  </a:cubicBezTo>
                  <a:cubicBezTo>
                    <a:pt x="299" y="610"/>
                    <a:pt x="287" y="600"/>
                    <a:pt x="276" y="589"/>
                  </a:cubicBezTo>
                  <a:cubicBezTo>
                    <a:pt x="138" y="450"/>
                    <a:pt x="138" y="226"/>
                    <a:pt x="276" y="88"/>
                  </a:cubicBezTo>
                  <a:cubicBezTo>
                    <a:pt x="276" y="88"/>
                    <a:pt x="276" y="88"/>
                    <a:pt x="276" y="88"/>
                  </a:cubicBezTo>
                  <a:cubicBezTo>
                    <a:pt x="276" y="88"/>
                    <a:pt x="276" y="88"/>
                    <a:pt x="276" y="88"/>
                  </a:cubicBezTo>
                  <a:cubicBezTo>
                    <a:pt x="187" y="0"/>
                    <a:pt x="187" y="0"/>
                    <a:pt x="18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35"/>
            <p:cNvSpPr>
              <a:spLocks/>
            </p:cNvSpPr>
            <p:nvPr userDrawn="1"/>
          </p:nvSpPr>
          <p:spPr bwMode="auto">
            <a:xfrm rot="10800000">
              <a:off x="9744110" y="4831563"/>
              <a:ext cx="41318" cy="23414"/>
            </a:xfrm>
            <a:custGeom>
              <a:avLst/>
              <a:gdLst>
                <a:gd name="T0" fmla="*/ 0 w 55"/>
                <a:gd name="T1" fmla="*/ 0 h 31"/>
                <a:gd name="T2" fmla="*/ 55 w 55"/>
                <a:gd name="T3" fmla="*/ 31 h 31"/>
                <a:gd name="T4" fmla="*/ 0 w 55"/>
                <a:gd name="T5" fmla="*/ 0 h 31"/>
              </a:gdLst>
              <a:ahLst/>
              <a:cxnLst>
                <a:cxn ang="0">
                  <a:pos x="T0" y="T1"/>
                </a:cxn>
                <a:cxn ang="0">
                  <a:pos x="T2" y="T3"/>
                </a:cxn>
                <a:cxn ang="0">
                  <a:pos x="T4" y="T5"/>
                </a:cxn>
              </a:cxnLst>
              <a:rect l="0" t="0" r="r" b="b"/>
              <a:pathLst>
                <a:path w="55" h="31">
                  <a:moveTo>
                    <a:pt x="0" y="0"/>
                  </a:moveTo>
                  <a:cubicBezTo>
                    <a:pt x="17" y="12"/>
                    <a:pt x="36" y="23"/>
                    <a:pt x="55" y="31"/>
                  </a:cubicBezTo>
                  <a:cubicBezTo>
                    <a:pt x="37" y="20"/>
                    <a:pt x="19" y="9"/>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36"/>
            <p:cNvSpPr>
              <a:spLocks noEditPoints="1"/>
            </p:cNvSpPr>
            <p:nvPr userDrawn="1"/>
          </p:nvSpPr>
          <p:spPr bwMode="auto">
            <a:xfrm rot="10800000">
              <a:off x="9684428" y="4275149"/>
              <a:ext cx="508211" cy="508670"/>
            </a:xfrm>
            <a:custGeom>
              <a:avLst/>
              <a:gdLst>
                <a:gd name="T0" fmla="*/ 589 w 678"/>
                <a:gd name="T1" fmla="*/ 590 h 678"/>
                <a:gd name="T2" fmla="*/ 589 w 678"/>
                <a:gd name="T3" fmla="*/ 590 h 678"/>
                <a:gd name="T4" fmla="*/ 678 w 678"/>
                <a:gd name="T5" fmla="*/ 678 h 678"/>
                <a:gd name="T6" fmla="*/ 678 w 678"/>
                <a:gd name="T7" fmla="*/ 678 h 678"/>
                <a:gd name="T8" fmla="*/ 589 w 678"/>
                <a:gd name="T9" fmla="*/ 590 h 678"/>
                <a:gd name="T10" fmla="*/ 0 w 678"/>
                <a:gd name="T11" fmla="*/ 0 h 678"/>
                <a:gd name="T12" fmla="*/ 0 w 678"/>
                <a:gd name="T13" fmla="*/ 1 h 678"/>
                <a:gd name="T14" fmla="*/ 89 w 678"/>
                <a:gd name="T15" fmla="*/ 89 h 678"/>
                <a:gd name="T16" fmla="*/ 89 w 678"/>
                <a:gd name="T17" fmla="*/ 89 h 678"/>
                <a:gd name="T18" fmla="*/ 0 w 678"/>
                <a:gd name="T19" fmla="*/ 0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8" h="678">
                  <a:moveTo>
                    <a:pt x="589" y="590"/>
                  </a:moveTo>
                  <a:cubicBezTo>
                    <a:pt x="589" y="590"/>
                    <a:pt x="589" y="590"/>
                    <a:pt x="589" y="590"/>
                  </a:cubicBezTo>
                  <a:cubicBezTo>
                    <a:pt x="678" y="678"/>
                    <a:pt x="678" y="678"/>
                    <a:pt x="678" y="678"/>
                  </a:cubicBezTo>
                  <a:cubicBezTo>
                    <a:pt x="678" y="678"/>
                    <a:pt x="678" y="678"/>
                    <a:pt x="678" y="678"/>
                  </a:cubicBezTo>
                  <a:cubicBezTo>
                    <a:pt x="589" y="590"/>
                    <a:pt x="589" y="590"/>
                    <a:pt x="589" y="590"/>
                  </a:cubicBezTo>
                  <a:moveTo>
                    <a:pt x="0" y="0"/>
                  </a:moveTo>
                  <a:cubicBezTo>
                    <a:pt x="0" y="0"/>
                    <a:pt x="0" y="1"/>
                    <a:pt x="0" y="1"/>
                  </a:cubicBezTo>
                  <a:cubicBezTo>
                    <a:pt x="89" y="89"/>
                    <a:pt x="89" y="89"/>
                    <a:pt x="89" y="89"/>
                  </a:cubicBezTo>
                  <a:cubicBezTo>
                    <a:pt x="89" y="89"/>
                    <a:pt x="89" y="89"/>
                    <a:pt x="89" y="89"/>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37"/>
            <p:cNvSpPr>
              <a:spLocks/>
            </p:cNvSpPr>
            <p:nvPr userDrawn="1"/>
          </p:nvSpPr>
          <p:spPr bwMode="auto">
            <a:xfrm rot="10800000">
              <a:off x="10830312" y="3605340"/>
              <a:ext cx="283717" cy="392979"/>
            </a:xfrm>
            <a:custGeom>
              <a:avLst/>
              <a:gdLst>
                <a:gd name="T0" fmla="*/ 118 w 378"/>
                <a:gd name="T1" fmla="*/ 0 h 524"/>
                <a:gd name="T2" fmla="*/ 128 w 378"/>
                <a:gd name="T3" fmla="*/ 439 h 524"/>
                <a:gd name="T4" fmla="*/ 327 w 378"/>
                <a:gd name="T5" fmla="*/ 524 h 524"/>
                <a:gd name="T6" fmla="*/ 378 w 378"/>
                <a:gd name="T7" fmla="*/ 441 h 524"/>
                <a:gd name="T8" fmla="*/ 342 w 378"/>
                <a:gd name="T9" fmla="*/ 444 h 524"/>
                <a:gd name="T10" fmla="*/ 184 w 378"/>
                <a:gd name="T11" fmla="*/ 380 h 524"/>
                <a:gd name="T12" fmla="*/ 177 w 378"/>
                <a:gd name="T13" fmla="*/ 56 h 524"/>
                <a:gd name="T14" fmla="*/ 177 w 378"/>
                <a:gd name="T15" fmla="*/ 56 h 524"/>
                <a:gd name="T16" fmla="*/ 177 w 378"/>
                <a:gd name="T17" fmla="*/ 56 h 524"/>
                <a:gd name="T18" fmla="*/ 118 w 378"/>
                <a:gd name="T19"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8" h="524">
                  <a:moveTo>
                    <a:pt x="118" y="0"/>
                  </a:moveTo>
                  <a:cubicBezTo>
                    <a:pt x="0" y="124"/>
                    <a:pt x="4" y="321"/>
                    <a:pt x="128" y="439"/>
                  </a:cubicBezTo>
                  <a:cubicBezTo>
                    <a:pt x="184" y="492"/>
                    <a:pt x="255" y="521"/>
                    <a:pt x="327" y="524"/>
                  </a:cubicBezTo>
                  <a:cubicBezTo>
                    <a:pt x="342" y="495"/>
                    <a:pt x="360" y="467"/>
                    <a:pt x="378" y="441"/>
                  </a:cubicBezTo>
                  <a:cubicBezTo>
                    <a:pt x="367" y="443"/>
                    <a:pt x="355" y="444"/>
                    <a:pt x="342" y="444"/>
                  </a:cubicBezTo>
                  <a:cubicBezTo>
                    <a:pt x="286" y="444"/>
                    <a:pt x="229" y="422"/>
                    <a:pt x="184" y="380"/>
                  </a:cubicBezTo>
                  <a:cubicBezTo>
                    <a:pt x="93" y="293"/>
                    <a:pt x="90" y="148"/>
                    <a:pt x="177" y="56"/>
                  </a:cubicBezTo>
                  <a:cubicBezTo>
                    <a:pt x="177" y="56"/>
                    <a:pt x="177" y="56"/>
                    <a:pt x="177" y="56"/>
                  </a:cubicBezTo>
                  <a:cubicBezTo>
                    <a:pt x="177" y="56"/>
                    <a:pt x="177" y="56"/>
                    <a:pt x="177" y="56"/>
                  </a:cubicBezTo>
                  <a:cubicBezTo>
                    <a:pt x="118" y="0"/>
                    <a:pt x="118" y="0"/>
                    <a:pt x="118"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38"/>
            <p:cNvSpPr>
              <a:spLocks/>
            </p:cNvSpPr>
            <p:nvPr userDrawn="1"/>
          </p:nvSpPr>
          <p:spPr bwMode="auto">
            <a:xfrm rot="10800000">
              <a:off x="10688454" y="3604880"/>
              <a:ext cx="180422" cy="113854"/>
            </a:xfrm>
            <a:custGeom>
              <a:avLst/>
              <a:gdLst>
                <a:gd name="T0" fmla="*/ 181 w 240"/>
                <a:gd name="T1" fmla="*/ 0 h 152"/>
                <a:gd name="T2" fmla="*/ 51 w 240"/>
                <a:gd name="T3" fmla="*/ 68 h 152"/>
                <a:gd name="T4" fmla="*/ 0 w 240"/>
                <a:gd name="T5" fmla="*/ 151 h 152"/>
                <a:gd name="T6" fmla="*/ 15 w 240"/>
                <a:gd name="T7" fmla="*/ 152 h 152"/>
                <a:gd name="T8" fmla="*/ 240 w 240"/>
                <a:gd name="T9" fmla="*/ 56 h 152"/>
                <a:gd name="T10" fmla="*/ 240 w 240"/>
                <a:gd name="T11" fmla="*/ 56 h 152"/>
                <a:gd name="T12" fmla="*/ 240 w 240"/>
                <a:gd name="T13" fmla="*/ 56 h 152"/>
                <a:gd name="T14" fmla="*/ 181 w 240"/>
                <a:gd name="T15" fmla="*/ 0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152">
                  <a:moveTo>
                    <a:pt x="181" y="0"/>
                  </a:moveTo>
                  <a:cubicBezTo>
                    <a:pt x="145" y="37"/>
                    <a:pt x="99" y="60"/>
                    <a:pt x="51" y="68"/>
                  </a:cubicBezTo>
                  <a:cubicBezTo>
                    <a:pt x="33" y="94"/>
                    <a:pt x="15" y="122"/>
                    <a:pt x="0" y="151"/>
                  </a:cubicBezTo>
                  <a:cubicBezTo>
                    <a:pt x="5" y="152"/>
                    <a:pt x="10" y="152"/>
                    <a:pt x="15" y="152"/>
                  </a:cubicBezTo>
                  <a:cubicBezTo>
                    <a:pt x="97" y="152"/>
                    <a:pt x="179" y="120"/>
                    <a:pt x="240" y="56"/>
                  </a:cubicBezTo>
                  <a:cubicBezTo>
                    <a:pt x="240" y="56"/>
                    <a:pt x="240" y="56"/>
                    <a:pt x="240" y="56"/>
                  </a:cubicBezTo>
                  <a:cubicBezTo>
                    <a:pt x="240" y="56"/>
                    <a:pt x="240" y="56"/>
                    <a:pt x="240" y="56"/>
                  </a:cubicBezTo>
                  <a:cubicBezTo>
                    <a:pt x="181" y="0"/>
                    <a:pt x="181" y="0"/>
                    <a:pt x="181"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39"/>
            <p:cNvSpPr>
              <a:spLocks/>
            </p:cNvSpPr>
            <p:nvPr userDrawn="1"/>
          </p:nvSpPr>
          <p:spPr bwMode="auto">
            <a:xfrm rot="10800000">
              <a:off x="10625100" y="3806419"/>
              <a:ext cx="400325" cy="263976"/>
            </a:xfrm>
            <a:custGeom>
              <a:avLst/>
              <a:gdLst>
                <a:gd name="T0" fmla="*/ 224 w 534"/>
                <a:gd name="T1" fmla="*/ 0 h 352"/>
                <a:gd name="T2" fmla="*/ 0 w 534"/>
                <a:gd name="T3" fmla="*/ 96 h 352"/>
                <a:gd name="T4" fmla="*/ 0 w 534"/>
                <a:gd name="T5" fmla="*/ 96 h 352"/>
                <a:gd name="T6" fmla="*/ 0 w 534"/>
                <a:gd name="T7" fmla="*/ 96 h 352"/>
                <a:gd name="T8" fmla="*/ 59 w 534"/>
                <a:gd name="T9" fmla="*/ 152 h 352"/>
                <a:gd name="T10" fmla="*/ 224 w 534"/>
                <a:gd name="T11" fmla="*/ 81 h 352"/>
                <a:gd name="T12" fmla="*/ 382 w 534"/>
                <a:gd name="T13" fmla="*/ 145 h 352"/>
                <a:gd name="T14" fmla="*/ 449 w 534"/>
                <a:gd name="T15" fmla="*/ 352 h 352"/>
                <a:gd name="T16" fmla="*/ 534 w 534"/>
                <a:gd name="T17" fmla="*/ 303 h 352"/>
                <a:gd name="T18" fmla="*/ 439 w 534"/>
                <a:gd name="T19" fmla="*/ 86 h 352"/>
                <a:gd name="T20" fmla="*/ 224 w 534"/>
                <a:gd name="T21"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4" h="352">
                  <a:moveTo>
                    <a:pt x="224" y="0"/>
                  </a:moveTo>
                  <a:cubicBezTo>
                    <a:pt x="143" y="0"/>
                    <a:pt x="61" y="32"/>
                    <a:pt x="0" y="96"/>
                  </a:cubicBezTo>
                  <a:cubicBezTo>
                    <a:pt x="0" y="96"/>
                    <a:pt x="0" y="96"/>
                    <a:pt x="0" y="96"/>
                  </a:cubicBezTo>
                  <a:cubicBezTo>
                    <a:pt x="0" y="96"/>
                    <a:pt x="0" y="96"/>
                    <a:pt x="0" y="96"/>
                  </a:cubicBezTo>
                  <a:cubicBezTo>
                    <a:pt x="59" y="152"/>
                    <a:pt x="59" y="152"/>
                    <a:pt x="59" y="152"/>
                  </a:cubicBezTo>
                  <a:cubicBezTo>
                    <a:pt x="104" y="105"/>
                    <a:pt x="164" y="81"/>
                    <a:pt x="224" y="81"/>
                  </a:cubicBezTo>
                  <a:cubicBezTo>
                    <a:pt x="281" y="81"/>
                    <a:pt x="338" y="103"/>
                    <a:pt x="382" y="145"/>
                  </a:cubicBezTo>
                  <a:cubicBezTo>
                    <a:pt x="441" y="200"/>
                    <a:pt x="463" y="279"/>
                    <a:pt x="449" y="352"/>
                  </a:cubicBezTo>
                  <a:cubicBezTo>
                    <a:pt x="477" y="334"/>
                    <a:pt x="505" y="318"/>
                    <a:pt x="534" y="303"/>
                  </a:cubicBezTo>
                  <a:cubicBezTo>
                    <a:pt x="533" y="224"/>
                    <a:pt x="501" y="145"/>
                    <a:pt x="439" y="86"/>
                  </a:cubicBezTo>
                  <a:cubicBezTo>
                    <a:pt x="379" y="29"/>
                    <a:pt x="301" y="0"/>
                    <a:pt x="22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41"/>
            <p:cNvSpPr>
              <a:spLocks/>
            </p:cNvSpPr>
            <p:nvPr userDrawn="1"/>
          </p:nvSpPr>
          <p:spPr bwMode="auto">
            <a:xfrm rot="10800000">
              <a:off x="10981352" y="3956542"/>
              <a:ext cx="44072" cy="41777"/>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42"/>
            <p:cNvSpPr>
              <a:spLocks/>
            </p:cNvSpPr>
            <p:nvPr userDrawn="1"/>
          </p:nvSpPr>
          <p:spPr bwMode="auto">
            <a:xfrm rot="10800000">
              <a:off x="10688454" y="3676498"/>
              <a:ext cx="44532" cy="42236"/>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43"/>
            <p:cNvSpPr>
              <a:spLocks noEditPoints="1"/>
            </p:cNvSpPr>
            <p:nvPr userDrawn="1"/>
          </p:nvSpPr>
          <p:spPr bwMode="auto">
            <a:xfrm rot="10800000">
              <a:off x="10149485" y="3588812"/>
              <a:ext cx="242858" cy="429247"/>
            </a:xfrm>
            <a:custGeom>
              <a:avLst/>
              <a:gdLst>
                <a:gd name="T0" fmla="*/ 9 w 324"/>
                <a:gd name="T1" fmla="*/ 350 h 572"/>
                <a:gd name="T2" fmla="*/ 11 w 324"/>
                <a:gd name="T3" fmla="*/ 556 h 572"/>
                <a:gd name="T4" fmla="*/ 105 w 324"/>
                <a:gd name="T5" fmla="*/ 572 h 572"/>
                <a:gd name="T6" fmla="*/ 202 w 324"/>
                <a:gd name="T7" fmla="*/ 555 h 572"/>
                <a:gd name="T8" fmla="*/ 195 w 324"/>
                <a:gd name="T9" fmla="*/ 383 h 572"/>
                <a:gd name="T10" fmla="*/ 9 w 324"/>
                <a:gd name="T11" fmla="*/ 350 h 572"/>
                <a:gd name="T12" fmla="*/ 159 w 324"/>
                <a:gd name="T13" fmla="*/ 0 h 572"/>
                <a:gd name="T14" fmla="*/ 62 w 324"/>
                <a:gd name="T15" fmla="*/ 162 h 572"/>
                <a:gd name="T16" fmla="*/ 251 w 324"/>
                <a:gd name="T17" fmla="*/ 201 h 572"/>
                <a:gd name="T18" fmla="*/ 324 w 324"/>
                <a:gd name="T19" fmla="*/ 96 h 572"/>
                <a:gd name="T20" fmla="*/ 309 w 324"/>
                <a:gd name="T21" fmla="*/ 80 h 572"/>
                <a:gd name="T22" fmla="*/ 309 w 324"/>
                <a:gd name="T23" fmla="*/ 80 h 572"/>
                <a:gd name="T24" fmla="*/ 159 w 324"/>
                <a:gd name="T25" fmla="*/ 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572">
                  <a:moveTo>
                    <a:pt x="9" y="350"/>
                  </a:moveTo>
                  <a:cubicBezTo>
                    <a:pt x="0" y="418"/>
                    <a:pt x="0" y="488"/>
                    <a:pt x="11" y="556"/>
                  </a:cubicBezTo>
                  <a:cubicBezTo>
                    <a:pt x="41" y="566"/>
                    <a:pt x="73" y="572"/>
                    <a:pt x="105" y="572"/>
                  </a:cubicBezTo>
                  <a:cubicBezTo>
                    <a:pt x="138" y="572"/>
                    <a:pt x="171" y="566"/>
                    <a:pt x="202" y="555"/>
                  </a:cubicBezTo>
                  <a:cubicBezTo>
                    <a:pt x="190" y="498"/>
                    <a:pt x="188" y="440"/>
                    <a:pt x="195" y="383"/>
                  </a:cubicBezTo>
                  <a:cubicBezTo>
                    <a:pt x="137" y="362"/>
                    <a:pt x="75" y="350"/>
                    <a:pt x="9" y="350"/>
                  </a:cubicBezTo>
                  <a:moveTo>
                    <a:pt x="159" y="0"/>
                  </a:moveTo>
                  <a:cubicBezTo>
                    <a:pt x="119" y="51"/>
                    <a:pt x="86" y="105"/>
                    <a:pt x="62" y="162"/>
                  </a:cubicBezTo>
                  <a:cubicBezTo>
                    <a:pt x="128" y="167"/>
                    <a:pt x="191" y="180"/>
                    <a:pt x="251" y="201"/>
                  </a:cubicBezTo>
                  <a:cubicBezTo>
                    <a:pt x="271" y="164"/>
                    <a:pt x="295" y="129"/>
                    <a:pt x="324" y="96"/>
                  </a:cubicBezTo>
                  <a:cubicBezTo>
                    <a:pt x="320" y="90"/>
                    <a:pt x="314" y="85"/>
                    <a:pt x="309" y="80"/>
                  </a:cubicBezTo>
                  <a:cubicBezTo>
                    <a:pt x="309" y="80"/>
                    <a:pt x="309" y="80"/>
                    <a:pt x="309" y="80"/>
                  </a:cubicBezTo>
                  <a:cubicBezTo>
                    <a:pt x="266" y="37"/>
                    <a:pt x="214" y="11"/>
                    <a:pt x="159"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46"/>
            <p:cNvSpPr>
              <a:spLocks/>
            </p:cNvSpPr>
            <p:nvPr userDrawn="1"/>
          </p:nvSpPr>
          <p:spPr bwMode="auto">
            <a:xfrm rot="10800000">
              <a:off x="9469575" y="3236692"/>
              <a:ext cx="160681" cy="163894"/>
            </a:xfrm>
            <a:custGeom>
              <a:avLst/>
              <a:gdLst>
                <a:gd name="T0" fmla="*/ 81 w 214"/>
                <a:gd name="T1" fmla="*/ 0 h 219"/>
                <a:gd name="T2" fmla="*/ 0 w 214"/>
                <a:gd name="T3" fmla="*/ 66 h 219"/>
                <a:gd name="T4" fmla="*/ 110 w 214"/>
                <a:gd name="T5" fmla="*/ 219 h 219"/>
                <a:gd name="T6" fmla="*/ 214 w 214"/>
                <a:gd name="T7" fmla="*/ 133 h 219"/>
                <a:gd name="T8" fmla="*/ 214 w 214"/>
                <a:gd name="T9" fmla="*/ 133 h 219"/>
                <a:gd name="T10" fmla="*/ 213 w 214"/>
                <a:gd name="T11" fmla="*/ 133 h 219"/>
                <a:gd name="T12" fmla="*/ 81 w 214"/>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214" h="219">
                  <a:moveTo>
                    <a:pt x="81" y="0"/>
                  </a:moveTo>
                  <a:cubicBezTo>
                    <a:pt x="56" y="25"/>
                    <a:pt x="28" y="47"/>
                    <a:pt x="0" y="66"/>
                  </a:cubicBezTo>
                  <a:cubicBezTo>
                    <a:pt x="31" y="120"/>
                    <a:pt x="68" y="171"/>
                    <a:pt x="110" y="219"/>
                  </a:cubicBezTo>
                  <a:cubicBezTo>
                    <a:pt x="147" y="194"/>
                    <a:pt x="182" y="166"/>
                    <a:pt x="214" y="133"/>
                  </a:cubicBezTo>
                  <a:cubicBezTo>
                    <a:pt x="214" y="133"/>
                    <a:pt x="214" y="133"/>
                    <a:pt x="214" y="133"/>
                  </a:cubicBezTo>
                  <a:cubicBezTo>
                    <a:pt x="213" y="133"/>
                    <a:pt x="213" y="133"/>
                    <a:pt x="213" y="133"/>
                  </a:cubicBezTo>
                  <a:cubicBezTo>
                    <a:pt x="81" y="0"/>
                    <a:pt x="81" y="0"/>
                    <a:pt x="81"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47"/>
            <p:cNvSpPr>
              <a:spLocks/>
            </p:cNvSpPr>
            <p:nvPr userDrawn="1"/>
          </p:nvSpPr>
          <p:spPr bwMode="auto">
            <a:xfrm rot="10800000">
              <a:off x="9844650" y="3143497"/>
              <a:ext cx="181799" cy="164354"/>
            </a:xfrm>
            <a:custGeom>
              <a:avLst/>
              <a:gdLst>
                <a:gd name="T0" fmla="*/ 54 w 242"/>
                <a:gd name="T1" fmla="*/ 0 h 219"/>
                <a:gd name="T2" fmla="*/ 0 w 242"/>
                <a:gd name="T3" fmla="*/ 181 h 219"/>
                <a:gd name="T4" fmla="*/ 192 w 242"/>
                <a:gd name="T5" fmla="*/ 219 h 219"/>
                <a:gd name="T6" fmla="*/ 242 w 242"/>
                <a:gd name="T7" fmla="*/ 31 h 219"/>
                <a:gd name="T8" fmla="*/ 234 w 242"/>
                <a:gd name="T9" fmla="*/ 31 h 219"/>
                <a:gd name="T10" fmla="*/ 54 w 242"/>
                <a:gd name="T11" fmla="*/ 0 h 219"/>
              </a:gdLst>
              <a:ahLst/>
              <a:cxnLst>
                <a:cxn ang="0">
                  <a:pos x="T0" y="T1"/>
                </a:cxn>
                <a:cxn ang="0">
                  <a:pos x="T2" y="T3"/>
                </a:cxn>
                <a:cxn ang="0">
                  <a:pos x="T4" y="T5"/>
                </a:cxn>
                <a:cxn ang="0">
                  <a:pos x="T6" y="T7"/>
                </a:cxn>
                <a:cxn ang="0">
                  <a:pos x="T8" y="T9"/>
                </a:cxn>
                <a:cxn ang="0">
                  <a:pos x="T10" y="T11"/>
                </a:cxn>
              </a:cxnLst>
              <a:rect l="0" t="0" r="r" b="b"/>
              <a:pathLst>
                <a:path w="242" h="219">
                  <a:moveTo>
                    <a:pt x="54" y="0"/>
                  </a:moveTo>
                  <a:cubicBezTo>
                    <a:pt x="47" y="65"/>
                    <a:pt x="28" y="125"/>
                    <a:pt x="0" y="181"/>
                  </a:cubicBezTo>
                  <a:cubicBezTo>
                    <a:pt x="62" y="202"/>
                    <a:pt x="127" y="215"/>
                    <a:pt x="192" y="219"/>
                  </a:cubicBezTo>
                  <a:cubicBezTo>
                    <a:pt x="216" y="160"/>
                    <a:pt x="233" y="97"/>
                    <a:pt x="242" y="31"/>
                  </a:cubicBezTo>
                  <a:cubicBezTo>
                    <a:pt x="239" y="31"/>
                    <a:pt x="236" y="31"/>
                    <a:pt x="234" y="31"/>
                  </a:cubicBezTo>
                  <a:cubicBezTo>
                    <a:pt x="173" y="31"/>
                    <a:pt x="112" y="21"/>
                    <a:pt x="5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50"/>
            <p:cNvSpPr>
              <a:spLocks/>
            </p:cNvSpPr>
            <p:nvPr userDrawn="1"/>
          </p:nvSpPr>
          <p:spPr bwMode="auto">
            <a:xfrm rot="10800000">
              <a:off x="9312108" y="3643902"/>
              <a:ext cx="155172" cy="205213"/>
            </a:xfrm>
            <a:custGeom>
              <a:avLst/>
              <a:gdLst>
                <a:gd name="T0" fmla="*/ 172 w 207"/>
                <a:gd name="T1" fmla="*/ 0 h 274"/>
                <a:gd name="T2" fmla="*/ 0 w 207"/>
                <a:gd name="T3" fmla="*/ 82 h 274"/>
                <a:gd name="T4" fmla="*/ 16 w 207"/>
                <a:gd name="T5" fmla="*/ 274 h 274"/>
                <a:gd name="T6" fmla="*/ 207 w 207"/>
                <a:gd name="T7" fmla="*/ 202 h 274"/>
                <a:gd name="T8" fmla="*/ 172 w 207"/>
                <a:gd name="T9" fmla="*/ 0 h 274"/>
              </a:gdLst>
              <a:ahLst/>
              <a:cxnLst>
                <a:cxn ang="0">
                  <a:pos x="T0" y="T1"/>
                </a:cxn>
                <a:cxn ang="0">
                  <a:pos x="T2" y="T3"/>
                </a:cxn>
                <a:cxn ang="0">
                  <a:pos x="T4" y="T5"/>
                </a:cxn>
                <a:cxn ang="0">
                  <a:pos x="T6" y="T7"/>
                </a:cxn>
                <a:cxn ang="0">
                  <a:pos x="T8" y="T9"/>
                </a:cxn>
              </a:cxnLst>
              <a:rect l="0" t="0" r="r" b="b"/>
              <a:pathLst>
                <a:path w="207" h="274">
                  <a:moveTo>
                    <a:pt x="172" y="0"/>
                  </a:moveTo>
                  <a:cubicBezTo>
                    <a:pt x="119" y="38"/>
                    <a:pt x="61" y="66"/>
                    <a:pt x="0" y="82"/>
                  </a:cubicBezTo>
                  <a:cubicBezTo>
                    <a:pt x="17" y="145"/>
                    <a:pt x="22" y="210"/>
                    <a:pt x="16" y="274"/>
                  </a:cubicBezTo>
                  <a:cubicBezTo>
                    <a:pt x="82" y="259"/>
                    <a:pt x="146" y="235"/>
                    <a:pt x="207" y="202"/>
                  </a:cubicBezTo>
                  <a:cubicBezTo>
                    <a:pt x="205" y="134"/>
                    <a:pt x="193" y="66"/>
                    <a:pt x="17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51"/>
            <p:cNvSpPr>
              <a:spLocks noEditPoints="1"/>
            </p:cNvSpPr>
            <p:nvPr userDrawn="1"/>
          </p:nvSpPr>
          <p:spPr bwMode="auto">
            <a:xfrm rot="10800000">
              <a:off x="9420912" y="3300964"/>
              <a:ext cx="209344" cy="826359"/>
            </a:xfrm>
            <a:custGeom>
              <a:avLst/>
              <a:gdLst>
                <a:gd name="T0" fmla="*/ 169 w 279"/>
                <a:gd name="T1" fmla="*/ 852 h 1102"/>
                <a:gd name="T2" fmla="*/ 80 w 279"/>
                <a:gd name="T3" fmla="*/ 969 h 1102"/>
                <a:gd name="T4" fmla="*/ 81 w 279"/>
                <a:gd name="T5" fmla="*/ 969 h 1102"/>
                <a:gd name="T6" fmla="*/ 81 w 279"/>
                <a:gd name="T7" fmla="*/ 969 h 1102"/>
                <a:gd name="T8" fmla="*/ 214 w 279"/>
                <a:gd name="T9" fmla="*/ 1102 h 1102"/>
                <a:gd name="T10" fmla="*/ 279 w 279"/>
                <a:gd name="T11" fmla="*/ 1027 h 1102"/>
                <a:gd name="T12" fmla="*/ 169 w 279"/>
                <a:gd name="T13" fmla="*/ 852 h 1102"/>
                <a:gd name="T14" fmla="*/ 110 w 279"/>
                <a:gd name="T15" fmla="*/ 0 h 1102"/>
                <a:gd name="T16" fmla="*/ 0 w 279"/>
                <a:gd name="T17" fmla="*/ 152 h 1102"/>
                <a:gd name="T18" fmla="*/ 80 w 279"/>
                <a:gd name="T19" fmla="*/ 218 h 1102"/>
                <a:gd name="T20" fmla="*/ 169 w 279"/>
                <a:gd name="T21" fmla="*/ 336 h 1102"/>
                <a:gd name="T22" fmla="*/ 279 w 279"/>
                <a:gd name="T23" fmla="*/ 161 h 1102"/>
                <a:gd name="T24" fmla="*/ 213 w 279"/>
                <a:gd name="T25" fmla="*/ 85 h 1102"/>
                <a:gd name="T26" fmla="*/ 110 w 279"/>
                <a:gd name="T27" fmla="*/ 0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1102">
                  <a:moveTo>
                    <a:pt x="169" y="852"/>
                  </a:moveTo>
                  <a:cubicBezTo>
                    <a:pt x="145" y="894"/>
                    <a:pt x="116" y="933"/>
                    <a:pt x="80" y="969"/>
                  </a:cubicBezTo>
                  <a:cubicBezTo>
                    <a:pt x="81" y="969"/>
                    <a:pt x="81" y="969"/>
                    <a:pt x="81" y="969"/>
                  </a:cubicBezTo>
                  <a:cubicBezTo>
                    <a:pt x="81" y="969"/>
                    <a:pt x="81" y="969"/>
                    <a:pt x="81" y="969"/>
                  </a:cubicBezTo>
                  <a:cubicBezTo>
                    <a:pt x="214" y="1102"/>
                    <a:pt x="214" y="1102"/>
                    <a:pt x="214" y="1102"/>
                  </a:cubicBezTo>
                  <a:cubicBezTo>
                    <a:pt x="237" y="1078"/>
                    <a:pt x="259" y="1053"/>
                    <a:pt x="279" y="1027"/>
                  </a:cubicBezTo>
                  <a:cubicBezTo>
                    <a:pt x="232" y="973"/>
                    <a:pt x="195" y="914"/>
                    <a:pt x="169" y="852"/>
                  </a:cubicBezTo>
                  <a:moveTo>
                    <a:pt x="110" y="0"/>
                  </a:moveTo>
                  <a:cubicBezTo>
                    <a:pt x="68" y="47"/>
                    <a:pt x="31" y="99"/>
                    <a:pt x="0" y="152"/>
                  </a:cubicBezTo>
                  <a:cubicBezTo>
                    <a:pt x="28" y="171"/>
                    <a:pt x="55" y="193"/>
                    <a:pt x="80" y="218"/>
                  </a:cubicBezTo>
                  <a:cubicBezTo>
                    <a:pt x="116" y="254"/>
                    <a:pt x="146" y="294"/>
                    <a:pt x="169" y="336"/>
                  </a:cubicBezTo>
                  <a:cubicBezTo>
                    <a:pt x="196" y="273"/>
                    <a:pt x="232" y="214"/>
                    <a:pt x="279" y="161"/>
                  </a:cubicBezTo>
                  <a:cubicBezTo>
                    <a:pt x="259" y="134"/>
                    <a:pt x="237" y="109"/>
                    <a:pt x="213" y="85"/>
                  </a:cubicBezTo>
                  <a:cubicBezTo>
                    <a:pt x="181" y="53"/>
                    <a:pt x="147" y="24"/>
                    <a:pt x="11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52"/>
            <p:cNvSpPr>
              <a:spLocks/>
            </p:cNvSpPr>
            <p:nvPr userDrawn="1"/>
          </p:nvSpPr>
          <p:spPr bwMode="auto">
            <a:xfrm rot="10800000">
              <a:off x="9764309" y="4169559"/>
              <a:ext cx="211640" cy="51877"/>
            </a:xfrm>
            <a:custGeom>
              <a:avLst/>
              <a:gdLst>
                <a:gd name="T0" fmla="*/ 166 w 282"/>
                <a:gd name="T1" fmla="*/ 0 h 69"/>
                <a:gd name="T2" fmla="*/ 2 w 282"/>
                <a:gd name="T3" fmla="*/ 19 h 69"/>
                <a:gd name="T4" fmla="*/ 0 w 282"/>
                <a:gd name="T5" fmla="*/ 66 h 69"/>
                <a:gd name="T6" fmla="*/ 50 w 282"/>
                <a:gd name="T7" fmla="*/ 69 h 69"/>
                <a:gd name="T8" fmla="*/ 282 w 282"/>
                <a:gd name="T9" fmla="*/ 9 h 69"/>
                <a:gd name="T10" fmla="*/ 166 w 282"/>
                <a:gd name="T11" fmla="*/ 0 h 69"/>
              </a:gdLst>
              <a:ahLst/>
              <a:cxnLst>
                <a:cxn ang="0">
                  <a:pos x="T0" y="T1"/>
                </a:cxn>
                <a:cxn ang="0">
                  <a:pos x="T2" y="T3"/>
                </a:cxn>
                <a:cxn ang="0">
                  <a:pos x="T4" y="T5"/>
                </a:cxn>
                <a:cxn ang="0">
                  <a:pos x="T6" y="T7"/>
                </a:cxn>
                <a:cxn ang="0">
                  <a:pos x="T8" y="T9"/>
                </a:cxn>
                <a:cxn ang="0">
                  <a:pos x="T10" y="T11"/>
                </a:cxn>
              </a:cxnLst>
              <a:rect l="0" t="0" r="r" b="b"/>
              <a:pathLst>
                <a:path w="282" h="69">
                  <a:moveTo>
                    <a:pt x="166" y="0"/>
                  </a:moveTo>
                  <a:cubicBezTo>
                    <a:pt x="111" y="0"/>
                    <a:pt x="56" y="6"/>
                    <a:pt x="2" y="19"/>
                  </a:cubicBezTo>
                  <a:cubicBezTo>
                    <a:pt x="0" y="34"/>
                    <a:pt x="0" y="50"/>
                    <a:pt x="0" y="66"/>
                  </a:cubicBezTo>
                  <a:cubicBezTo>
                    <a:pt x="17" y="68"/>
                    <a:pt x="33" y="69"/>
                    <a:pt x="50" y="69"/>
                  </a:cubicBezTo>
                  <a:cubicBezTo>
                    <a:pt x="130" y="69"/>
                    <a:pt x="210" y="49"/>
                    <a:pt x="282" y="9"/>
                  </a:cubicBezTo>
                  <a:cubicBezTo>
                    <a:pt x="244" y="3"/>
                    <a:pt x="205" y="0"/>
                    <a:pt x="16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53"/>
            <p:cNvSpPr>
              <a:spLocks/>
            </p:cNvSpPr>
            <p:nvPr userDrawn="1"/>
          </p:nvSpPr>
          <p:spPr bwMode="auto">
            <a:xfrm rot="10800000">
              <a:off x="9974572" y="4171854"/>
              <a:ext cx="70241" cy="34891"/>
            </a:xfrm>
            <a:custGeom>
              <a:avLst/>
              <a:gdLst>
                <a:gd name="T0" fmla="*/ 94 w 94"/>
                <a:gd name="T1" fmla="*/ 0 h 47"/>
                <a:gd name="T2" fmla="*/ 0 w 94"/>
                <a:gd name="T3" fmla="*/ 28 h 47"/>
                <a:gd name="T4" fmla="*/ 92 w 94"/>
                <a:gd name="T5" fmla="*/ 47 h 47"/>
                <a:gd name="T6" fmla="*/ 94 w 94"/>
                <a:gd name="T7" fmla="*/ 0 h 47"/>
              </a:gdLst>
              <a:ahLst/>
              <a:cxnLst>
                <a:cxn ang="0">
                  <a:pos x="T0" y="T1"/>
                </a:cxn>
                <a:cxn ang="0">
                  <a:pos x="T2" y="T3"/>
                </a:cxn>
                <a:cxn ang="0">
                  <a:pos x="T4" y="T5"/>
                </a:cxn>
                <a:cxn ang="0">
                  <a:pos x="T6" y="T7"/>
                </a:cxn>
              </a:cxnLst>
              <a:rect l="0" t="0" r="r" b="b"/>
              <a:pathLst>
                <a:path w="94" h="47">
                  <a:moveTo>
                    <a:pt x="94" y="0"/>
                  </a:moveTo>
                  <a:cubicBezTo>
                    <a:pt x="62" y="7"/>
                    <a:pt x="31" y="17"/>
                    <a:pt x="0" y="28"/>
                  </a:cubicBezTo>
                  <a:cubicBezTo>
                    <a:pt x="30" y="38"/>
                    <a:pt x="61" y="44"/>
                    <a:pt x="92" y="47"/>
                  </a:cubicBezTo>
                  <a:cubicBezTo>
                    <a:pt x="92" y="31"/>
                    <a:pt x="92" y="15"/>
                    <a:pt x="9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54"/>
            <p:cNvSpPr>
              <a:spLocks/>
            </p:cNvSpPr>
            <p:nvPr userDrawn="1"/>
          </p:nvSpPr>
          <p:spPr bwMode="auto">
            <a:xfrm rot="10800000">
              <a:off x="9469575" y="3300964"/>
              <a:ext cx="100081" cy="99622"/>
            </a:xfrm>
            <a:custGeom>
              <a:avLst/>
              <a:gdLst>
                <a:gd name="T0" fmla="*/ 0 w 133"/>
                <a:gd name="T1" fmla="*/ 0 h 133"/>
                <a:gd name="T2" fmla="*/ 0 w 133"/>
                <a:gd name="T3" fmla="*/ 0 h 133"/>
                <a:gd name="T4" fmla="*/ 132 w 133"/>
                <a:gd name="T5" fmla="*/ 133 h 133"/>
                <a:gd name="T6" fmla="*/ 133 w 133"/>
                <a:gd name="T7" fmla="*/ 133 h 133"/>
                <a:gd name="T8" fmla="*/ 0 w 133"/>
                <a:gd name="T9" fmla="*/ 0 h 133"/>
              </a:gdLst>
              <a:ahLst/>
              <a:cxnLst>
                <a:cxn ang="0">
                  <a:pos x="T0" y="T1"/>
                </a:cxn>
                <a:cxn ang="0">
                  <a:pos x="T2" y="T3"/>
                </a:cxn>
                <a:cxn ang="0">
                  <a:pos x="T4" y="T5"/>
                </a:cxn>
                <a:cxn ang="0">
                  <a:pos x="T6" y="T7"/>
                </a:cxn>
                <a:cxn ang="0">
                  <a:pos x="T8" y="T9"/>
                </a:cxn>
              </a:cxnLst>
              <a:rect l="0" t="0" r="r" b="b"/>
              <a:pathLst>
                <a:path w="133" h="133">
                  <a:moveTo>
                    <a:pt x="0" y="0"/>
                  </a:moveTo>
                  <a:cubicBezTo>
                    <a:pt x="0" y="0"/>
                    <a:pt x="0" y="0"/>
                    <a:pt x="0" y="0"/>
                  </a:cubicBezTo>
                  <a:cubicBezTo>
                    <a:pt x="132" y="133"/>
                    <a:pt x="132" y="133"/>
                    <a:pt x="132" y="133"/>
                  </a:cubicBezTo>
                  <a:cubicBezTo>
                    <a:pt x="132" y="133"/>
                    <a:pt x="132" y="133"/>
                    <a:pt x="133" y="133"/>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55"/>
            <p:cNvSpPr>
              <a:spLocks noEditPoints="1"/>
            </p:cNvSpPr>
            <p:nvPr userDrawn="1"/>
          </p:nvSpPr>
          <p:spPr bwMode="auto">
            <a:xfrm rot="10800000">
              <a:off x="10018186" y="3528213"/>
              <a:ext cx="222658" cy="470106"/>
            </a:xfrm>
            <a:custGeom>
              <a:avLst/>
              <a:gdLst>
                <a:gd name="T0" fmla="*/ 132 w 297"/>
                <a:gd name="T1" fmla="*/ 433 h 627"/>
                <a:gd name="T2" fmla="*/ 107 w 297"/>
                <a:gd name="T3" fmla="*/ 461 h 627"/>
                <a:gd name="T4" fmla="*/ 0 w 297"/>
                <a:gd name="T5" fmla="*/ 529 h 627"/>
                <a:gd name="T6" fmla="*/ 30 w 297"/>
                <a:gd name="T7" fmla="*/ 627 h 627"/>
                <a:gd name="T8" fmla="*/ 179 w 297"/>
                <a:gd name="T9" fmla="*/ 533 h 627"/>
                <a:gd name="T10" fmla="*/ 207 w 297"/>
                <a:gd name="T11" fmla="*/ 503 h 627"/>
                <a:gd name="T12" fmla="*/ 132 w 297"/>
                <a:gd name="T13" fmla="*/ 433 h 627"/>
                <a:gd name="T14" fmla="*/ 197 w 297"/>
                <a:gd name="T15" fmla="*/ 0 h 627"/>
                <a:gd name="T16" fmla="*/ 144 w 297"/>
                <a:gd name="T17" fmla="*/ 46 h 627"/>
                <a:gd name="T18" fmla="*/ 144 w 297"/>
                <a:gd name="T19" fmla="*/ 47 h 627"/>
                <a:gd name="T20" fmla="*/ 122 w 297"/>
                <a:gd name="T21" fmla="*/ 70 h 627"/>
                <a:gd name="T22" fmla="*/ 191 w 297"/>
                <a:gd name="T23" fmla="*/ 244 h 627"/>
                <a:gd name="T24" fmla="*/ 289 w 297"/>
                <a:gd name="T25" fmla="*/ 317 h 627"/>
                <a:gd name="T26" fmla="*/ 283 w 297"/>
                <a:gd name="T27" fmla="*/ 165 h 627"/>
                <a:gd name="T28" fmla="*/ 205 w 297"/>
                <a:gd name="T29" fmla="*/ 10 h 627"/>
                <a:gd name="T30" fmla="*/ 197 w 297"/>
                <a:gd name="T31" fmla="*/ 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627">
                  <a:moveTo>
                    <a:pt x="132" y="433"/>
                  </a:moveTo>
                  <a:cubicBezTo>
                    <a:pt x="124" y="443"/>
                    <a:pt x="116" y="452"/>
                    <a:pt x="107" y="461"/>
                  </a:cubicBezTo>
                  <a:cubicBezTo>
                    <a:pt x="76" y="492"/>
                    <a:pt x="39" y="515"/>
                    <a:pt x="0" y="529"/>
                  </a:cubicBezTo>
                  <a:cubicBezTo>
                    <a:pt x="7" y="562"/>
                    <a:pt x="17" y="595"/>
                    <a:pt x="30" y="627"/>
                  </a:cubicBezTo>
                  <a:cubicBezTo>
                    <a:pt x="85" y="608"/>
                    <a:pt x="136" y="577"/>
                    <a:pt x="179" y="533"/>
                  </a:cubicBezTo>
                  <a:cubicBezTo>
                    <a:pt x="189" y="524"/>
                    <a:pt x="198" y="514"/>
                    <a:pt x="207" y="503"/>
                  </a:cubicBezTo>
                  <a:cubicBezTo>
                    <a:pt x="184" y="478"/>
                    <a:pt x="159" y="454"/>
                    <a:pt x="132" y="433"/>
                  </a:cubicBezTo>
                  <a:moveTo>
                    <a:pt x="197" y="0"/>
                  </a:moveTo>
                  <a:cubicBezTo>
                    <a:pt x="179" y="14"/>
                    <a:pt x="161" y="29"/>
                    <a:pt x="144" y="46"/>
                  </a:cubicBezTo>
                  <a:cubicBezTo>
                    <a:pt x="144" y="47"/>
                    <a:pt x="144" y="47"/>
                    <a:pt x="144" y="47"/>
                  </a:cubicBezTo>
                  <a:cubicBezTo>
                    <a:pt x="137" y="54"/>
                    <a:pt x="129" y="62"/>
                    <a:pt x="122" y="70"/>
                  </a:cubicBezTo>
                  <a:cubicBezTo>
                    <a:pt x="165" y="120"/>
                    <a:pt x="188" y="182"/>
                    <a:pt x="191" y="244"/>
                  </a:cubicBezTo>
                  <a:cubicBezTo>
                    <a:pt x="226" y="266"/>
                    <a:pt x="259" y="290"/>
                    <a:pt x="289" y="317"/>
                  </a:cubicBezTo>
                  <a:cubicBezTo>
                    <a:pt x="297" y="267"/>
                    <a:pt x="295" y="215"/>
                    <a:pt x="283" y="165"/>
                  </a:cubicBezTo>
                  <a:cubicBezTo>
                    <a:pt x="250" y="116"/>
                    <a:pt x="224" y="64"/>
                    <a:pt x="205" y="10"/>
                  </a:cubicBezTo>
                  <a:cubicBezTo>
                    <a:pt x="202" y="6"/>
                    <a:pt x="200" y="3"/>
                    <a:pt x="19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6"/>
            <p:cNvSpPr>
              <a:spLocks/>
            </p:cNvSpPr>
            <p:nvPr userDrawn="1"/>
          </p:nvSpPr>
          <p:spPr bwMode="auto">
            <a:xfrm rot="10800000">
              <a:off x="10028744" y="3874824"/>
              <a:ext cx="58305" cy="116150"/>
            </a:xfrm>
            <a:custGeom>
              <a:avLst/>
              <a:gdLst>
                <a:gd name="T0" fmla="*/ 0 w 78"/>
                <a:gd name="T1" fmla="*/ 0 h 155"/>
                <a:gd name="T2" fmla="*/ 78 w 78"/>
                <a:gd name="T3" fmla="*/ 155 h 155"/>
                <a:gd name="T4" fmla="*/ 0 w 78"/>
                <a:gd name="T5" fmla="*/ 0 h 155"/>
              </a:gdLst>
              <a:ahLst/>
              <a:cxnLst>
                <a:cxn ang="0">
                  <a:pos x="T0" y="T1"/>
                </a:cxn>
                <a:cxn ang="0">
                  <a:pos x="T2" y="T3"/>
                </a:cxn>
                <a:cxn ang="0">
                  <a:pos x="T4" y="T5"/>
                </a:cxn>
              </a:cxnLst>
              <a:rect l="0" t="0" r="r" b="b"/>
              <a:pathLst>
                <a:path w="78" h="155">
                  <a:moveTo>
                    <a:pt x="0" y="0"/>
                  </a:moveTo>
                  <a:cubicBezTo>
                    <a:pt x="19" y="54"/>
                    <a:pt x="45" y="106"/>
                    <a:pt x="78" y="155"/>
                  </a:cubicBezTo>
                  <a:cubicBezTo>
                    <a:pt x="64" y="99"/>
                    <a:pt x="38" y="46"/>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7"/>
            <p:cNvSpPr>
              <a:spLocks/>
            </p:cNvSpPr>
            <p:nvPr userDrawn="1"/>
          </p:nvSpPr>
          <p:spPr bwMode="auto">
            <a:xfrm rot="10800000">
              <a:off x="10024153" y="3621408"/>
              <a:ext cx="117527" cy="194194"/>
            </a:xfrm>
            <a:custGeom>
              <a:avLst/>
              <a:gdLst>
                <a:gd name="T0" fmla="*/ 59 w 157"/>
                <a:gd name="T1" fmla="*/ 0 h 259"/>
                <a:gd name="T2" fmla="*/ 0 w 157"/>
                <a:gd name="T3" fmla="*/ 189 h 259"/>
                <a:gd name="T4" fmla="*/ 75 w 157"/>
                <a:gd name="T5" fmla="*/ 259 h 259"/>
                <a:gd name="T6" fmla="*/ 157 w 157"/>
                <a:gd name="T7" fmla="*/ 73 h 259"/>
                <a:gd name="T8" fmla="*/ 59 w 157"/>
                <a:gd name="T9" fmla="*/ 0 h 259"/>
              </a:gdLst>
              <a:ahLst/>
              <a:cxnLst>
                <a:cxn ang="0">
                  <a:pos x="T0" y="T1"/>
                </a:cxn>
                <a:cxn ang="0">
                  <a:pos x="T2" y="T3"/>
                </a:cxn>
                <a:cxn ang="0">
                  <a:pos x="T4" y="T5"/>
                </a:cxn>
                <a:cxn ang="0">
                  <a:pos x="T6" y="T7"/>
                </a:cxn>
                <a:cxn ang="0">
                  <a:pos x="T8" y="T9"/>
                </a:cxn>
              </a:cxnLst>
              <a:rect l="0" t="0" r="r" b="b"/>
              <a:pathLst>
                <a:path w="157" h="259">
                  <a:moveTo>
                    <a:pt x="59" y="0"/>
                  </a:moveTo>
                  <a:cubicBezTo>
                    <a:pt x="62" y="66"/>
                    <a:pt x="42" y="134"/>
                    <a:pt x="0" y="189"/>
                  </a:cubicBezTo>
                  <a:cubicBezTo>
                    <a:pt x="27" y="210"/>
                    <a:pt x="52" y="234"/>
                    <a:pt x="75" y="259"/>
                  </a:cubicBezTo>
                  <a:cubicBezTo>
                    <a:pt x="119" y="204"/>
                    <a:pt x="147" y="140"/>
                    <a:pt x="157" y="73"/>
                  </a:cubicBezTo>
                  <a:cubicBezTo>
                    <a:pt x="127" y="46"/>
                    <a:pt x="94" y="22"/>
                    <a:pt x="59"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58"/>
            <p:cNvSpPr>
              <a:spLocks/>
            </p:cNvSpPr>
            <p:nvPr userDrawn="1"/>
          </p:nvSpPr>
          <p:spPr bwMode="auto">
            <a:xfrm rot="10800000">
              <a:off x="10364797" y="3517194"/>
              <a:ext cx="155631" cy="135431"/>
            </a:xfrm>
            <a:custGeom>
              <a:avLst/>
              <a:gdLst>
                <a:gd name="T0" fmla="*/ 73 w 208"/>
                <a:gd name="T1" fmla="*/ 0 h 181"/>
                <a:gd name="T2" fmla="*/ 72 w 208"/>
                <a:gd name="T3" fmla="*/ 0 h 181"/>
                <a:gd name="T4" fmla="*/ 72 w 208"/>
                <a:gd name="T5" fmla="*/ 0 h 181"/>
                <a:gd name="T6" fmla="*/ 0 w 208"/>
                <a:gd name="T7" fmla="*/ 72 h 181"/>
                <a:gd name="T8" fmla="*/ 208 w 208"/>
                <a:gd name="T9" fmla="*/ 181 h 181"/>
                <a:gd name="T10" fmla="*/ 182 w 208"/>
                <a:gd name="T11" fmla="*/ 69 h 181"/>
                <a:gd name="T12" fmla="*/ 73 w 208"/>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08" h="181">
                  <a:moveTo>
                    <a:pt x="73" y="0"/>
                  </a:moveTo>
                  <a:cubicBezTo>
                    <a:pt x="72" y="0"/>
                    <a:pt x="72" y="0"/>
                    <a:pt x="72" y="0"/>
                  </a:cubicBezTo>
                  <a:cubicBezTo>
                    <a:pt x="72" y="0"/>
                    <a:pt x="72" y="0"/>
                    <a:pt x="72" y="0"/>
                  </a:cubicBezTo>
                  <a:cubicBezTo>
                    <a:pt x="0" y="72"/>
                    <a:pt x="0" y="72"/>
                    <a:pt x="0" y="72"/>
                  </a:cubicBezTo>
                  <a:cubicBezTo>
                    <a:pt x="59" y="131"/>
                    <a:pt x="132" y="167"/>
                    <a:pt x="208" y="181"/>
                  </a:cubicBezTo>
                  <a:cubicBezTo>
                    <a:pt x="196" y="144"/>
                    <a:pt x="187" y="106"/>
                    <a:pt x="182" y="69"/>
                  </a:cubicBezTo>
                  <a:cubicBezTo>
                    <a:pt x="142" y="55"/>
                    <a:pt x="104" y="32"/>
                    <a:pt x="73"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0"/>
            <p:cNvSpPr>
              <a:spLocks/>
            </p:cNvSpPr>
            <p:nvPr userDrawn="1"/>
          </p:nvSpPr>
          <p:spPr bwMode="auto">
            <a:xfrm rot="10800000">
              <a:off x="10093017" y="3963887"/>
              <a:ext cx="50959" cy="48664"/>
            </a:xfrm>
            <a:custGeom>
              <a:avLst/>
              <a:gdLst>
                <a:gd name="T0" fmla="*/ 50 w 68"/>
                <a:gd name="T1" fmla="*/ 0 h 65"/>
                <a:gd name="T2" fmla="*/ 50 w 68"/>
                <a:gd name="T3" fmla="*/ 0 h 65"/>
                <a:gd name="T4" fmla="*/ 50 w 68"/>
                <a:gd name="T5" fmla="*/ 1 h 65"/>
                <a:gd name="T6" fmla="*/ 0 w 68"/>
                <a:gd name="T7" fmla="*/ 51 h 65"/>
                <a:gd name="T8" fmla="*/ 15 w 68"/>
                <a:gd name="T9" fmla="*/ 65 h 65"/>
                <a:gd name="T10" fmla="*/ 68 w 68"/>
                <a:gd name="T11" fmla="*/ 19 h 65"/>
                <a:gd name="T12" fmla="*/ 50 w 68"/>
                <a:gd name="T13" fmla="*/ 0 h 65"/>
              </a:gdLst>
              <a:ahLst/>
              <a:cxnLst>
                <a:cxn ang="0">
                  <a:pos x="T0" y="T1"/>
                </a:cxn>
                <a:cxn ang="0">
                  <a:pos x="T2" y="T3"/>
                </a:cxn>
                <a:cxn ang="0">
                  <a:pos x="T4" y="T5"/>
                </a:cxn>
                <a:cxn ang="0">
                  <a:pos x="T6" y="T7"/>
                </a:cxn>
                <a:cxn ang="0">
                  <a:pos x="T8" y="T9"/>
                </a:cxn>
                <a:cxn ang="0">
                  <a:pos x="T10" y="T11"/>
                </a:cxn>
                <a:cxn ang="0">
                  <a:pos x="T12" y="T13"/>
                </a:cxn>
              </a:cxnLst>
              <a:rect l="0" t="0" r="r" b="b"/>
              <a:pathLst>
                <a:path w="68" h="65">
                  <a:moveTo>
                    <a:pt x="50" y="0"/>
                  </a:moveTo>
                  <a:cubicBezTo>
                    <a:pt x="50" y="0"/>
                    <a:pt x="50" y="0"/>
                    <a:pt x="50" y="0"/>
                  </a:cubicBezTo>
                  <a:cubicBezTo>
                    <a:pt x="50" y="0"/>
                    <a:pt x="50" y="0"/>
                    <a:pt x="50" y="1"/>
                  </a:cubicBezTo>
                  <a:cubicBezTo>
                    <a:pt x="0" y="51"/>
                    <a:pt x="0" y="51"/>
                    <a:pt x="0" y="51"/>
                  </a:cubicBezTo>
                  <a:cubicBezTo>
                    <a:pt x="15" y="65"/>
                    <a:pt x="15" y="65"/>
                    <a:pt x="15" y="65"/>
                  </a:cubicBezTo>
                  <a:cubicBezTo>
                    <a:pt x="32" y="48"/>
                    <a:pt x="50" y="33"/>
                    <a:pt x="68" y="19"/>
                  </a:cubicBezTo>
                  <a:cubicBezTo>
                    <a:pt x="62" y="13"/>
                    <a:pt x="57" y="6"/>
                    <a:pt x="5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1"/>
            <p:cNvSpPr>
              <a:spLocks/>
            </p:cNvSpPr>
            <p:nvPr userDrawn="1"/>
          </p:nvSpPr>
          <p:spPr bwMode="auto">
            <a:xfrm rot="10800000">
              <a:off x="10132958" y="3963887"/>
              <a:ext cx="11018" cy="10559"/>
            </a:xfrm>
            <a:custGeom>
              <a:avLst/>
              <a:gdLst>
                <a:gd name="T0" fmla="*/ 0 w 15"/>
                <a:gd name="T1" fmla="*/ 0 h 14"/>
                <a:gd name="T2" fmla="*/ 0 w 15"/>
                <a:gd name="T3" fmla="*/ 0 h 14"/>
                <a:gd name="T4" fmla="*/ 15 w 15"/>
                <a:gd name="T5" fmla="*/ 14 h 14"/>
                <a:gd name="T6" fmla="*/ 15 w 15"/>
                <a:gd name="T7" fmla="*/ 14 h 14"/>
                <a:gd name="T8" fmla="*/ 0 w 15"/>
                <a:gd name="T9" fmla="*/ 0 h 14"/>
              </a:gdLst>
              <a:ahLst/>
              <a:cxnLst>
                <a:cxn ang="0">
                  <a:pos x="T0" y="T1"/>
                </a:cxn>
                <a:cxn ang="0">
                  <a:pos x="T2" y="T3"/>
                </a:cxn>
                <a:cxn ang="0">
                  <a:pos x="T4" y="T5"/>
                </a:cxn>
                <a:cxn ang="0">
                  <a:pos x="T6" y="T7"/>
                </a:cxn>
                <a:cxn ang="0">
                  <a:pos x="T8" y="T9"/>
                </a:cxn>
              </a:cxnLst>
              <a:rect l="0" t="0" r="r" b="b"/>
              <a:pathLst>
                <a:path w="15" h="14">
                  <a:moveTo>
                    <a:pt x="0" y="0"/>
                  </a:moveTo>
                  <a:cubicBezTo>
                    <a:pt x="0" y="0"/>
                    <a:pt x="0" y="0"/>
                    <a:pt x="0" y="0"/>
                  </a:cubicBezTo>
                  <a:cubicBezTo>
                    <a:pt x="15" y="14"/>
                    <a:pt x="15" y="14"/>
                    <a:pt x="15" y="14"/>
                  </a:cubicBezTo>
                  <a:cubicBezTo>
                    <a:pt x="15" y="14"/>
                    <a:pt x="15" y="14"/>
                    <a:pt x="15" y="14"/>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63"/>
            <p:cNvSpPr>
              <a:spLocks/>
            </p:cNvSpPr>
            <p:nvPr userDrawn="1"/>
          </p:nvSpPr>
          <p:spPr bwMode="auto">
            <a:xfrm rot="10800000">
              <a:off x="10515377" y="3701289"/>
              <a:ext cx="95031" cy="180881"/>
            </a:xfrm>
            <a:custGeom>
              <a:avLst/>
              <a:gdLst>
                <a:gd name="T0" fmla="*/ 127 w 127"/>
                <a:gd name="T1" fmla="*/ 0 h 241"/>
                <a:gd name="T2" fmla="*/ 11 w 127"/>
                <a:gd name="T3" fmla="*/ 39 h 241"/>
                <a:gd name="T4" fmla="*/ 31 w 127"/>
                <a:gd name="T5" fmla="*/ 241 h 241"/>
                <a:gd name="T6" fmla="*/ 124 w 127"/>
                <a:gd name="T7" fmla="*/ 199 h 241"/>
                <a:gd name="T8" fmla="*/ 127 w 127"/>
                <a:gd name="T9" fmla="*/ 0 h 241"/>
              </a:gdLst>
              <a:ahLst/>
              <a:cxnLst>
                <a:cxn ang="0">
                  <a:pos x="T0" y="T1"/>
                </a:cxn>
                <a:cxn ang="0">
                  <a:pos x="T2" y="T3"/>
                </a:cxn>
                <a:cxn ang="0">
                  <a:pos x="T4" y="T5"/>
                </a:cxn>
                <a:cxn ang="0">
                  <a:pos x="T6" y="T7"/>
                </a:cxn>
                <a:cxn ang="0">
                  <a:pos x="T8" y="T9"/>
                </a:cxn>
              </a:cxnLst>
              <a:rect l="0" t="0" r="r" b="b"/>
              <a:pathLst>
                <a:path w="127" h="241">
                  <a:moveTo>
                    <a:pt x="127" y="0"/>
                  </a:moveTo>
                  <a:cubicBezTo>
                    <a:pt x="87" y="10"/>
                    <a:pt x="48" y="23"/>
                    <a:pt x="11" y="39"/>
                  </a:cubicBezTo>
                  <a:cubicBezTo>
                    <a:pt x="0" y="106"/>
                    <a:pt x="7" y="177"/>
                    <a:pt x="31" y="241"/>
                  </a:cubicBezTo>
                  <a:cubicBezTo>
                    <a:pt x="61" y="224"/>
                    <a:pt x="92" y="210"/>
                    <a:pt x="124" y="199"/>
                  </a:cubicBezTo>
                  <a:cubicBezTo>
                    <a:pt x="102" y="134"/>
                    <a:pt x="103" y="64"/>
                    <a:pt x="12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64"/>
            <p:cNvSpPr>
              <a:spLocks/>
            </p:cNvSpPr>
            <p:nvPr userDrawn="1"/>
          </p:nvSpPr>
          <p:spPr bwMode="auto">
            <a:xfrm rot="10800000">
              <a:off x="10143976" y="3957919"/>
              <a:ext cx="129004" cy="105131"/>
            </a:xfrm>
            <a:custGeom>
              <a:avLst/>
              <a:gdLst>
                <a:gd name="T0" fmla="*/ 54 w 172"/>
                <a:gd name="T1" fmla="*/ 0 h 140"/>
                <a:gd name="T2" fmla="*/ 0 w 172"/>
                <a:gd name="T3" fmla="*/ 60 h 140"/>
                <a:gd name="T4" fmla="*/ 150 w 172"/>
                <a:gd name="T5" fmla="*/ 140 h 140"/>
                <a:gd name="T6" fmla="*/ 150 w 172"/>
                <a:gd name="T7" fmla="*/ 140 h 140"/>
                <a:gd name="T8" fmla="*/ 150 w 172"/>
                <a:gd name="T9" fmla="*/ 140 h 140"/>
                <a:gd name="T10" fmla="*/ 172 w 172"/>
                <a:gd name="T11" fmla="*/ 118 h 140"/>
                <a:gd name="T12" fmla="*/ 54 w 172"/>
                <a:gd name="T13" fmla="*/ 0 h 140"/>
              </a:gdLst>
              <a:ahLst/>
              <a:cxnLst>
                <a:cxn ang="0">
                  <a:pos x="T0" y="T1"/>
                </a:cxn>
                <a:cxn ang="0">
                  <a:pos x="T2" y="T3"/>
                </a:cxn>
                <a:cxn ang="0">
                  <a:pos x="T4" y="T5"/>
                </a:cxn>
                <a:cxn ang="0">
                  <a:pos x="T6" y="T7"/>
                </a:cxn>
                <a:cxn ang="0">
                  <a:pos x="T8" y="T9"/>
                </a:cxn>
                <a:cxn ang="0">
                  <a:pos x="T10" y="T11"/>
                </a:cxn>
                <a:cxn ang="0">
                  <a:pos x="T12" y="T13"/>
                </a:cxn>
              </a:cxnLst>
              <a:rect l="0" t="0" r="r" b="b"/>
              <a:pathLst>
                <a:path w="172" h="140">
                  <a:moveTo>
                    <a:pt x="54" y="0"/>
                  </a:moveTo>
                  <a:cubicBezTo>
                    <a:pt x="35" y="19"/>
                    <a:pt x="17" y="39"/>
                    <a:pt x="0" y="60"/>
                  </a:cubicBezTo>
                  <a:cubicBezTo>
                    <a:pt x="55" y="71"/>
                    <a:pt x="107" y="97"/>
                    <a:pt x="150" y="140"/>
                  </a:cubicBezTo>
                  <a:cubicBezTo>
                    <a:pt x="150" y="140"/>
                    <a:pt x="150" y="140"/>
                    <a:pt x="150" y="140"/>
                  </a:cubicBezTo>
                  <a:cubicBezTo>
                    <a:pt x="150" y="140"/>
                    <a:pt x="150" y="140"/>
                    <a:pt x="150" y="140"/>
                  </a:cubicBezTo>
                  <a:cubicBezTo>
                    <a:pt x="172" y="118"/>
                    <a:pt x="172" y="118"/>
                    <a:pt x="172" y="118"/>
                  </a:cubicBezTo>
                  <a:cubicBezTo>
                    <a:pt x="54" y="0"/>
                    <a:pt x="54" y="0"/>
                    <a:pt x="5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65"/>
            <p:cNvSpPr>
              <a:spLocks/>
            </p:cNvSpPr>
            <p:nvPr userDrawn="1"/>
          </p:nvSpPr>
          <p:spPr bwMode="auto">
            <a:xfrm rot="10800000">
              <a:off x="10106330" y="3974446"/>
              <a:ext cx="126249" cy="106509"/>
            </a:xfrm>
            <a:custGeom>
              <a:avLst/>
              <a:gdLst>
                <a:gd name="T0" fmla="*/ 24 w 168"/>
                <a:gd name="T1" fmla="*/ 0 h 142"/>
                <a:gd name="T2" fmla="*/ 0 w 168"/>
                <a:gd name="T3" fmla="*/ 23 h 142"/>
                <a:gd name="T4" fmla="*/ 0 w 168"/>
                <a:gd name="T5" fmla="*/ 24 h 142"/>
                <a:gd name="T6" fmla="*/ 0 w 168"/>
                <a:gd name="T7" fmla="*/ 24 h 142"/>
                <a:gd name="T8" fmla="*/ 118 w 168"/>
                <a:gd name="T9" fmla="*/ 142 h 142"/>
                <a:gd name="T10" fmla="*/ 168 w 168"/>
                <a:gd name="T11" fmla="*/ 91 h 142"/>
                <a:gd name="T12" fmla="*/ 24 w 168"/>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168" h="142">
                  <a:moveTo>
                    <a:pt x="24" y="0"/>
                  </a:moveTo>
                  <a:cubicBezTo>
                    <a:pt x="16" y="8"/>
                    <a:pt x="8" y="15"/>
                    <a:pt x="0" y="23"/>
                  </a:cubicBezTo>
                  <a:cubicBezTo>
                    <a:pt x="0" y="24"/>
                    <a:pt x="0" y="24"/>
                    <a:pt x="0" y="24"/>
                  </a:cubicBezTo>
                  <a:cubicBezTo>
                    <a:pt x="0" y="24"/>
                    <a:pt x="0" y="24"/>
                    <a:pt x="0" y="24"/>
                  </a:cubicBezTo>
                  <a:cubicBezTo>
                    <a:pt x="118" y="142"/>
                    <a:pt x="118" y="142"/>
                    <a:pt x="118" y="142"/>
                  </a:cubicBezTo>
                  <a:cubicBezTo>
                    <a:pt x="168" y="91"/>
                    <a:pt x="168" y="91"/>
                    <a:pt x="168" y="91"/>
                  </a:cubicBezTo>
                  <a:cubicBezTo>
                    <a:pt x="126" y="49"/>
                    <a:pt x="77" y="19"/>
                    <a:pt x="2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66"/>
            <p:cNvSpPr>
              <a:spLocks/>
            </p:cNvSpPr>
            <p:nvPr userDrawn="1"/>
          </p:nvSpPr>
          <p:spPr bwMode="auto">
            <a:xfrm rot="10800000">
              <a:off x="10143975" y="3974446"/>
              <a:ext cx="88604" cy="88604"/>
            </a:xfrm>
            <a:custGeom>
              <a:avLst/>
              <a:gdLst>
                <a:gd name="T0" fmla="*/ 0 w 118"/>
                <a:gd name="T1" fmla="*/ 0 h 118"/>
                <a:gd name="T2" fmla="*/ 0 w 118"/>
                <a:gd name="T3" fmla="*/ 0 h 118"/>
                <a:gd name="T4" fmla="*/ 118 w 118"/>
                <a:gd name="T5" fmla="*/ 118 h 118"/>
                <a:gd name="T6" fmla="*/ 118 w 118"/>
                <a:gd name="T7" fmla="*/ 118 h 118"/>
                <a:gd name="T8" fmla="*/ 0 w 118"/>
                <a:gd name="T9" fmla="*/ 0 h 118"/>
              </a:gdLst>
              <a:ahLst/>
              <a:cxnLst>
                <a:cxn ang="0">
                  <a:pos x="T0" y="T1"/>
                </a:cxn>
                <a:cxn ang="0">
                  <a:pos x="T2" y="T3"/>
                </a:cxn>
                <a:cxn ang="0">
                  <a:pos x="T4" y="T5"/>
                </a:cxn>
                <a:cxn ang="0">
                  <a:pos x="T6" y="T7"/>
                </a:cxn>
                <a:cxn ang="0">
                  <a:pos x="T8" y="T9"/>
                </a:cxn>
              </a:cxnLst>
              <a:rect l="0" t="0" r="r" b="b"/>
              <a:pathLst>
                <a:path w="118" h="118">
                  <a:moveTo>
                    <a:pt x="0" y="0"/>
                  </a:moveTo>
                  <a:cubicBezTo>
                    <a:pt x="0" y="0"/>
                    <a:pt x="0" y="0"/>
                    <a:pt x="0" y="0"/>
                  </a:cubicBezTo>
                  <a:cubicBezTo>
                    <a:pt x="118" y="118"/>
                    <a:pt x="118" y="118"/>
                    <a:pt x="118" y="118"/>
                  </a:cubicBezTo>
                  <a:cubicBezTo>
                    <a:pt x="118" y="118"/>
                    <a:pt x="118" y="118"/>
                    <a:pt x="118" y="118"/>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67"/>
            <p:cNvSpPr>
              <a:spLocks/>
            </p:cNvSpPr>
            <p:nvPr userDrawn="1"/>
          </p:nvSpPr>
          <p:spPr bwMode="auto">
            <a:xfrm rot="10800000">
              <a:off x="10143975" y="3957919"/>
              <a:ext cx="16527" cy="16527"/>
            </a:xfrm>
            <a:custGeom>
              <a:avLst/>
              <a:gdLst>
                <a:gd name="T0" fmla="*/ 22 w 22"/>
                <a:gd name="T1" fmla="*/ 0 h 22"/>
                <a:gd name="T2" fmla="*/ 0 w 22"/>
                <a:gd name="T3" fmla="*/ 22 h 22"/>
                <a:gd name="T4" fmla="*/ 0 w 22"/>
                <a:gd name="T5" fmla="*/ 22 h 22"/>
                <a:gd name="T6" fmla="*/ 22 w 22"/>
                <a:gd name="T7" fmla="*/ 0 h 22"/>
                <a:gd name="T8" fmla="*/ 22 w 22"/>
                <a:gd name="T9" fmla="*/ 0 h 22"/>
              </a:gdLst>
              <a:ahLst/>
              <a:cxnLst>
                <a:cxn ang="0">
                  <a:pos x="T0" y="T1"/>
                </a:cxn>
                <a:cxn ang="0">
                  <a:pos x="T2" y="T3"/>
                </a:cxn>
                <a:cxn ang="0">
                  <a:pos x="T4" y="T5"/>
                </a:cxn>
                <a:cxn ang="0">
                  <a:pos x="T6" y="T7"/>
                </a:cxn>
                <a:cxn ang="0">
                  <a:pos x="T8" y="T9"/>
                </a:cxn>
              </a:cxnLst>
              <a:rect l="0" t="0" r="r" b="b"/>
              <a:pathLst>
                <a:path w="22" h="22">
                  <a:moveTo>
                    <a:pt x="22" y="0"/>
                  </a:moveTo>
                  <a:cubicBezTo>
                    <a:pt x="0" y="22"/>
                    <a:pt x="0" y="22"/>
                    <a:pt x="0" y="22"/>
                  </a:cubicBezTo>
                  <a:cubicBezTo>
                    <a:pt x="0" y="22"/>
                    <a:pt x="0" y="22"/>
                    <a:pt x="0" y="22"/>
                  </a:cubicBezTo>
                  <a:cubicBezTo>
                    <a:pt x="22" y="0"/>
                    <a:pt x="22" y="0"/>
                    <a:pt x="22" y="0"/>
                  </a:cubicBezTo>
                  <a:cubicBezTo>
                    <a:pt x="22" y="0"/>
                    <a:pt x="22" y="0"/>
                    <a:pt x="2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68"/>
            <p:cNvSpPr>
              <a:spLocks/>
            </p:cNvSpPr>
            <p:nvPr userDrawn="1"/>
          </p:nvSpPr>
          <p:spPr bwMode="auto">
            <a:xfrm rot="10800000">
              <a:off x="10106331" y="3974446"/>
              <a:ext cx="37645" cy="38104"/>
            </a:xfrm>
            <a:custGeom>
              <a:avLst/>
              <a:gdLst>
                <a:gd name="T0" fmla="*/ 50 w 50"/>
                <a:gd name="T1" fmla="*/ 0 h 51"/>
                <a:gd name="T2" fmla="*/ 0 w 50"/>
                <a:gd name="T3" fmla="*/ 51 h 51"/>
                <a:gd name="T4" fmla="*/ 0 w 50"/>
                <a:gd name="T5" fmla="*/ 51 h 51"/>
                <a:gd name="T6" fmla="*/ 50 w 50"/>
                <a:gd name="T7" fmla="*/ 1 h 51"/>
                <a:gd name="T8" fmla="*/ 50 w 50"/>
                <a:gd name="T9" fmla="*/ 0 h 51"/>
              </a:gdLst>
              <a:ahLst/>
              <a:cxnLst>
                <a:cxn ang="0">
                  <a:pos x="T0" y="T1"/>
                </a:cxn>
                <a:cxn ang="0">
                  <a:pos x="T2" y="T3"/>
                </a:cxn>
                <a:cxn ang="0">
                  <a:pos x="T4" y="T5"/>
                </a:cxn>
                <a:cxn ang="0">
                  <a:pos x="T6" y="T7"/>
                </a:cxn>
                <a:cxn ang="0">
                  <a:pos x="T8" y="T9"/>
                </a:cxn>
              </a:cxnLst>
              <a:rect l="0" t="0" r="r" b="b"/>
              <a:pathLst>
                <a:path w="50" h="51">
                  <a:moveTo>
                    <a:pt x="50" y="0"/>
                  </a:moveTo>
                  <a:cubicBezTo>
                    <a:pt x="0" y="51"/>
                    <a:pt x="0" y="51"/>
                    <a:pt x="0" y="51"/>
                  </a:cubicBezTo>
                  <a:cubicBezTo>
                    <a:pt x="0" y="51"/>
                    <a:pt x="0" y="51"/>
                    <a:pt x="0" y="51"/>
                  </a:cubicBezTo>
                  <a:cubicBezTo>
                    <a:pt x="50" y="1"/>
                    <a:pt x="50" y="1"/>
                    <a:pt x="50" y="1"/>
                  </a:cubicBezTo>
                  <a:cubicBezTo>
                    <a:pt x="50" y="0"/>
                    <a:pt x="50" y="0"/>
                    <a:pt x="5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Rectangle 69"/>
            <p:cNvSpPr>
              <a:spLocks noChangeArrowheads="1"/>
            </p:cNvSpPr>
            <p:nvPr userDrawn="1"/>
          </p:nvSpPr>
          <p:spPr bwMode="auto">
            <a:xfrm rot="10800000">
              <a:off x="10143516" y="3973987"/>
              <a:ext cx="459" cy="459"/>
            </a:xfrm>
            <a:prstGeom prst="rect">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Rectangle 70"/>
            <p:cNvSpPr>
              <a:spLocks noChangeArrowheads="1"/>
            </p:cNvSpPr>
            <p:nvPr userDrawn="1"/>
          </p:nvSpPr>
          <p:spPr bwMode="auto">
            <a:xfrm rot="10800000">
              <a:off x="10143516" y="3973987"/>
              <a:ext cx="459" cy="459"/>
            </a:xfrm>
            <a:prstGeom prst="rect">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71"/>
            <p:cNvSpPr>
              <a:spLocks/>
            </p:cNvSpPr>
            <p:nvPr userDrawn="1"/>
          </p:nvSpPr>
          <p:spPr bwMode="auto">
            <a:xfrm rot="10800000">
              <a:off x="10466714" y="3598911"/>
              <a:ext cx="53714" cy="53714"/>
            </a:xfrm>
            <a:custGeom>
              <a:avLst/>
              <a:gdLst>
                <a:gd name="T0" fmla="*/ 72 w 72"/>
                <a:gd name="T1" fmla="*/ 0 h 72"/>
                <a:gd name="T2" fmla="*/ 0 w 72"/>
                <a:gd name="T3" fmla="*/ 72 h 72"/>
                <a:gd name="T4" fmla="*/ 0 w 72"/>
                <a:gd name="T5" fmla="*/ 72 h 72"/>
                <a:gd name="T6" fmla="*/ 72 w 72"/>
                <a:gd name="T7" fmla="*/ 0 h 72"/>
                <a:gd name="T8" fmla="*/ 72 w 72"/>
                <a:gd name="T9" fmla="*/ 0 h 72"/>
              </a:gdLst>
              <a:ahLst/>
              <a:cxnLst>
                <a:cxn ang="0">
                  <a:pos x="T0" y="T1"/>
                </a:cxn>
                <a:cxn ang="0">
                  <a:pos x="T2" y="T3"/>
                </a:cxn>
                <a:cxn ang="0">
                  <a:pos x="T4" y="T5"/>
                </a:cxn>
                <a:cxn ang="0">
                  <a:pos x="T6" y="T7"/>
                </a:cxn>
                <a:cxn ang="0">
                  <a:pos x="T8" y="T9"/>
                </a:cxn>
              </a:cxnLst>
              <a:rect l="0" t="0" r="r" b="b"/>
              <a:pathLst>
                <a:path w="72" h="72">
                  <a:moveTo>
                    <a:pt x="72" y="0"/>
                  </a:moveTo>
                  <a:cubicBezTo>
                    <a:pt x="0" y="72"/>
                    <a:pt x="0" y="72"/>
                    <a:pt x="0" y="72"/>
                  </a:cubicBezTo>
                  <a:cubicBezTo>
                    <a:pt x="0" y="72"/>
                    <a:pt x="0" y="72"/>
                    <a:pt x="0" y="72"/>
                  </a:cubicBezTo>
                  <a:cubicBezTo>
                    <a:pt x="72" y="0"/>
                    <a:pt x="72" y="0"/>
                    <a:pt x="72" y="0"/>
                  </a:cubicBezTo>
                  <a:cubicBezTo>
                    <a:pt x="72" y="0"/>
                    <a:pt x="72" y="0"/>
                    <a:pt x="7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7291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Freeform 112"/>
          <p:cNvSpPr>
            <a:spLocks/>
          </p:cNvSpPr>
          <p:nvPr userDrawn="1"/>
        </p:nvSpPr>
        <p:spPr bwMode="auto">
          <a:xfrm>
            <a:off x="5135099" y="3117851"/>
            <a:ext cx="2166938" cy="2165350"/>
          </a:xfrm>
          <a:custGeom>
            <a:avLst/>
            <a:gdLst>
              <a:gd name="T0" fmla="*/ 0 w 490"/>
              <a:gd name="T1" fmla="*/ 245 h 490"/>
              <a:gd name="T2" fmla="*/ 245 w 490"/>
              <a:gd name="T3" fmla="*/ 0 h 490"/>
              <a:gd name="T4" fmla="*/ 490 w 490"/>
              <a:gd name="T5" fmla="*/ 245 h 490"/>
              <a:gd name="T6" fmla="*/ 245 w 490"/>
              <a:gd name="T7" fmla="*/ 490 h 490"/>
              <a:gd name="T8" fmla="*/ 0 w 490"/>
              <a:gd name="T9" fmla="*/ 245 h 490"/>
            </a:gdLst>
            <a:ahLst/>
            <a:cxnLst>
              <a:cxn ang="0">
                <a:pos x="T0" y="T1"/>
              </a:cxn>
              <a:cxn ang="0">
                <a:pos x="T2" y="T3"/>
              </a:cxn>
              <a:cxn ang="0">
                <a:pos x="T4" y="T5"/>
              </a:cxn>
              <a:cxn ang="0">
                <a:pos x="T6" y="T7"/>
              </a:cxn>
              <a:cxn ang="0">
                <a:pos x="T8" y="T9"/>
              </a:cxn>
            </a:cxnLst>
            <a:rect l="0" t="0" r="r" b="b"/>
            <a:pathLst>
              <a:path w="490" h="490">
                <a:moveTo>
                  <a:pt x="0" y="245"/>
                </a:moveTo>
                <a:cubicBezTo>
                  <a:pt x="0" y="110"/>
                  <a:pt x="110" y="0"/>
                  <a:pt x="245" y="0"/>
                </a:cubicBezTo>
                <a:cubicBezTo>
                  <a:pt x="380" y="0"/>
                  <a:pt x="490" y="109"/>
                  <a:pt x="490" y="245"/>
                </a:cubicBezTo>
                <a:cubicBezTo>
                  <a:pt x="490" y="380"/>
                  <a:pt x="381" y="490"/>
                  <a:pt x="245" y="490"/>
                </a:cubicBezTo>
                <a:cubicBezTo>
                  <a:pt x="110" y="490"/>
                  <a:pt x="0" y="380"/>
                  <a:pt x="0" y="245"/>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113"/>
          <p:cNvSpPr>
            <a:spLocks/>
          </p:cNvSpPr>
          <p:nvPr userDrawn="1"/>
        </p:nvSpPr>
        <p:spPr bwMode="auto">
          <a:xfrm>
            <a:off x="3909866" y="1220788"/>
            <a:ext cx="1193800" cy="1193800"/>
          </a:xfrm>
          <a:custGeom>
            <a:avLst/>
            <a:gdLst>
              <a:gd name="T0" fmla="*/ 0 w 270"/>
              <a:gd name="T1" fmla="*/ 135 h 270"/>
              <a:gd name="T2" fmla="*/ 134 w 270"/>
              <a:gd name="T3" fmla="*/ 0 h 270"/>
              <a:gd name="T4" fmla="*/ 270 w 270"/>
              <a:gd name="T5" fmla="*/ 135 h 270"/>
              <a:gd name="T6" fmla="*/ 135 w 270"/>
              <a:gd name="T7" fmla="*/ 270 h 270"/>
              <a:gd name="T8" fmla="*/ 0 w 270"/>
              <a:gd name="T9" fmla="*/ 135 h 270"/>
            </a:gdLst>
            <a:ahLst/>
            <a:cxnLst>
              <a:cxn ang="0">
                <a:pos x="T0" y="T1"/>
              </a:cxn>
              <a:cxn ang="0">
                <a:pos x="T2" y="T3"/>
              </a:cxn>
              <a:cxn ang="0">
                <a:pos x="T4" y="T5"/>
              </a:cxn>
              <a:cxn ang="0">
                <a:pos x="T6" y="T7"/>
              </a:cxn>
              <a:cxn ang="0">
                <a:pos x="T8" y="T9"/>
              </a:cxn>
            </a:cxnLst>
            <a:rect l="0" t="0" r="r" b="b"/>
            <a:pathLst>
              <a:path w="270" h="270">
                <a:moveTo>
                  <a:pt x="0" y="135"/>
                </a:moveTo>
                <a:cubicBezTo>
                  <a:pt x="0" y="60"/>
                  <a:pt x="60" y="0"/>
                  <a:pt x="134" y="0"/>
                </a:cubicBezTo>
                <a:cubicBezTo>
                  <a:pt x="209" y="0"/>
                  <a:pt x="270" y="60"/>
                  <a:pt x="270" y="135"/>
                </a:cubicBezTo>
                <a:cubicBezTo>
                  <a:pt x="270" y="209"/>
                  <a:pt x="209" y="270"/>
                  <a:pt x="135" y="270"/>
                </a:cubicBezTo>
                <a:cubicBezTo>
                  <a:pt x="60" y="270"/>
                  <a:pt x="0" y="209"/>
                  <a:pt x="0" y="135"/>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Oval 114"/>
          <p:cNvSpPr>
            <a:spLocks noChangeArrowheads="1"/>
          </p:cNvSpPr>
          <p:nvPr userDrawn="1"/>
        </p:nvSpPr>
        <p:spPr bwMode="auto">
          <a:xfrm>
            <a:off x="2331256" y="809626"/>
            <a:ext cx="920750" cy="920750"/>
          </a:xfrm>
          <a:prstGeom prst="ellipse">
            <a:avLst/>
          </a:pr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Oval 115"/>
          <p:cNvSpPr>
            <a:spLocks noChangeArrowheads="1"/>
          </p:cNvSpPr>
          <p:nvPr userDrawn="1"/>
        </p:nvSpPr>
        <p:spPr bwMode="auto">
          <a:xfrm>
            <a:off x="1667681" y="3789363"/>
            <a:ext cx="430213" cy="428625"/>
          </a:xfrm>
          <a:prstGeom prst="ellipse">
            <a:avLst/>
          </a:pr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16"/>
          <p:cNvSpPr>
            <a:spLocks/>
          </p:cNvSpPr>
          <p:nvPr userDrawn="1"/>
        </p:nvSpPr>
        <p:spPr bwMode="auto">
          <a:xfrm>
            <a:off x="1823256" y="1631951"/>
            <a:ext cx="561975" cy="566738"/>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17"/>
          <p:cNvSpPr>
            <a:spLocks/>
          </p:cNvSpPr>
          <p:nvPr userDrawn="1"/>
        </p:nvSpPr>
        <p:spPr bwMode="auto">
          <a:xfrm>
            <a:off x="2354434" y="4968876"/>
            <a:ext cx="1314450" cy="1308100"/>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Oval 118"/>
          <p:cNvSpPr>
            <a:spLocks noChangeArrowheads="1"/>
          </p:cNvSpPr>
          <p:nvPr userDrawn="1"/>
        </p:nvSpPr>
        <p:spPr bwMode="auto">
          <a:xfrm>
            <a:off x="2021694" y="2998788"/>
            <a:ext cx="279400" cy="282575"/>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Oval 119"/>
          <p:cNvSpPr>
            <a:spLocks noChangeArrowheads="1"/>
          </p:cNvSpPr>
          <p:nvPr userDrawn="1"/>
        </p:nvSpPr>
        <p:spPr bwMode="auto">
          <a:xfrm>
            <a:off x="2451589" y="3987801"/>
            <a:ext cx="473075" cy="473075"/>
          </a:xfrm>
          <a:prstGeom prst="ellipse">
            <a:avLst/>
          </a:pr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20"/>
          <p:cNvSpPr>
            <a:spLocks/>
          </p:cNvSpPr>
          <p:nvPr userDrawn="1"/>
        </p:nvSpPr>
        <p:spPr bwMode="auto">
          <a:xfrm>
            <a:off x="3856844" y="2414588"/>
            <a:ext cx="1606550" cy="1600200"/>
          </a:xfrm>
          <a:custGeom>
            <a:avLst/>
            <a:gdLst>
              <a:gd name="T0" fmla="*/ 0 w 363"/>
              <a:gd name="T1" fmla="*/ 181 h 362"/>
              <a:gd name="T2" fmla="*/ 181 w 363"/>
              <a:gd name="T3" fmla="*/ 0 h 362"/>
              <a:gd name="T4" fmla="*/ 362 w 363"/>
              <a:gd name="T5" fmla="*/ 181 h 362"/>
              <a:gd name="T6" fmla="*/ 181 w 363"/>
              <a:gd name="T7" fmla="*/ 362 h 362"/>
              <a:gd name="T8" fmla="*/ 0 w 363"/>
              <a:gd name="T9" fmla="*/ 181 h 362"/>
            </a:gdLst>
            <a:ahLst/>
            <a:cxnLst>
              <a:cxn ang="0">
                <a:pos x="T0" y="T1"/>
              </a:cxn>
              <a:cxn ang="0">
                <a:pos x="T2" y="T3"/>
              </a:cxn>
              <a:cxn ang="0">
                <a:pos x="T4" y="T5"/>
              </a:cxn>
              <a:cxn ang="0">
                <a:pos x="T6" y="T7"/>
              </a:cxn>
              <a:cxn ang="0">
                <a:pos x="T8" y="T9"/>
              </a:cxn>
            </a:cxnLst>
            <a:rect l="0" t="0" r="r" b="b"/>
            <a:pathLst>
              <a:path w="363" h="362">
                <a:moveTo>
                  <a:pt x="0" y="181"/>
                </a:moveTo>
                <a:cubicBezTo>
                  <a:pt x="0" y="81"/>
                  <a:pt x="81" y="0"/>
                  <a:pt x="181" y="0"/>
                </a:cubicBezTo>
                <a:cubicBezTo>
                  <a:pt x="281" y="0"/>
                  <a:pt x="362" y="81"/>
                  <a:pt x="362" y="181"/>
                </a:cubicBezTo>
                <a:cubicBezTo>
                  <a:pt x="363" y="281"/>
                  <a:pt x="282" y="362"/>
                  <a:pt x="181" y="362"/>
                </a:cubicBezTo>
                <a:cubicBezTo>
                  <a:pt x="81" y="362"/>
                  <a:pt x="0" y="281"/>
                  <a:pt x="0" y="181"/>
                </a:cubicBezTo>
                <a:close/>
              </a:path>
            </a:pathLst>
          </a:cu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21"/>
          <p:cNvSpPr>
            <a:spLocks/>
          </p:cNvSpPr>
          <p:nvPr userDrawn="1"/>
        </p:nvSpPr>
        <p:spPr bwMode="auto">
          <a:xfrm>
            <a:off x="5135099" y="1624013"/>
            <a:ext cx="1587500" cy="1590675"/>
          </a:xfrm>
          <a:custGeom>
            <a:avLst/>
            <a:gdLst>
              <a:gd name="T0" fmla="*/ 0 w 359"/>
              <a:gd name="T1" fmla="*/ 180 h 360"/>
              <a:gd name="T2" fmla="*/ 179 w 359"/>
              <a:gd name="T3" fmla="*/ 0 h 360"/>
              <a:gd name="T4" fmla="*/ 359 w 359"/>
              <a:gd name="T5" fmla="*/ 180 h 360"/>
              <a:gd name="T6" fmla="*/ 180 w 359"/>
              <a:gd name="T7" fmla="*/ 360 h 360"/>
              <a:gd name="T8" fmla="*/ 0 w 359"/>
              <a:gd name="T9" fmla="*/ 180 h 360"/>
            </a:gdLst>
            <a:ahLst/>
            <a:cxnLst>
              <a:cxn ang="0">
                <a:pos x="T0" y="T1"/>
              </a:cxn>
              <a:cxn ang="0">
                <a:pos x="T2" y="T3"/>
              </a:cxn>
              <a:cxn ang="0">
                <a:pos x="T4" y="T5"/>
              </a:cxn>
              <a:cxn ang="0">
                <a:pos x="T6" y="T7"/>
              </a:cxn>
              <a:cxn ang="0">
                <a:pos x="T8" y="T9"/>
              </a:cxn>
            </a:cxnLst>
            <a:rect l="0" t="0" r="r" b="b"/>
            <a:pathLst>
              <a:path w="359" h="360">
                <a:moveTo>
                  <a:pt x="0" y="180"/>
                </a:moveTo>
                <a:cubicBezTo>
                  <a:pt x="0" y="81"/>
                  <a:pt x="80" y="0"/>
                  <a:pt x="179" y="0"/>
                </a:cubicBezTo>
                <a:cubicBezTo>
                  <a:pt x="279" y="0"/>
                  <a:pt x="359" y="80"/>
                  <a:pt x="359" y="180"/>
                </a:cubicBezTo>
                <a:cubicBezTo>
                  <a:pt x="359" y="279"/>
                  <a:pt x="279" y="359"/>
                  <a:pt x="180" y="360"/>
                </a:cubicBezTo>
                <a:cubicBezTo>
                  <a:pt x="80" y="360"/>
                  <a:pt x="0" y="279"/>
                  <a:pt x="0" y="180"/>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22"/>
          <p:cNvSpPr>
            <a:spLocks/>
          </p:cNvSpPr>
          <p:nvPr userDrawn="1"/>
        </p:nvSpPr>
        <p:spPr bwMode="auto">
          <a:xfrm>
            <a:off x="2464289" y="2635251"/>
            <a:ext cx="1158875" cy="1158875"/>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23"/>
          <p:cNvSpPr>
            <a:spLocks/>
          </p:cNvSpPr>
          <p:nvPr userDrawn="1"/>
        </p:nvSpPr>
        <p:spPr bwMode="auto">
          <a:xfrm>
            <a:off x="3079286" y="41276"/>
            <a:ext cx="1449388" cy="1449388"/>
          </a:xfrm>
          <a:custGeom>
            <a:avLst/>
            <a:gdLst>
              <a:gd name="T0" fmla="*/ 0 w 328"/>
              <a:gd name="T1" fmla="*/ 164 h 328"/>
              <a:gd name="T2" fmla="*/ 164 w 328"/>
              <a:gd name="T3" fmla="*/ 0 h 328"/>
              <a:gd name="T4" fmla="*/ 328 w 328"/>
              <a:gd name="T5" fmla="*/ 164 h 328"/>
              <a:gd name="T6" fmla="*/ 164 w 328"/>
              <a:gd name="T7" fmla="*/ 328 h 328"/>
              <a:gd name="T8" fmla="*/ 0 w 328"/>
              <a:gd name="T9" fmla="*/ 164 h 328"/>
            </a:gdLst>
            <a:ahLst/>
            <a:cxnLst>
              <a:cxn ang="0">
                <a:pos x="T0" y="T1"/>
              </a:cxn>
              <a:cxn ang="0">
                <a:pos x="T2" y="T3"/>
              </a:cxn>
              <a:cxn ang="0">
                <a:pos x="T4" y="T5"/>
              </a:cxn>
              <a:cxn ang="0">
                <a:pos x="T6" y="T7"/>
              </a:cxn>
              <a:cxn ang="0">
                <a:pos x="T8" y="T9"/>
              </a:cxn>
            </a:cxnLst>
            <a:rect l="0" t="0" r="r" b="b"/>
            <a:pathLst>
              <a:path w="328" h="328">
                <a:moveTo>
                  <a:pt x="0" y="164"/>
                </a:moveTo>
                <a:cubicBezTo>
                  <a:pt x="0" y="74"/>
                  <a:pt x="73" y="0"/>
                  <a:pt x="164" y="0"/>
                </a:cubicBezTo>
                <a:cubicBezTo>
                  <a:pt x="254" y="0"/>
                  <a:pt x="328" y="74"/>
                  <a:pt x="328" y="164"/>
                </a:cubicBezTo>
                <a:cubicBezTo>
                  <a:pt x="328" y="255"/>
                  <a:pt x="255" y="328"/>
                  <a:pt x="164" y="328"/>
                </a:cubicBezTo>
                <a:cubicBezTo>
                  <a:pt x="73" y="328"/>
                  <a:pt x="0" y="255"/>
                  <a:pt x="0" y="164"/>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24"/>
          <p:cNvSpPr>
            <a:spLocks/>
          </p:cNvSpPr>
          <p:nvPr userDrawn="1"/>
        </p:nvSpPr>
        <p:spPr bwMode="auto">
          <a:xfrm>
            <a:off x="1545126" y="871538"/>
            <a:ext cx="415925" cy="42068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25"/>
          <p:cNvSpPr>
            <a:spLocks/>
          </p:cNvSpPr>
          <p:nvPr userDrawn="1"/>
        </p:nvSpPr>
        <p:spPr bwMode="auto">
          <a:xfrm>
            <a:off x="2669711" y="1463676"/>
            <a:ext cx="1362075" cy="1366838"/>
          </a:xfrm>
          <a:custGeom>
            <a:avLst/>
            <a:gdLst>
              <a:gd name="T0" fmla="*/ 0 w 308"/>
              <a:gd name="T1" fmla="*/ 155 h 309"/>
              <a:gd name="T2" fmla="*/ 154 w 308"/>
              <a:gd name="T3" fmla="*/ 0 h 309"/>
              <a:gd name="T4" fmla="*/ 308 w 308"/>
              <a:gd name="T5" fmla="*/ 154 h 309"/>
              <a:gd name="T6" fmla="*/ 154 w 308"/>
              <a:gd name="T7" fmla="*/ 309 h 309"/>
              <a:gd name="T8" fmla="*/ 0 w 308"/>
              <a:gd name="T9" fmla="*/ 155 h 309"/>
            </a:gdLst>
            <a:ahLst/>
            <a:cxnLst>
              <a:cxn ang="0">
                <a:pos x="T0" y="T1"/>
              </a:cxn>
              <a:cxn ang="0">
                <a:pos x="T2" y="T3"/>
              </a:cxn>
              <a:cxn ang="0">
                <a:pos x="T4" y="T5"/>
              </a:cxn>
              <a:cxn ang="0">
                <a:pos x="T6" y="T7"/>
              </a:cxn>
              <a:cxn ang="0">
                <a:pos x="T8" y="T9"/>
              </a:cxn>
            </a:cxnLst>
            <a:rect l="0" t="0" r="r" b="b"/>
            <a:pathLst>
              <a:path w="308" h="309">
                <a:moveTo>
                  <a:pt x="0" y="155"/>
                </a:moveTo>
                <a:cubicBezTo>
                  <a:pt x="0" y="70"/>
                  <a:pt x="69" y="1"/>
                  <a:pt x="154" y="0"/>
                </a:cubicBezTo>
                <a:cubicBezTo>
                  <a:pt x="239" y="0"/>
                  <a:pt x="308" y="69"/>
                  <a:pt x="308" y="154"/>
                </a:cubicBezTo>
                <a:cubicBezTo>
                  <a:pt x="308" y="240"/>
                  <a:pt x="239" y="309"/>
                  <a:pt x="154" y="309"/>
                </a:cubicBezTo>
                <a:cubicBezTo>
                  <a:pt x="69" y="309"/>
                  <a:pt x="0" y="240"/>
                  <a:pt x="0" y="15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26"/>
          <p:cNvSpPr>
            <a:spLocks/>
          </p:cNvSpPr>
          <p:nvPr userDrawn="1"/>
        </p:nvSpPr>
        <p:spPr bwMode="auto">
          <a:xfrm>
            <a:off x="4892211" y="4849813"/>
            <a:ext cx="1352550" cy="1357313"/>
          </a:xfrm>
          <a:custGeom>
            <a:avLst/>
            <a:gdLst>
              <a:gd name="T0" fmla="*/ 0 w 306"/>
              <a:gd name="T1" fmla="*/ 154 h 307"/>
              <a:gd name="T2" fmla="*/ 153 w 306"/>
              <a:gd name="T3" fmla="*/ 0 h 307"/>
              <a:gd name="T4" fmla="*/ 306 w 306"/>
              <a:gd name="T5" fmla="*/ 153 h 307"/>
              <a:gd name="T6" fmla="*/ 153 w 306"/>
              <a:gd name="T7" fmla="*/ 307 h 307"/>
              <a:gd name="T8" fmla="*/ 0 w 306"/>
              <a:gd name="T9" fmla="*/ 154 h 307"/>
            </a:gdLst>
            <a:ahLst/>
            <a:cxnLst>
              <a:cxn ang="0">
                <a:pos x="T0" y="T1"/>
              </a:cxn>
              <a:cxn ang="0">
                <a:pos x="T2" y="T3"/>
              </a:cxn>
              <a:cxn ang="0">
                <a:pos x="T4" y="T5"/>
              </a:cxn>
              <a:cxn ang="0">
                <a:pos x="T6" y="T7"/>
              </a:cxn>
              <a:cxn ang="0">
                <a:pos x="T8" y="T9"/>
              </a:cxn>
            </a:cxnLst>
            <a:rect l="0" t="0" r="r" b="b"/>
            <a:pathLst>
              <a:path w="306" h="307">
                <a:moveTo>
                  <a:pt x="0" y="154"/>
                </a:moveTo>
                <a:cubicBezTo>
                  <a:pt x="0" y="69"/>
                  <a:pt x="68" y="1"/>
                  <a:pt x="153" y="0"/>
                </a:cubicBezTo>
                <a:cubicBezTo>
                  <a:pt x="237" y="0"/>
                  <a:pt x="306" y="69"/>
                  <a:pt x="306" y="153"/>
                </a:cubicBezTo>
                <a:cubicBezTo>
                  <a:pt x="306" y="238"/>
                  <a:pt x="238" y="307"/>
                  <a:pt x="153" y="307"/>
                </a:cubicBezTo>
                <a:cubicBezTo>
                  <a:pt x="69" y="307"/>
                  <a:pt x="0" y="238"/>
                  <a:pt x="0" y="154"/>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Oval 127"/>
          <p:cNvSpPr>
            <a:spLocks noChangeArrowheads="1"/>
          </p:cNvSpPr>
          <p:nvPr userDrawn="1"/>
        </p:nvSpPr>
        <p:spPr bwMode="auto">
          <a:xfrm>
            <a:off x="5493874" y="6405563"/>
            <a:ext cx="446088" cy="446088"/>
          </a:xfrm>
          <a:prstGeom prst="ellipse">
            <a:avLst/>
          </a:pr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28"/>
          <p:cNvSpPr>
            <a:spLocks/>
          </p:cNvSpPr>
          <p:nvPr userDrawn="1"/>
        </p:nvSpPr>
        <p:spPr bwMode="auto">
          <a:xfrm>
            <a:off x="5635161" y="5803901"/>
            <a:ext cx="666750" cy="668338"/>
          </a:xfrm>
          <a:custGeom>
            <a:avLst/>
            <a:gdLst>
              <a:gd name="T0" fmla="*/ 0 w 151"/>
              <a:gd name="T1" fmla="*/ 75 h 151"/>
              <a:gd name="T2" fmla="*/ 76 w 151"/>
              <a:gd name="T3" fmla="*/ 0 h 151"/>
              <a:gd name="T4" fmla="*/ 151 w 151"/>
              <a:gd name="T5" fmla="*/ 75 h 151"/>
              <a:gd name="T6" fmla="*/ 76 w 151"/>
              <a:gd name="T7" fmla="*/ 151 h 151"/>
              <a:gd name="T8" fmla="*/ 0 w 151"/>
              <a:gd name="T9" fmla="*/ 75 h 151"/>
            </a:gdLst>
            <a:ahLst/>
            <a:cxnLst>
              <a:cxn ang="0">
                <a:pos x="T0" y="T1"/>
              </a:cxn>
              <a:cxn ang="0">
                <a:pos x="T2" y="T3"/>
              </a:cxn>
              <a:cxn ang="0">
                <a:pos x="T4" y="T5"/>
              </a:cxn>
              <a:cxn ang="0">
                <a:pos x="T6" y="T7"/>
              </a:cxn>
              <a:cxn ang="0">
                <a:pos x="T8" y="T9"/>
              </a:cxn>
            </a:cxnLst>
            <a:rect l="0" t="0" r="r" b="b"/>
            <a:pathLst>
              <a:path w="151" h="151">
                <a:moveTo>
                  <a:pt x="0" y="75"/>
                </a:moveTo>
                <a:cubicBezTo>
                  <a:pt x="0" y="33"/>
                  <a:pt x="34" y="0"/>
                  <a:pt x="76" y="0"/>
                </a:cubicBezTo>
                <a:cubicBezTo>
                  <a:pt x="117" y="0"/>
                  <a:pt x="151" y="33"/>
                  <a:pt x="151" y="75"/>
                </a:cubicBezTo>
                <a:cubicBezTo>
                  <a:pt x="151" y="117"/>
                  <a:pt x="118" y="151"/>
                  <a:pt x="76" y="151"/>
                </a:cubicBezTo>
                <a:cubicBezTo>
                  <a:pt x="34" y="151"/>
                  <a:pt x="0" y="117"/>
                  <a:pt x="0" y="75"/>
                </a:cubicBezTo>
                <a:close/>
              </a:path>
            </a:pathLst>
          </a:cu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29"/>
          <p:cNvSpPr>
            <a:spLocks/>
          </p:cNvSpPr>
          <p:nvPr userDrawn="1"/>
        </p:nvSpPr>
        <p:spPr bwMode="auto">
          <a:xfrm>
            <a:off x="2995149" y="3727451"/>
            <a:ext cx="1976438" cy="1974850"/>
          </a:xfrm>
          <a:custGeom>
            <a:avLst/>
            <a:gdLst>
              <a:gd name="T0" fmla="*/ 1 w 447"/>
              <a:gd name="T1" fmla="*/ 224 h 447"/>
              <a:gd name="T2" fmla="*/ 224 w 447"/>
              <a:gd name="T3" fmla="*/ 0 h 447"/>
              <a:gd name="T4" fmla="*/ 447 w 447"/>
              <a:gd name="T5" fmla="*/ 224 h 447"/>
              <a:gd name="T6" fmla="*/ 224 w 447"/>
              <a:gd name="T7" fmla="*/ 447 h 447"/>
              <a:gd name="T8" fmla="*/ 1 w 447"/>
              <a:gd name="T9" fmla="*/ 224 h 447"/>
            </a:gdLst>
            <a:ahLst/>
            <a:cxnLst>
              <a:cxn ang="0">
                <a:pos x="T0" y="T1"/>
              </a:cxn>
              <a:cxn ang="0">
                <a:pos x="T2" y="T3"/>
              </a:cxn>
              <a:cxn ang="0">
                <a:pos x="T4" y="T5"/>
              </a:cxn>
              <a:cxn ang="0">
                <a:pos x="T6" y="T7"/>
              </a:cxn>
              <a:cxn ang="0">
                <a:pos x="T8" y="T9"/>
              </a:cxn>
            </a:cxnLst>
            <a:rect l="0" t="0" r="r" b="b"/>
            <a:pathLst>
              <a:path w="447" h="447">
                <a:moveTo>
                  <a:pt x="1" y="224"/>
                </a:moveTo>
                <a:cubicBezTo>
                  <a:pt x="0" y="101"/>
                  <a:pt x="100" y="1"/>
                  <a:pt x="224" y="0"/>
                </a:cubicBezTo>
                <a:cubicBezTo>
                  <a:pt x="347" y="0"/>
                  <a:pt x="447" y="100"/>
                  <a:pt x="447" y="224"/>
                </a:cubicBezTo>
                <a:cubicBezTo>
                  <a:pt x="447" y="347"/>
                  <a:pt x="347" y="447"/>
                  <a:pt x="224" y="447"/>
                </a:cubicBezTo>
                <a:cubicBezTo>
                  <a:pt x="101" y="447"/>
                  <a:pt x="1" y="347"/>
                  <a:pt x="1" y="22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30"/>
          <p:cNvSpPr>
            <a:spLocks/>
          </p:cNvSpPr>
          <p:nvPr userDrawn="1"/>
        </p:nvSpPr>
        <p:spPr bwMode="auto">
          <a:xfrm>
            <a:off x="4498511" y="2759076"/>
            <a:ext cx="1941513" cy="1939925"/>
          </a:xfrm>
          <a:custGeom>
            <a:avLst/>
            <a:gdLst>
              <a:gd name="T0" fmla="*/ 0 w 439"/>
              <a:gd name="T1" fmla="*/ 220 h 439"/>
              <a:gd name="T2" fmla="*/ 219 w 439"/>
              <a:gd name="T3" fmla="*/ 0 h 439"/>
              <a:gd name="T4" fmla="*/ 439 w 439"/>
              <a:gd name="T5" fmla="*/ 219 h 439"/>
              <a:gd name="T6" fmla="*/ 220 w 439"/>
              <a:gd name="T7" fmla="*/ 439 h 439"/>
              <a:gd name="T8" fmla="*/ 0 w 439"/>
              <a:gd name="T9" fmla="*/ 220 h 439"/>
            </a:gdLst>
            <a:ahLst/>
            <a:cxnLst>
              <a:cxn ang="0">
                <a:pos x="T0" y="T1"/>
              </a:cxn>
              <a:cxn ang="0">
                <a:pos x="T2" y="T3"/>
              </a:cxn>
              <a:cxn ang="0">
                <a:pos x="T4" y="T5"/>
              </a:cxn>
              <a:cxn ang="0">
                <a:pos x="T6" y="T7"/>
              </a:cxn>
              <a:cxn ang="0">
                <a:pos x="T8" y="T9"/>
              </a:cxn>
            </a:cxnLst>
            <a:rect l="0" t="0" r="r" b="b"/>
            <a:pathLst>
              <a:path w="439" h="439">
                <a:moveTo>
                  <a:pt x="0" y="220"/>
                </a:moveTo>
                <a:cubicBezTo>
                  <a:pt x="0" y="99"/>
                  <a:pt x="98" y="0"/>
                  <a:pt x="219" y="0"/>
                </a:cubicBezTo>
                <a:cubicBezTo>
                  <a:pt x="341" y="0"/>
                  <a:pt x="439" y="98"/>
                  <a:pt x="439" y="219"/>
                </a:cubicBezTo>
                <a:cubicBezTo>
                  <a:pt x="439" y="341"/>
                  <a:pt x="341" y="439"/>
                  <a:pt x="220" y="439"/>
                </a:cubicBezTo>
                <a:cubicBezTo>
                  <a:pt x="99" y="439"/>
                  <a:pt x="0" y="341"/>
                  <a:pt x="0" y="220"/>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31"/>
          <p:cNvSpPr>
            <a:spLocks/>
          </p:cNvSpPr>
          <p:nvPr userDrawn="1"/>
        </p:nvSpPr>
        <p:spPr bwMode="auto">
          <a:xfrm>
            <a:off x="3228511" y="747713"/>
            <a:ext cx="1193800" cy="1193800"/>
          </a:xfrm>
          <a:custGeom>
            <a:avLst/>
            <a:gdLst>
              <a:gd name="T0" fmla="*/ 0 w 270"/>
              <a:gd name="T1" fmla="*/ 136 h 270"/>
              <a:gd name="T2" fmla="*/ 135 w 270"/>
              <a:gd name="T3" fmla="*/ 0 h 270"/>
              <a:gd name="T4" fmla="*/ 270 w 270"/>
              <a:gd name="T5" fmla="*/ 135 h 270"/>
              <a:gd name="T6" fmla="*/ 135 w 270"/>
              <a:gd name="T7" fmla="*/ 270 h 270"/>
              <a:gd name="T8" fmla="*/ 0 w 270"/>
              <a:gd name="T9" fmla="*/ 136 h 270"/>
            </a:gdLst>
            <a:ahLst/>
            <a:cxnLst>
              <a:cxn ang="0">
                <a:pos x="T0" y="T1"/>
              </a:cxn>
              <a:cxn ang="0">
                <a:pos x="T2" y="T3"/>
              </a:cxn>
              <a:cxn ang="0">
                <a:pos x="T4" y="T5"/>
              </a:cxn>
              <a:cxn ang="0">
                <a:pos x="T6" y="T7"/>
              </a:cxn>
              <a:cxn ang="0">
                <a:pos x="T8" y="T9"/>
              </a:cxn>
            </a:cxnLst>
            <a:rect l="0" t="0" r="r" b="b"/>
            <a:pathLst>
              <a:path w="270" h="270">
                <a:moveTo>
                  <a:pt x="0" y="136"/>
                </a:moveTo>
                <a:cubicBezTo>
                  <a:pt x="0" y="61"/>
                  <a:pt x="60" y="0"/>
                  <a:pt x="135" y="0"/>
                </a:cubicBezTo>
                <a:cubicBezTo>
                  <a:pt x="210" y="0"/>
                  <a:pt x="270" y="61"/>
                  <a:pt x="270" y="135"/>
                </a:cubicBezTo>
                <a:cubicBezTo>
                  <a:pt x="270" y="210"/>
                  <a:pt x="210" y="270"/>
                  <a:pt x="135" y="270"/>
                </a:cubicBezTo>
                <a:cubicBezTo>
                  <a:pt x="61" y="270"/>
                  <a:pt x="0" y="210"/>
                  <a:pt x="0" y="136"/>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32"/>
          <p:cNvSpPr>
            <a:spLocks/>
          </p:cNvSpPr>
          <p:nvPr userDrawn="1"/>
        </p:nvSpPr>
        <p:spPr bwMode="auto">
          <a:xfrm>
            <a:off x="1766106" y="4699001"/>
            <a:ext cx="565150" cy="566738"/>
          </a:xfrm>
          <a:custGeom>
            <a:avLst/>
            <a:gdLst>
              <a:gd name="T0" fmla="*/ 0 w 128"/>
              <a:gd name="T1" fmla="*/ 64 h 128"/>
              <a:gd name="T2" fmla="*/ 64 w 128"/>
              <a:gd name="T3" fmla="*/ 0 h 128"/>
              <a:gd name="T4" fmla="*/ 128 w 128"/>
              <a:gd name="T5" fmla="*/ 64 h 128"/>
              <a:gd name="T6" fmla="*/ 64 w 128"/>
              <a:gd name="T7" fmla="*/ 128 h 128"/>
              <a:gd name="T8" fmla="*/ 0 w 128"/>
              <a:gd name="T9" fmla="*/ 64 h 128"/>
            </a:gdLst>
            <a:ahLst/>
            <a:cxnLst>
              <a:cxn ang="0">
                <a:pos x="T0" y="T1"/>
              </a:cxn>
              <a:cxn ang="0">
                <a:pos x="T2" y="T3"/>
              </a:cxn>
              <a:cxn ang="0">
                <a:pos x="T4" y="T5"/>
              </a:cxn>
              <a:cxn ang="0">
                <a:pos x="T6" y="T7"/>
              </a:cxn>
              <a:cxn ang="0">
                <a:pos x="T8" y="T9"/>
              </a:cxn>
            </a:cxnLst>
            <a:rect l="0" t="0" r="r" b="b"/>
            <a:pathLst>
              <a:path w="128" h="128">
                <a:moveTo>
                  <a:pt x="0" y="64"/>
                </a:moveTo>
                <a:cubicBezTo>
                  <a:pt x="0" y="29"/>
                  <a:pt x="29" y="0"/>
                  <a:pt x="64" y="0"/>
                </a:cubicBezTo>
                <a:cubicBezTo>
                  <a:pt x="99" y="0"/>
                  <a:pt x="127" y="29"/>
                  <a:pt x="128" y="64"/>
                </a:cubicBezTo>
                <a:cubicBezTo>
                  <a:pt x="128"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Oval 133"/>
          <p:cNvSpPr>
            <a:spLocks noChangeArrowheads="1"/>
          </p:cNvSpPr>
          <p:nvPr userDrawn="1"/>
        </p:nvSpPr>
        <p:spPr bwMode="auto">
          <a:xfrm>
            <a:off x="1716894" y="4089401"/>
            <a:ext cx="260350" cy="260350"/>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34"/>
          <p:cNvSpPr>
            <a:spLocks/>
          </p:cNvSpPr>
          <p:nvPr userDrawn="1"/>
        </p:nvSpPr>
        <p:spPr bwMode="auto">
          <a:xfrm>
            <a:off x="4749336" y="73026"/>
            <a:ext cx="871538" cy="874713"/>
          </a:xfrm>
          <a:custGeom>
            <a:avLst/>
            <a:gdLst>
              <a:gd name="T0" fmla="*/ 0 w 197"/>
              <a:gd name="T1" fmla="*/ 99 h 198"/>
              <a:gd name="T2" fmla="*/ 98 w 197"/>
              <a:gd name="T3" fmla="*/ 0 h 198"/>
              <a:gd name="T4" fmla="*/ 197 w 197"/>
              <a:gd name="T5" fmla="*/ 99 h 198"/>
              <a:gd name="T6" fmla="*/ 99 w 197"/>
              <a:gd name="T7" fmla="*/ 198 h 198"/>
              <a:gd name="T8" fmla="*/ 0 w 197"/>
              <a:gd name="T9" fmla="*/ 99 h 198"/>
            </a:gdLst>
            <a:ahLst/>
            <a:cxnLst>
              <a:cxn ang="0">
                <a:pos x="T0" y="T1"/>
              </a:cxn>
              <a:cxn ang="0">
                <a:pos x="T2" y="T3"/>
              </a:cxn>
              <a:cxn ang="0">
                <a:pos x="T4" y="T5"/>
              </a:cxn>
              <a:cxn ang="0">
                <a:pos x="T6" y="T7"/>
              </a:cxn>
              <a:cxn ang="0">
                <a:pos x="T8" y="T9"/>
              </a:cxn>
            </a:cxnLst>
            <a:rect l="0" t="0" r="r" b="b"/>
            <a:pathLst>
              <a:path w="197" h="198">
                <a:moveTo>
                  <a:pt x="0" y="99"/>
                </a:moveTo>
                <a:cubicBezTo>
                  <a:pt x="0" y="45"/>
                  <a:pt x="44" y="0"/>
                  <a:pt x="98" y="0"/>
                </a:cubicBezTo>
                <a:cubicBezTo>
                  <a:pt x="153" y="0"/>
                  <a:pt x="197" y="45"/>
                  <a:pt x="197" y="99"/>
                </a:cubicBezTo>
                <a:cubicBezTo>
                  <a:pt x="197" y="154"/>
                  <a:pt x="153" y="198"/>
                  <a:pt x="99" y="198"/>
                </a:cubicBezTo>
                <a:cubicBezTo>
                  <a:pt x="44" y="198"/>
                  <a:pt x="0" y="154"/>
                  <a:pt x="0" y="99"/>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Oval 135"/>
          <p:cNvSpPr>
            <a:spLocks noChangeArrowheads="1"/>
          </p:cNvSpPr>
          <p:nvPr userDrawn="1"/>
        </p:nvSpPr>
        <p:spPr bwMode="auto">
          <a:xfrm>
            <a:off x="3176124" y="1849438"/>
            <a:ext cx="1600200" cy="1600200"/>
          </a:xfrm>
          <a:prstGeom prst="ellipse">
            <a:avLst/>
          </a:pr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136"/>
          <p:cNvSpPr>
            <a:spLocks noChangeArrowheads="1"/>
          </p:cNvSpPr>
          <p:nvPr userDrawn="1"/>
        </p:nvSpPr>
        <p:spPr bwMode="auto">
          <a:xfrm>
            <a:off x="1280014" y="4513263"/>
            <a:ext cx="233363" cy="239713"/>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37"/>
          <p:cNvSpPr>
            <a:spLocks/>
          </p:cNvSpPr>
          <p:nvPr userDrawn="1"/>
        </p:nvSpPr>
        <p:spPr bwMode="auto">
          <a:xfrm>
            <a:off x="4909674" y="358776"/>
            <a:ext cx="1592263" cy="1587500"/>
          </a:xfrm>
          <a:custGeom>
            <a:avLst/>
            <a:gdLst>
              <a:gd name="T0" fmla="*/ 0 w 360"/>
              <a:gd name="T1" fmla="*/ 180 h 359"/>
              <a:gd name="T2" fmla="*/ 180 w 360"/>
              <a:gd name="T3" fmla="*/ 0 h 359"/>
              <a:gd name="T4" fmla="*/ 360 w 360"/>
              <a:gd name="T5" fmla="*/ 179 h 359"/>
              <a:gd name="T6" fmla="*/ 180 w 360"/>
              <a:gd name="T7" fmla="*/ 359 h 359"/>
              <a:gd name="T8" fmla="*/ 0 w 360"/>
              <a:gd name="T9" fmla="*/ 180 h 359"/>
            </a:gdLst>
            <a:ahLst/>
            <a:cxnLst>
              <a:cxn ang="0">
                <a:pos x="T0" y="T1"/>
              </a:cxn>
              <a:cxn ang="0">
                <a:pos x="T2" y="T3"/>
              </a:cxn>
              <a:cxn ang="0">
                <a:pos x="T4" y="T5"/>
              </a:cxn>
              <a:cxn ang="0">
                <a:pos x="T6" y="T7"/>
              </a:cxn>
              <a:cxn ang="0">
                <a:pos x="T8" y="T9"/>
              </a:cxn>
            </a:cxnLst>
            <a:rect l="0" t="0" r="r" b="b"/>
            <a:pathLst>
              <a:path w="360" h="359">
                <a:moveTo>
                  <a:pt x="0" y="180"/>
                </a:moveTo>
                <a:cubicBezTo>
                  <a:pt x="0" y="80"/>
                  <a:pt x="81" y="0"/>
                  <a:pt x="180" y="0"/>
                </a:cubicBezTo>
                <a:cubicBezTo>
                  <a:pt x="279" y="0"/>
                  <a:pt x="360" y="80"/>
                  <a:pt x="360" y="179"/>
                </a:cubicBezTo>
                <a:cubicBezTo>
                  <a:pt x="360" y="279"/>
                  <a:pt x="280" y="359"/>
                  <a:pt x="180" y="359"/>
                </a:cubicBezTo>
                <a:cubicBezTo>
                  <a:pt x="81" y="359"/>
                  <a:pt x="1" y="279"/>
                  <a:pt x="0" y="180"/>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38"/>
          <p:cNvSpPr>
            <a:spLocks/>
          </p:cNvSpPr>
          <p:nvPr userDrawn="1"/>
        </p:nvSpPr>
        <p:spPr bwMode="auto">
          <a:xfrm>
            <a:off x="1249866" y="2762250"/>
            <a:ext cx="973138" cy="973138"/>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39"/>
          <p:cNvSpPr>
            <a:spLocks/>
          </p:cNvSpPr>
          <p:nvPr userDrawn="1"/>
        </p:nvSpPr>
        <p:spPr bwMode="auto">
          <a:xfrm>
            <a:off x="2296331" y="1588"/>
            <a:ext cx="1022350" cy="1020763"/>
          </a:xfrm>
          <a:custGeom>
            <a:avLst/>
            <a:gdLst>
              <a:gd name="T0" fmla="*/ 0 w 231"/>
              <a:gd name="T1" fmla="*/ 116 h 231"/>
              <a:gd name="T2" fmla="*/ 116 w 231"/>
              <a:gd name="T3" fmla="*/ 0 h 231"/>
              <a:gd name="T4" fmla="*/ 231 w 231"/>
              <a:gd name="T5" fmla="*/ 116 h 231"/>
              <a:gd name="T6" fmla="*/ 116 w 231"/>
              <a:gd name="T7" fmla="*/ 231 h 231"/>
              <a:gd name="T8" fmla="*/ 0 w 231"/>
              <a:gd name="T9" fmla="*/ 116 h 231"/>
            </a:gdLst>
            <a:ahLst/>
            <a:cxnLst>
              <a:cxn ang="0">
                <a:pos x="T0" y="T1"/>
              </a:cxn>
              <a:cxn ang="0">
                <a:pos x="T2" y="T3"/>
              </a:cxn>
              <a:cxn ang="0">
                <a:pos x="T4" y="T5"/>
              </a:cxn>
              <a:cxn ang="0">
                <a:pos x="T6" y="T7"/>
              </a:cxn>
              <a:cxn ang="0">
                <a:pos x="T8" y="T9"/>
              </a:cxn>
            </a:cxnLst>
            <a:rect l="0" t="0" r="r" b="b"/>
            <a:pathLst>
              <a:path w="231" h="231">
                <a:moveTo>
                  <a:pt x="0" y="116"/>
                </a:moveTo>
                <a:cubicBezTo>
                  <a:pt x="0" y="52"/>
                  <a:pt x="52" y="1"/>
                  <a:pt x="116" y="0"/>
                </a:cubicBezTo>
                <a:cubicBezTo>
                  <a:pt x="179" y="0"/>
                  <a:pt x="231" y="52"/>
                  <a:pt x="231" y="116"/>
                </a:cubicBezTo>
                <a:cubicBezTo>
                  <a:pt x="231" y="179"/>
                  <a:pt x="179" y="231"/>
                  <a:pt x="116" y="231"/>
                </a:cubicBezTo>
                <a:cubicBezTo>
                  <a:pt x="52" y="231"/>
                  <a:pt x="1" y="179"/>
                  <a:pt x="0" y="11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40"/>
          <p:cNvSpPr>
            <a:spLocks/>
          </p:cNvSpPr>
          <p:nvPr userDrawn="1"/>
        </p:nvSpPr>
        <p:spPr bwMode="auto">
          <a:xfrm>
            <a:off x="1421301" y="2184401"/>
            <a:ext cx="309563" cy="30956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41"/>
          <p:cNvSpPr>
            <a:spLocks/>
          </p:cNvSpPr>
          <p:nvPr userDrawn="1"/>
        </p:nvSpPr>
        <p:spPr bwMode="auto">
          <a:xfrm>
            <a:off x="2028996" y="1535113"/>
            <a:ext cx="1366838" cy="1362075"/>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42"/>
          <p:cNvSpPr>
            <a:spLocks/>
          </p:cNvSpPr>
          <p:nvPr userDrawn="1"/>
        </p:nvSpPr>
        <p:spPr bwMode="auto">
          <a:xfrm>
            <a:off x="3900341" y="4527551"/>
            <a:ext cx="1044575" cy="1042988"/>
          </a:xfrm>
          <a:custGeom>
            <a:avLst/>
            <a:gdLst>
              <a:gd name="T0" fmla="*/ 0 w 236"/>
              <a:gd name="T1" fmla="*/ 119 h 236"/>
              <a:gd name="T2" fmla="*/ 118 w 236"/>
              <a:gd name="T3" fmla="*/ 0 h 236"/>
              <a:gd name="T4" fmla="*/ 236 w 236"/>
              <a:gd name="T5" fmla="*/ 118 h 236"/>
              <a:gd name="T6" fmla="*/ 118 w 236"/>
              <a:gd name="T7" fmla="*/ 236 h 236"/>
              <a:gd name="T8" fmla="*/ 0 w 236"/>
              <a:gd name="T9" fmla="*/ 119 h 236"/>
            </a:gdLst>
            <a:ahLst/>
            <a:cxnLst>
              <a:cxn ang="0">
                <a:pos x="T0" y="T1"/>
              </a:cxn>
              <a:cxn ang="0">
                <a:pos x="T2" y="T3"/>
              </a:cxn>
              <a:cxn ang="0">
                <a:pos x="T4" y="T5"/>
              </a:cxn>
              <a:cxn ang="0">
                <a:pos x="T6" y="T7"/>
              </a:cxn>
              <a:cxn ang="0">
                <a:pos x="T8" y="T9"/>
              </a:cxn>
            </a:cxnLst>
            <a:rect l="0" t="0" r="r" b="b"/>
            <a:pathLst>
              <a:path w="236" h="236">
                <a:moveTo>
                  <a:pt x="0" y="119"/>
                </a:moveTo>
                <a:cubicBezTo>
                  <a:pt x="0" y="53"/>
                  <a:pt x="53" y="0"/>
                  <a:pt x="118" y="0"/>
                </a:cubicBezTo>
                <a:cubicBezTo>
                  <a:pt x="183" y="0"/>
                  <a:pt x="236" y="53"/>
                  <a:pt x="236" y="118"/>
                </a:cubicBezTo>
                <a:cubicBezTo>
                  <a:pt x="236" y="183"/>
                  <a:pt x="183" y="236"/>
                  <a:pt x="118" y="236"/>
                </a:cubicBezTo>
                <a:cubicBezTo>
                  <a:pt x="53" y="236"/>
                  <a:pt x="0" y="184"/>
                  <a:pt x="0" y="119"/>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Oval 143"/>
          <p:cNvSpPr>
            <a:spLocks noChangeArrowheads="1"/>
          </p:cNvSpPr>
          <p:nvPr userDrawn="1"/>
        </p:nvSpPr>
        <p:spPr bwMode="auto">
          <a:xfrm>
            <a:off x="4502321" y="5937251"/>
            <a:ext cx="446088" cy="446088"/>
          </a:xfrm>
          <a:prstGeom prst="ellipse">
            <a:avLst/>
          </a:pr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44"/>
          <p:cNvSpPr>
            <a:spLocks/>
          </p:cNvSpPr>
          <p:nvPr userDrawn="1"/>
        </p:nvSpPr>
        <p:spPr bwMode="auto">
          <a:xfrm>
            <a:off x="4887449" y="5332413"/>
            <a:ext cx="668338" cy="666750"/>
          </a:xfrm>
          <a:custGeom>
            <a:avLst/>
            <a:gdLst>
              <a:gd name="T0" fmla="*/ 0 w 151"/>
              <a:gd name="T1" fmla="*/ 76 h 151"/>
              <a:gd name="T2" fmla="*/ 75 w 151"/>
              <a:gd name="T3" fmla="*/ 0 h 151"/>
              <a:gd name="T4" fmla="*/ 151 w 151"/>
              <a:gd name="T5" fmla="*/ 76 h 151"/>
              <a:gd name="T6" fmla="*/ 75 w 151"/>
              <a:gd name="T7" fmla="*/ 151 h 151"/>
              <a:gd name="T8" fmla="*/ 0 w 151"/>
              <a:gd name="T9" fmla="*/ 76 h 151"/>
            </a:gdLst>
            <a:ahLst/>
            <a:cxnLst>
              <a:cxn ang="0">
                <a:pos x="T0" y="T1"/>
              </a:cxn>
              <a:cxn ang="0">
                <a:pos x="T2" y="T3"/>
              </a:cxn>
              <a:cxn ang="0">
                <a:pos x="T4" y="T5"/>
              </a:cxn>
              <a:cxn ang="0">
                <a:pos x="T6" y="T7"/>
              </a:cxn>
              <a:cxn ang="0">
                <a:pos x="T8" y="T9"/>
              </a:cxn>
            </a:cxnLst>
            <a:rect l="0" t="0" r="r" b="b"/>
            <a:pathLst>
              <a:path w="151" h="151">
                <a:moveTo>
                  <a:pt x="0" y="76"/>
                </a:moveTo>
                <a:cubicBezTo>
                  <a:pt x="0" y="34"/>
                  <a:pt x="33" y="0"/>
                  <a:pt x="75" y="0"/>
                </a:cubicBezTo>
                <a:cubicBezTo>
                  <a:pt x="117" y="0"/>
                  <a:pt x="151" y="34"/>
                  <a:pt x="151" y="76"/>
                </a:cubicBezTo>
                <a:cubicBezTo>
                  <a:pt x="151" y="118"/>
                  <a:pt x="117" y="151"/>
                  <a:pt x="75" y="151"/>
                </a:cubicBezTo>
                <a:cubicBezTo>
                  <a:pt x="34" y="151"/>
                  <a:pt x="0" y="118"/>
                  <a:pt x="0" y="76"/>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45"/>
          <p:cNvSpPr>
            <a:spLocks/>
          </p:cNvSpPr>
          <p:nvPr userDrawn="1"/>
        </p:nvSpPr>
        <p:spPr bwMode="auto">
          <a:xfrm>
            <a:off x="2547474" y="3457576"/>
            <a:ext cx="1579563" cy="1577975"/>
          </a:xfrm>
          <a:custGeom>
            <a:avLst/>
            <a:gdLst>
              <a:gd name="T0" fmla="*/ 0 w 357"/>
              <a:gd name="T1" fmla="*/ 179 h 357"/>
              <a:gd name="T2" fmla="*/ 178 w 357"/>
              <a:gd name="T3" fmla="*/ 0 h 357"/>
              <a:gd name="T4" fmla="*/ 357 w 357"/>
              <a:gd name="T5" fmla="*/ 178 h 357"/>
              <a:gd name="T6" fmla="*/ 179 w 357"/>
              <a:gd name="T7" fmla="*/ 357 h 357"/>
              <a:gd name="T8" fmla="*/ 0 w 357"/>
              <a:gd name="T9" fmla="*/ 179 h 357"/>
            </a:gdLst>
            <a:ahLst/>
            <a:cxnLst>
              <a:cxn ang="0">
                <a:pos x="T0" y="T1"/>
              </a:cxn>
              <a:cxn ang="0">
                <a:pos x="T2" y="T3"/>
              </a:cxn>
              <a:cxn ang="0">
                <a:pos x="T4" y="T5"/>
              </a:cxn>
              <a:cxn ang="0">
                <a:pos x="T6" y="T7"/>
              </a:cxn>
              <a:cxn ang="0">
                <a:pos x="T8" y="T9"/>
              </a:cxn>
            </a:cxnLst>
            <a:rect l="0" t="0" r="r" b="b"/>
            <a:pathLst>
              <a:path w="357" h="357">
                <a:moveTo>
                  <a:pt x="0" y="179"/>
                </a:moveTo>
                <a:cubicBezTo>
                  <a:pt x="0" y="80"/>
                  <a:pt x="80" y="0"/>
                  <a:pt x="178" y="0"/>
                </a:cubicBezTo>
                <a:cubicBezTo>
                  <a:pt x="277" y="0"/>
                  <a:pt x="357" y="80"/>
                  <a:pt x="357" y="178"/>
                </a:cubicBezTo>
                <a:cubicBezTo>
                  <a:pt x="357" y="277"/>
                  <a:pt x="277" y="357"/>
                  <a:pt x="179" y="357"/>
                </a:cubicBezTo>
                <a:cubicBezTo>
                  <a:pt x="80" y="357"/>
                  <a:pt x="0" y="277"/>
                  <a:pt x="0" y="179"/>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Oval 114"/>
          <p:cNvSpPr>
            <a:spLocks noChangeArrowheads="1"/>
          </p:cNvSpPr>
          <p:nvPr userDrawn="1"/>
        </p:nvSpPr>
        <p:spPr bwMode="auto">
          <a:xfrm>
            <a:off x="442068" y="1792827"/>
            <a:ext cx="656686" cy="656686"/>
          </a:xfrm>
          <a:prstGeom prst="ellipse">
            <a:avLst/>
          </a:pr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115"/>
          <p:cNvSpPr>
            <a:spLocks noChangeArrowheads="1"/>
          </p:cNvSpPr>
          <p:nvPr userDrawn="1"/>
        </p:nvSpPr>
        <p:spPr bwMode="auto">
          <a:xfrm>
            <a:off x="431075" y="4552050"/>
            <a:ext cx="306832" cy="305699"/>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16"/>
          <p:cNvSpPr>
            <a:spLocks/>
          </p:cNvSpPr>
          <p:nvPr userDrawn="1"/>
        </p:nvSpPr>
        <p:spPr bwMode="auto">
          <a:xfrm>
            <a:off x="-168826" y="2513624"/>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17"/>
          <p:cNvSpPr>
            <a:spLocks/>
          </p:cNvSpPr>
          <p:nvPr userDrawn="1"/>
        </p:nvSpPr>
        <p:spPr bwMode="auto">
          <a:xfrm>
            <a:off x="682885" y="947739"/>
            <a:ext cx="802131" cy="798256"/>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Oval 118"/>
          <p:cNvSpPr>
            <a:spLocks noChangeArrowheads="1"/>
          </p:cNvSpPr>
          <p:nvPr userDrawn="1"/>
        </p:nvSpPr>
        <p:spPr bwMode="auto">
          <a:xfrm>
            <a:off x="-104309" y="3449638"/>
            <a:ext cx="199271" cy="201535"/>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Oval 119"/>
          <p:cNvSpPr>
            <a:spLocks noChangeArrowheads="1"/>
          </p:cNvSpPr>
          <p:nvPr userDrawn="1"/>
        </p:nvSpPr>
        <p:spPr bwMode="auto">
          <a:xfrm>
            <a:off x="1196796" y="4763236"/>
            <a:ext cx="337401" cy="337401"/>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22"/>
          <p:cNvSpPr>
            <a:spLocks/>
          </p:cNvSpPr>
          <p:nvPr userDrawn="1"/>
        </p:nvSpPr>
        <p:spPr bwMode="auto">
          <a:xfrm>
            <a:off x="704353" y="3686744"/>
            <a:ext cx="826519" cy="826519"/>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24"/>
          <p:cNvSpPr>
            <a:spLocks/>
          </p:cNvSpPr>
          <p:nvPr userDrawn="1"/>
        </p:nvSpPr>
        <p:spPr bwMode="auto">
          <a:xfrm>
            <a:off x="-341570" y="1971151"/>
            <a:ext cx="296641" cy="30003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Oval 133"/>
          <p:cNvSpPr>
            <a:spLocks noChangeArrowheads="1"/>
          </p:cNvSpPr>
          <p:nvPr userDrawn="1"/>
        </p:nvSpPr>
        <p:spPr bwMode="auto">
          <a:xfrm>
            <a:off x="431573" y="4803828"/>
            <a:ext cx="185684" cy="185684"/>
          </a:xfrm>
          <a:prstGeom prst="ellipse">
            <a:avLst/>
          </a:pr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38"/>
          <p:cNvSpPr>
            <a:spLocks/>
          </p:cNvSpPr>
          <p:nvPr userDrawn="1"/>
        </p:nvSpPr>
        <p:spPr bwMode="auto">
          <a:xfrm>
            <a:off x="-367043" y="3733353"/>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41"/>
          <p:cNvSpPr>
            <a:spLocks/>
          </p:cNvSpPr>
          <p:nvPr userDrawn="1"/>
        </p:nvSpPr>
        <p:spPr bwMode="auto">
          <a:xfrm>
            <a:off x="277902" y="2644882"/>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Oval 115"/>
          <p:cNvSpPr>
            <a:spLocks noChangeArrowheads="1"/>
          </p:cNvSpPr>
          <p:nvPr userDrawn="1"/>
        </p:nvSpPr>
        <p:spPr bwMode="auto">
          <a:xfrm>
            <a:off x="1544588" y="4371526"/>
            <a:ext cx="306832" cy="305699"/>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16"/>
          <p:cNvSpPr>
            <a:spLocks/>
          </p:cNvSpPr>
          <p:nvPr userDrawn="1"/>
        </p:nvSpPr>
        <p:spPr bwMode="auto">
          <a:xfrm>
            <a:off x="771068" y="2243155"/>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Oval 118"/>
          <p:cNvSpPr>
            <a:spLocks noChangeArrowheads="1"/>
          </p:cNvSpPr>
          <p:nvPr userDrawn="1"/>
        </p:nvSpPr>
        <p:spPr bwMode="auto">
          <a:xfrm>
            <a:off x="835585" y="3179169"/>
            <a:ext cx="199271" cy="201535"/>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Oval 133"/>
          <p:cNvSpPr>
            <a:spLocks noChangeArrowheads="1"/>
          </p:cNvSpPr>
          <p:nvPr userDrawn="1"/>
        </p:nvSpPr>
        <p:spPr bwMode="auto">
          <a:xfrm>
            <a:off x="151477" y="2285548"/>
            <a:ext cx="185684" cy="185684"/>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38"/>
          <p:cNvSpPr>
            <a:spLocks/>
          </p:cNvSpPr>
          <p:nvPr userDrawn="1"/>
        </p:nvSpPr>
        <p:spPr bwMode="auto">
          <a:xfrm>
            <a:off x="572851" y="3462884"/>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41"/>
          <p:cNvSpPr>
            <a:spLocks/>
          </p:cNvSpPr>
          <p:nvPr userDrawn="1"/>
        </p:nvSpPr>
        <p:spPr bwMode="auto">
          <a:xfrm>
            <a:off x="1126356" y="2374413"/>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Oval 56"/>
          <p:cNvSpPr/>
          <p:nvPr userDrawn="1"/>
        </p:nvSpPr>
        <p:spPr>
          <a:xfrm>
            <a:off x="4461433" y="0"/>
            <a:ext cx="6845777" cy="68457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p:cNvSpPr>
            <a:spLocks noGrp="1"/>
          </p:cNvSpPr>
          <p:nvPr>
            <p:ph type="dt" sz="half" idx="10"/>
          </p:nvPr>
        </p:nvSpPr>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273724" y="487518"/>
            <a:ext cx="612494" cy="365125"/>
          </a:xfrm>
          <a:prstGeom prst="rect">
            <a:avLst/>
          </a:prstGeom>
        </p:spPr>
        <p:txBody>
          <a:bodyPr/>
          <a:lstStyle/>
          <a:p>
            <a:fld id="{32FFBE4F-D559-476D-AEE3-28F000B7084D}" type="slidenum">
              <a:rPr lang="en-US" smtClean="0"/>
              <a:pPr/>
              <a:t>‹#›</a:t>
            </a:fld>
            <a:endParaRPr lang="en-US"/>
          </a:p>
        </p:txBody>
      </p:sp>
    </p:spTree>
    <p:extLst>
      <p:ext uri="{BB962C8B-B14F-4D97-AF65-F5344CB8AC3E}">
        <p14:creationId xmlns:p14="http://schemas.microsoft.com/office/powerpoint/2010/main" val="127094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25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25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p:stCondLst>
                                    <p:cond delay="25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25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50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500"/>
                                  </p:st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animEffect transition="in" filter="fade">
                                      <p:cBhvr>
                                        <p:cTn id="69" dur="500"/>
                                        <p:tgtEl>
                                          <p:spTgt spid="18"/>
                                        </p:tgtEl>
                                      </p:cBhvr>
                                    </p:animEffect>
                                  </p:childTnLst>
                                </p:cTn>
                              </p:par>
                              <p:par>
                                <p:cTn id="70" presetID="53" presetClass="entr" presetSubtype="16" fill="hold" grpId="0" nodeType="withEffect">
                                  <p:stCondLst>
                                    <p:cond delay="500"/>
                                  </p:stCondLst>
                                  <p:childTnLst>
                                    <p:set>
                                      <p:cBhvr>
                                        <p:cTn id="71" dur="1" fill="hold">
                                          <p:stCondLst>
                                            <p:cond delay="0"/>
                                          </p:stCondLst>
                                        </p:cTn>
                                        <p:tgtEl>
                                          <p:spTgt spid="19"/>
                                        </p:tgtEl>
                                        <p:attrNameLst>
                                          <p:attrName>style.visibility</p:attrName>
                                        </p:attrNameLst>
                                      </p:cBhvr>
                                      <p:to>
                                        <p:strVal val="visible"/>
                                      </p:to>
                                    </p:set>
                                    <p:anim calcmode="lin" valueType="num">
                                      <p:cBhvr>
                                        <p:cTn id="72" dur="500" fill="hold"/>
                                        <p:tgtEl>
                                          <p:spTgt spid="19"/>
                                        </p:tgtEl>
                                        <p:attrNameLst>
                                          <p:attrName>ppt_w</p:attrName>
                                        </p:attrNameLst>
                                      </p:cBhvr>
                                      <p:tavLst>
                                        <p:tav tm="0">
                                          <p:val>
                                            <p:fltVal val="0"/>
                                          </p:val>
                                        </p:tav>
                                        <p:tav tm="100000">
                                          <p:val>
                                            <p:strVal val="#ppt_w"/>
                                          </p:val>
                                        </p:tav>
                                      </p:tavLst>
                                    </p:anim>
                                    <p:anim calcmode="lin" valueType="num">
                                      <p:cBhvr>
                                        <p:cTn id="73" dur="500" fill="hold"/>
                                        <p:tgtEl>
                                          <p:spTgt spid="19"/>
                                        </p:tgtEl>
                                        <p:attrNameLst>
                                          <p:attrName>ppt_h</p:attrName>
                                        </p:attrNameLst>
                                      </p:cBhvr>
                                      <p:tavLst>
                                        <p:tav tm="0">
                                          <p:val>
                                            <p:fltVal val="0"/>
                                          </p:val>
                                        </p:tav>
                                        <p:tav tm="100000">
                                          <p:val>
                                            <p:strVal val="#ppt_h"/>
                                          </p:val>
                                        </p:tav>
                                      </p:tavLst>
                                    </p:anim>
                                    <p:animEffect transition="in" filter="fade">
                                      <p:cBhvr>
                                        <p:cTn id="74" dur="500"/>
                                        <p:tgtEl>
                                          <p:spTgt spid="19"/>
                                        </p:tgtEl>
                                      </p:cBhvr>
                                    </p:animEffect>
                                  </p:childTnLst>
                                </p:cTn>
                              </p:par>
                              <p:par>
                                <p:cTn id="75" presetID="53" presetClass="entr" presetSubtype="16" fill="hold" grpId="0" nodeType="withEffect">
                                  <p:stCondLst>
                                    <p:cond delay="500"/>
                                  </p:stCondLst>
                                  <p:childTnLst>
                                    <p:set>
                                      <p:cBhvr>
                                        <p:cTn id="76" dur="1" fill="hold">
                                          <p:stCondLst>
                                            <p:cond delay="0"/>
                                          </p:stCondLst>
                                        </p:cTn>
                                        <p:tgtEl>
                                          <p:spTgt spid="20"/>
                                        </p:tgtEl>
                                        <p:attrNameLst>
                                          <p:attrName>style.visibility</p:attrName>
                                        </p:attrNameLst>
                                      </p:cBhvr>
                                      <p:to>
                                        <p:strVal val="visible"/>
                                      </p:to>
                                    </p:set>
                                    <p:anim calcmode="lin" valueType="num">
                                      <p:cBhvr>
                                        <p:cTn id="77" dur="500" fill="hold"/>
                                        <p:tgtEl>
                                          <p:spTgt spid="20"/>
                                        </p:tgtEl>
                                        <p:attrNameLst>
                                          <p:attrName>ppt_w</p:attrName>
                                        </p:attrNameLst>
                                      </p:cBhvr>
                                      <p:tavLst>
                                        <p:tav tm="0">
                                          <p:val>
                                            <p:fltVal val="0"/>
                                          </p:val>
                                        </p:tav>
                                        <p:tav tm="100000">
                                          <p:val>
                                            <p:strVal val="#ppt_w"/>
                                          </p:val>
                                        </p:tav>
                                      </p:tavLst>
                                    </p:anim>
                                    <p:anim calcmode="lin" valueType="num">
                                      <p:cBhvr>
                                        <p:cTn id="78" dur="500" fill="hold"/>
                                        <p:tgtEl>
                                          <p:spTgt spid="20"/>
                                        </p:tgtEl>
                                        <p:attrNameLst>
                                          <p:attrName>ppt_h</p:attrName>
                                        </p:attrNameLst>
                                      </p:cBhvr>
                                      <p:tavLst>
                                        <p:tav tm="0">
                                          <p:val>
                                            <p:fltVal val="0"/>
                                          </p:val>
                                        </p:tav>
                                        <p:tav tm="100000">
                                          <p:val>
                                            <p:strVal val="#ppt_h"/>
                                          </p:val>
                                        </p:tav>
                                      </p:tavLst>
                                    </p:anim>
                                    <p:animEffect transition="in" filter="fade">
                                      <p:cBhvr>
                                        <p:cTn id="79" dur="500"/>
                                        <p:tgtEl>
                                          <p:spTgt spid="20"/>
                                        </p:tgtEl>
                                      </p:cBhvr>
                                    </p:animEffect>
                                  </p:childTnLst>
                                </p:cTn>
                              </p:par>
                              <p:par>
                                <p:cTn id="80" presetID="53" presetClass="entr" presetSubtype="16" fill="hold" grpId="0" nodeType="withEffect">
                                  <p:stCondLst>
                                    <p:cond delay="500"/>
                                  </p:stCondLst>
                                  <p:childTnLst>
                                    <p:set>
                                      <p:cBhvr>
                                        <p:cTn id="81" dur="1" fill="hold">
                                          <p:stCondLst>
                                            <p:cond delay="0"/>
                                          </p:stCondLst>
                                        </p:cTn>
                                        <p:tgtEl>
                                          <p:spTgt spid="22"/>
                                        </p:tgtEl>
                                        <p:attrNameLst>
                                          <p:attrName>style.visibility</p:attrName>
                                        </p:attrNameLst>
                                      </p:cBhvr>
                                      <p:to>
                                        <p:strVal val="visible"/>
                                      </p:to>
                                    </p:set>
                                    <p:anim calcmode="lin" valueType="num">
                                      <p:cBhvr>
                                        <p:cTn id="82" dur="500" fill="hold"/>
                                        <p:tgtEl>
                                          <p:spTgt spid="22"/>
                                        </p:tgtEl>
                                        <p:attrNameLst>
                                          <p:attrName>ppt_w</p:attrName>
                                        </p:attrNameLst>
                                      </p:cBhvr>
                                      <p:tavLst>
                                        <p:tav tm="0">
                                          <p:val>
                                            <p:fltVal val="0"/>
                                          </p:val>
                                        </p:tav>
                                        <p:tav tm="100000">
                                          <p:val>
                                            <p:strVal val="#ppt_w"/>
                                          </p:val>
                                        </p:tav>
                                      </p:tavLst>
                                    </p:anim>
                                    <p:anim calcmode="lin" valueType="num">
                                      <p:cBhvr>
                                        <p:cTn id="83" dur="500" fill="hold"/>
                                        <p:tgtEl>
                                          <p:spTgt spid="22"/>
                                        </p:tgtEl>
                                        <p:attrNameLst>
                                          <p:attrName>ppt_h</p:attrName>
                                        </p:attrNameLst>
                                      </p:cBhvr>
                                      <p:tavLst>
                                        <p:tav tm="0">
                                          <p:val>
                                            <p:fltVal val="0"/>
                                          </p:val>
                                        </p:tav>
                                        <p:tav tm="100000">
                                          <p:val>
                                            <p:strVal val="#ppt_h"/>
                                          </p:val>
                                        </p:tav>
                                      </p:tavLst>
                                    </p:anim>
                                    <p:animEffect transition="in" filter="fade">
                                      <p:cBhvr>
                                        <p:cTn id="84" dur="500"/>
                                        <p:tgtEl>
                                          <p:spTgt spid="22"/>
                                        </p:tgtEl>
                                      </p:cBhvr>
                                    </p:animEffect>
                                  </p:childTnLst>
                                </p:cTn>
                              </p:par>
                              <p:par>
                                <p:cTn id="85" presetID="53" presetClass="entr" presetSubtype="16" fill="hold" grpId="0" nodeType="withEffect">
                                  <p:stCondLst>
                                    <p:cond delay="500"/>
                                  </p:stCondLst>
                                  <p:childTnLst>
                                    <p:set>
                                      <p:cBhvr>
                                        <p:cTn id="86" dur="1" fill="hold">
                                          <p:stCondLst>
                                            <p:cond delay="0"/>
                                          </p:stCondLst>
                                        </p:cTn>
                                        <p:tgtEl>
                                          <p:spTgt spid="23"/>
                                        </p:tgtEl>
                                        <p:attrNameLst>
                                          <p:attrName>style.visibility</p:attrName>
                                        </p:attrNameLst>
                                      </p:cBhvr>
                                      <p:to>
                                        <p:strVal val="visible"/>
                                      </p:to>
                                    </p:set>
                                    <p:anim calcmode="lin" valueType="num">
                                      <p:cBhvr>
                                        <p:cTn id="87" dur="500" fill="hold"/>
                                        <p:tgtEl>
                                          <p:spTgt spid="23"/>
                                        </p:tgtEl>
                                        <p:attrNameLst>
                                          <p:attrName>ppt_w</p:attrName>
                                        </p:attrNameLst>
                                      </p:cBhvr>
                                      <p:tavLst>
                                        <p:tav tm="0">
                                          <p:val>
                                            <p:fltVal val="0"/>
                                          </p:val>
                                        </p:tav>
                                        <p:tav tm="100000">
                                          <p:val>
                                            <p:strVal val="#ppt_w"/>
                                          </p:val>
                                        </p:tav>
                                      </p:tavLst>
                                    </p:anim>
                                    <p:anim calcmode="lin" valueType="num">
                                      <p:cBhvr>
                                        <p:cTn id="88" dur="500" fill="hold"/>
                                        <p:tgtEl>
                                          <p:spTgt spid="23"/>
                                        </p:tgtEl>
                                        <p:attrNameLst>
                                          <p:attrName>ppt_h</p:attrName>
                                        </p:attrNameLst>
                                      </p:cBhvr>
                                      <p:tavLst>
                                        <p:tav tm="0">
                                          <p:val>
                                            <p:fltVal val="0"/>
                                          </p:val>
                                        </p:tav>
                                        <p:tav tm="100000">
                                          <p:val>
                                            <p:strVal val="#ppt_h"/>
                                          </p:val>
                                        </p:tav>
                                      </p:tavLst>
                                    </p:anim>
                                    <p:animEffect transition="in" filter="fade">
                                      <p:cBhvr>
                                        <p:cTn id="89" dur="500"/>
                                        <p:tgtEl>
                                          <p:spTgt spid="23"/>
                                        </p:tgtEl>
                                      </p:cBhvr>
                                    </p:animEffect>
                                  </p:childTnLst>
                                </p:cTn>
                              </p:par>
                              <p:par>
                                <p:cTn id="90" presetID="53" presetClass="entr" presetSubtype="16" fill="hold" grpId="0" nodeType="withEffect">
                                  <p:stCondLst>
                                    <p:cond delay="500"/>
                                  </p:stCondLst>
                                  <p:childTnLst>
                                    <p:set>
                                      <p:cBhvr>
                                        <p:cTn id="91" dur="1" fill="hold">
                                          <p:stCondLst>
                                            <p:cond delay="0"/>
                                          </p:stCondLst>
                                        </p:cTn>
                                        <p:tgtEl>
                                          <p:spTgt spid="24"/>
                                        </p:tgtEl>
                                        <p:attrNameLst>
                                          <p:attrName>style.visibility</p:attrName>
                                        </p:attrNameLst>
                                      </p:cBhvr>
                                      <p:to>
                                        <p:strVal val="visible"/>
                                      </p:to>
                                    </p:set>
                                    <p:anim calcmode="lin" valueType="num">
                                      <p:cBhvr>
                                        <p:cTn id="92" dur="500" fill="hold"/>
                                        <p:tgtEl>
                                          <p:spTgt spid="24"/>
                                        </p:tgtEl>
                                        <p:attrNameLst>
                                          <p:attrName>ppt_w</p:attrName>
                                        </p:attrNameLst>
                                      </p:cBhvr>
                                      <p:tavLst>
                                        <p:tav tm="0">
                                          <p:val>
                                            <p:fltVal val="0"/>
                                          </p:val>
                                        </p:tav>
                                        <p:tav tm="100000">
                                          <p:val>
                                            <p:strVal val="#ppt_w"/>
                                          </p:val>
                                        </p:tav>
                                      </p:tavLst>
                                    </p:anim>
                                    <p:anim calcmode="lin" valueType="num">
                                      <p:cBhvr>
                                        <p:cTn id="93" dur="500" fill="hold"/>
                                        <p:tgtEl>
                                          <p:spTgt spid="24"/>
                                        </p:tgtEl>
                                        <p:attrNameLst>
                                          <p:attrName>ppt_h</p:attrName>
                                        </p:attrNameLst>
                                      </p:cBhvr>
                                      <p:tavLst>
                                        <p:tav tm="0">
                                          <p:val>
                                            <p:fltVal val="0"/>
                                          </p:val>
                                        </p:tav>
                                        <p:tav tm="100000">
                                          <p:val>
                                            <p:strVal val="#ppt_h"/>
                                          </p:val>
                                        </p:tav>
                                      </p:tavLst>
                                    </p:anim>
                                    <p:animEffect transition="in" filter="fade">
                                      <p:cBhvr>
                                        <p:cTn id="94" dur="500"/>
                                        <p:tgtEl>
                                          <p:spTgt spid="24"/>
                                        </p:tgtEl>
                                      </p:cBhvr>
                                    </p:animEffect>
                                  </p:childTnLst>
                                </p:cTn>
                              </p:par>
                              <p:par>
                                <p:cTn id="95" presetID="53" presetClass="entr" presetSubtype="16" fill="hold" grpId="0" nodeType="withEffect">
                                  <p:stCondLst>
                                    <p:cond delay="500"/>
                                  </p:stCondLst>
                                  <p:childTnLst>
                                    <p:set>
                                      <p:cBhvr>
                                        <p:cTn id="96" dur="1" fill="hold">
                                          <p:stCondLst>
                                            <p:cond delay="0"/>
                                          </p:stCondLst>
                                        </p:cTn>
                                        <p:tgtEl>
                                          <p:spTgt spid="25"/>
                                        </p:tgtEl>
                                        <p:attrNameLst>
                                          <p:attrName>style.visibility</p:attrName>
                                        </p:attrNameLst>
                                      </p:cBhvr>
                                      <p:to>
                                        <p:strVal val="visible"/>
                                      </p:to>
                                    </p:set>
                                    <p:anim calcmode="lin" valueType="num">
                                      <p:cBhvr>
                                        <p:cTn id="97" dur="500" fill="hold"/>
                                        <p:tgtEl>
                                          <p:spTgt spid="25"/>
                                        </p:tgtEl>
                                        <p:attrNameLst>
                                          <p:attrName>ppt_w</p:attrName>
                                        </p:attrNameLst>
                                      </p:cBhvr>
                                      <p:tavLst>
                                        <p:tav tm="0">
                                          <p:val>
                                            <p:fltVal val="0"/>
                                          </p:val>
                                        </p:tav>
                                        <p:tav tm="100000">
                                          <p:val>
                                            <p:strVal val="#ppt_w"/>
                                          </p:val>
                                        </p:tav>
                                      </p:tavLst>
                                    </p:anim>
                                    <p:anim calcmode="lin" valueType="num">
                                      <p:cBhvr>
                                        <p:cTn id="98" dur="500" fill="hold"/>
                                        <p:tgtEl>
                                          <p:spTgt spid="25"/>
                                        </p:tgtEl>
                                        <p:attrNameLst>
                                          <p:attrName>ppt_h</p:attrName>
                                        </p:attrNameLst>
                                      </p:cBhvr>
                                      <p:tavLst>
                                        <p:tav tm="0">
                                          <p:val>
                                            <p:fltVal val="0"/>
                                          </p:val>
                                        </p:tav>
                                        <p:tav tm="100000">
                                          <p:val>
                                            <p:strVal val="#ppt_h"/>
                                          </p:val>
                                        </p:tav>
                                      </p:tavLst>
                                    </p:anim>
                                    <p:animEffect transition="in" filter="fade">
                                      <p:cBhvr>
                                        <p:cTn id="99" dur="500"/>
                                        <p:tgtEl>
                                          <p:spTgt spid="25"/>
                                        </p:tgtEl>
                                      </p:cBhvr>
                                    </p:animEffect>
                                  </p:childTnLst>
                                </p:cTn>
                              </p:par>
                              <p:par>
                                <p:cTn id="100" presetID="53" presetClass="entr" presetSubtype="16" fill="hold" grpId="0" nodeType="withEffect">
                                  <p:stCondLst>
                                    <p:cond delay="500"/>
                                  </p:stCondLst>
                                  <p:childTnLst>
                                    <p:set>
                                      <p:cBhvr>
                                        <p:cTn id="101" dur="1" fill="hold">
                                          <p:stCondLst>
                                            <p:cond delay="0"/>
                                          </p:stCondLst>
                                        </p:cTn>
                                        <p:tgtEl>
                                          <p:spTgt spid="26"/>
                                        </p:tgtEl>
                                        <p:attrNameLst>
                                          <p:attrName>style.visibility</p:attrName>
                                        </p:attrNameLst>
                                      </p:cBhvr>
                                      <p:to>
                                        <p:strVal val="visible"/>
                                      </p:to>
                                    </p:set>
                                    <p:anim calcmode="lin" valueType="num">
                                      <p:cBhvr>
                                        <p:cTn id="102" dur="500" fill="hold"/>
                                        <p:tgtEl>
                                          <p:spTgt spid="26"/>
                                        </p:tgtEl>
                                        <p:attrNameLst>
                                          <p:attrName>ppt_w</p:attrName>
                                        </p:attrNameLst>
                                      </p:cBhvr>
                                      <p:tavLst>
                                        <p:tav tm="0">
                                          <p:val>
                                            <p:fltVal val="0"/>
                                          </p:val>
                                        </p:tav>
                                        <p:tav tm="100000">
                                          <p:val>
                                            <p:strVal val="#ppt_w"/>
                                          </p:val>
                                        </p:tav>
                                      </p:tavLst>
                                    </p:anim>
                                    <p:anim calcmode="lin" valueType="num">
                                      <p:cBhvr>
                                        <p:cTn id="103" dur="500" fill="hold"/>
                                        <p:tgtEl>
                                          <p:spTgt spid="26"/>
                                        </p:tgtEl>
                                        <p:attrNameLst>
                                          <p:attrName>ppt_h</p:attrName>
                                        </p:attrNameLst>
                                      </p:cBhvr>
                                      <p:tavLst>
                                        <p:tav tm="0">
                                          <p:val>
                                            <p:fltVal val="0"/>
                                          </p:val>
                                        </p:tav>
                                        <p:tav tm="100000">
                                          <p:val>
                                            <p:strVal val="#ppt_h"/>
                                          </p:val>
                                        </p:tav>
                                      </p:tavLst>
                                    </p:anim>
                                    <p:animEffect transition="in" filter="fade">
                                      <p:cBhvr>
                                        <p:cTn id="104" dur="500"/>
                                        <p:tgtEl>
                                          <p:spTgt spid="26"/>
                                        </p:tgtEl>
                                      </p:cBhvr>
                                    </p:animEffect>
                                  </p:childTnLst>
                                </p:cTn>
                              </p:par>
                              <p:par>
                                <p:cTn id="105" presetID="53" presetClass="entr" presetSubtype="16" fill="hold" grpId="0" nodeType="withEffect">
                                  <p:stCondLst>
                                    <p:cond delay="750"/>
                                  </p:stCondLst>
                                  <p:childTnLst>
                                    <p:set>
                                      <p:cBhvr>
                                        <p:cTn id="106" dur="1" fill="hold">
                                          <p:stCondLst>
                                            <p:cond delay="0"/>
                                          </p:stCondLst>
                                        </p:cTn>
                                        <p:tgtEl>
                                          <p:spTgt spid="27"/>
                                        </p:tgtEl>
                                        <p:attrNameLst>
                                          <p:attrName>style.visibility</p:attrName>
                                        </p:attrNameLst>
                                      </p:cBhvr>
                                      <p:to>
                                        <p:strVal val="visible"/>
                                      </p:to>
                                    </p:set>
                                    <p:anim calcmode="lin" valueType="num">
                                      <p:cBhvr>
                                        <p:cTn id="107" dur="500" fill="hold"/>
                                        <p:tgtEl>
                                          <p:spTgt spid="27"/>
                                        </p:tgtEl>
                                        <p:attrNameLst>
                                          <p:attrName>ppt_w</p:attrName>
                                        </p:attrNameLst>
                                      </p:cBhvr>
                                      <p:tavLst>
                                        <p:tav tm="0">
                                          <p:val>
                                            <p:fltVal val="0"/>
                                          </p:val>
                                        </p:tav>
                                        <p:tav tm="100000">
                                          <p:val>
                                            <p:strVal val="#ppt_w"/>
                                          </p:val>
                                        </p:tav>
                                      </p:tavLst>
                                    </p:anim>
                                    <p:anim calcmode="lin" valueType="num">
                                      <p:cBhvr>
                                        <p:cTn id="108" dur="500" fill="hold"/>
                                        <p:tgtEl>
                                          <p:spTgt spid="27"/>
                                        </p:tgtEl>
                                        <p:attrNameLst>
                                          <p:attrName>ppt_h</p:attrName>
                                        </p:attrNameLst>
                                      </p:cBhvr>
                                      <p:tavLst>
                                        <p:tav tm="0">
                                          <p:val>
                                            <p:fltVal val="0"/>
                                          </p:val>
                                        </p:tav>
                                        <p:tav tm="100000">
                                          <p:val>
                                            <p:strVal val="#ppt_h"/>
                                          </p:val>
                                        </p:tav>
                                      </p:tavLst>
                                    </p:anim>
                                    <p:animEffect transition="in" filter="fade">
                                      <p:cBhvr>
                                        <p:cTn id="109" dur="500"/>
                                        <p:tgtEl>
                                          <p:spTgt spid="27"/>
                                        </p:tgtEl>
                                      </p:cBhvr>
                                    </p:animEffect>
                                  </p:childTnLst>
                                </p:cTn>
                              </p:par>
                              <p:par>
                                <p:cTn id="110" presetID="53" presetClass="entr" presetSubtype="16" fill="hold" grpId="0" nodeType="withEffect">
                                  <p:stCondLst>
                                    <p:cond delay="750"/>
                                  </p:stCondLst>
                                  <p:childTnLst>
                                    <p:set>
                                      <p:cBhvr>
                                        <p:cTn id="111" dur="1" fill="hold">
                                          <p:stCondLst>
                                            <p:cond delay="0"/>
                                          </p:stCondLst>
                                        </p:cTn>
                                        <p:tgtEl>
                                          <p:spTgt spid="28"/>
                                        </p:tgtEl>
                                        <p:attrNameLst>
                                          <p:attrName>style.visibility</p:attrName>
                                        </p:attrNameLst>
                                      </p:cBhvr>
                                      <p:to>
                                        <p:strVal val="visible"/>
                                      </p:to>
                                    </p:set>
                                    <p:anim calcmode="lin" valueType="num">
                                      <p:cBhvr>
                                        <p:cTn id="112" dur="500" fill="hold"/>
                                        <p:tgtEl>
                                          <p:spTgt spid="28"/>
                                        </p:tgtEl>
                                        <p:attrNameLst>
                                          <p:attrName>ppt_w</p:attrName>
                                        </p:attrNameLst>
                                      </p:cBhvr>
                                      <p:tavLst>
                                        <p:tav tm="0">
                                          <p:val>
                                            <p:fltVal val="0"/>
                                          </p:val>
                                        </p:tav>
                                        <p:tav tm="100000">
                                          <p:val>
                                            <p:strVal val="#ppt_w"/>
                                          </p:val>
                                        </p:tav>
                                      </p:tavLst>
                                    </p:anim>
                                    <p:anim calcmode="lin" valueType="num">
                                      <p:cBhvr>
                                        <p:cTn id="113" dur="500" fill="hold"/>
                                        <p:tgtEl>
                                          <p:spTgt spid="28"/>
                                        </p:tgtEl>
                                        <p:attrNameLst>
                                          <p:attrName>ppt_h</p:attrName>
                                        </p:attrNameLst>
                                      </p:cBhvr>
                                      <p:tavLst>
                                        <p:tav tm="0">
                                          <p:val>
                                            <p:fltVal val="0"/>
                                          </p:val>
                                        </p:tav>
                                        <p:tav tm="100000">
                                          <p:val>
                                            <p:strVal val="#ppt_h"/>
                                          </p:val>
                                        </p:tav>
                                      </p:tavLst>
                                    </p:anim>
                                    <p:animEffect transition="in" filter="fade">
                                      <p:cBhvr>
                                        <p:cTn id="114" dur="500"/>
                                        <p:tgtEl>
                                          <p:spTgt spid="28"/>
                                        </p:tgtEl>
                                      </p:cBhvr>
                                    </p:animEffect>
                                  </p:childTnLst>
                                </p:cTn>
                              </p:par>
                              <p:par>
                                <p:cTn id="115" presetID="53" presetClass="entr" presetSubtype="16" fill="hold" grpId="0" nodeType="withEffect">
                                  <p:stCondLst>
                                    <p:cond delay="750"/>
                                  </p:stCondLst>
                                  <p:childTnLst>
                                    <p:set>
                                      <p:cBhvr>
                                        <p:cTn id="116" dur="1" fill="hold">
                                          <p:stCondLst>
                                            <p:cond delay="0"/>
                                          </p:stCondLst>
                                        </p:cTn>
                                        <p:tgtEl>
                                          <p:spTgt spid="29"/>
                                        </p:tgtEl>
                                        <p:attrNameLst>
                                          <p:attrName>style.visibility</p:attrName>
                                        </p:attrNameLst>
                                      </p:cBhvr>
                                      <p:to>
                                        <p:strVal val="visible"/>
                                      </p:to>
                                    </p:set>
                                    <p:anim calcmode="lin" valueType="num">
                                      <p:cBhvr>
                                        <p:cTn id="117" dur="500" fill="hold"/>
                                        <p:tgtEl>
                                          <p:spTgt spid="29"/>
                                        </p:tgtEl>
                                        <p:attrNameLst>
                                          <p:attrName>ppt_w</p:attrName>
                                        </p:attrNameLst>
                                      </p:cBhvr>
                                      <p:tavLst>
                                        <p:tav tm="0">
                                          <p:val>
                                            <p:fltVal val="0"/>
                                          </p:val>
                                        </p:tav>
                                        <p:tav tm="100000">
                                          <p:val>
                                            <p:strVal val="#ppt_w"/>
                                          </p:val>
                                        </p:tav>
                                      </p:tavLst>
                                    </p:anim>
                                    <p:anim calcmode="lin" valueType="num">
                                      <p:cBhvr>
                                        <p:cTn id="118" dur="500" fill="hold"/>
                                        <p:tgtEl>
                                          <p:spTgt spid="29"/>
                                        </p:tgtEl>
                                        <p:attrNameLst>
                                          <p:attrName>ppt_h</p:attrName>
                                        </p:attrNameLst>
                                      </p:cBhvr>
                                      <p:tavLst>
                                        <p:tav tm="0">
                                          <p:val>
                                            <p:fltVal val="0"/>
                                          </p:val>
                                        </p:tav>
                                        <p:tav tm="100000">
                                          <p:val>
                                            <p:strVal val="#ppt_h"/>
                                          </p:val>
                                        </p:tav>
                                      </p:tavLst>
                                    </p:anim>
                                    <p:animEffect transition="in" filter="fade">
                                      <p:cBhvr>
                                        <p:cTn id="119" dur="500"/>
                                        <p:tgtEl>
                                          <p:spTgt spid="29"/>
                                        </p:tgtEl>
                                      </p:cBhvr>
                                    </p:animEffect>
                                  </p:childTnLst>
                                </p:cTn>
                              </p:par>
                              <p:par>
                                <p:cTn id="120" presetID="53" presetClass="entr" presetSubtype="16" fill="hold" grpId="0" nodeType="withEffect">
                                  <p:stCondLst>
                                    <p:cond delay="750"/>
                                  </p:stCondLst>
                                  <p:childTnLst>
                                    <p:set>
                                      <p:cBhvr>
                                        <p:cTn id="121" dur="1" fill="hold">
                                          <p:stCondLst>
                                            <p:cond delay="0"/>
                                          </p:stCondLst>
                                        </p:cTn>
                                        <p:tgtEl>
                                          <p:spTgt spid="30"/>
                                        </p:tgtEl>
                                        <p:attrNameLst>
                                          <p:attrName>style.visibility</p:attrName>
                                        </p:attrNameLst>
                                      </p:cBhvr>
                                      <p:to>
                                        <p:strVal val="visible"/>
                                      </p:to>
                                    </p:set>
                                    <p:anim calcmode="lin" valueType="num">
                                      <p:cBhvr>
                                        <p:cTn id="122" dur="500" fill="hold"/>
                                        <p:tgtEl>
                                          <p:spTgt spid="30"/>
                                        </p:tgtEl>
                                        <p:attrNameLst>
                                          <p:attrName>ppt_w</p:attrName>
                                        </p:attrNameLst>
                                      </p:cBhvr>
                                      <p:tavLst>
                                        <p:tav tm="0">
                                          <p:val>
                                            <p:fltVal val="0"/>
                                          </p:val>
                                        </p:tav>
                                        <p:tav tm="100000">
                                          <p:val>
                                            <p:strVal val="#ppt_w"/>
                                          </p:val>
                                        </p:tav>
                                      </p:tavLst>
                                    </p:anim>
                                    <p:anim calcmode="lin" valueType="num">
                                      <p:cBhvr>
                                        <p:cTn id="123" dur="500" fill="hold"/>
                                        <p:tgtEl>
                                          <p:spTgt spid="30"/>
                                        </p:tgtEl>
                                        <p:attrNameLst>
                                          <p:attrName>ppt_h</p:attrName>
                                        </p:attrNameLst>
                                      </p:cBhvr>
                                      <p:tavLst>
                                        <p:tav tm="0">
                                          <p:val>
                                            <p:fltVal val="0"/>
                                          </p:val>
                                        </p:tav>
                                        <p:tav tm="100000">
                                          <p:val>
                                            <p:strVal val="#ppt_h"/>
                                          </p:val>
                                        </p:tav>
                                      </p:tavLst>
                                    </p:anim>
                                    <p:animEffect transition="in" filter="fade">
                                      <p:cBhvr>
                                        <p:cTn id="124" dur="500"/>
                                        <p:tgtEl>
                                          <p:spTgt spid="30"/>
                                        </p:tgtEl>
                                      </p:cBhvr>
                                    </p:animEffect>
                                  </p:childTnLst>
                                </p:cTn>
                              </p:par>
                              <p:par>
                                <p:cTn id="125" presetID="53" presetClass="entr" presetSubtype="16" fill="hold" grpId="0" nodeType="withEffect">
                                  <p:stCondLst>
                                    <p:cond delay="750"/>
                                  </p:stCondLst>
                                  <p:childTnLst>
                                    <p:set>
                                      <p:cBhvr>
                                        <p:cTn id="126" dur="1" fill="hold">
                                          <p:stCondLst>
                                            <p:cond delay="0"/>
                                          </p:stCondLst>
                                        </p:cTn>
                                        <p:tgtEl>
                                          <p:spTgt spid="31"/>
                                        </p:tgtEl>
                                        <p:attrNameLst>
                                          <p:attrName>style.visibility</p:attrName>
                                        </p:attrNameLst>
                                      </p:cBhvr>
                                      <p:to>
                                        <p:strVal val="visible"/>
                                      </p:to>
                                    </p:set>
                                    <p:anim calcmode="lin" valueType="num">
                                      <p:cBhvr>
                                        <p:cTn id="127" dur="500" fill="hold"/>
                                        <p:tgtEl>
                                          <p:spTgt spid="31"/>
                                        </p:tgtEl>
                                        <p:attrNameLst>
                                          <p:attrName>ppt_w</p:attrName>
                                        </p:attrNameLst>
                                      </p:cBhvr>
                                      <p:tavLst>
                                        <p:tav tm="0">
                                          <p:val>
                                            <p:fltVal val="0"/>
                                          </p:val>
                                        </p:tav>
                                        <p:tav tm="100000">
                                          <p:val>
                                            <p:strVal val="#ppt_w"/>
                                          </p:val>
                                        </p:tav>
                                      </p:tavLst>
                                    </p:anim>
                                    <p:anim calcmode="lin" valueType="num">
                                      <p:cBhvr>
                                        <p:cTn id="128" dur="500" fill="hold"/>
                                        <p:tgtEl>
                                          <p:spTgt spid="31"/>
                                        </p:tgtEl>
                                        <p:attrNameLst>
                                          <p:attrName>ppt_h</p:attrName>
                                        </p:attrNameLst>
                                      </p:cBhvr>
                                      <p:tavLst>
                                        <p:tav tm="0">
                                          <p:val>
                                            <p:fltVal val="0"/>
                                          </p:val>
                                        </p:tav>
                                        <p:tav tm="100000">
                                          <p:val>
                                            <p:strVal val="#ppt_h"/>
                                          </p:val>
                                        </p:tav>
                                      </p:tavLst>
                                    </p:anim>
                                    <p:animEffect transition="in" filter="fade">
                                      <p:cBhvr>
                                        <p:cTn id="129" dur="500"/>
                                        <p:tgtEl>
                                          <p:spTgt spid="31"/>
                                        </p:tgtEl>
                                      </p:cBhvr>
                                    </p:animEffect>
                                  </p:childTnLst>
                                </p:cTn>
                              </p:par>
                              <p:par>
                                <p:cTn id="130" presetID="53" presetClass="entr" presetSubtype="16" fill="hold" grpId="0" nodeType="withEffect">
                                  <p:stCondLst>
                                    <p:cond delay="750"/>
                                  </p:stCondLst>
                                  <p:childTnLst>
                                    <p:set>
                                      <p:cBhvr>
                                        <p:cTn id="131" dur="1" fill="hold">
                                          <p:stCondLst>
                                            <p:cond delay="0"/>
                                          </p:stCondLst>
                                        </p:cTn>
                                        <p:tgtEl>
                                          <p:spTgt spid="32"/>
                                        </p:tgtEl>
                                        <p:attrNameLst>
                                          <p:attrName>style.visibility</p:attrName>
                                        </p:attrNameLst>
                                      </p:cBhvr>
                                      <p:to>
                                        <p:strVal val="visible"/>
                                      </p:to>
                                    </p:set>
                                    <p:anim calcmode="lin" valueType="num">
                                      <p:cBhvr>
                                        <p:cTn id="132" dur="500" fill="hold"/>
                                        <p:tgtEl>
                                          <p:spTgt spid="32"/>
                                        </p:tgtEl>
                                        <p:attrNameLst>
                                          <p:attrName>ppt_w</p:attrName>
                                        </p:attrNameLst>
                                      </p:cBhvr>
                                      <p:tavLst>
                                        <p:tav tm="0">
                                          <p:val>
                                            <p:fltVal val="0"/>
                                          </p:val>
                                        </p:tav>
                                        <p:tav tm="100000">
                                          <p:val>
                                            <p:strVal val="#ppt_w"/>
                                          </p:val>
                                        </p:tav>
                                      </p:tavLst>
                                    </p:anim>
                                    <p:anim calcmode="lin" valueType="num">
                                      <p:cBhvr>
                                        <p:cTn id="133" dur="500" fill="hold"/>
                                        <p:tgtEl>
                                          <p:spTgt spid="32"/>
                                        </p:tgtEl>
                                        <p:attrNameLst>
                                          <p:attrName>ppt_h</p:attrName>
                                        </p:attrNameLst>
                                      </p:cBhvr>
                                      <p:tavLst>
                                        <p:tav tm="0">
                                          <p:val>
                                            <p:fltVal val="0"/>
                                          </p:val>
                                        </p:tav>
                                        <p:tav tm="100000">
                                          <p:val>
                                            <p:strVal val="#ppt_h"/>
                                          </p:val>
                                        </p:tav>
                                      </p:tavLst>
                                    </p:anim>
                                    <p:animEffect transition="in" filter="fade">
                                      <p:cBhvr>
                                        <p:cTn id="134" dur="500"/>
                                        <p:tgtEl>
                                          <p:spTgt spid="32"/>
                                        </p:tgtEl>
                                      </p:cBhvr>
                                    </p:animEffect>
                                  </p:childTnLst>
                                </p:cTn>
                              </p:par>
                              <p:par>
                                <p:cTn id="135" presetID="53" presetClass="entr" presetSubtype="16" fill="hold" grpId="0" nodeType="withEffect">
                                  <p:stCondLst>
                                    <p:cond delay="750"/>
                                  </p:stCondLst>
                                  <p:childTnLst>
                                    <p:set>
                                      <p:cBhvr>
                                        <p:cTn id="136" dur="1" fill="hold">
                                          <p:stCondLst>
                                            <p:cond delay="0"/>
                                          </p:stCondLst>
                                        </p:cTn>
                                        <p:tgtEl>
                                          <p:spTgt spid="33"/>
                                        </p:tgtEl>
                                        <p:attrNameLst>
                                          <p:attrName>style.visibility</p:attrName>
                                        </p:attrNameLst>
                                      </p:cBhvr>
                                      <p:to>
                                        <p:strVal val="visible"/>
                                      </p:to>
                                    </p:set>
                                    <p:anim calcmode="lin" valueType="num">
                                      <p:cBhvr>
                                        <p:cTn id="137" dur="500" fill="hold"/>
                                        <p:tgtEl>
                                          <p:spTgt spid="33"/>
                                        </p:tgtEl>
                                        <p:attrNameLst>
                                          <p:attrName>ppt_w</p:attrName>
                                        </p:attrNameLst>
                                      </p:cBhvr>
                                      <p:tavLst>
                                        <p:tav tm="0">
                                          <p:val>
                                            <p:fltVal val="0"/>
                                          </p:val>
                                        </p:tav>
                                        <p:tav tm="100000">
                                          <p:val>
                                            <p:strVal val="#ppt_w"/>
                                          </p:val>
                                        </p:tav>
                                      </p:tavLst>
                                    </p:anim>
                                    <p:anim calcmode="lin" valueType="num">
                                      <p:cBhvr>
                                        <p:cTn id="138" dur="500" fill="hold"/>
                                        <p:tgtEl>
                                          <p:spTgt spid="33"/>
                                        </p:tgtEl>
                                        <p:attrNameLst>
                                          <p:attrName>ppt_h</p:attrName>
                                        </p:attrNameLst>
                                      </p:cBhvr>
                                      <p:tavLst>
                                        <p:tav tm="0">
                                          <p:val>
                                            <p:fltVal val="0"/>
                                          </p:val>
                                        </p:tav>
                                        <p:tav tm="100000">
                                          <p:val>
                                            <p:strVal val="#ppt_h"/>
                                          </p:val>
                                        </p:tav>
                                      </p:tavLst>
                                    </p:anim>
                                    <p:animEffect transition="in" filter="fade">
                                      <p:cBhvr>
                                        <p:cTn id="139" dur="500"/>
                                        <p:tgtEl>
                                          <p:spTgt spid="33"/>
                                        </p:tgtEl>
                                      </p:cBhvr>
                                    </p:animEffect>
                                  </p:childTnLst>
                                </p:cTn>
                              </p:par>
                              <p:par>
                                <p:cTn id="140" presetID="53" presetClass="entr" presetSubtype="16" fill="hold" grpId="0" nodeType="withEffect">
                                  <p:stCondLst>
                                    <p:cond delay="750"/>
                                  </p:stCondLst>
                                  <p:childTnLst>
                                    <p:set>
                                      <p:cBhvr>
                                        <p:cTn id="141" dur="1" fill="hold">
                                          <p:stCondLst>
                                            <p:cond delay="0"/>
                                          </p:stCondLst>
                                        </p:cTn>
                                        <p:tgtEl>
                                          <p:spTgt spid="34"/>
                                        </p:tgtEl>
                                        <p:attrNameLst>
                                          <p:attrName>style.visibility</p:attrName>
                                        </p:attrNameLst>
                                      </p:cBhvr>
                                      <p:to>
                                        <p:strVal val="visible"/>
                                      </p:to>
                                    </p:set>
                                    <p:anim calcmode="lin" valueType="num">
                                      <p:cBhvr>
                                        <p:cTn id="142" dur="500" fill="hold"/>
                                        <p:tgtEl>
                                          <p:spTgt spid="34"/>
                                        </p:tgtEl>
                                        <p:attrNameLst>
                                          <p:attrName>ppt_w</p:attrName>
                                        </p:attrNameLst>
                                      </p:cBhvr>
                                      <p:tavLst>
                                        <p:tav tm="0">
                                          <p:val>
                                            <p:fltVal val="0"/>
                                          </p:val>
                                        </p:tav>
                                        <p:tav tm="100000">
                                          <p:val>
                                            <p:strVal val="#ppt_w"/>
                                          </p:val>
                                        </p:tav>
                                      </p:tavLst>
                                    </p:anim>
                                    <p:anim calcmode="lin" valueType="num">
                                      <p:cBhvr>
                                        <p:cTn id="143" dur="500" fill="hold"/>
                                        <p:tgtEl>
                                          <p:spTgt spid="34"/>
                                        </p:tgtEl>
                                        <p:attrNameLst>
                                          <p:attrName>ppt_h</p:attrName>
                                        </p:attrNameLst>
                                      </p:cBhvr>
                                      <p:tavLst>
                                        <p:tav tm="0">
                                          <p:val>
                                            <p:fltVal val="0"/>
                                          </p:val>
                                        </p:tav>
                                        <p:tav tm="100000">
                                          <p:val>
                                            <p:strVal val="#ppt_h"/>
                                          </p:val>
                                        </p:tav>
                                      </p:tavLst>
                                    </p:anim>
                                    <p:animEffect transition="in" filter="fade">
                                      <p:cBhvr>
                                        <p:cTn id="144" dur="500"/>
                                        <p:tgtEl>
                                          <p:spTgt spid="34"/>
                                        </p:tgtEl>
                                      </p:cBhvr>
                                    </p:animEffect>
                                  </p:childTnLst>
                                </p:cTn>
                              </p:par>
                              <p:par>
                                <p:cTn id="145" presetID="53" presetClass="entr" presetSubtype="16" fill="hold" grpId="0" nodeType="withEffect">
                                  <p:stCondLst>
                                    <p:cond delay="750"/>
                                  </p:stCondLst>
                                  <p:childTnLst>
                                    <p:set>
                                      <p:cBhvr>
                                        <p:cTn id="146" dur="1" fill="hold">
                                          <p:stCondLst>
                                            <p:cond delay="0"/>
                                          </p:stCondLst>
                                        </p:cTn>
                                        <p:tgtEl>
                                          <p:spTgt spid="35"/>
                                        </p:tgtEl>
                                        <p:attrNameLst>
                                          <p:attrName>style.visibility</p:attrName>
                                        </p:attrNameLst>
                                      </p:cBhvr>
                                      <p:to>
                                        <p:strVal val="visible"/>
                                      </p:to>
                                    </p:set>
                                    <p:anim calcmode="lin" valueType="num">
                                      <p:cBhvr>
                                        <p:cTn id="147" dur="500" fill="hold"/>
                                        <p:tgtEl>
                                          <p:spTgt spid="35"/>
                                        </p:tgtEl>
                                        <p:attrNameLst>
                                          <p:attrName>ppt_w</p:attrName>
                                        </p:attrNameLst>
                                      </p:cBhvr>
                                      <p:tavLst>
                                        <p:tav tm="0">
                                          <p:val>
                                            <p:fltVal val="0"/>
                                          </p:val>
                                        </p:tav>
                                        <p:tav tm="100000">
                                          <p:val>
                                            <p:strVal val="#ppt_w"/>
                                          </p:val>
                                        </p:tav>
                                      </p:tavLst>
                                    </p:anim>
                                    <p:anim calcmode="lin" valueType="num">
                                      <p:cBhvr>
                                        <p:cTn id="148" dur="500" fill="hold"/>
                                        <p:tgtEl>
                                          <p:spTgt spid="35"/>
                                        </p:tgtEl>
                                        <p:attrNameLst>
                                          <p:attrName>ppt_h</p:attrName>
                                        </p:attrNameLst>
                                      </p:cBhvr>
                                      <p:tavLst>
                                        <p:tav tm="0">
                                          <p:val>
                                            <p:fltVal val="0"/>
                                          </p:val>
                                        </p:tav>
                                        <p:tav tm="100000">
                                          <p:val>
                                            <p:strVal val="#ppt_h"/>
                                          </p:val>
                                        </p:tav>
                                      </p:tavLst>
                                    </p:anim>
                                    <p:animEffect transition="in" filter="fade">
                                      <p:cBhvr>
                                        <p:cTn id="149" dur="500"/>
                                        <p:tgtEl>
                                          <p:spTgt spid="35"/>
                                        </p:tgtEl>
                                      </p:cBhvr>
                                    </p:animEffect>
                                  </p:childTnLst>
                                </p:cTn>
                              </p:par>
                              <p:par>
                                <p:cTn id="150" presetID="53" presetClass="entr" presetSubtype="16" fill="hold" grpId="0" nodeType="withEffect">
                                  <p:stCondLst>
                                    <p:cond delay="750"/>
                                  </p:stCondLst>
                                  <p:childTnLst>
                                    <p:set>
                                      <p:cBhvr>
                                        <p:cTn id="151" dur="1" fill="hold">
                                          <p:stCondLst>
                                            <p:cond delay="0"/>
                                          </p:stCondLst>
                                        </p:cTn>
                                        <p:tgtEl>
                                          <p:spTgt spid="36"/>
                                        </p:tgtEl>
                                        <p:attrNameLst>
                                          <p:attrName>style.visibility</p:attrName>
                                        </p:attrNameLst>
                                      </p:cBhvr>
                                      <p:to>
                                        <p:strVal val="visible"/>
                                      </p:to>
                                    </p:set>
                                    <p:anim calcmode="lin" valueType="num">
                                      <p:cBhvr>
                                        <p:cTn id="152" dur="500" fill="hold"/>
                                        <p:tgtEl>
                                          <p:spTgt spid="36"/>
                                        </p:tgtEl>
                                        <p:attrNameLst>
                                          <p:attrName>ppt_w</p:attrName>
                                        </p:attrNameLst>
                                      </p:cBhvr>
                                      <p:tavLst>
                                        <p:tav tm="0">
                                          <p:val>
                                            <p:fltVal val="0"/>
                                          </p:val>
                                        </p:tav>
                                        <p:tav tm="100000">
                                          <p:val>
                                            <p:strVal val="#ppt_w"/>
                                          </p:val>
                                        </p:tav>
                                      </p:tavLst>
                                    </p:anim>
                                    <p:anim calcmode="lin" valueType="num">
                                      <p:cBhvr>
                                        <p:cTn id="153" dur="500" fill="hold"/>
                                        <p:tgtEl>
                                          <p:spTgt spid="36"/>
                                        </p:tgtEl>
                                        <p:attrNameLst>
                                          <p:attrName>ppt_h</p:attrName>
                                        </p:attrNameLst>
                                      </p:cBhvr>
                                      <p:tavLst>
                                        <p:tav tm="0">
                                          <p:val>
                                            <p:fltVal val="0"/>
                                          </p:val>
                                        </p:tav>
                                        <p:tav tm="100000">
                                          <p:val>
                                            <p:strVal val="#ppt_h"/>
                                          </p:val>
                                        </p:tav>
                                      </p:tavLst>
                                    </p:anim>
                                    <p:animEffect transition="in" filter="fade">
                                      <p:cBhvr>
                                        <p:cTn id="154" dur="500"/>
                                        <p:tgtEl>
                                          <p:spTgt spid="36"/>
                                        </p:tgtEl>
                                      </p:cBhvr>
                                    </p:animEffect>
                                  </p:childTnLst>
                                </p:cTn>
                              </p:par>
                              <p:par>
                                <p:cTn id="155" presetID="53" presetClass="entr" presetSubtype="16" fill="hold" grpId="0" nodeType="withEffect">
                                  <p:stCondLst>
                                    <p:cond delay="750"/>
                                  </p:stCondLst>
                                  <p:childTnLst>
                                    <p:set>
                                      <p:cBhvr>
                                        <p:cTn id="156" dur="1" fill="hold">
                                          <p:stCondLst>
                                            <p:cond delay="0"/>
                                          </p:stCondLst>
                                        </p:cTn>
                                        <p:tgtEl>
                                          <p:spTgt spid="37"/>
                                        </p:tgtEl>
                                        <p:attrNameLst>
                                          <p:attrName>style.visibility</p:attrName>
                                        </p:attrNameLst>
                                      </p:cBhvr>
                                      <p:to>
                                        <p:strVal val="visible"/>
                                      </p:to>
                                    </p:set>
                                    <p:anim calcmode="lin" valueType="num">
                                      <p:cBhvr>
                                        <p:cTn id="157" dur="500" fill="hold"/>
                                        <p:tgtEl>
                                          <p:spTgt spid="37"/>
                                        </p:tgtEl>
                                        <p:attrNameLst>
                                          <p:attrName>ppt_w</p:attrName>
                                        </p:attrNameLst>
                                      </p:cBhvr>
                                      <p:tavLst>
                                        <p:tav tm="0">
                                          <p:val>
                                            <p:fltVal val="0"/>
                                          </p:val>
                                        </p:tav>
                                        <p:tav tm="100000">
                                          <p:val>
                                            <p:strVal val="#ppt_w"/>
                                          </p:val>
                                        </p:tav>
                                      </p:tavLst>
                                    </p:anim>
                                    <p:anim calcmode="lin" valueType="num">
                                      <p:cBhvr>
                                        <p:cTn id="158" dur="500" fill="hold"/>
                                        <p:tgtEl>
                                          <p:spTgt spid="37"/>
                                        </p:tgtEl>
                                        <p:attrNameLst>
                                          <p:attrName>ppt_h</p:attrName>
                                        </p:attrNameLst>
                                      </p:cBhvr>
                                      <p:tavLst>
                                        <p:tav tm="0">
                                          <p:val>
                                            <p:fltVal val="0"/>
                                          </p:val>
                                        </p:tav>
                                        <p:tav tm="100000">
                                          <p:val>
                                            <p:strVal val="#ppt_h"/>
                                          </p:val>
                                        </p:tav>
                                      </p:tavLst>
                                    </p:anim>
                                    <p:animEffect transition="in" filter="fade">
                                      <p:cBhvr>
                                        <p:cTn id="159" dur="500"/>
                                        <p:tgtEl>
                                          <p:spTgt spid="37"/>
                                        </p:tgtEl>
                                      </p:cBhvr>
                                    </p:animEffect>
                                  </p:childTnLst>
                                </p:cTn>
                              </p:par>
                              <p:par>
                                <p:cTn id="160" presetID="53" presetClass="entr" presetSubtype="16" fill="hold" grpId="0" nodeType="withEffect">
                                  <p:stCondLst>
                                    <p:cond delay="750"/>
                                  </p:stCondLst>
                                  <p:childTnLst>
                                    <p:set>
                                      <p:cBhvr>
                                        <p:cTn id="161" dur="1" fill="hold">
                                          <p:stCondLst>
                                            <p:cond delay="0"/>
                                          </p:stCondLst>
                                        </p:cTn>
                                        <p:tgtEl>
                                          <p:spTgt spid="38"/>
                                        </p:tgtEl>
                                        <p:attrNameLst>
                                          <p:attrName>style.visibility</p:attrName>
                                        </p:attrNameLst>
                                      </p:cBhvr>
                                      <p:to>
                                        <p:strVal val="visible"/>
                                      </p:to>
                                    </p:set>
                                    <p:anim calcmode="lin" valueType="num">
                                      <p:cBhvr>
                                        <p:cTn id="162" dur="500" fill="hold"/>
                                        <p:tgtEl>
                                          <p:spTgt spid="38"/>
                                        </p:tgtEl>
                                        <p:attrNameLst>
                                          <p:attrName>ppt_w</p:attrName>
                                        </p:attrNameLst>
                                      </p:cBhvr>
                                      <p:tavLst>
                                        <p:tav tm="0">
                                          <p:val>
                                            <p:fltVal val="0"/>
                                          </p:val>
                                        </p:tav>
                                        <p:tav tm="100000">
                                          <p:val>
                                            <p:strVal val="#ppt_w"/>
                                          </p:val>
                                        </p:tav>
                                      </p:tavLst>
                                    </p:anim>
                                    <p:anim calcmode="lin" valueType="num">
                                      <p:cBhvr>
                                        <p:cTn id="163" dur="500" fill="hold"/>
                                        <p:tgtEl>
                                          <p:spTgt spid="38"/>
                                        </p:tgtEl>
                                        <p:attrNameLst>
                                          <p:attrName>ppt_h</p:attrName>
                                        </p:attrNameLst>
                                      </p:cBhvr>
                                      <p:tavLst>
                                        <p:tav tm="0">
                                          <p:val>
                                            <p:fltVal val="0"/>
                                          </p:val>
                                        </p:tav>
                                        <p:tav tm="100000">
                                          <p:val>
                                            <p:strVal val="#ppt_h"/>
                                          </p:val>
                                        </p:tav>
                                      </p:tavLst>
                                    </p:anim>
                                    <p:animEffect transition="in" filter="fade">
                                      <p:cBhvr>
                                        <p:cTn id="164" dur="500"/>
                                        <p:tgtEl>
                                          <p:spTgt spid="38"/>
                                        </p:tgtEl>
                                      </p:cBhvr>
                                    </p:animEffect>
                                  </p:childTnLst>
                                </p:cTn>
                              </p:par>
                              <p:par>
                                <p:cTn id="165" presetID="53" presetClass="entr" presetSubtype="16" fill="hold" grpId="0" nodeType="withEffect">
                                  <p:stCondLst>
                                    <p:cond delay="500"/>
                                  </p:stCondLst>
                                  <p:childTnLst>
                                    <p:set>
                                      <p:cBhvr>
                                        <p:cTn id="166" dur="1" fill="hold">
                                          <p:stCondLst>
                                            <p:cond delay="0"/>
                                          </p:stCondLst>
                                        </p:cTn>
                                        <p:tgtEl>
                                          <p:spTgt spid="39"/>
                                        </p:tgtEl>
                                        <p:attrNameLst>
                                          <p:attrName>style.visibility</p:attrName>
                                        </p:attrNameLst>
                                      </p:cBhvr>
                                      <p:to>
                                        <p:strVal val="visible"/>
                                      </p:to>
                                    </p:set>
                                    <p:anim calcmode="lin" valueType="num">
                                      <p:cBhvr>
                                        <p:cTn id="167" dur="500" fill="hold"/>
                                        <p:tgtEl>
                                          <p:spTgt spid="39"/>
                                        </p:tgtEl>
                                        <p:attrNameLst>
                                          <p:attrName>ppt_w</p:attrName>
                                        </p:attrNameLst>
                                      </p:cBhvr>
                                      <p:tavLst>
                                        <p:tav tm="0">
                                          <p:val>
                                            <p:fltVal val="0"/>
                                          </p:val>
                                        </p:tav>
                                        <p:tav tm="100000">
                                          <p:val>
                                            <p:strVal val="#ppt_w"/>
                                          </p:val>
                                        </p:tav>
                                      </p:tavLst>
                                    </p:anim>
                                    <p:anim calcmode="lin" valueType="num">
                                      <p:cBhvr>
                                        <p:cTn id="168" dur="500" fill="hold"/>
                                        <p:tgtEl>
                                          <p:spTgt spid="39"/>
                                        </p:tgtEl>
                                        <p:attrNameLst>
                                          <p:attrName>ppt_h</p:attrName>
                                        </p:attrNameLst>
                                      </p:cBhvr>
                                      <p:tavLst>
                                        <p:tav tm="0">
                                          <p:val>
                                            <p:fltVal val="0"/>
                                          </p:val>
                                        </p:tav>
                                        <p:tav tm="100000">
                                          <p:val>
                                            <p:strVal val="#ppt_h"/>
                                          </p:val>
                                        </p:tav>
                                      </p:tavLst>
                                    </p:anim>
                                    <p:animEffect transition="in" filter="fade">
                                      <p:cBhvr>
                                        <p:cTn id="169" dur="500"/>
                                        <p:tgtEl>
                                          <p:spTgt spid="39"/>
                                        </p:tgtEl>
                                      </p:cBhvr>
                                    </p:animEffect>
                                  </p:childTnLst>
                                </p:cTn>
                              </p:par>
                              <p:par>
                                <p:cTn id="170" presetID="53" presetClass="entr" presetSubtype="16" fill="hold" grpId="0" nodeType="withEffect">
                                  <p:stCondLst>
                                    <p:cond delay="500"/>
                                  </p:stCondLst>
                                  <p:childTnLst>
                                    <p:set>
                                      <p:cBhvr>
                                        <p:cTn id="171" dur="1" fill="hold">
                                          <p:stCondLst>
                                            <p:cond delay="0"/>
                                          </p:stCondLst>
                                        </p:cTn>
                                        <p:tgtEl>
                                          <p:spTgt spid="40"/>
                                        </p:tgtEl>
                                        <p:attrNameLst>
                                          <p:attrName>style.visibility</p:attrName>
                                        </p:attrNameLst>
                                      </p:cBhvr>
                                      <p:to>
                                        <p:strVal val="visible"/>
                                      </p:to>
                                    </p:set>
                                    <p:anim calcmode="lin" valueType="num">
                                      <p:cBhvr>
                                        <p:cTn id="172" dur="500" fill="hold"/>
                                        <p:tgtEl>
                                          <p:spTgt spid="40"/>
                                        </p:tgtEl>
                                        <p:attrNameLst>
                                          <p:attrName>ppt_w</p:attrName>
                                        </p:attrNameLst>
                                      </p:cBhvr>
                                      <p:tavLst>
                                        <p:tav tm="0">
                                          <p:val>
                                            <p:fltVal val="0"/>
                                          </p:val>
                                        </p:tav>
                                        <p:tav tm="100000">
                                          <p:val>
                                            <p:strVal val="#ppt_w"/>
                                          </p:val>
                                        </p:tav>
                                      </p:tavLst>
                                    </p:anim>
                                    <p:anim calcmode="lin" valueType="num">
                                      <p:cBhvr>
                                        <p:cTn id="173" dur="500" fill="hold"/>
                                        <p:tgtEl>
                                          <p:spTgt spid="40"/>
                                        </p:tgtEl>
                                        <p:attrNameLst>
                                          <p:attrName>ppt_h</p:attrName>
                                        </p:attrNameLst>
                                      </p:cBhvr>
                                      <p:tavLst>
                                        <p:tav tm="0">
                                          <p:val>
                                            <p:fltVal val="0"/>
                                          </p:val>
                                        </p:tav>
                                        <p:tav tm="100000">
                                          <p:val>
                                            <p:strVal val="#ppt_h"/>
                                          </p:val>
                                        </p:tav>
                                      </p:tavLst>
                                    </p:anim>
                                    <p:animEffect transition="in" filter="fade">
                                      <p:cBhvr>
                                        <p:cTn id="174" dur="500"/>
                                        <p:tgtEl>
                                          <p:spTgt spid="40"/>
                                        </p:tgtEl>
                                      </p:cBhvr>
                                    </p:animEffect>
                                  </p:childTnLst>
                                </p:cTn>
                              </p:par>
                              <p:par>
                                <p:cTn id="175" presetID="53" presetClass="entr" presetSubtype="16" fill="hold" grpId="0" nodeType="withEffect">
                                  <p:stCondLst>
                                    <p:cond delay="500"/>
                                  </p:stCondLst>
                                  <p:childTnLst>
                                    <p:set>
                                      <p:cBhvr>
                                        <p:cTn id="176" dur="1" fill="hold">
                                          <p:stCondLst>
                                            <p:cond delay="0"/>
                                          </p:stCondLst>
                                        </p:cTn>
                                        <p:tgtEl>
                                          <p:spTgt spid="41"/>
                                        </p:tgtEl>
                                        <p:attrNameLst>
                                          <p:attrName>style.visibility</p:attrName>
                                        </p:attrNameLst>
                                      </p:cBhvr>
                                      <p:to>
                                        <p:strVal val="visible"/>
                                      </p:to>
                                    </p:set>
                                    <p:anim calcmode="lin" valueType="num">
                                      <p:cBhvr>
                                        <p:cTn id="177" dur="500" fill="hold"/>
                                        <p:tgtEl>
                                          <p:spTgt spid="41"/>
                                        </p:tgtEl>
                                        <p:attrNameLst>
                                          <p:attrName>ppt_w</p:attrName>
                                        </p:attrNameLst>
                                      </p:cBhvr>
                                      <p:tavLst>
                                        <p:tav tm="0">
                                          <p:val>
                                            <p:fltVal val="0"/>
                                          </p:val>
                                        </p:tav>
                                        <p:tav tm="100000">
                                          <p:val>
                                            <p:strVal val="#ppt_w"/>
                                          </p:val>
                                        </p:tav>
                                      </p:tavLst>
                                    </p:anim>
                                    <p:anim calcmode="lin" valueType="num">
                                      <p:cBhvr>
                                        <p:cTn id="178" dur="500" fill="hold"/>
                                        <p:tgtEl>
                                          <p:spTgt spid="41"/>
                                        </p:tgtEl>
                                        <p:attrNameLst>
                                          <p:attrName>ppt_h</p:attrName>
                                        </p:attrNameLst>
                                      </p:cBhvr>
                                      <p:tavLst>
                                        <p:tav tm="0">
                                          <p:val>
                                            <p:fltVal val="0"/>
                                          </p:val>
                                        </p:tav>
                                        <p:tav tm="100000">
                                          <p:val>
                                            <p:strVal val="#ppt_h"/>
                                          </p:val>
                                        </p:tav>
                                      </p:tavLst>
                                    </p:anim>
                                    <p:animEffect transition="in" filter="fade">
                                      <p:cBhvr>
                                        <p:cTn id="179" dur="500"/>
                                        <p:tgtEl>
                                          <p:spTgt spid="41"/>
                                        </p:tgtEl>
                                      </p:cBhvr>
                                    </p:animEffect>
                                  </p:childTnLst>
                                </p:cTn>
                              </p:par>
                              <p:par>
                                <p:cTn id="180" presetID="53" presetClass="entr" presetSubtype="16" fill="hold" grpId="0" nodeType="withEffect">
                                  <p:stCondLst>
                                    <p:cond delay="500"/>
                                  </p:stCondLst>
                                  <p:childTnLst>
                                    <p:set>
                                      <p:cBhvr>
                                        <p:cTn id="181" dur="1" fill="hold">
                                          <p:stCondLst>
                                            <p:cond delay="0"/>
                                          </p:stCondLst>
                                        </p:cTn>
                                        <p:tgtEl>
                                          <p:spTgt spid="42"/>
                                        </p:tgtEl>
                                        <p:attrNameLst>
                                          <p:attrName>style.visibility</p:attrName>
                                        </p:attrNameLst>
                                      </p:cBhvr>
                                      <p:to>
                                        <p:strVal val="visible"/>
                                      </p:to>
                                    </p:set>
                                    <p:anim calcmode="lin" valueType="num">
                                      <p:cBhvr>
                                        <p:cTn id="182" dur="500" fill="hold"/>
                                        <p:tgtEl>
                                          <p:spTgt spid="42"/>
                                        </p:tgtEl>
                                        <p:attrNameLst>
                                          <p:attrName>ppt_w</p:attrName>
                                        </p:attrNameLst>
                                      </p:cBhvr>
                                      <p:tavLst>
                                        <p:tav tm="0">
                                          <p:val>
                                            <p:fltVal val="0"/>
                                          </p:val>
                                        </p:tav>
                                        <p:tav tm="100000">
                                          <p:val>
                                            <p:strVal val="#ppt_w"/>
                                          </p:val>
                                        </p:tav>
                                      </p:tavLst>
                                    </p:anim>
                                    <p:anim calcmode="lin" valueType="num">
                                      <p:cBhvr>
                                        <p:cTn id="183" dur="500" fill="hold"/>
                                        <p:tgtEl>
                                          <p:spTgt spid="42"/>
                                        </p:tgtEl>
                                        <p:attrNameLst>
                                          <p:attrName>ppt_h</p:attrName>
                                        </p:attrNameLst>
                                      </p:cBhvr>
                                      <p:tavLst>
                                        <p:tav tm="0">
                                          <p:val>
                                            <p:fltVal val="0"/>
                                          </p:val>
                                        </p:tav>
                                        <p:tav tm="100000">
                                          <p:val>
                                            <p:strVal val="#ppt_h"/>
                                          </p:val>
                                        </p:tav>
                                      </p:tavLst>
                                    </p:anim>
                                    <p:animEffect transition="in" filter="fade">
                                      <p:cBhvr>
                                        <p:cTn id="184" dur="500"/>
                                        <p:tgtEl>
                                          <p:spTgt spid="42"/>
                                        </p:tgtEl>
                                      </p:cBhvr>
                                    </p:animEffect>
                                  </p:childTnLst>
                                </p:cTn>
                              </p:par>
                              <p:par>
                                <p:cTn id="185" presetID="53" presetClass="entr" presetSubtype="16" fill="hold" grpId="0" nodeType="withEffect">
                                  <p:stCondLst>
                                    <p:cond delay="500"/>
                                  </p:stCondLst>
                                  <p:childTnLst>
                                    <p:set>
                                      <p:cBhvr>
                                        <p:cTn id="186" dur="1" fill="hold">
                                          <p:stCondLst>
                                            <p:cond delay="0"/>
                                          </p:stCondLst>
                                        </p:cTn>
                                        <p:tgtEl>
                                          <p:spTgt spid="43"/>
                                        </p:tgtEl>
                                        <p:attrNameLst>
                                          <p:attrName>style.visibility</p:attrName>
                                        </p:attrNameLst>
                                      </p:cBhvr>
                                      <p:to>
                                        <p:strVal val="visible"/>
                                      </p:to>
                                    </p:set>
                                    <p:anim calcmode="lin" valueType="num">
                                      <p:cBhvr>
                                        <p:cTn id="187" dur="500" fill="hold"/>
                                        <p:tgtEl>
                                          <p:spTgt spid="43"/>
                                        </p:tgtEl>
                                        <p:attrNameLst>
                                          <p:attrName>ppt_w</p:attrName>
                                        </p:attrNameLst>
                                      </p:cBhvr>
                                      <p:tavLst>
                                        <p:tav tm="0">
                                          <p:val>
                                            <p:fltVal val="0"/>
                                          </p:val>
                                        </p:tav>
                                        <p:tav tm="100000">
                                          <p:val>
                                            <p:strVal val="#ppt_w"/>
                                          </p:val>
                                        </p:tav>
                                      </p:tavLst>
                                    </p:anim>
                                    <p:anim calcmode="lin" valueType="num">
                                      <p:cBhvr>
                                        <p:cTn id="188" dur="500" fill="hold"/>
                                        <p:tgtEl>
                                          <p:spTgt spid="43"/>
                                        </p:tgtEl>
                                        <p:attrNameLst>
                                          <p:attrName>ppt_h</p:attrName>
                                        </p:attrNameLst>
                                      </p:cBhvr>
                                      <p:tavLst>
                                        <p:tav tm="0">
                                          <p:val>
                                            <p:fltVal val="0"/>
                                          </p:val>
                                        </p:tav>
                                        <p:tav tm="100000">
                                          <p:val>
                                            <p:strVal val="#ppt_h"/>
                                          </p:val>
                                        </p:tav>
                                      </p:tavLst>
                                    </p:anim>
                                    <p:animEffect transition="in" filter="fade">
                                      <p:cBhvr>
                                        <p:cTn id="189" dur="500"/>
                                        <p:tgtEl>
                                          <p:spTgt spid="43"/>
                                        </p:tgtEl>
                                      </p:cBhvr>
                                    </p:animEffect>
                                  </p:childTnLst>
                                </p:cTn>
                              </p:par>
                              <p:par>
                                <p:cTn id="190" presetID="53" presetClass="entr" presetSubtype="16" fill="hold" grpId="0" nodeType="withEffect">
                                  <p:stCondLst>
                                    <p:cond delay="500"/>
                                  </p:stCondLst>
                                  <p:childTnLst>
                                    <p:set>
                                      <p:cBhvr>
                                        <p:cTn id="191" dur="1" fill="hold">
                                          <p:stCondLst>
                                            <p:cond delay="0"/>
                                          </p:stCondLst>
                                        </p:cTn>
                                        <p:tgtEl>
                                          <p:spTgt spid="44"/>
                                        </p:tgtEl>
                                        <p:attrNameLst>
                                          <p:attrName>style.visibility</p:attrName>
                                        </p:attrNameLst>
                                      </p:cBhvr>
                                      <p:to>
                                        <p:strVal val="visible"/>
                                      </p:to>
                                    </p:set>
                                    <p:anim calcmode="lin" valueType="num">
                                      <p:cBhvr>
                                        <p:cTn id="192" dur="500" fill="hold"/>
                                        <p:tgtEl>
                                          <p:spTgt spid="44"/>
                                        </p:tgtEl>
                                        <p:attrNameLst>
                                          <p:attrName>ppt_w</p:attrName>
                                        </p:attrNameLst>
                                      </p:cBhvr>
                                      <p:tavLst>
                                        <p:tav tm="0">
                                          <p:val>
                                            <p:fltVal val="0"/>
                                          </p:val>
                                        </p:tav>
                                        <p:tav tm="100000">
                                          <p:val>
                                            <p:strVal val="#ppt_w"/>
                                          </p:val>
                                        </p:tav>
                                      </p:tavLst>
                                    </p:anim>
                                    <p:anim calcmode="lin" valueType="num">
                                      <p:cBhvr>
                                        <p:cTn id="193" dur="500" fill="hold"/>
                                        <p:tgtEl>
                                          <p:spTgt spid="44"/>
                                        </p:tgtEl>
                                        <p:attrNameLst>
                                          <p:attrName>ppt_h</p:attrName>
                                        </p:attrNameLst>
                                      </p:cBhvr>
                                      <p:tavLst>
                                        <p:tav tm="0">
                                          <p:val>
                                            <p:fltVal val="0"/>
                                          </p:val>
                                        </p:tav>
                                        <p:tav tm="100000">
                                          <p:val>
                                            <p:strVal val="#ppt_h"/>
                                          </p:val>
                                        </p:tav>
                                      </p:tavLst>
                                    </p:anim>
                                    <p:animEffect transition="in" filter="fade">
                                      <p:cBhvr>
                                        <p:cTn id="194" dur="500"/>
                                        <p:tgtEl>
                                          <p:spTgt spid="44"/>
                                        </p:tgtEl>
                                      </p:cBhvr>
                                    </p:animEffect>
                                  </p:childTnLst>
                                </p:cTn>
                              </p:par>
                              <p:par>
                                <p:cTn id="195" presetID="53" presetClass="entr" presetSubtype="16" fill="hold" grpId="0" nodeType="withEffect">
                                  <p:stCondLst>
                                    <p:cond delay="500"/>
                                  </p:stCondLst>
                                  <p:childTnLst>
                                    <p:set>
                                      <p:cBhvr>
                                        <p:cTn id="196" dur="1" fill="hold">
                                          <p:stCondLst>
                                            <p:cond delay="0"/>
                                          </p:stCondLst>
                                        </p:cTn>
                                        <p:tgtEl>
                                          <p:spTgt spid="45"/>
                                        </p:tgtEl>
                                        <p:attrNameLst>
                                          <p:attrName>style.visibility</p:attrName>
                                        </p:attrNameLst>
                                      </p:cBhvr>
                                      <p:to>
                                        <p:strVal val="visible"/>
                                      </p:to>
                                    </p:set>
                                    <p:anim calcmode="lin" valueType="num">
                                      <p:cBhvr>
                                        <p:cTn id="197" dur="500" fill="hold"/>
                                        <p:tgtEl>
                                          <p:spTgt spid="45"/>
                                        </p:tgtEl>
                                        <p:attrNameLst>
                                          <p:attrName>ppt_w</p:attrName>
                                        </p:attrNameLst>
                                      </p:cBhvr>
                                      <p:tavLst>
                                        <p:tav tm="0">
                                          <p:val>
                                            <p:fltVal val="0"/>
                                          </p:val>
                                        </p:tav>
                                        <p:tav tm="100000">
                                          <p:val>
                                            <p:strVal val="#ppt_w"/>
                                          </p:val>
                                        </p:tav>
                                      </p:tavLst>
                                    </p:anim>
                                    <p:anim calcmode="lin" valueType="num">
                                      <p:cBhvr>
                                        <p:cTn id="198" dur="500" fill="hold"/>
                                        <p:tgtEl>
                                          <p:spTgt spid="45"/>
                                        </p:tgtEl>
                                        <p:attrNameLst>
                                          <p:attrName>ppt_h</p:attrName>
                                        </p:attrNameLst>
                                      </p:cBhvr>
                                      <p:tavLst>
                                        <p:tav tm="0">
                                          <p:val>
                                            <p:fltVal val="0"/>
                                          </p:val>
                                        </p:tav>
                                        <p:tav tm="100000">
                                          <p:val>
                                            <p:strVal val="#ppt_h"/>
                                          </p:val>
                                        </p:tav>
                                      </p:tavLst>
                                    </p:anim>
                                    <p:animEffect transition="in" filter="fade">
                                      <p:cBhvr>
                                        <p:cTn id="199" dur="500"/>
                                        <p:tgtEl>
                                          <p:spTgt spid="45"/>
                                        </p:tgtEl>
                                      </p:cBhvr>
                                    </p:animEffect>
                                  </p:childTnLst>
                                </p:cTn>
                              </p:par>
                              <p:par>
                                <p:cTn id="200" presetID="53" presetClass="entr" presetSubtype="16" fill="hold" grpId="0" nodeType="withEffect">
                                  <p:stCondLst>
                                    <p:cond delay="500"/>
                                  </p:stCondLst>
                                  <p:childTnLst>
                                    <p:set>
                                      <p:cBhvr>
                                        <p:cTn id="201" dur="1" fill="hold">
                                          <p:stCondLst>
                                            <p:cond delay="0"/>
                                          </p:stCondLst>
                                        </p:cTn>
                                        <p:tgtEl>
                                          <p:spTgt spid="46"/>
                                        </p:tgtEl>
                                        <p:attrNameLst>
                                          <p:attrName>style.visibility</p:attrName>
                                        </p:attrNameLst>
                                      </p:cBhvr>
                                      <p:to>
                                        <p:strVal val="visible"/>
                                      </p:to>
                                    </p:set>
                                    <p:anim calcmode="lin" valueType="num">
                                      <p:cBhvr>
                                        <p:cTn id="202" dur="500" fill="hold"/>
                                        <p:tgtEl>
                                          <p:spTgt spid="46"/>
                                        </p:tgtEl>
                                        <p:attrNameLst>
                                          <p:attrName>ppt_w</p:attrName>
                                        </p:attrNameLst>
                                      </p:cBhvr>
                                      <p:tavLst>
                                        <p:tav tm="0">
                                          <p:val>
                                            <p:fltVal val="0"/>
                                          </p:val>
                                        </p:tav>
                                        <p:tav tm="100000">
                                          <p:val>
                                            <p:strVal val="#ppt_w"/>
                                          </p:val>
                                        </p:tav>
                                      </p:tavLst>
                                    </p:anim>
                                    <p:anim calcmode="lin" valueType="num">
                                      <p:cBhvr>
                                        <p:cTn id="203" dur="500" fill="hold"/>
                                        <p:tgtEl>
                                          <p:spTgt spid="46"/>
                                        </p:tgtEl>
                                        <p:attrNameLst>
                                          <p:attrName>ppt_h</p:attrName>
                                        </p:attrNameLst>
                                      </p:cBhvr>
                                      <p:tavLst>
                                        <p:tav tm="0">
                                          <p:val>
                                            <p:fltVal val="0"/>
                                          </p:val>
                                        </p:tav>
                                        <p:tav tm="100000">
                                          <p:val>
                                            <p:strVal val="#ppt_h"/>
                                          </p:val>
                                        </p:tav>
                                      </p:tavLst>
                                    </p:anim>
                                    <p:animEffect transition="in" filter="fade">
                                      <p:cBhvr>
                                        <p:cTn id="204" dur="500"/>
                                        <p:tgtEl>
                                          <p:spTgt spid="46"/>
                                        </p:tgtEl>
                                      </p:cBhvr>
                                    </p:animEffect>
                                  </p:childTnLst>
                                </p:cTn>
                              </p:par>
                              <p:par>
                                <p:cTn id="205" presetID="53" presetClass="entr" presetSubtype="16" fill="hold" grpId="0" nodeType="withEffect">
                                  <p:stCondLst>
                                    <p:cond delay="250"/>
                                  </p:stCondLst>
                                  <p:childTnLst>
                                    <p:set>
                                      <p:cBhvr>
                                        <p:cTn id="206" dur="1" fill="hold">
                                          <p:stCondLst>
                                            <p:cond delay="0"/>
                                          </p:stCondLst>
                                        </p:cTn>
                                        <p:tgtEl>
                                          <p:spTgt spid="47"/>
                                        </p:tgtEl>
                                        <p:attrNameLst>
                                          <p:attrName>style.visibility</p:attrName>
                                        </p:attrNameLst>
                                      </p:cBhvr>
                                      <p:to>
                                        <p:strVal val="visible"/>
                                      </p:to>
                                    </p:set>
                                    <p:anim calcmode="lin" valueType="num">
                                      <p:cBhvr>
                                        <p:cTn id="207" dur="500" fill="hold"/>
                                        <p:tgtEl>
                                          <p:spTgt spid="47"/>
                                        </p:tgtEl>
                                        <p:attrNameLst>
                                          <p:attrName>ppt_w</p:attrName>
                                        </p:attrNameLst>
                                      </p:cBhvr>
                                      <p:tavLst>
                                        <p:tav tm="0">
                                          <p:val>
                                            <p:fltVal val="0"/>
                                          </p:val>
                                        </p:tav>
                                        <p:tav tm="100000">
                                          <p:val>
                                            <p:strVal val="#ppt_w"/>
                                          </p:val>
                                        </p:tav>
                                      </p:tavLst>
                                    </p:anim>
                                    <p:anim calcmode="lin" valueType="num">
                                      <p:cBhvr>
                                        <p:cTn id="208" dur="500" fill="hold"/>
                                        <p:tgtEl>
                                          <p:spTgt spid="47"/>
                                        </p:tgtEl>
                                        <p:attrNameLst>
                                          <p:attrName>ppt_h</p:attrName>
                                        </p:attrNameLst>
                                      </p:cBhvr>
                                      <p:tavLst>
                                        <p:tav tm="0">
                                          <p:val>
                                            <p:fltVal val="0"/>
                                          </p:val>
                                        </p:tav>
                                        <p:tav tm="100000">
                                          <p:val>
                                            <p:strVal val="#ppt_h"/>
                                          </p:val>
                                        </p:tav>
                                      </p:tavLst>
                                    </p:anim>
                                    <p:animEffect transition="in" filter="fade">
                                      <p:cBhvr>
                                        <p:cTn id="209" dur="500"/>
                                        <p:tgtEl>
                                          <p:spTgt spid="47"/>
                                        </p:tgtEl>
                                      </p:cBhvr>
                                    </p:animEffect>
                                  </p:childTnLst>
                                </p:cTn>
                              </p:par>
                              <p:par>
                                <p:cTn id="210" presetID="53" presetClass="entr" presetSubtype="16" fill="hold" grpId="0" nodeType="withEffect">
                                  <p:stCondLst>
                                    <p:cond delay="250"/>
                                  </p:stCondLst>
                                  <p:childTnLst>
                                    <p:set>
                                      <p:cBhvr>
                                        <p:cTn id="211" dur="1" fill="hold">
                                          <p:stCondLst>
                                            <p:cond delay="0"/>
                                          </p:stCondLst>
                                        </p:cTn>
                                        <p:tgtEl>
                                          <p:spTgt spid="48"/>
                                        </p:tgtEl>
                                        <p:attrNameLst>
                                          <p:attrName>style.visibility</p:attrName>
                                        </p:attrNameLst>
                                      </p:cBhvr>
                                      <p:to>
                                        <p:strVal val="visible"/>
                                      </p:to>
                                    </p:set>
                                    <p:anim calcmode="lin" valueType="num">
                                      <p:cBhvr>
                                        <p:cTn id="212" dur="500" fill="hold"/>
                                        <p:tgtEl>
                                          <p:spTgt spid="48"/>
                                        </p:tgtEl>
                                        <p:attrNameLst>
                                          <p:attrName>ppt_w</p:attrName>
                                        </p:attrNameLst>
                                      </p:cBhvr>
                                      <p:tavLst>
                                        <p:tav tm="0">
                                          <p:val>
                                            <p:fltVal val="0"/>
                                          </p:val>
                                        </p:tav>
                                        <p:tav tm="100000">
                                          <p:val>
                                            <p:strVal val="#ppt_w"/>
                                          </p:val>
                                        </p:tav>
                                      </p:tavLst>
                                    </p:anim>
                                    <p:anim calcmode="lin" valueType="num">
                                      <p:cBhvr>
                                        <p:cTn id="213" dur="500" fill="hold"/>
                                        <p:tgtEl>
                                          <p:spTgt spid="48"/>
                                        </p:tgtEl>
                                        <p:attrNameLst>
                                          <p:attrName>ppt_h</p:attrName>
                                        </p:attrNameLst>
                                      </p:cBhvr>
                                      <p:tavLst>
                                        <p:tav tm="0">
                                          <p:val>
                                            <p:fltVal val="0"/>
                                          </p:val>
                                        </p:tav>
                                        <p:tav tm="100000">
                                          <p:val>
                                            <p:strVal val="#ppt_h"/>
                                          </p:val>
                                        </p:tav>
                                      </p:tavLst>
                                    </p:anim>
                                    <p:animEffect transition="in" filter="fade">
                                      <p:cBhvr>
                                        <p:cTn id="214" dur="500"/>
                                        <p:tgtEl>
                                          <p:spTgt spid="48"/>
                                        </p:tgtEl>
                                      </p:cBhvr>
                                    </p:animEffect>
                                  </p:childTnLst>
                                </p:cTn>
                              </p:par>
                              <p:par>
                                <p:cTn id="215" presetID="53" presetClass="entr" presetSubtype="16" fill="hold" grpId="0" nodeType="withEffect">
                                  <p:stCondLst>
                                    <p:cond delay="250"/>
                                  </p:stCondLst>
                                  <p:childTnLst>
                                    <p:set>
                                      <p:cBhvr>
                                        <p:cTn id="216" dur="1" fill="hold">
                                          <p:stCondLst>
                                            <p:cond delay="0"/>
                                          </p:stCondLst>
                                        </p:cTn>
                                        <p:tgtEl>
                                          <p:spTgt spid="49"/>
                                        </p:tgtEl>
                                        <p:attrNameLst>
                                          <p:attrName>style.visibility</p:attrName>
                                        </p:attrNameLst>
                                      </p:cBhvr>
                                      <p:to>
                                        <p:strVal val="visible"/>
                                      </p:to>
                                    </p:set>
                                    <p:anim calcmode="lin" valueType="num">
                                      <p:cBhvr>
                                        <p:cTn id="217" dur="500" fill="hold"/>
                                        <p:tgtEl>
                                          <p:spTgt spid="49"/>
                                        </p:tgtEl>
                                        <p:attrNameLst>
                                          <p:attrName>ppt_w</p:attrName>
                                        </p:attrNameLst>
                                      </p:cBhvr>
                                      <p:tavLst>
                                        <p:tav tm="0">
                                          <p:val>
                                            <p:fltVal val="0"/>
                                          </p:val>
                                        </p:tav>
                                        <p:tav tm="100000">
                                          <p:val>
                                            <p:strVal val="#ppt_w"/>
                                          </p:val>
                                        </p:tav>
                                      </p:tavLst>
                                    </p:anim>
                                    <p:anim calcmode="lin" valueType="num">
                                      <p:cBhvr>
                                        <p:cTn id="218" dur="500" fill="hold"/>
                                        <p:tgtEl>
                                          <p:spTgt spid="49"/>
                                        </p:tgtEl>
                                        <p:attrNameLst>
                                          <p:attrName>ppt_h</p:attrName>
                                        </p:attrNameLst>
                                      </p:cBhvr>
                                      <p:tavLst>
                                        <p:tav tm="0">
                                          <p:val>
                                            <p:fltVal val="0"/>
                                          </p:val>
                                        </p:tav>
                                        <p:tav tm="100000">
                                          <p:val>
                                            <p:strVal val="#ppt_h"/>
                                          </p:val>
                                        </p:tav>
                                      </p:tavLst>
                                    </p:anim>
                                    <p:animEffect transition="in" filter="fade">
                                      <p:cBhvr>
                                        <p:cTn id="219" dur="500"/>
                                        <p:tgtEl>
                                          <p:spTgt spid="49"/>
                                        </p:tgtEl>
                                      </p:cBhvr>
                                    </p:animEffect>
                                  </p:childTnLst>
                                </p:cTn>
                              </p:par>
                              <p:par>
                                <p:cTn id="220" presetID="53" presetClass="entr" presetSubtype="16" fill="hold" grpId="0" nodeType="withEffect">
                                  <p:stCondLst>
                                    <p:cond delay="250"/>
                                  </p:stCondLst>
                                  <p:childTnLst>
                                    <p:set>
                                      <p:cBhvr>
                                        <p:cTn id="221" dur="1" fill="hold">
                                          <p:stCondLst>
                                            <p:cond delay="0"/>
                                          </p:stCondLst>
                                        </p:cTn>
                                        <p:tgtEl>
                                          <p:spTgt spid="50"/>
                                        </p:tgtEl>
                                        <p:attrNameLst>
                                          <p:attrName>style.visibility</p:attrName>
                                        </p:attrNameLst>
                                      </p:cBhvr>
                                      <p:to>
                                        <p:strVal val="visible"/>
                                      </p:to>
                                    </p:set>
                                    <p:anim calcmode="lin" valueType="num">
                                      <p:cBhvr>
                                        <p:cTn id="222" dur="500" fill="hold"/>
                                        <p:tgtEl>
                                          <p:spTgt spid="50"/>
                                        </p:tgtEl>
                                        <p:attrNameLst>
                                          <p:attrName>ppt_w</p:attrName>
                                        </p:attrNameLst>
                                      </p:cBhvr>
                                      <p:tavLst>
                                        <p:tav tm="0">
                                          <p:val>
                                            <p:fltVal val="0"/>
                                          </p:val>
                                        </p:tav>
                                        <p:tav tm="100000">
                                          <p:val>
                                            <p:strVal val="#ppt_w"/>
                                          </p:val>
                                        </p:tav>
                                      </p:tavLst>
                                    </p:anim>
                                    <p:anim calcmode="lin" valueType="num">
                                      <p:cBhvr>
                                        <p:cTn id="223" dur="500" fill="hold"/>
                                        <p:tgtEl>
                                          <p:spTgt spid="50"/>
                                        </p:tgtEl>
                                        <p:attrNameLst>
                                          <p:attrName>ppt_h</p:attrName>
                                        </p:attrNameLst>
                                      </p:cBhvr>
                                      <p:tavLst>
                                        <p:tav tm="0">
                                          <p:val>
                                            <p:fltVal val="0"/>
                                          </p:val>
                                        </p:tav>
                                        <p:tav tm="100000">
                                          <p:val>
                                            <p:strVal val="#ppt_h"/>
                                          </p:val>
                                        </p:tav>
                                      </p:tavLst>
                                    </p:anim>
                                    <p:animEffect transition="in" filter="fade">
                                      <p:cBhvr>
                                        <p:cTn id="224" dur="500"/>
                                        <p:tgtEl>
                                          <p:spTgt spid="50"/>
                                        </p:tgtEl>
                                      </p:cBhvr>
                                    </p:animEffect>
                                  </p:childTnLst>
                                </p:cTn>
                              </p:par>
                              <p:par>
                                <p:cTn id="225" presetID="53" presetClass="entr" presetSubtype="16" fill="hold" grpId="0" nodeType="withEffect">
                                  <p:stCondLst>
                                    <p:cond delay="250"/>
                                  </p:stCondLst>
                                  <p:childTnLst>
                                    <p:set>
                                      <p:cBhvr>
                                        <p:cTn id="226" dur="1" fill="hold">
                                          <p:stCondLst>
                                            <p:cond delay="0"/>
                                          </p:stCondLst>
                                        </p:cTn>
                                        <p:tgtEl>
                                          <p:spTgt spid="51"/>
                                        </p:tgtEl>
                                        <p:attrNameLst>
                                          <p:attrName>style.visibility</p:attrName>
                                        </p:attrNameLst>
                                      </p:cBhvr>
                                      <p:to>
                                        <p:strVal val="visible"/>
                                      </p:to>
                                    </p:set>
                                    <p:anim calcmode="lin" valueType="num">
                                      <p:cBhvr>
                                        <p:cTn id="227" dur="500" fill="hold"/>
                                        <p:tgtEl>
                                          <p:spTgt spid="51"/>
                                        </p:tgtEl>
                                        <p:attrNameLst>
                                          <p:attrName>ppt_w</p:attrName>
                                        </p:attrNameLst>
                                      </p:cBhvr>
                                      <p:tavLst>
                                        <p:tav tm="0">
                                          <p:val>
                                            <p:fltVal val="0"/>
                                          </p:val>
                                        </p:tav>
                                        <p:tav tm="100000">
                                          <p:val>
                                            <p:strVal val="#ppt_w"/>
                                          </p:val>
                                        </p:tav>
                                      </p:tavLst>
                                    </p:anim>
                                    <p:anim calcmode="lin" valueType="num">
                                      <p:cBhvr>
                                        <p:cTn id="228" dur="500" fill="hold"/>
                                        <p:tgtEl>
                                          <p:spTgt spid="51"/>
                                        </p:tgtEl>
                                        <p:attrNameLst>
                                          <p:attrName>ppt_h</p:attrName>
                                        </p:attrNameLst>
                                      </p:cBhvr>
                                      <p:tavLst>
                                        <p:tav tm="0">
                                          <p:val>
                                            <p:fltVal val="0"/>
                                          </p:val>
                                        </p:tav>
                                        <p:tav tm="100000">
                                          <p:val>
                                            <p:strVal val="#ppt_h"/>
                                          </p:val>
                                        </p:tav>
                                      </p:tavLst>
                                    </p:anim>
                                    <p:animEffect transition="in" filter="fade">
                                      <p:cBhvr>
                                        <p:cTn id="229" dur="500"/>
                                        <p:tgtEl>
                                          <p:spTgt spid="51"/>
                                        </p:tgtEl>
                                      </p:cBhvr>
                                    </p:animEffect>
                                  </p:childTnLst>
                                </p:cTn>
                              </p:par>
                              <p:par>
                                <p:cTn id="230" presetID="53" presetClass="entr" presetSubtype="16" fill="hold" grpId="0" nodeType="withEffect">
                                  <p:stCondLst>
                                    <p:cond delay="250"/>
                                  </p:stCondLst>
                                  <p:childTnLst>
                                    <p:set>
                                      <p:cBhvr>
                                        <p:cTn id="231" dur="1" fill="hold">
                                          <p:stCondLst>
                                            <p:cond delay="0"/>
                                          </p:stCondLst>
                                        </p:cTn>
                                        <p:tgtEl>
                                          <p:spTgt spid="52"/>
                                        </p:tgtEl>
                                        <p:attrNameLst>
                                          <p:attrName>style.visibility</p:attrName>
                                        </p:attrNameLst>
                                      </p:cBhvr>
                                      <p:to>
                                        <p:strVal val="visible"/>
                                      </p:to>
                                    </p:set>
                                    <p:anim calcmode="lin" valueType="num">
                                      <p:cBhvr>
                                        <p:cTn id="232" dur="500" fill="hold"/>
                                        <p:tgtEl>
                                          <p:spTgt spid="52"/>
                                        </p:tgtEl>
                                        <p:attrNameLst>
                                          <p:attrName>ppt_w</p:attrName>
                                        </p:attrNameLst>
                                      </p:cBhvr>
                                      <p:tavLst>
                                        <p:tav tm="0">
                                          <p:val>
                                            <p:fltVal val="0"/>
                                          </p:val>
                                        </p:tav>
                                        <p:tav tm="100000">
                                          <p:val>
                                            <p:strVal val="#ppt_w"/>
                                          </p:val>
                                        </p:tav>
                                      </p:tavLst>
                                    </p:anim>
                                    <p:anim calcmode="lin" valueType="num">
                                      <p:cBhvr>
                                        <p:cTn id="233" dur="500" fill="hold"/>
                                        <p:tgtEl>
                                          <p:spTgt spid="52"/>
                                        </p:tgtEl>
                                        <p:attrNameLst>
                                          <p:attrName>ppt_h</p:attrName>
                                        </p:attrNameLst>
                                      </p:cBhvr>
                                      <p:tavLst>
                                        <p:tav tm="0">
                                          <p:val>
                                            <p:fltVal val="0"/>
                                          </p:val>
                                        </p:tav>
                                        <p:tav tm="100000">
                                          <p:val>
                                            <p:strVal val="#ppt_h"/>
                                          </p:val>
                                        </p:tav>
                                      </p:tavLst>
                                    </p:anim>
                                    <p:animEffect transition="in" filter="fade">
                                      <p:cBhvr>
                                        <p:cTn id="234" dur="500"/>
                                        <p:tgtEl>
                                          <p:spTgt spid="52"/>
                                        </p:tgtEl>
                                      </p:cBhvr>
                                    </p:animEffect>
                                  </p:childTnLst>
                                </p:cTn>
                              </p:par>
                              <p:par>
                                <p:cTn id="235" presetID="53" presetClass="entr" presetSubtype="16" fill="hold" grpId="0" nodeType="withEffect">
                                  <p:stCondLst>
                                    <p:cond delay="250"/>
                                  </p:stCondLst>
                                  <p:childTnLst>
                                    <p:set>
                                      <p:cBhvr>
                                        <p:cTn id="236" dur="1" fill="hold">
                                          <p:stCondLst>
                                            <p:cond delay="0"/>
                                          </p:stCondLst>
                                        </p:cTn>
                                        <p:tgtEl>
                                          <p:spTgt spid="53"/>
                                        </p:tgtEl>
                                        <p:attrNameLst>
                                          <p:attrName>style.visibility</p:attrName>
                                        </p:attrNameLst>
                                      </p:cBhvr>
                                      <p:to>
                                        <p:strVal val="visible"/>
                                      </p:to>
                                    </p:set>
                                    <p:anim calcmode="lin" valueType="num">
                                      <p:cBhvr>
                                        <p:cTn id="237" dur="500" fill="hold"/>
                                        <p:tgtEl>
                                          <p:spTgt spid="53"/>
                                        </p:tgtEl>
                                        <p:attrNameLst>
                                          <p:attrName>ppt_w</p:attrName>
                                        </p:attrNameLst>
                                      </p:cBhvr>
                                      <p:tavLst>
                                        <p:tav tm="0">
                                          <p:val>
                                            <p:fltVal val="0"/>
                                          </p:val>
                                        </p:tav>
                                        <p:tav tm="100000">
                                          <p:val>
                                            <p:strVal val="#ppt_w"/>
                                          </p:val>
                                        </p:tav>
                                      </p:tavLst>
                                    </p:anim>
                                    <p:anim calcmode="lin" valueType="num">
                                      <p:cBhvr>
                                        <p:cTn id="238" dur="500" fill="hold"/>
                                        <p:tgtEl>
                                          <p:spTgt spid="53"/>
                                        </p:tgtEl>
                                        <p:attrNameLst>
                                          <p:attrName>ppt_h</p:attrName>
                                        </p:attrNameLst>
                                      </p:cBhvr>
                                      <p:tavLst>
                                        <p:tav tm="0">
                                          <p:val>
                                            <p:fltVal val="0"/>
                                          </p:val>
                                        </p:tav>
                                        <p:tav tm="100000">
                                          <p:val>
                                            <p:strVal val="#ppt_h"/>
                                          </p:val>
                                        </p:tav>
                                      </p:tavLst>
                                    </p:anim>
                                    <p:animEffect transition="in" filter="fade">
                                      <p:cBhvr>
                                        <p:cTn id="239" dur="500"/>
                                        <p:tgtEl>
                                          <p:spTgt spid="53"/>
                                        </p:tgtEl>
                                      </p:cBhvr>
                                    </p:animEffect>
                                  </p:childTnLst>
                                </p:cTn>
                              </p:par>
                              <p:par>
                                <p:cTn id="240" presetID="53" presetClass="entr" presetSubtype="16" fill="hold" grpId="0" nodeType="withEffect">
                                  <p:stCondLst>
                                    <p:cond delay="250"/>
                                  </p:stCondLst>
                                  <p:childTnLst>
                                    <p:set>
                                      <p:cBhvr>
                                        <p:cTn id="241" dur="1" fill="hold">
                                          <p:stCondLst>
                                            <p:cond delay="0"/>
                                          </p:stCondLst>
                                        </p:cTn>
                                        <p:tgtEl>
                                          <p:spTgt spid="54"/>
                                        </p:tgtEl>
                                        <p:attrNameLst>
                                          <p:attrName>style.visibility</p:attrName>
                                        </p:attrNameLst>
                                      </p:cBhvr>
                                      <p:to>
                                        <p:strVal val="visible"/>
                                      </p:to>
                                    </p:set>
                                    <p:anim calcmode="lin" valueType="num">
                                      <p:cBhvr>
                                        <p:cTn id="242" dur="500" fill="hold"/>
                                        <p:tgtEl>
                                          <p:spTgt spid="54"/>
                                        </p:tgtEl>
                                        <p:attrNameLst>
                                          <p:attrName>ppt_w</p:attrName>
                                        </p:attrNameLst>
                                      </p:cBhvr>
                                      <p:tavLst>
                                        <p:tav tm="0">
                                          <p:val>
                                            <p:fltVal val="0"/>
                                          </p:val>
                                        </p:tav>
                                        <p:tav tm="100000">
                                          <p:val>
                                            <p:strVal val="#ppt_w"/>
                                          </p:val>
                                        </p:tav>
                                      </p:tavLst>
                                    </p:anim>
                                    <p:anim calcmode="lin" valueType="num">
                                      <p:cBhvr>
                                        <p:cTn id="243" dur="500" fill="hold"/>
                                        <p:tgtEl>
                                          <p:spTgt spid="54"/>
                                        </p:tgtEl>
                                        <p:attrNameLst>
                                          <p:attrName>ppt_h</p:attrName>
                                        </p:attrNameLst>
                                      </p:cBhvr>
                                      <p:tavLst>
                                        <p:tav tm="0">
                                          <p:val>
                                            <p:fltVal val="0"/>
                                          </p:val>
                                        </p:tav>
                                        <p:tav tm="100000">
                                          <p:val>
                                            <p:strVal val="#ppt_h"/>
                                          </p:val>
                                        </p:tav>
                                      </p:tavLst>
                                    </p:anim>
                                    <p:animEffect transition="in" filter="fade">
                                      <p:cBhvr>
                                        <p:cTn id="244" dur="500"/>
                                        <p:tgtEl>
                                          <p:spTgt spid="54"/>
                                        </p:tgtEl>
                                      </p:cBhvr>
                                    </p:animEffect>
                                  </p:childTnLst>
                                </p:cTn>
                              </p:par>
                              <p:par>
                                <p:cTn id="245" presetID="53" presetClass="entr" presetSubtype="16" fill="hold" grpId="0" nodeType="withEffect">
                                  <p:stCondLst>
                                    <p:cond delay="0"/>
                                  </p:stCondLst>
                                  <p:childTnLst>
                                    <p:set>
                                      <p:cBhvr>
                                        <p:cTn id="246" dur="1" fill="hold">
                                          <p:stCondLst>
                                            <p:cond delay="0"/>
                                          </p:stCondLst>
                                        </p:cTn>
                                        <p:tgtEl>
                                          <p:spTgt spid="55"/>
                                        </p:tgtEl>
                                        <p:attrNameLst>
                                          <p:attrName>style.visibility</p:attrName>
                                        </p:attrNameLst>
                                      </p:cBhvr>
                                      <p:to>
                                        <p:strVal val="visible"/>
                                      </p:to>
                                    </p:set>
                                    <p:anim calcmode="lin" valueType="num">
                                      <p:cBhvr>
                                        <p:cTn id="247" dur="500" fill="hold"/>
                                        <p:tgtEl>
                                          <p:spTgt spid="55"/>
                                        </p:tgtEl>
                                        <p:attrNameLst>
                                          <p:attrName>ppt_w</p:attrName>
                                        </p:attrNameLst>
                                      </p:cBhvr>
                                      <p:tavLst>
                                        <p:tav tm="0">
                                          <p:val>
                                            <p:fltVal val="0"/>
                                          </p:val>
                                        </p:tav>
                                        <p:tav tm="100000">
                                          <p:val>
                                            <p:strVal val="#ppt_w"/>
                                          </p:val>
                                        </p:tav>
                                      </p:tavLst>
                                    </p:anim>
                                    <p:anim calcmode="lin" valueType="num">
                                      <p:cBhvr>
                                        <p:cTn id="248" dur="500" fill="hold"/>
                                        <p:tgtEl>
                                          <p:spTgt spid="55"/>
                                        </p:tgtEl>
                                        <p:attrNameLst>
                                          <p:attrName>ppt_h</p:attrName>
                                        </p:attrNameLst>
                                      </p:cBhvr>
                                      <p:tavLst>
                                        <p:tav tm="0">
                                          <p:val>
                                            <p:fltVal val="0"/>
                                          </p:val>
                                        </p:tav>
                                        <p:tav tm="100000">
                                          <p:val>
                                            <p:strVal val="#ppt_h"/>
                                          </p:val>
                                        </p:tav>
                                      </p:tavLst>
                                    </p:anim>
                                    <p:animEffect transition="in" filter="fade">
                                      <p:cBhvr>
                                        <p:cTn id="249" dur="500"/>
                                        <p:tgtEl>
                                          <p:spTgt spid="55"/>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56"/>
                                        </p:tgtEl>
                                        <p:attrNameLst>
                                          <p:attrName>style.visibility</p:attrName>
                                        </p:attrNameLst>
                                      </p:cBhvr>
                                      <p:to>
                                        <p:strVal val="visible"/>
                                      </p:to>
                                    </p:set>
                                    <p:anim calcmode="lin" valueType="num">
                                      <p:cBhvr>
                                        <p:cTn id="252" dur="500" fill="hold"/>
                                        <p:tgtEl>
                                          <p:spTgt spid="56"/>
                                        </p:tgtEl>
                                        <p:attrNameLst>
                                          <p:attrName>ppt_w</p:attrName>
                                        </p:attrNameLst>
                                      </p:cBhvr>
                                      <p:tavLst>
                                        <p:tav tm="0">
                                          <p:val>
                                            <p:fltVal val="0"/>
                                          </p:val>
                                        </p:tav>
                                        <p:tav tm="100000">
                                          <p:val>
                                            <p:strVal val="#ppt_w"/>
                                          </p:val>
                                        </p:tav>
                                      </p:tavLst>
                                    </p:anim>
                                    <p:anim calcmode="lin" valueType="num">
                                      <p:cBhvr>
                                        <p:cTn id="253" dur="500" fill="hold"/>
                                        <p:tgtEl>
                                          <p:spTgt spid="56"/>
                                        </p:tgtEl>
                                        <p:attrNameLst>
                                          <p:attrName>ppt_h</p:attrName>
                                        </p:attrNameLst>
                                      </p:cBhvr>
                                      <p:tavLst>
                                        <p:tav tm="0">
                                          <p:val>
                                            <p:fltVal val="0"/>
                                          </p:val>
                                        </p:tav>
                                        <p:tav tm="100000">
                                          <p:val>
                                            <p:strVal val="#ppt_h"/>
                                          </p:val>
                                        </p:tav>
                                      </p:tavLst>
                                    </p:anim>
                                    <p:animEffect transition="in" filter="fade">
                                      <p:cBhvr>
                                        <p:cTn id="254" dur="500"/>
                                        <p:tgtEl>
                                          <p:spTgt spid="56"/>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21"/>
                                        </p:tgtEl>
                                        <p:attrNameLst>
                                          <p:attrName>style.visibility</p:attrName>
                                        </p:attrNameLst>
                                      </p:cBhvr>
                                      <p:to>
                                        <p:strVal val="visible"/>
                                      </p:to>
                                    </p:set>
                                    <p:anim calcmode="lin" valueType="num">
                                      <p:cBhvr>
                                        <p:cTn id="257" dur="500" fill="hold"/>
                                        <p:tgtEl>
                                          <p:spTgt spid="21"/>
                                        </p:tgtEl>
                                        <p:attrNameLst>
                                          <p:attrName>ppt_w</p:attrName>
                                        </p:attrNameLst>
                                      </p:cBhvr>
                                      <p:tavLst>
                                        <p:tav tm="0">
                                          <p:val>
                                            <p:fltVal val="0"/>
                                          </p:val>
                                        </p:tav>
                                        <p:tav tm="100000">
                                          <p:val>
                                            <p:strVal val="#ppt_w"/>
                                          </p:val>
                                        </p:tav>
                                      </p:tavLst>
                                    </p:anim>
                                    <p:anim calcmode="lin" valueType="num">
                                      <p:cBhvr>
                                        <p:cTn id="258" dur="500" fill="hold"/>
                                        <p:tgtEl>
                                          <p:spTgt spid="21"/>
                                        </p:tgtEl>
                                        <p:attrNameLst>
                                          <p:attrName>ppt_h</p:attrName>
                                        </p:attrNameLst>
                                      </p:cBhvr>
                                      <p:tavLst>
                                        <p:tav tm="0">
                                          <p:val>
                                            <p:fltVal val="0"/>
                                          </p:val>
                                        </p:tav>
                                        <p:tav tm="100000">
                                          <p:val>
                                            <p:strVal val="#ppt_h"/>
                                          </p:val>
                                        </p:tav>
                                      </p:tavLst>
                                    </p:anim>
                                    <p:animEffect transition="in" filter="fade">
                                      <p:cBhvr>
                                        <p:cTn id="25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_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userDrawn="1"/>
        </p:nvGrpSpPr>
        <p:grpSpPr>
          <a:xfrm>
            <a:off x="-813681" y="-127419"/>
            <a:ext cx="2895470" cy="3133735"/>
            <a:chOff x="8218559" y="2808821"/>
            <a:chExt cx="2895470" cy="3133735"/>
          </a:xfrm>
        </p:grpSpPr>
        <p:sp>
          <p:nvSpPr>
            <p:cNvPr id="16" name="Freeform 14"/>
            <p:cNvSpPr>
              <a:spLocks noEditPoints="1"/>
            </p:cNvSpPr>
            <p:nvPr userDrawn="1"/>
          </p:nvSpPr>
          <p:spPr bwMode="auto">
            <a:xfrm rot="10800000">
              <a:off x="9840978" y="2808821"/>
              <a:ext cx="1088498" cy="544478"/>
            </a:xfrm>
            <a:custGeom>
              <a:avLst/>
              <a:gdLst>
                <a:gd name="T0" fmla="*/ 190 w 1451"/>
                <a:gd name="T1" fmla="*/ 0 h 726"/>
                <a:gd name="T2" fmla="*/ 189 w 1451"/>
                <a:gd name="T3" fmla="*/ 0 h 726"/>
                <a:gd name="T4" fmla="*/ 189 w 1451"/>
                <a:gd name="T5" fmla="*/ 0 h 726"/>
                <a:gd name="T6" fmla="*/ 0 w 1451"/>
                <a:gd name="T7" fmla="*/ 0 h 726"/>
                <a:gd name="T8" fmla="*/ 726 w 1451"/>
                <a:gd name="T9" fmla="*/ 726 h 726"/>
                <a:gd name="T10" fmla="*/ 1396 w 1451"/>
                <a:gd name="T11" fmla="*/ 280 h 726"/>
                <a:gd name="T12" fmla="*/ 1204 w 1451"/>
                <a:gd name="T13" fmla="*/ 242 h 726"/>
                <a:gd name="T14" fmla="*/ 726 w 1451"/>
                <a:gd name="T15" fmla="*/ 535 h 726"/>
                <a:gd name="T16" fmla="*/ 190 w 1451"/>
                <a:gd name="T17" fmla="*/ 0 h 726"/>
                <a:gd name="T18" fmla="*/ 1451 w 1451"/>
                <a:gd name="T19" fmla="*/ 0 h 726"/>
                <a:gd name="T20" fmla="*/ 1451 w 1451"/>
                <a:gd name="T21" fmla="*/ 0 h 726"/>
                <a:gd name="T22" fmla="*/ 1451 w 1451"/>
                <a:gd name="T23" fmla="*/ 0 h 726"/>
                <a:gd name="T24" fmla="*/ 1261 w 1451"/>
                <a:gd name="T25" fmla="*/ 0 h 726"/>
                <a:gd name="T26" fmla="*/ 1258 w 1451"/>
                <a:gd name="T27" fmla="*/ 61 h 726"/>
                <a:gd name="T28" fmla="*/ 1438 w 1451"/>
                <a:gd name="T29" fmla="*/ 92 h 726"/>
                <a:gd name="T30" fmla="*/ 1446 w 1451"/>
                <a:gd name="T31" fmla="*/ 92 h 726"/>
                <a:gd name="T32" fmla="*/ 1451 w 1451"/>
                <a:gd name="T3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1" h="726">
                  <a:moveTo>
                    <a:pt x="190" y="0"/>
                  </a:moveTo>
                  <a:cubicBezTo>
                    <a:pt x="189" y="0"/>
                    <a:pt x="189" y="0"/>
                    <a:pt x="189" y="0"/>
                  </a:cubicBezTo>
                  <a:cubicBezTo>
                    <a:pt x="189" y="0"/>
                    <a:pt x="189" y="0"/>
                    <a:pt x="189" y="0"/>
                  </a:cubicBezTo>
                  <a:cubicBezTo>
                    <a:pt x="0" y="0"/>
                    <a:pt x="0" y="0"/>
                    <a:pt x="0" y="0"/>
                  </a:cubicBezTo>
                  <a:cubicBezTo>
                    <a:pt x="0" y="401"/>
                    <a:pt x="325" y="726"/>
                    <a:pt x="726" y="726"/>
                  </a:cubicBezTo>
                  <a:cubicBezTo>
                    <a:pt x="1027" y="726"/>
                    <a:pt x="1286" y="542"/>
                    <a:pt x="1396" y="280"/>
                  </a:cubicBezTo>
                  <a:cubicBezTo>
                    <a:pt x="1331" y="276"/>
                    <a:pt x="1266" y="263"/>
                    <a:pt x="1204" y="242"/>
                  </a:cubicBezTo>
                  <a:cubicBezTo>
                    <a:pt x="1115" y="416"/>
                    <a:pt x="934" y="535"/>
                    <a:pt x="726" y="535"/>
                  </a:cubicBezTo>
                  <a:cubicBezTo>
                    <a:pt x="430" y="535"/>
                    <a:pt x="190" y="296"/>
                    <a:pt x="190" y="0"/>
                  </a:cubicBezTo>
                  <a:moveTo>
                    <a:pt x="1451" y="0"/>
                  </a:moveTo>
                  <a:cubicBezTo>
                    <a:pt x="1451" y="0"/>
                    <a:pt x="1451" y="0"/>
                    <a:pt x="1451" y="0"/>
                  </a:cubicBezTo>
                  <a:cubicBezTo>
                    <a:pt x="1451" y="0"/>
                    <a:pt x="1451" y="0"/>
                    <a:pt x="1451" y="0"/>
                  </a:cubicBezTo>
                  <a:cubicBezTo>
                    <a:pt x="1261" y="0"/>
                    <a:pt x="1261" y="0"/>
                    <a:pt x="1261" y="0"/>
                  </a:cubicBezTo>
                  <a:cubicBezTo>
                    <a:pt x="1261" y="21"/>
                    <a:pt x="1260" y="41"/>
                    <a:pt x="1258" y="61"/>
                  </a:cubicBezTo>
                  <a:cubicBezTo>
                    <a:pt x="1316" y="82"/>
                    <a:pt x="1377" y="92"/>
                    <a:pt x="1438" y="92"/>
                  </a:cubicBezTo>
                  <a:cubicBezTo>
                    <a:pt x="1440" y="92"/>
                    <a:pt x="1443" y="92"/>
                    <a:pt x="1446" y="92"/>
                  </a:cubicBezTo>
                  <a:cubicBezTo>
                    <a:pt x="1449" y="62"/>
                    <a:pt x="1451" y="31"/>
                    <a:pt x="1451"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20"/>
            <p:cNvSpPr>
              <a:spLocks noEditPoints="1"/>
            </p:cNvSpPr>
            <p:nvPr userDrawn="1"/>
          </p:nvSpPr>
          <p:spPr bwMode="auto">
            <a:xfrm rot="10800000">
              <a:off x="8218560" y="4421598"/>
              <a:ext cx="1088498" cy="543560"/>
            </a:xfrm>
            <a:custGeom>
              <a:avLst/>
              <a:gdLst>
                <a:gd name="T0" fmla="*/ 171 w 1451"/>
                <a:gd name="T1" fmla="*/ 173 h 725"/>
                <a:gd name="T2" fmla="*/ 28 w 1451"/>
                <a:gd name="T3" fmla="*/ 202 h 725"/>
                <a:gd name="T4" fmla="*/ 487 w 1451"/>
                <a:gd name="T5" fmla="*/ 685 h 725"/>
                <a:gd name="T6" fmla="*/ 523 w 1451"/>
                <a:gd name="T7" fmla="*/ 496 h 725"/>
                <a:gd name="T8" fmla="*/ 220 w 1451"/>
                <a:gd name="T9" fmla="*/ 176 h 725"/>
                <a:gd name="T10" fmla="*/ 171 w 1451"/>
                <a:gd name="T11" fmla="*/ 173 h 725"/>
                <a:gd name="T12" fmla="*/ 190 w 1451"/>
                <a:gd name="T13" fmla="*/ 0 h 725"/>
                <a:gd name="T14" fmla="*/ 189 w 1451"/>
                <a:gd name="T15" fmla="*/ 0 h 725"/>
                <a:gd name="T16" fmla="*/ 189 w 1451"/>
                <a:gd name="T17" fmla="*/ 0 h 725"/>
                <a:gd name="T18" fmla="*/ 0 w 1451"/>
                <a:gd name="T19" fmla="*/ 0 h 725"/>
                <a:gd name="T20" fmla="*/ 4 w 1451"/>
                <a:gd name="T21" fmla="*/ 77 h 725"/>
                <a:gd name="T22" fmla="*/ 171 w 1451"/>
                <a:gd name="T23" fmla="*/ 47 h 725"/>
                <a:gd name="T24" fmla="*/ 192 w 1451"/>
                <a:gd name="T25" fmla="*/ 48 h 725"/>
                <a:gd name="T26" fmla="*/ 190 w 1451"/>
                <a:gd name="T27" fmla="*/ 0 h 725"/>
                <a:gd name="T28" fmla="*/ 1451 w 1451"/>
                <a:gd name="T29" fmla="*/ 0 h 725"/>
                <a:gd name="T30" fmla="*/ 1451 w 1451"/>
                <a:gd name="T31" fmla="*/ 0 h 725"/>
                <a:gd name="T32" fmla="*/ 1451 w 1451"/>
                <a:gd name="T33" fmla="*/ 0 h 725"/>
                <a:gd name="T34" fmla="*/ 1261 w 1451"/>
                <a:gd name="T35" fmla="*/ 0 h 725"/>
                <a:gd name="T36" fmla="*/ 726 w 1451"/>
                <a:gd name="T37" fmla="*/ 535 h 725"/>
                <a:gd name="T38" fmla="*/ 650 w 1451"/>
                <a:gd name="T39" fmla="*/ 530 h 725"/>
                <a:gd name="T40" fmla="*/ 611 w 1451"/>
                <a:gd name="T41" fmla="*/ 716 h 725"/>
                <a:gd name="T42" fmla="*/ 726 w 1451"/>
                <a:gd name="T43" fmla="*/ 725 h 725"/>
                <a:gd name="T44" fmla="*/ 1451 w 1451"/>
                <a:gd name="T45"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51" h="725">
                  <a:moveTo>
                    <a:pt x="171" y="173"/>
                  </a:moveTo>
                  <a:cubicBezTo>
                    <a:pt x="122" y="173"/>
                    <a:pt x="74" y="183"/>
                    <a:pt x="28" y="202"/>
                  </a:cubicBezTo>
                  <a:cubicBezTo>
                    <a:pt x="94" y="428"/>
                    <a:pt x="266" y="609"/>
                    <a:pt x="487" y="685"/>
                  </a:cubicBezTo>
                  <a:cubicBezTo>
                    <a:pt x="517" y="626"/>
                    <a:pt x="529" y="560"/>
                    <a:pt x="523" y="496"/>
                  </a:cubicBezTo>
                  <a:cubicBezTo>
                    <a:pt x="382" y="438"/>
                    <a:pt x="270" y="321"/>
                    <a:pt x="220" y="176"/>
                  </a:cubicBezTo>
                  <a:cubicBezTo>
                    <a:pt x="203" y="174"/>
                    <a:pt x="187" y="173"/>
                    <a:pt x="171" y="173"/>
                  </a:cubicBezTo>
                  <a:moveTo>
                    <a:pt x="190" y="0"/>
                  </a:moveTo>
                  <a:cubicBezTo>
                    <a:pt x="189" y="0"/>
                    <a:pt x="189" y="0"/>
                    <a:pt x="189" y="0"/>
                  </a:cubicBezTo>
                  <a:cubicBezTo>
                    <a:pt x="189" y="0"/>
                    <a:pt x="189" y="0"/>
                    <a:pt x="189" y="0"/>
                  </a:cubicBezTo>
                  <a:cubicBezTo>
                    <a:pt x="0" y="0"/>
                    <a:pt x="0" y="0"/>
                    <a:pt x="0" y="0"/>
                  </a:cubicBezTo>
                  <a:cubicBezTo>
                    <a:pt x="0" y="26"/>
                    <a:pt x="1" y="52"/>
                    <a:pt x="4" y="77"/>
                  </a:cubicBezTo>
                  <a:cubicBezTo>
                    <a:pt x="58" y="57"/>
                    <a:pt x="114" y="47"/>
                    <a:pt x="171" y="47"/>
                  </a:cubicBezTo>
                  <a:cubicBezTo>
                    <a:pt x="178" y="47"/>
                    <a:pt x="185" y="47"/>
                    <a:pt x="192" y="48"/>
                  </a:cubicBezTo>
                  <a:cubicBezTo>
                    <a:pt x="190" y="32"/>
                    <a:pt x="190" y="16"/>
                    <a:pt x="190" y="0"/>
                  </a:cubicBezTo>
                  <a:moveTo>
                    <a:pt x="1451" y="0"/>
                  </a:moveTo>
                  <a:cubicBezTo>
                    <a:pt x="1451" y="0"/>
                    <a:pt x="1451" y="0"/>
                    <a:pt x="1451" y="0"/>
                  </a:cubicBezTo>
                  <a:cubicBezTo>
                    <a:pt x="1451" y="0"/>
                    <a:pt x="1451" y="0"/>
                    <a:pt x="1451" y="0"/>
                  </a:cubicBezTo>
                  <a:cubicBezTo>
                    <a:pt x="1261" y="0"/>
                    <a:pt x="1261" y="0"/>
                    <a:pt x="1261" y="0"/>
                  </a:cubicBezTo>
                  <a:cubicBezTo>
                    <a:pt x="1261" y="295"/>
                    <a:pt x="1021" y="535"/>
                    <a:pt x="726" y="535"/>
                  </a:cubicBezTo>
                  <a:cubicBezTo>
                    <a:pt x="700" y="535"/>
                    <a:pt x="675" y="533"/>
                    <a:pt x="650" y="530"/>
                  </a:cubicBezTo>
                  <a:cubicBezTo>
                    <a:pt x="650" y="594"/>
                    <a:pt x="637" y="657"/>
                    <a:pt x="611" y="716"/>
                  </a:cubicBezTo>
                  <a:cubicBezTo>
                    <a:pt x="648" y="722"/>
                    <a:pt x="687" y="725"/>
                    <a:pt x="726" y="725"/>
                  </a:cubicBezTo>
                  <a:cubicBezTo>
                    <a:pt x="1126" y="725"/>
                    <a:pt x="1451" y="400"/>
                    <a:pt x="1451"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
            <p:cNvSpPr>
              <a:spLocks noEditPoints="1"/>
            </p:cNvSpPr>
            <p:nvPr userDrawn="1"/>
          </p:nvSpPr>
          <p:spPr bwMode="auto">
            <a:xfrm rot="10800000">
              <a:off x="9189073" y="3789893"/>
              <a:ext cx="930113" cy="929194"/>
            </a:xfrm>
            <a:custGeom>
              <a:avLst/>
              <a:gdLst>
                <a:gd name="T0" fmla="*/ 211 w 1240"/>
                <a:gd name="T1" fmla="*/ 872 h 1239"/>
                <a:gd name="T2" fmla="*/ 39 w 1240"/>
                <a:gd name="T3" fmla="*/ 958 h 1239"/>
                <a:gd name="T4" fmla="*/ 43 w 1240"/>
                <a:gd name="T5" fmla="*/ 971 h 1239"/>
                <a:gd name="T6" fmla="*/ 121 w 1240"/>
                <a:gd name="T7" fmla="*/ 1126 h 1239"/>
                <a:gd name="T8" fmla="*/ 213 w 1240"/>
                <a:gd name="T9" fmla="*/ 1239 h 1239"/>
                <a:gd name="T10" fmla="*/ 214 w 1240"/>
                <a:gd name="T11" fmla="*/ 1239 h 1239"/>
                <a:gd name="T12" fmla="*/ 214 w 1240"/>
                <a:gd name="T13" fmla="*/ 1239 h 1239"/>
                <a:gd name="T14" fmla="*/ 348 w 1240"/>
                <a:gd name="T15" fmla="*/ 1105 h 1239"/>
                <a:gd name="T16" fmla="*/ 211 w 1240"/>
                <a:gd name="T17" fmla="*/ 872 h 1239"/>
                <a:gd name="T18" fmla="*/ 3 w 1240"/>
                <a:gd name="T19" fmla="*/ 670 h 1239"/>
                <a:gd name="T20" fmla="*/ 1 w 1240"/>
                <a:gd name="T21" fmla="*/ 758 h 1239"/>
                <a:gd name="T22" fmla="*/ 99 w 1240"/>
                <a:gd name="T23" fmla="*/ 711 h 1239"/>
                <a:gd name="T24" fmla="*/ 3 w 1240"/>
                <a:gd name="T25" fmla="*/ 670 h 1239"/>
                <a:gd name="T26" fmla="*/ 942 w 1240"/>
                <a:gd name="T27" fmla="*/ 32 h 1239"/>
                <a:gd name="T28" fmla="*/ 901 w 1240"/>
                <a:gd name="T29" fmla="*/ 219 h 1239"/>
                <a:gd name="T30" fmla="*/ 1105 w 1240"/>
                <a:gd name="T31" fmla="*/ 347 h 1239"/>
                <a:gd name="T32" fmla="*/ 1106 w 1240"/>
                <a:gd name="T33" fmla="*/ 347 h 1239"/>
                <a:gd name="T34" fmla="*/ 1106 w 1240"/>
                <a:gd name="T35" fmla="*/ 347 h 1239"/>
                <a:gd name="T36" fmla="*/ 1240 w 1240"/>
                <a:gd name="T37" fmla="*/ 213 h 1239"/>
                <a:gd name="T38" fmla="*/ 942 w 1240"/>
                <a:gd name="T39" fmla="*/ 32 h 1239"/>
                <a:gd name="T40" fmla="*/ 516 w 1240"/>
                <a:gd name="T41" fmla="*/ 31 h 1239"/>
                <a:gd name="T42" fmla="*/ 213 w 1240"/>
                <a:gd name="T43" fmla="*/ 213 h 1239"/>
                <a:gd name="T44" fmla="*/ 26 w 1240"/>
                <a:gd name="T45" fmla="*/ 535 h 1239"/>
                <a:gd name="T46" fmla="*/ 205 w 1240"/>
                <a:gd name="T47" fmla="*/ 605 h 1239"/>
                <a:gd name="T48" fmla="*/ 348 w 1240"/>
                <a:gd name="T49" fmla="*/ 347 h 1239"/>
                <a:gd name="T50" fmla="*/ 592 w 1240"/>
                <a:gd name="T51" fmla="*/ 207 h 1239"/>
                <a:gd name="T52" fmla="*/ 516 w 1240"/>
                <a:gd name="T53" fmla="*/ 31 h 1239"/>
                <a:gd name="T54" fmla="*/ 727 w 1240"/>
                <a:gd name="T55" fmla="*/ 0 h 1239"/>
                <a:gd name="T56" fmla="*/ 650 w 1240"/>
                <a:gd name="T57" fmla="*/ 4 h 1239"/>
                <a:gd name="T58" fmla="*/ 716 w 1240"/>
                <a:gd name="T59" fmla="*/ 190 h 1239"/>
                <a:gd name="T60" fmla="*/ 727 w 1240"/>
                <a:gd name="T61" fmla="*/ 190 h 1239"/>
                <a:gd name="T62" fmla="*/ 775 w 1240"/>
                <a:gd name="T63" fmla="*/ 192 h 1239"/>
                <a:gd name="T64" fmla="*/ 815 w 1240"/>
                <a:gd name="T65" fmla="*/ 5 h 1239"/>
                <a:gd name="T66" fmla="*/ 727 w 1240"/>
                <a:gd name="T67" fmla="*/ 0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0" h="1239">
                  <a:moveTo>
                    <a:pt x="211" y="872"/>
                  </a:moveTo>
                  <a:cubicBezTo>
                    <a:pt x="150" y="890"/>
                    <a:pt x="92" y="918"/>
                    <a:pt x="39" y="958"/>
                  </a:cubicBezTo>
                  <a:cubicBezTo>
                    <a:pt x="40" y="962"/>
                    <a:pt x="42" y="966"/>
                    <a:pt x="43" y="971"/>
                  </a:cubicBezTo>
                  <a:cubicBezTo>
                    <a:pt x="81" y="1017"/>
                    <a:pt x="107" y="1070"/>
                    <a:pt x="121" y="1126"/>
                  </a:cubicBezTo>
                  <a:cubicBezTo>
                    <a:pt x="147" y="1166"/>
                    <a:pt x="178" y="1204"/>
                    <a:pt x="213" y="1239"/>
                  </a:cubicBezTo>
                  <a:cubicBezTo>
                    <a:pt x="214" y="1239"/>
                    <a:pt x="214" y="1239"/>
                    <a:pt x="214" y="1239"/>
                  </a:cubicBezTo>
                  <a:cubicBezTo>
                    <a:pt x="214" y="1239"/>
                    <a:pt x="214" y="1239"/>
                    <a:pt x="214" y="1239"/>
                  </a:cubicBezTo>
                  <a:cubicBezTo>
                    <a:pt x="348" y="1105"/>
                    <a:pt x="348" y="1105"/>
                    <a:pt x="348" y="1105"/>
                  </a:cubicBezTo>
                  <a:cubicBezTo>
                    <a:pt x="281" y="1038"/>
                    <a:pt x="235" y="957"/>
                    <a:pt x="211" y="872"/>
                  </a:cubicBezTo>
                  <a:moveTo>
                    <a:pt x="3" y="670"/>
                  </a:moveTo>
                  <a:cubicBezTo>
                    <a:pt x="1" y="699"/>
                    <a:pt x="0" y="728"/>
                    <a:pt x="1" y="758"/>
                  </a:cubicBezTo>
                  <a:cubicBezTo>
                    <a:pt x="33" y="740"/>
                    <a:pt x="66" y="724"/>
                    <a:pt x="99" y="711"/>
                  </a:cubicBezTo>
                  <a:cubicBezTo>
                    <a:pt x="66" y="701"/>
                    <a:pt x="34" y="687"/>
                    <a:pt x="3" y="670"/>
                  </a:cubicBezTo>
                  <a:moveTo>
                    <a:pt x="942" y="32"/>
                  </a:moveTo>
                  <a:cubicBezTo>
                    <a:pt x="911" y="90"/>
                    <a:pt x="897" y="155"/>
                    <a:pt x="901" y="219"/>
                  </a:cubicBezTo>
                  <a:cubicBezTo>
                    <a:pt x="976" y="245"/>
                    <a:pt x="1046" y="287"/>
                    <a:pt x="1105" y="347"/>
                  </a:cubicBezTo>
                  <a:cubicBezTo>
                    <a:pt x="1106" y="347"/>
                    <a:pt x="1106" y="347"/>
                    <a:pt x="1106" y="347"/>
                  </a:cubicBezTo>
                  <a:cubicBezTo>
                    <a:pt x="1106" y="347"/>
                    <a:pt x="1106" y="347"/>
                    <a:pt x="1106" y="347"/>
                  </a:cubicBezTo>
                  <a:cubicBezTo>
                    <a:pt x="1240" y="213"/>
                    <a:pt x="1240" y="213"/>
                    <a:pt x="1240" y="213"/>
                  </a:cubicBezTo>
                  <a:cubicBezTo>
                    <a:pt x="1153" y="126"/>
                    <a:pt x="1051" y="66"/>
                    <a:pt x="942" y="32"/>
                  </a:cubicBezTo>
                  <a:moveTo>
                    <a:pt x="516" y="31"/>
                  </a:moveTo>
                  <a:cubicBezTo>
                    <a:pt x="405" y="65"/>
                    <a:pt x="301" y="125"/>
                    <a:pt x="213" y="213"/>
                  </a:cubicBezTo>
                  <a:cubicBezTo>
                    <a:pt x="121" y="305"/>
                    <a:pt x="58" y="417"/>
                    <a:pt x="26" y="535"/>
                  </a:cubicBezTo>
                  <a:cubicBezTo>
                    <a:pt x="79" y="575"/>
                    <a:pt x="141" y="599"/>
                    <a:pt x="205" y="605"/>
                  </a:cubicBezTo>
                  <a:cubicBezTo>
                    <a:pt x="226" y="511"/>
                    <a:pt x="274" y="421"/>
                    <a:pt x="348" y="347"/>
                  </a:cubicBezTo>
                  <a:cubicBezTo>
                    <a:pt x="418" y="277"/>
                    <a:pt x="502" y="231"/>
                    <a:pt x="592" y="207"/>
                  </a:cubicBezTo>
                  <a:cubicBezTo>
                    <a:pt x="583" y="144"/>
                    <a:pt x="558" y="83"/>
                    <a:pt x="516" y="31"/>
                  </a:cubicBezTo>
                  <a:moveTo>
                    <a:pt x="727" y="0"/>
                  </a:moveTo>
                  <a:cubicBezTo>
                    <a:pt x="701" y="0"/>
                    <a:pt x="676" y="1"/>
                    <a:pt x="650" y="4"/>
                  </a:cubicBezTo>
                  <a:cubicBezTo>
                    <a:pt x="685" y="62"/>
                    <a:pt x="707" y="125"/>
                    <a:pt x="716" y="190"/>
                  </a:cubicBezTo>
                  <a:cubicBezTo>
                    <a:pt x="720" y="190"/>
                    <a:pt x="723" y="190"/>
                    <a:pt x="727" y="190"/>
                  </a:cubicBezTo>
                  <a:cubicBezTo>
                    <a:pt x="743" y="190"/>
                    <a:pt x="759" y="191"/>
                    <a:pt x="775" y="192"/>
                  </a:cubicBezTo>
                  <a:cubicBezTo>
                    <a:pt x="776" y="128"/>
                    <a:pt x="789" y="65"/>
                    <a:pt x="815" y="5"/>
                  </a:cubicBezTo>
                  <a:cubicBezTo>
                    <a:pt x="786" y="2"/>
                    <a:pt x="756" y="0"/>
                    <a:pt x="727"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
            <p:cNvSpPr>
              <a:spLocks noEditPoints="1"/>
            </p:cNvSpPr>
            <p:nvPr userDrawn="1"/>
          </p:nvSpPr>
          <p:spPr bwMode="auto">
            <a:xfrm rot="10800000">
              <a:off x="9029310" y="3631507"/>
              <a:ext cx="929654" cy="928735"/>
            </a:xfrm>
            <a:custGeom>
              <a:avLst/>
              <a:gdLst>
                <a:gd name="T0" fmla="*/ 655 w 1239"/>
                <a:gd name="T1" fmla="*/ 1030 h 1238"/>
                <a:gd name="T2" fmla="*/ 566 w 1239"/>
                <a:gd name="T3" fmla="*/ 1047 h 1238"/>
                <a:gd name="T4" fmla="*/ 558 w 1239"/>
                <a:gd name="T5" fmla="*/ 1238 h 1238"/>
                <a:gd name="T6" fmla="*/ 671 w 1239"/>
                <a:gd name="T7" fmla="*/ 1222 h 1238"/>
                <a:gd name="T8" fmla="*/ 655 w 1239"/>
                <a:gd name="T9" fmla="*/ 1030 h 1238"/>
                <a:gd name="T10" fmla="*/ 134 w 1239"/>
                <a:gd name="T11" fmla="*/ 892 h 1238"/>
                <a:gd name="T12" fmla="*/ 134 w 1239"/>
                <a:gd name="T13" fmla="*/ 893 h 1238"/>
                <a:gd name="T14" fmla="*/ 134 w 1239"/>
                <a:gd name="T15" fmla="*/ 893 h 1238"/>
                <a:gd name="T16" fmla="*/ 0 w 1239"/>
                <a:gd name="T17" fmla="*/ 1027 h 1238"/>
                <a:gd name="T18" fmla="*/ 322 w 1239"/>
                <a:gd name="T19" fmla="*/ 1214 h 1238"/>
                <a:gd name="T20" fmla="*/ 334 w 1239"/>
                <a:gd name="T21" fmla="*/ 1019 h 1238"/>
                <a:gd name="T22" fmla="*/ 134 w 1239"/>
                <a:gd name="T23" fmla="*/ 892 h 1238"/>
                <a:gd name="T24" fmla="*/ 1211 w 1239"/>
                <a:gd name="T25" fmla="*/ 514 h 1238"/>
                <a:gd name="T26" fmla="*/ 1048 w 1239"/>
                <a:gd name="T27" fmla="*/ 534 h 1238"/>
                <a:gd name="T28" fmla="*/ 892 w 1239"/>
                <a:gd name="T29" fmla="*/ 892 h 1238"/>
                <a:gd name="T30" fmla="*/ 827 w 1239"/>
                <a:gd name="T31" fmla="*/ 948 h 1238"/>
                <a:gd name="T32" fmla="*/ 862 w 1239"/>
                <a:gd name="T33" fmla="*/ 1150 h 1238"/>
                <a:gd name="T34" fmla="*/ 1026 w 1239"/>
                <a:gd name="T35" fmla="*/ 1027 h 1238"/>
                <a:gd name="T36" fmla="*/ 1239 w 1239"/>
                <a:gd name="T37" fmla="*/ 514 h 1238"/>
                <a:gd name="T38" fmla="*/ 1211 w 1239"/>
                <a:gd name="T39" fmla="*/ 514 h 1238"/>
                <a:gd name="T40" fmla="*/ 1026 w 1239"/>
                <a:gd name="T41" fmla="*/ 0 h 1238"/>
                <a:gd name="T42" fmla="*/ 1026 w 1239"/>
                <a:gd name="T43" fmla="*/ 1 h 1238"/>
                <a:gd name="T44" fmla="*/ 1026 w 1239"/>
                <a:gd name="T45" fmla="*/ 1 h 1238"/>
                <a:gd name="T46" fmla="*/ 892 w 1239"/>
                <a:gd name="T47" fmla="*/ 135 h 1238"/>
                <a:gd name="T48" fmla="*/ 1006 w 1239"/>
                <a:gd name="T49" fmla="*/ 304 h 1238"/>
                <a:gd name="T50" fmla="*/ 1201 w 1239"/>
                <a:gd name="T51" fmla="*/ 280 h 1238"/>
                <a:gd name="T52" fmla="*/ 1026 w 1239"/>
                <a:gd name="T53" fmla="*/ 0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9" h="1238">
                  <a:moveTo>
                    <a:pt x="655" y="1030"/>
                  </a:moveTo>
                  <a:cubicBezTo>
                    <a:pt x="626" y="1038"/>
                    <a:pt x="596" y="1044"/>
                    <a:pt x="566" y="1047"/>
                  </a:cubicBezTo>
                  <a:cubicBezTo>
                    <a:pt x="554" y="1110"/>
                    <a:pt x="551" y="1174"/>
                    <a:pt x="558" y="1238"/>
                  </a:cubicBezTo>
                  <a:cubicBezTo>
                    <a:pt x="596" y="1236"/>
                    <a:pt x="634" y="1230"/>
                    <a:pt x="671" y="1222"/>
                  </a:cubicBezTo>
                  <a:cubicBezTo>
                    <a:pt x="677" y="1158"/>
                    <a:pt x="672" y="1093"/>
                    <a:pt x="655" y="1030"/>
                  </a:cubicBezTo>
                  <a:moveTo>
                    <a:pt x="134" y="892"/>
                  </a:moveTo>
                  <a:cubicBezTo>
                    <a:pt x="134" y="893"/>
                    <a:pt x="134" y="893"/>
                    <a:pt x="134" y="893"/>
                  </a:cubicBezTo>
                  <a:cubicBezTo>
                    <a:pt x="134" y="893"/>
                    <a:pt x="134" y="893"/>
                    <a:pt x="134" y="893"/>
                  </a:cubicBezTo>
                  <a:cubicBezTo>
                    <a:pt x="0" y="1027"/>
                    <a:pt x="0" y="1027"/>
                    <a:pt x="0" y="1027"/>
                  </a:cubicBezTo>
                  <a:cubicBezTo>
                    <a:pt x="92" y="1119"/>
                    <a:pt x="204" y="1182"/>
                    <a:pt x="322" y="1214"/>
                  </a:cubicBezTo>
                  <a:cubicBezTo>
                    <a:pt x="319" y="1149"/>
                    <a:pt x="323" y="1083"/>
                    <a:pt x="334" y="1019"/>
                  </a:cubicBezTo>
                  <a:cubicBezTo>
                    <a:pt x="261" y="993"/>
                    <a:pt x="193" y="951"/>
                    <a:pt x="134" y="892"/>
                  </a:cubicBezTo>
                  <a:moveTo>
                    <a:pt x="1211" y="514"/>
                  </a:moveTo>
                  <a:cubicBezTo>
                    <a:pt x="1156" y="514"/>
                    <a:pt x="1102" y="520"/>
                    <a:pt x="1048" y="534"/>
                  </a:cubicBezTo>
                  <a:cubicBezTo>
                    <a:pt x="1043" y="664"/>
                    <a:pt x="991" y="793"/>
                    <a:pt x="892" y="892"/>
                  </a:cubicBezTo>
                  <a:cubicBezTo>
                    <a:pt x="871" y="913"/>
                    <a:pt x="850" y="931"/>
                    <a:pt x="827" y="948"/>
                  </a:cubicBezTo>
                  <a:cubicBezTo>
                    <a:pt x="848" y="1014"/>
                    <a:pt x="860" y="1082"/>
                    <a:pt x="862" y="1150"/>
                  </a:cubicBezTo>
                  <a:cubicBezTo>
                    <a:pt x="921" y="1118"/>
                    <a:pt x="976" y="1077"/>
                    <a:pt x="1026" y="1027"/>
                  </a:cubicBezTo>
                  <a:cubicBezTo>
                    <a:pt x="1168" y="885"/>
                    <a:pt x="1239" y="700"/>
                    <a:pt x="1239" y="514"/>
                  </a:cubicBezTo>
                  <a:cubicBezTo>
                    <a:pt x="1229" y="514"/>
                    <a:pt x="1220" y="514"/>
                    <a:pt x="1211" y="514"/>
                  </a:cubicBezTo>
                  <a:moveTo>
                    <a:pt x="1026" y="0"/>
                  </a:moveTo>
                  <a:cubicBezTo>
                    <a:pt x="1026" y="1"/>
                    <a:pt x="1026" y="1"/>
                    <a:pt x="1026" y="1"/>
                  </a:cubicBezTo>
                  <a:cubicBezTo>
                    <a:pt x="1026" y="1"/>
                    <a:pt x="1026" y="1"/>
                    <a:pt x="1026" y="1"/>
                  </a:cubicBezTo>
                  <a:cubicBezTo>
                    <a:pt x="892" y="135"/>
                    <a:pt x="892" y="135"/>
                    <a:pt x="892" y="135"/>
                  </a:cubicBezTo>
                  <a:cubicBezTo>
                    <a:pt x="942" y="185"/>
                    <a:pt x="980" y="243"/>
                    <a:pt x="1006" y="304"/>
                  </a:cubicBezTo>
                  <a:cubicBezTo>
                    <a:pt x="1070" y="289"/>
                    <a:pt x="1135" y="281"/>
                    <a:pt x="1201" y="280"/>
                  </a:cubicBezTo>
                  <a:cubicBezTo>
                    <a:pt x="1166" y="178"/>
                    <a:pt x="1108" y="82"/>
                    <a:pt x="1026"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25"/>
            <p:cNvSpPr>
              <a:spLocks/>
            </p:cNvSpPr>
            <p:nvPr userDrawn="1"/>
          </p:nvSpPr>
          <p:spPr bwMode="auto">
            <a:xfrm rot="10800000">
              <a:off x="9033901" y="4210876"/>
              <a:ext cx="159762" cy="124872"/>
            </a:xfrm>
            <a:custGeom>
              <a:avLst/>
              <a:gdLst>
                <a:gd name="T0" fmla="*/ 187 w 213"/>
                <a:gd name="T1" fmla="*/ 0 h 167"/>
                <a:gd name="T2" fmla="*/ 20 w 213"/>
                <a:gd name="T3" fmla="*/ 42 h 167"/>
                <a:gd name="T4" fmla="*/ 0 w 213"/>
                <a:gd name="T5" fmla="*/ 41 h 167"/>
                <a:gd name="T6" fmla="*/ 27 w 213"/>
                <a:gd name="T7" fmla="*/ 167 h 167"/>
                <a:gd name="T8" fmla="*/ 213 w 213"/>
                <a:gd name="T9" fmla="*/ 126 h 167"/>
                <a:gd name="T10" fmla="*/ 187 w 213"/>
                <a:gd name="T11" fmla="*/ 0 h 167"/>
              </a:gdLst>
              <a:ahLst/>
              <a:cxnLst>
                <a:cxn ang="0">
                  <a:pos x="T0" y="T1"/>
                </a:cxn>
                <a:cxn ang="0">
                  <a:pos x="T2" y="T3"/>
                </a:cxn>
                <a:cxn ang="0">
                  <a:pos x="T4" y="T5"/>
                </a:cxn>
                <a:cxn ang="0">
                  <a:pos x="T6" y="T7"/>
                </a:cxn>
                <a:cxn ang="0">
                  <a:pos x="T8" y="T9"/>
                </a:cxn>
                <a:cxn ang="0">
                  <a:pos x="T10" y="T11"/>
                </a:cxn>
              </a:cxnLst>
              <a:rect l="0" t="0" r="r" b="b"/>
              <a:pathLst>
                <a:path w="213" h="167">
                  <a:moveTo>
                    <a:pt x="187" y="0"/>
                  </a:moveTo>
                  <a:cubicBezTo>
                    <a:pt x="135" y="28"/>
                    <a:pt x="77" y="42"/>
                    <a:pt x="20" y="42"/>
                  </a:cubicBezTo>
                  <a:cubicBezTo>
                    <a:pt x="13" y="42"/>
                    <a:pt x="7" y="41"/>
                    <a:pt x="0" y="41"/>
                  </a:cubicBezTo>
                  <a:cubicBezTo>
                    <a:pt x="14" y="82"/>
                    <a:pt x="23" y="124"/>
                    <a:pt x="27" y="167"/>
                  </a:cubicBezTo>
                  <a:cubicBezTo>
                    <a:pt x="90" y="166"/>
                    <a:pt x="154" y="153"/>
                    <a:pt x="213" y="126"/>
                  </a:cubicBezTo>
                  <a:cubicBezTo>
                    <a:pt x="208" y="84"/>
                    <a:pt x="199" y="41"/>
                    <a:pt x="187"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32"/>
            <p:cNvSpPr>
              <a:spLocks/>
            </p:cNvSpPr>
            <p:nvPr userDrawn="1"/>
          </p:nvSpPr>
          <p:spPr bwMode="auto">
            <a:xfrm rot="10800000">
              <a:off x="9965391" y="4186085"/>
              <a:ext cx="151499" cy="131758"/>
            </a:xfrm>
            <a:custGeom>
              <a:avLst/>
              <a:gdLst>
                <a:gd name="T0" fmla="*/ 23 w 202"/>
                <a:gd name="T1" fmla="*/ 0 h 176"/>
                <a:gd name="T2" fmla="*/ 0 w 202"/>
                <a:gd name="T3" fmla="*/ 135 h 176"/>
                <a:gd name="T4" fmla="*/ 96 w 202"/>
                <a:gd name="T5" fmla="*/ 176 h 176"/>
                <a:gd name="T6" fmla="*/ 190 w 202"/>
                <a:gd name="T7" fmla="*/ 148 h 176"/>
                <a:gd name="T8" fmla="*/ 202 w 202"/>
                <a:gd name="T9" fmla="*/ 70 h 176"/>
                <a:gd name="T10" fmla="*/ 23 w 202"/>
                <a:gd name="T11" fmla="*/ 0 h 176"/>
              </a:gdLst>
              <a:ahLst/>
              <a:cxnLst>
                <a:cxn ang="0">
                  <a:pos x="T0" y="T1"/>
                </a:cxn>
                <a:cxn ang="0">
                  <a:pos x="T2" y="T3"/>
                </a:cxn>
                <a:cxn ang="0">
                  <a:pos x="T4" y="T5"/>
                </a:cxn>
                <a:cxn ang="0">
                  <a:pos x="T6" y="T7"/>
                </a:cxn>
                <a:cxn ang="0">
                  <a:pos x="T8" y="T9"/>
                </a:cxn>
                <a:cxn ang="0">
                  <a:pos x="T10" y="T11"/>
                </a:cxn>
              </a:cxnLst>
              <a:rect l="0" t="0" r="r" b="b"/>
              <a:pathLst>
                <a:path w="202" h="176">
                  <a:moveTo>
                    <a:pt x="23" y="0"/>
                  </a:moveTo>
                  <a:cubicBezTo>
                    <a:pt x="11" y="44"/>
                    <a:pt x="3" y="89"/>
                    <a:pt x="0" y="135"/>
                  </a:cubicBezTo>
                  <a:cubicBezTo>
                    <a:pt x="31" y="152"/>
                    <a:pt x="63" y="166"/>
                    <a:pt x="96" y="176"/>
                  </a:cubicBezTo>
                  <a:cubicBezTo>
                    <a:pt x="127" y="165"/>
                    <a:pt x="158" y="155"/>
                    <a:pt x="190" y="148"/>
                  </a:cubicBezTo>
                  <a:cubicBezTo>
                    <a:pt x="192" y="122"/>
                    <a:pt x="196" y="96"/>
                    <a:pt x="202" y="70"/>
                  </a:cubicBezTo>
                  <a:cubicBezTo>
                    <a:pt x="138" y="64"/>
                    <a:pt x="76" y="40"/>
                    <a:pt x="23"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9"/>
            <p:cNvSpPr>
              <a:spLocks noEditPoints="1"/>
            </p:cNvSpPr>
            <p:nvPr userDrawn="1"/>
          </p:nvSpPr>
          <p:spPr bwMode="auto">
            <a:xfrm rot="10800000">
              <a:off x="10132958" y="3512603"/>
              <a:ext cx="251121" cy="461843"/>
            </a:xfrm>
            <a:custGeom>
              <a:avLst/>
              <a:gdLst>
                <a:gd name="T0" fmla="*/ 191 w 335"/>
                <a:gd name="T1" fmla="*/ 497 h 616"/>
                <a:gd name="T2" fmla="*/ 94 w 335"/>
                <a:gd name="T3" fmla="*/ 514 h 616"/>
                <a:gd name="T4" fmla="*/ 0 w 335"/>
                <a:gd name="T5" fmla="*/ 498 h 616"/>
                <a:gd name="T6" fmla="*/ 26 w 335"/>
                <a:gd name="T7" fmla="*/ 610 h 616"/>
                <a:gd name="T8" fmla="*/ 94 w 335"/>
                <a:gd name="T9" fmla="*/ 616 h 616"/>
                <a:gd name="T10" fmla="*/ 221 w 335"/>
                <a:gd name="T11" fmla="*/ 595 h 616"/>
                <a:gd name="T12" fmla="*/ 191 w 335"/>
                <a:gd name="T13" fmla="*/ 497 h 616"/>
                <a:gd name="T14" fmla="*/ 320 w 335"/>
                <a:gd name="T15" fmla="*/ 0 h 616"/>
                <a:gd name="T16" fmla="*/ 298 w 335"/>
                <a:gd name="T17" fmla="*/ 22 h 616"/>
                <a:gd name="T18" fmla="*/ 313 w 335"/>
                <a:gd name="T19" fmla="*/ 38 h 616"/>
                <a:gd name="T20" fmla="*/ 335 w 335"/>
                <a:gd name="T21" fmla="*/ 15 h 616"/>
                <a:gd name="T22" fmla="*/ 335 w 335"/>
                <a:gd name="T23" fmla="*/ 14 h 616"/>
                <a:gd name="T24" fmla="*/ 335 w 335"/>
                <a:gd name="T25" fmla="*/ 14 h 616"/>
                <a:gd name="T26" fmla="*/ 320 w 335"/>
                <a:gd name="T27" fmla="*/ 0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616">
                  <a:moveTo>
                    <a:pt x="191" y="497"/>
                  </a:moveTo>
                  <a:cubicBezTo>
                    <a:pt x="160" y="508"/>
                    <a:pt x="127" y="514"/>
                    <a:pt x="94" y="514"/>
                  </a:cubicBezTo>
                  <a:cubicBezTo>
                    <a:pt x="62" y="514"/>
                    <a:pt x="30" y="508"/>
                    <a:pt x="0" y="498"/>
                  </a:cubicBezTo>
                  <a:cubicBezTo>
                    <a:pt x="5" y="535"/>
                    <a:pt x="14" y="573"/>
                    <a:pt x="26" y="610"/>
                  </a:cubicBezTo>
                  <a:cubicBezTo>
                    <a:pt x="49" y="614"/>
                    <a:pt x="71" y="616"/>
                    <a:pt x="94" y="616"/>
                  </a:cubicBezTo>
                  <a:cubicBezTo>
                    <a:pt x="137" y="616"/>
                    <a:pt x="180" y="609"/>
                    <a:pt x="221" y="595"/>
                  </a:cubicBezTo>
                  <a:cubicBezTo>
                    <a:pt x="208" y="563"/>
                    <a:pt x="198" y="530"/>
                    <a:pt x="191" y="497"/>
                  </a:cubicBezTo>
                  <a:moveTo>
                    <a:pt x="320" y="0"/>
                  </a:moveTo>
                  <a:cubicBezTo>
                    <a:pt x="298" y="22"/>
                    <a:pt x="298" y="22"/>
                    <a:pt x="298" y="22"/>
                  </a:cubicBezTo>
                  <a:cubicBezTo>
                    <a:pt x="303" y="27"/>
                    <a:pt x="309" y="32"/>
                    <a:pt x="313" y="38"/>
                  </a:cubicBezTo>
                  <a:cubicBezTo>
                    <a:pt x="320" y="30"/>
                    <a:pt x="328" y="22"/>
                    <a:pt x="335" y="15"/>
                  </a:cubicBezTo>
                  <a:cubicBezTo>
                    <a:pt x="335" y="14"/>
                    <a:pt x="335" y="14"/>
                    <a:pt x="335" y="14"/>
                  </a:cubicBezTo>
                  <a:cubicBezTo>
                    <a:pt x="335" y="14"/>
                    <a:pt x="335" y="14"/>
                    <a:pt x="335" y="14"/>
                  </a:cubicBezTo>
                  <a:cubicBezTo>
                    <a:pt x="320" y="0"/>
                    <a:pt x="320" y="0"/>
                    <a:pt x="320"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6"/>
            <p:cNvSpPr>
              <a:spLocks noEditPoints="1"/>
            </p:cNvSpPr>
            <p:nvPr userDrawn="1"/>
          </p:nvSpPr>
          <p:spPr bwMode="auto">
            <a:xfrm rot="10800000">
              <a:off x="9513189" y="5046876"/>
              <a:ext cx="447152" cy="874563"/>
            </a:xfrm>
            <a:custGeom>
              <a:avLst/>
              <a:gdLst>
                <a:gd name="T0" fmla="*/ 335 w 596"/>
                <a:gd name="T1" fmla="*/ 924 h 1166"/>
                <a:gd name="T2" fmla="*/ 211 w 596"/>
                <a:gd name="T3" fmla="*/ 1025 h 1166"/>
                <a:gd name="T4" fmla="*/ 596 w 596"/>
                <a:gd name="T5" fmla="*/ 1166 h 1166"/>
                <a:gd name="T6" fmla="*/ 596 w 596"/>
                <a:gd name="T7" fmla="*/ 1166 h 1166"/>
                <a:gd name="T8" fmla="*/ 596 w 596"/>
                <a:gd name="T9" fmla="*/ 1165 h 1166"/>
                <a:gd name="T10" fmla="*/ 596 w 596"/>
                <a:gd name="T11" fmla="*/ 1165 h 1166"/>
                <a:gd name="T12" fmla="*/ 596 w 596"/>
                <a:gd name="T13" fmla="*/ 1009 h 1166"/>
                <a:gd name="T14" fmla="*/ 335 w 596"/>
                <a:gd name="T15" fmla="*/ 924 h 1166"/>
                <a:gd name="T16" fmla="*/ 212 w 596"/>
                <a:gd name="T17" fmla="*/ 353 h 1166"/>
                <a:gd name="T18" fmla="*/ 26 w 596"/>
                <a:gd name="T19" fmla="*/ 419 h 1166"/>
                <a:gd name="T20" fmla="*/ 18 w 596"/>
                <a:gd name="T21" fmla="*/ 419 h 1166"/>
                <a:gd name="T22" fmla="*/ 0 w 596"/>
                <a:gd name="T23" fmla="*/ 569 h 1166"/>
                <a:gd name="T24" fmla="*/ 149 w 596"/>
                <a:gd name="T25" fmla="*/ 964 h 1166"/>
                <a:gd name="T26" fmla="*/ 266 w 596"/>
                <a:gd name="T27" fmla="*/ 860 h 1166"/>
                <a:gd name="T28" fmla="*/ 156 w 596"/>
                <a:gd name="T29" fmla="*/ 569 h 1166"/>
                <a:gd name="T30" fmla="*/ 212 w 596"/>
                <a:gd name="T31" fmla="*/ 353 h 1166"/>
                <a:gd name="T32" fmla="*/ 241 w 596"/>
                <a:gd name="T33" fmla="*/ 90 h 1166"/>
                <a:gd name="T34" fmla="*/ 45 w 596"/>
                <a:gd name="T35" fmla="*/ 341 h 1166"/>
                <a:gd name="T36" fmla="*/ 180 w 596"/>
                <a:gd name="T37" fmla="*/ 278 h 1166"/>
                <a:gd name="T38" fmla="*/ 241 w 596"/>
                <a:gd name="T39" fmla="*/ 90 h 1166"/>
                <a:gd name="T40" fmla="*/ 416 w 596"/>
                <a:gd name="T41" fmla="*/ 0 h 1166"/>
                <a:gd name="T42" fmla="*/ 310 w 596"/>
                <a:gd name="T43" fmla="*/ 45 h 1166"/>
                <a:gd name="T44" fmla="*/ 293 w 596"/>
                <a:gd name="T45" fmla="*/ 249 h 1166"/>
                <a:gd name="T46" fmla="*/ 400 w 596"/>
                <a:gd name="T47" fmla="*/ 175 h 1166"/>
                <a:gd name="T48" fmla="*/ 416 w 596"/>
                <a:gd name="T49"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6" h="1166">
                  <a:moveTo>
                    <a:pt x="335" y="924"/>
                  </a:moveTo>
                  <a:cubicBezTo>
                    <a:pt x="283" y="943"/>
                    <a:pt x="240" y="979"/>
                    <a:pt x="211" y="1025"/>
                  </a:cubicBezTo>
                  <a:cubicBezTo>
                    <a:pt x="315" y="1113"/>
                    <a:pt x="450" y="1166"/>
                    <a:pt x="596" y="1166"/>
                  </a:cubicBezTo>
                  <a:cubicBezTo>
                    <a:pt x="596" y="1166"/>
                    <a:pt x="596" y="1166"/>
                    <a:pt x="596" y="1166"/>
                  </a:cubicBezTo>
                  <a:cubicBezTo>
                    <a:pt x="596" y="1165"/>
                    <a:pt x="596" y="1165"/>
                    <a:pt x="596" y="1165"/>
                  </a:cubicBezTo>
                  <a:cubicBezTo>
                    <a:pt x="596" y="1165"/>
                    <a:pt x="596" y="1165"/>
                    <a:pt x="596" y="1165"/>
                  </a:cubicBezTo>
                  <a:cubicBezTo>
                    <a:pt x="596" y="1009"/>
                    <a:pt x="596" y="1009"/>
                    <a:pt x="596" y="1009"/>
                  </a:cubicBezTo>
                  <a:cubicBezTo>
                    <a:pt x="498" y="1009"/>
                    <a:pt x="408" y="978"/>
                    <a:pt x="335" y="924"/>
                  </a:cubicBezTo>
                  <a:moveTo>
                    <a:pt x="212" y="353"/>
                  </a:moveTo>
                  <a:cubicBezTo>
                    <a:pt x="158" y="397"/>
                    <a:pt x="92" y="419"/>
                    <a:pt x="26" y="419"/>
                  </a:cubicBezTo>
                  <a:cubicBezTo>
                    <a:pt x="24" y="419"/>
                    <a:pt x="21" y="419"/>
                    <a:pt x="18" y="419"/>
                  </a:cubicBezTo>
                  <a:cubicBezTo>
                    <a:pt x="6" y="467"/>
                    <a:pt x="0" y="517"/>
                    <a:pt x="0" y="569"/>
                  </a:cubicBezTo>
                  <a:cubicBezTo>
                    <a:pt x="0" y="720"/>
                    <a:pt x="56" y="859"/>
                    <a:pt x="149" y="964"/>
                  </a:cubicBezTo>
                  <a:cubicBezTo>
                    <a:pt x="179" y="921"/>
                    <a:pt x="219" y="885"/>
                    <a:pt x="266" y="860"/>
                  </a:cubicBezTo>
                  <a:cubicBezTo>
                    <a:pt x="197" y="783"/>
                    <a:pt x="156" y="681"/>
                    <a:pt x="156" y="569"/>
                  </a:cubicBezTo>
                  <a:cubicBezTo>
                    <a:pt x="156" y="491"/>
                    <a:pt x="176" y="417"/>
                    <a:pt x="212" y="353"/>
                  </a:cubicBezTo>
                  <a:moveTo>
                    <a:pt x="241" y="90"/>
                  </a:moveTo>
                  <a:cubicBezTo>
                    <a:pt x="155" y="154"/>
                    <a:pt x="86" y="241"/>
                    <a:pt x="45" y="341"/>
                  </a:cubicBezTo>
                  <a:cubicBezTo>
                    <a:pt x="94" y="337"/>
                    <a:pt x="142" y="316"/>
                    <a:pt x="180" y="278"/>
                  </a:cubicBezTo>
                  <a:cubicBezTo>
                    <a:pt x="231" y="227"/>
                    <a:pt x="252" y="156"/>
                    <a:pt x="241" y="90"/>
                  </a:cubicBezTo>
                  <a:moveTo>
                    <a:pt x="416" y="0"/>
                  </a:moveTo>
                  <a:cubicBezTo>
                    <a:pt x="379" y="12"/>
                    <a:pt x="344" y="27"/>
                    <a:pt x="310" y="45"/>
                  </a:cubicBezTo>
                  <a:cubicBezTo>
                    <a:pt x="329" y="113"/>
                    <a:pt x="323" y="185"/>
                    <a:pt x="293" y="249"/>
                  </a:cubicBezTo>
                  <a:cubicBezTo>
                    <a:pt x="325" y="220"/>
                    <a:pt x="360" y="194"/>
                    <a:pt x="400" y="175"/>
                  </a:cubicBezTo>
                  <a:cubicBezTo>
                    <a:pt x="400" y="116"/>
                    <a:pt x="406" y="58"/>
                    <a:pt x="416"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93"/>
            <p:cNvSpPr>
              <a:spLocks noEditPoints="1"/>
            </p:cNvSpPr>
            <p:nvPr userDrawn="1"/>
          </p:nvSpPr>
          <p:spPr bwMode="auto">
            <a:xfrm rot="10800000">
              <a:off x="8372354" y="5070289"/>
              <a:ext cx="894763" cy="319525"/>
            </a:xfrm>
            <a:custGeom>
              <a:avLst/>
              <a:gdLst>
                <a:gd name="T0" fmla="*/ 189 w 1193"/>
                <a:gd name="T1" fmla="*/ 157 h 426"/>
                <a:gd name="T2" fmla="*/ 0 w 1193"/>
                <a:gd name="T3" fmla="*/ 358 h 426"/>
                <a:gd name="T4" fmla="*/ 155 w 1193"/>
                <a:gd name="T5" fmla="*/ 426 h 426"/>
                <a:gd name="T6" fmla="*/ 288 w 1193"/>
                <a:gd name="T7" fmla="*/ 192 h 426"/>
                <a:gd name="T8" fmla="*/ 189 w 1193"/>
                <a:gd name="T9" fmla="*/ 157 h 426"/>
                <a:gd name="T10" fmla="*/ 1007 w 1193"/>
                <a:gd name="T11" fmla="*/ 0 h 426"/>
                <a:gd name="T12" fmla="*/ 907 w 1193"/>
                <a:gd name="T13" fmla="*/ 84 h 426"/>
                <a:gd name="T14" fmla="*/ 1112 w 1193"/>
                <a:gd name="T15" fmla="*/ 259 h 426"/>
                <a:gd name="T16" fmla="*/ 1193 w 1193"/>
                <a:gd name="T17" fmla="*/ 186 h 426"/>
                <a:gd name="T18" fmla="*/ 1193 w 1193"/>
                <a:gd name="T19" fmla="*/ 186 h 426"/>
                <a:gd name="T20" fmla="*/ 1193 w 1193"/>
                <a:gd name="T21" fmla="*/ 186 h 426"/>
                <a:gd name="T22" fmla="*/ 1007 w 1193"/>
                <a:gd name="T23"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426">
                  <a:moveTo>
                    <a:pt x="189" y="157"/>
                  </a:moveTo>
                  <a:cubicBezTo>
                    <a:pt x="143" y="238"/>
                    <a:pt x="78" y="307"/>
                    <a:pt x="0" y="358"/>
                  </a:cubicBezTo>
                  <a:cubicBezTo>
                    <a:pt x="50" y="385"/>
                    <a:pt x="102" y="408"/>
                    <a:pt x="155" y="426"/>
                  </a:cubicBezTo>
                  <a:cubicBezTo>
                    <a:pt x="179" y="337"/>
                    <a:pt x="225" y="256"/>
                    <a:pt x="288" y="192"/>
                  </a:cubicBezTo>
                  <a:cubicBezTo>
                    <a:pt x="255" y="183"/>
                    <a:pt x="222" y="171"/>
                    <a:pt x="189" y="157"/>
                  </a:cubicBezTo>
                  <a:moveTo>
                    <a:pt x="1007" y="0"/>
                  </a:moveTo>
                  <a:cubicBezTo>
                    <a:pt x="975" y="31"/>
                    <a:pt x="942" y="59"/>
                    <a:pt x="907" y="84"/>
                  </a:cubicBezTo>
                  <a:cubicBezTo>
                    <a:pt x="989" y="124"/>
                    <a:pt x="1060" y="185"/>
                    <a:pt x="1112" y="259"/>
                  </a:cubicBezTo>
                  <a:cubicBezTo>
                    <a:pt x="1140" y="237"/>
                    <a:pt x="1167" y="212"/>
                    <a:pt x="1193" y="186"/>
                  </a:cubicBezTo>
                  <a:cubicBezTo>
                    <a:pt x="1193" y="186"/>
                    <a:pt x="1193" y="186"/>
                    <a:pt x="1193" y="186"/>
                  </a:cubicBezTo>
                  <a:cubicBezTo>
                    <a:pt x="1193" y="186"/>
                    <a:pt x="1193" y="186"/>
                    <a:pt x="1193" y="186"/>
                  </a:cubicBezTo>
                  <a:cubicBezTo>
                    <a:pt x="1007" y="0"/>
                    <a:pt x="1007" y="0"/>
                    <a:pt x="1007" y="0"/>
                  </a:cubicBezTo>
                </a:path>
              </a:pathLst>
            </a:custGeom>
            <a:solidFill>
              <a:schemeClr val="tx2">
                <a:lumMod val="20000"/>
                <a:lumOff val="80000"/>
                <a:alpha val="2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7"/>
            <p:cNvSpPr>
              <a:spLocks/>
            </p:cNvSpPr>
            <p:nvPr userDrawn="1"/>
          </p:nvSpPr>
          <p:spPr bwMode="auto">
            <a:xfrm rot="10800000">
              <a:off x="9399334" y="4811364"/>
              <a:ext cx="493520" cy="246989"/>
            </a:xfrm>
            <a:custGeom>
              <a:avLst/>
              <a:gdLst>
                <a:gd name="T0" fmla="*/ 658 w 658"/>
                <a:gd name="T1" fmla="*/ 0 h 329"/>
                <a:gd name="T2" fmla="*/ 658 w 658"/>
                <a:gd name="T3" fmla="*/ 0 h 329"/>
                <a:gd name="T4" fmla="*/ 658 w 658"/>
                <a:gd name="T5" fmla="*/ 0 h 329"/>
                <a:gd name="T6" fmla="*/ 635 w 658"/>
                <a:gd name="T7" fmla="*/ 0 h 329"/>
                <a:gd name="T8" fmla="*/ 572 w 658"/>
                <a:gd name="T9" fmla="*/ 11 h 329"/>
                <a:gd name="T10" fmla="*/ 329 w 658"/>
                <a:gd name="T11" fmla="*/ 243 h 329"/>
                <a:gd name="T12" fmla="*/ 86 w 658"/>
                <a:gd name="T13" fmla="*/ 0 h 329"/>
                <a:gd name="T14" fmla="*/ 86 w 658"/>
                <a:gd name="T15" fmla="*/ 0 h 329"/>
                <a:gd name="T16" fmla="*/ 86 w 658"/>
                <a:gd name="T17" fmla="*/ 0 h 329"/>
                <a:gd name="T18" fmla="*/ 0 w 658"/>
                <a:gd name="T19" fmla="*/ 0 h 329"/>
                <a:gd name="T20" fmla="*/ 143 w 658"/>
                <a:gd name="T21" fmla="*/ 271 h 329"/>
                <a:gd name="T22" fmla="*/ 198 w 658"/>
                <a:gd name="T23" fmla="*/ 302 h 329"/>
                <a:gd name="T24" fmla="*/ 329 w 658"/>
                <a:gd name="T25" fmla="*/ 329 h 329"/>
                <a:gd name="T26" fmla="*/ 658 w 658"/>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8" h="329">
                  <a:moveTo>
                    <a:pt x="658" y="0"/>
                  </a:moveTo>
                  <a:cubicBezTo>
                    <a:pt x="658" y="0"/>
                    <a:pt x="658" y="0"/>
                    <a:pt x="658" y="0"/>
                  </a:cubicBezTo>
                  <a:cubicBezTo>
                    <a:pt x="658" y="0"/>
                    <a:pt x="658" y="0"/>
                    <a:pt x="658" y="0"/>
                  </a:cubicBezTo>
                  <a:cubicBezTo>
                    <a:pt x="635" y="0"/>
                    <a:pt x="635" y="0"/>
                    <a:pt x="635" y="0"/>
                  </a:cubicBezTo>
                  <a:cubicBezTo>
                    <a:pt x="614" y="5"/>
                    <a:pt x="593" y="8"/>
                    <a:pt x="572" y="11"/>
                  </a:cubicBezTo>
                  <a:cubicBezTo>
                    <a:pt x="566" y="140"/>
                    <a:pt x="460" y="243"/>
                    <a:pt x="329" y="243"/>
                  </a:cubicBezTo>
                  <a:cubicBezTo>
                    <a:pt x="195" y="243"/>
                    <a:pt x="86" y="134"/>
                    <a:pt x="86" y="0"/>
                  </a:cubicBezTo>
                  <a:cubicBezTo>
                    <a:pt x="86" y="0"/>
                    <a:pt x="86" y="0"/>
                    <a:pt x="86" y="0"/>
                  </a:cubicBezTo>
                  <a:cubicBezTo>
                    <a:pt x="86" y="0"/>
                    <a:pt x="86" y="0"/>
                    <a:pt x="86" y="0"/>
                  </a:cubicBezTo>
                  <a:cubicBezTo>
                    <a:pt x="0" y="0"/>
                    <a:pt x="0" y="0"/>
                    <a:pt x="0" y="0"/>
                  </a:cubicBezTo>
                  <a:cubicBezTo>
                    <a:pt x="0" y="113"/>
                    <a:pt x="57" y="212"/>
                    <a:pt x="143" y="271"/>
                  </a:cubicBezTo>
                  <a:cubicBezTo>
                    <a:pt x="162" y="280"/>
                    <a:pt x="180" y="291"/>
                    <a:pt x="198" y="302"/>
                  </a:cubicBezTo>
                  <a:cubicBezTo>
                    <a:pt x="238" y="320"/>
                    <a:pt x="283" y="329"/>
                    <a:pt x="329" y="329"/>
                  </a:cubicBezTo>
                  <a:cubicBezTo>
                    <a:pt x="511" y="329"/>
                    <a:pt x="658" y="182"/>
                    <a:pt x="658"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24"/>
            <p:cNvSpPr>
              <a:spLocks noEditPoints="1"/>
            </p:cNvSpPr>
            <p:nvPr userDrawn="1"/>
          </p:nvSpPr>
          <p:spPr bwMode="auto">
            <a:xfrm rot="10800000">
              <a:off x="8924178" y="4210876"/>
              <a:ext cx="448529" cy="138645"/>
            </a:xfrm>
            <a:custGeom>
              <a:avLst/>
              <a:gdLst>
                <a:gd name="T0" fmla="*/ 153 w 598"/>
                <a:gd name="T1" fmla="*/ 43 h 185"/>
                <a:gd name="T2" fmla="*/ 0 w 598"/>
                <a:gd name="T3" fmla="*/ 109 h 185"/>
                <a:gd name="T4" fmla="*/ 259 w 598"/>
                <a:gd name="T5" fmla="*/ 185 h 185"/>
                <a:gd name="T6" fmla="*/ 266 w 598"/>
                <a:gd name="T7" fmla="*/ 185 h 185"/>
                <a:gd name="T8" fmla="*/ 239 w 598"/>
                <a:gd name="T9" fmla="*/ 59 h 185"/>
                <a:gd name="T10" fmla="*/ 153 w 598"/>
                <a:gd name="T11" fmla="*/ 43 h 185"/>
                <a:gd name="T12" fmla="*/ 456 w 598"/>
                <a:gd name="T13" fmla="*/ 0 h 185"/>
                <a:gd name="T14" fmla="*/ 426 w 598"/>
                <a:gd name="T15" fmla="*/ 18 h 185"/>
                <a:gd name="T16" fmla="*/ 452 w 598"/>
                <a:gd name="T17" fmla="*/ 144 h 185"/>
                <a:gd name="T18" fmla="*/ 598 w 598"/>
                <a:gd name="T19" fmla="*/ 45 h 185"/>
                <a:gd name="T20" fmla="*/ 598 w 598"/>
                <a:gd name="T21" fmla="*/ 44 h 185"/>
                <a:gd name="T22" fmla="*/ 598 w 598"/>
                <a:gd name="T23" fmla="*/ 44 h 185"/>
                <a:gd name="T24" fmla="*/ 563 w 598"/>
                <a:gd name="T25" fmla="*/ 9 h 185"/>
                <a:gd name="T26" fmla="*/ 456 w 598"/>
                <a:gd name="T27"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8" h="185">
                  <a:moveTo>
                    <a:pt x="153" y="43"/>
                  </a:moveTo>
                  <a:cubicBezTo>
                    <a:pt x="101" y="60"/>
                    <a:pt x="49" y="82"/>
                    <a:pt x="0" y="109"/>
                  </a:cubicBezTo>
                  <a:cubicBezTo>
                    <a:pt x="79" y="160"/>
                    <a:pt x="169" y="185"/>
                    <a:pt x="259" y="185"/>
                  </a:cubicBezTo>
                  <a:cubicBezTo>
                    <a:pt x="261" y="185"/>
                    <a:pt x="263" y="185"/>
                    <a:pt x="266" y="185"/>
                  </a:cubicBezTo>
                  <a:cubicBezTo>
                    <a:pt x="262" y="142"/>
                    <a:pt x="253" y="100"/>
                    <a:pt x="239" y="59"/>
                  </a:cubicBezTo>
                  <a:cubicBezTo>
                    <a:pt x="210" y="57"/>
                    <a:pt x="181" y="52"/>
                    <a:pt x="153" y="43"/>
                  </a:cubicBezTo>
                  <a:moveTo>
                    <a:pt x="456" y="0"/>
                  </a:moveTo>
                  <a:cubicBezTo>
                    <a:pt x="446" y="6"/>
                    <a:pt x="436" y="12"/>
                    <a:pt x="426" y="18"/>
                  </a:cubicBezTo>
                  <a:cubicBezTo>
                    <a:pt x="438" y="59"/>
                    <a:pt x="447" y="102"/>
                    <a:pt x="452" y="144"/>
                  </a:cubicBezTo>
                  <a:cubicBezTo>
                    <a:pt x="505" y="121"/>
                    <a:pt x="555" y="88"/>
                    <a:pt x="598" y="45"/>
                  </a:cubicBezTo>
                  <a:cubicBezTo>
                    <a:pt x="598" y="44"/>
                    <a:pt x="598" y="44"/>
                    <a:pt x="598" y="44"/>
                  </a:cubicBezTo>
                  <a:cubicBezTo>
                    <a:pt x="598" y="44"/>
                    <a:pt x="598" y="44"/>
                    <a:pt x="598" y="44"/>
                  </a:cubicBezTo>
                  <a:cubicBezTo>
                    <a:pt x="563" y="9"/>
                    <a:pt x="563" y="9"/>
                    <a:pt x="563" y="9"/>
                  </a:cubicBezTo>
                  <a:cubicBezTo>
                    <a:pt x="527" y="4"/>
                    <a:pt x="492" y="1"/>
                    <a:pt x="456"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34"/>
            <p:cNvSpPr>
              <a:spLocks/>
            </p:cNvSpPr>
            <p:nvPr userDrawn="1"/>
          </p:nvSpPr>
          <p:spPr bwMode="auto">
            <a:xfrm rot="10800000">
              <a:off x="9582051" y="4563915"/>
              <a:ext cx="150122" cy="152417"/>
            </a:xfrm>
            <a:custGeom>
              <a:avLst/>
              <a:gdLst>
                <a:gd name="T0" fmla="*/ 134 w 200"/>
                <a:gd name="T1" fmla="*/ 0 h 203"/>
                <a:gd name="T2" fmla="*/ 0 w 200"/>
                <a:gd name="T3" fmla="*/ 27 h 203"/>
                <a:gd name="T4" fmla="*/ 76 w 200"/>
                <a:gd name="T5" fmla="*/ 203 h 203"/>
                <a:gd name="T6" fmla="*/ 200 w 200"/>
                <a:gd name="T7" fmla="*/ 186 h 203"/>
                <a:gd name="T8" fmla="*/ 134 w 200"/>
                <a:gd name="T9" fmla="*/ 0 h 203"/>
              </a:gdLst>
              <a:ahLst/>
              <a:cxnLst>
                <a:cxn ang="0">
                  <a:pos x="T0" y="T1"/>
                </a:cxn>
                <a:cxn ang="0">
                  <a:pos x="T2" y="T3"/>
                </a:cxn>
                <a:cxn ang="0">
                  <a:pos x="T4" y="T5"/>
                </a:cxn>
                <a:cxn ang="0">
                  <a:pos x="T6" y="T7"/>
                </a:cxn>
                <a:cxn ang="0">
                  <a:pos x="T8" y="T9"/>
                </a:cxn>
              </a:cxnLst>
              <a:rect l="0" t="0" r="r" b="b"/>
              <a:pathLst>
                <a:path w="200" h="203">
                  <a:moveTo>
                    <a:pt x="134" y="0"/>
                  </a:moveTo>
                  <a:cubicBezTo>
                    <a:pt x="89" y="5"/>
                    <a:pt x="44" y="14"/>
                    <a:pt x="0" y="27"/>
                  </a:cubicBezTo>
                  <a:cubicBezTo>
                    <a:pt x="42" y="79"/>
                    <a:pt x="67" y="140"/>
                    <a:pt x="76" y="203"/>
                  </a:cubicBezTo>
                  <a:cubicBezTo>
                    <a:pt x="116" y="193"/>
                    <a:pt x="158" y="187"/>
                    <a:pt x="200" y="186"/>
                  </a:cubicBezTo>
                  <a:cubicBezTo>
                    <a:pt x="191" y="121"/>
                    <a:pt x="169" y="58"/>
                    <a:pt x="134"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48"/>
            <p:cNvSpPr>
              <a:spLocks noEditPoints="1"/>
            </p:cNvSpPr>
            <p:nvPr userDrawn="1"/>
          </p:nvSpPr>
          <p:spPr bwMode="auto">
            <a:xfrm rot="10800000">
              <a:off x="9309353" y="3357431"/>
              <a:ext cx="905321" cy="857118"/>
            </a:xfrm>
            <a:custGeom>
              <a:avLst/>
              <a:gdLst>
                <a:gd name="T0" fmla="*/ 1203 w 1207"/>
                <a:gd name="T1" fmla="*/ 689 h 1143"/>
                <a:gd name="T2" fmla="*/ 1012 w 1207"/>
                <a:gd name="T3" fmla="*/ 761 h 1143"/>
                <a:gd name="T4" fmla="*/ 948 w 1207"/>
                <a:gd name="T5" fmla="*/ 968 h 1143"/>
                <a:gd name="T6" fmla="*/ 1058 w 1207"/>
                <a:gd name="T7" fmla="*/ 1143 h 1143"/>
                <a:gd name="T8" fmla="*/ 1203 w 1207"/>
                <a:gd name="T9" fmla="*/ 689 h 1143"/>
                <a:gd name="T10" fmla="*/ 1058 w 1207"/>
                <a:gd name="T11" fmla="*/ 277 h 1143"/>
                <a:gd name="T12" fmla="*/ 948 w 1207"/>
                <a:gd name="T13" fmla="*/ 452 h 1143"/>
                <a:gd name="T14" fmla="*/ 996 w 1207"/>
                <a:gd name="T15" fmla="*/ 569 h 1143"/>
                <a:gd name="T16" fmla="*/ 1168 w 1207"/>
                <a:gd name="T17" fmla="*/ 487 h 1143"/>
                <a:gd name="T18" fmla="*/ 1058 w 1207"/>
                <a:gd name="T19" fmla="*/ 277 h 1143"/>
                <a:gd name="T20" fmla="*/ 128 w 1207"/>
                <a:gd name="T21" fmla="*/ 85 h 1143"/>
                <a:gd name="T22" fmla="*/ 0 w 1207"/>
                <a:gd name="T23" fmla="*/ 178 h 1143"/>
                <a:gd name="T24" fmla="*/ 144 w 1207"/>
                <a:gd name="T25" fmla="*/ 269 h 1143"/>
                <a:gd name="T26" fmla="*/ 144 w 1207"/>
                <a:gd name="T27" fmla="*/ 269 h 1143"/>
                <a:gd name="T28" fmla="*/ 162 w 1207"/>
                <a:gd name="T29" fmla="*/ 288 h 1143"/>
                <a:gd name="T30" fmla="*/ 166 w 1207"/>
                <a:gd name="T31" fmla="*/ 285 h 1143"/>
                <a:gd name="T32" fmla="*/ 128 w 1207"/>
                <a:gd name="T33" fmla="*/ 85 h 1143"/>
                <a:gd name="T34" fmla="*/ 600 w 1207"/>
                <a:gd name="T35" fmla="*/ 0 h 1143"/>
                <a:gd name="T36" fmla="*/ 368 w 1207"/>
                <a:gd name="T37" fmla="*/ 60 h 1143"/>
                <a:gd name="T38" fmla="*/ 318 w 1207"/>
                <a:gd name="T39" fmla="*/ 57 h 1143"/>
                <a:gd name="T40" fmla="*/ 338 w 1207"/>
                <a:gd name="T41" fmla="*/ 199 h 1143"/>
                <a:gd name="T42" fmla="*/ 484 w 1207"/>
                <a:gd name="T43" fmla="*/ 179 h 1143"/>
                <a:gd name="T44" fmla="*/ 779 w 1207"/>
                <a:gd name="T45" fmla="*/ 268 h 1143"/>
                <a:gd name="T46" fmla="*/ 889 w 1207"/>
                <a:gd name="T47" fmla="*/ 116 h 1143"/>
                <a:gd name="T48" fmla="*/ 600 w 1207"/>
                <a:gd name="T49" fmla="*/ 0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07" h="1143">
                  <a:moveTo>
                    <a:pt x="1203" y="689"/>
                  </a:moveTo>
                  <a:cubicBezTo>
                    <a:pt x="1142" y="722"/>
                    <a:pt x="1078" y="746"/>
                    <a:pt x="1012" y="761"/>
                  </a:cubicBezTo>
                  <a:cubicBezTo>
                    <a:pt x="1005" y="833"/>
                    <a:pt x="984" y="903"/>
                    <a:pt x="948" y="968"/>
                  </a:cubicBezTo>
                  <a:cubicBezTo>
                    <a:pt x="974" y="1030"/>
                    <a:pt x="1011" y="1089"/>
                    <a:pt x="1058" y="1143"/>
                  </a:cubicBezTo>
                  <a:cubicBezTo>
                    <a:pt x="1159" y="1009"/>
                    <a:pt x="1207" y="849"/>
                    <a:pt x="1203" y="689"/>
                  </a:cubicBezTo>
                  <a:moveTo>
                    <a:pt x="1058" y="277"/>
                  </a:moveTo>
                  <a:cubicBezTo>
                    <a:pt x="1011" y="330"/>
                    <a:pt x="975" y="389"/>
                    <a:pt x="948" y="452"/>
                  </a:cubicBezTo>
                  <a:cubicBezTo>
                    <a:pt x="969" y="489"/>
                    <a:pt x="985" y="529"/>
                    <a:pt x="996" y="569"/>
                  </a:cubicBezTo>
                  <a:cubicBezTo>
                    <a:pt x="1057" y="553"/>
                    <a:pt x="1115" y="525"/>
                    <a:pt x="1168" y="487"/>
                  </a:cubicBezTo>
                  <a:cubicBezTo>
                    <a:pt x="1144" y="413"/>
                    <a:pt x="1107" y="341"/>
                    <a:pt x="1058" y="277"/>
                  </a:cubicBezTo>
                  <a:moveTo>
                    <a:pt x="128" y="85"/>
                  </a:moveTo>
                  <a:cubicBezTo>
                    <a:pt x="83" y="110"/>
                    <a:pt x="40" y="142"/>
                    <a:pt x="0" y="178"/>
                  </a:cubicBezTo>
                  <a:cubicBezTo>
                    <a:pt x="53" y="197"/>
                    <a:pt x="102" y="227"/>
                    <a:pt x="144" y="269"/>
                  </a:cubicBezTo>
                  <a:cubicBezTo>
                    <a:pt x="144" y="269"/>
                    <a:pt x="144" y="269"/>
                    <a:pt x="144" y="269"/>
                  </a:cubicBezTo>
                  <a:cubicBezTo>
                    <a:pt x="151" y="275"/>
                    <a:pt x="156" y="282"/>
                    <a:pt x="162" y="288"/>
                  </a:cubicBezTo>
                  <a:cubicBezTo>
                    <a:pt x="163" y="287"/>
                    <a:pt x="164" y="286"/>
                    <a:pt x="166" y="285"/>
                  </a:cubicBezTo>
                  <a:cubicBezTo>
                    <a:pt x="144" y="220"/>
                    <a:pt x="131" y="152"/>
                    <a:pt x="128" y="85"/>
                  </a:cubicBezTo>
                  <a:moveTo>
                    <a:pt x="600" y="0"/>
                  </a:moveTo>
                  <a:cubicBezTo>
                    <a:pt x="528" y="40"/>
                    <a:pt x="448" y="60"/>
                    <a:pt x="368" y="60"/>
                  </a:cubicBezTo>
                  <a:cubicBezTo>
                    <a:pt x="351" y="60"/>
                    <a:pt x="335" y="59"/>
                    <a:pt x="318" y="57"/>
                  </a:cubicBezTo>
                  <a:cubicBezTo>
                    <a:pt x="318" y="105"/>
                    <a:pt x="325" y="153"/>
                    <a:pt x="338" y="199"/>
                  </a:cubicBezTo>
                  <a:cubicBezTo>
                    <a:pt x="386" y="186"/>
                    <a:pt x="435" y="179"/>
                    <a:pt x="484" y="179"/>
                  </a:cubicBezTo>
                  <a:cubicBezTo>
                    <a:pt x="587" y="179"/>
                    <a:pt x="690" y="209"/>
                    <a:pt x="779" y="268"/>
                  </a:cubicBezTo>
                  <a:cubicBezTo>
                    <a:pt x="810" y="215"/>
                    <a:pt x="847" y="163"/>
                    <a:pt x="889" y="116"/>
                  </a:cubicBezTo>
                  <a:cubicBezTo>
                    <a:pt x="801" y="55"/>
                    <a:pt x="702" y="17"/>
                    <a:pt x="60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2"/>
            <p:cNvSpPr>
              <a:spLocks noEditPoints="1"/>
            </p:cNvSpPr>
            <p:nvPr userDrawn="1"/>
          </p:nvSpPr>
          <p:spPr bwMode="auto">
            <a:xfrm rot="10800000">
              <a:off x="10214675" y="3597993"/>
              <a:ext cx="387930" cy="500406"/>
            </a:xfrm>
            <a:custGeom>
              <a:avLst/>
              <a:gdLst>
                <a:gd name="T0" fmla="*/ 113 w 517"/>
                <a:gd name="T1" fmla="*/ 487 h 667"/>
                <a:gd name="T2" fmla="*/ 20 w 517"/>
                <a:gd name="T3" fmla="*/ 529 h 667"/>
                <a:gd name="T4" fmla="*/ 109 w 517"/>
                <a:gd name="T5" fmla="*/ 667 h 667"/>
                <a:gd name="T6" fmla="*/ 109 w 517"/>
                <a:gd name="T7" fmla="*/ 666 h 667"/>
                <a:gd name="T8" fmla="*/ 109 w 517"/>
                <a:gd name="T9" fmla="*/ 666 h 667"/>
                <a:gd name="T10" fmla="*/ 181 w 517"/>
                <a:gd name="T11" fmla="*/ 594 h 667"/>
                <a:gd name="T12" fmla="*/ 113 w 517"/>
                <a:gd name="T13" fmla="*/ 487 h 667"/>
                <a:gd name="T14" fmla="*/ 385 w 517"/>
                <a:gd name="T15" fmla="*/ 0 h 667"/>
                <a:gd name="T16" fmla="*/ 109 w 517"/>
                <a:gd name="T17" fmla="*/ 115 h 667"/>
                <a:gd name="T18" fmla="*/ 0 w 517"/>
                <a:gd name="T19" fmla="*/ 327 h 667"/>
                <a:gd name="T20" fmla="*/ 116 w 517"/>
                <a:gd name="T21" fmla="*/ 288 h 667"/>
                <a:gd name="T22" fmla="*/ 181 w 517"/>
                <a:gd name="T23" fmla="*/ 187 h 667"/>
                <a:gd name="T24" fmla="*/ 385 w 517"/>
                <a:gd name="T25" fmla="*/ 102 h 667"/>
                <a:gd name="T26" fmla="*/ 439 w 517"/>
                <a:gd name="T27" fmla="*/ 107 h 667"/>
                <a:gd name="T28" fmla="*/ 493 w 517"/>
                <a:gd name="T29" fmla="*/ 47 h 667"/>
                <a:gd name="T30" fmla="*/ 493 w 517"/>
                <a:gd name="T31" fmla="*/ 46 h 667"/>
                <a:gd name="T32" fmla="*/ 517 w 517"/>
                <a:gd name="T33" fmla="*/ 23 h 667"/>
                <a:gd name="T34" fmla="*/ 385 w 517"/>
                <a:gd name="T35"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667">
                  <a:moveTo>
                    <a:pt x="113" y="487"/>
                  </a:moveTo>
                  <a:cubicBezTo>
                    <a:pt x="81" y="498"/>
                    <a:pt x="50" y="512"/>
                    <a:pt x="20" y="529"/>
                  </a:cubicBezTo>
                  <a:cubicBezTo>
                    <a:pt x="39" y="579"/>
                    <a:pt x="69" y="626"/>
                    <a:pt x="109" y="667"/>
                  </a:cubicBezTo>
                  <a:cubicBezTo>
                    <a:pt x="109" y="666"/>
                    <a:pt x="109" y="666"/>
                    <a:pt x="109" y="666"/>
                  </a:cubicBezTo>
                  <a:cubicBezTo>
                    <a:pt x="109" y="666"/>
                    <a:pt x="109" y="666"/>
                    <a:pt x="109" y="666"/>
                  </a:cubicBezTo>
                  <a:cubicBezTo>
                    <a:pt x="181" y="594"/>
                    <a:pt x="181" y="594"/>
                    <a:pt x="181" y="594"/>
                  </a:cubicBezTo>
                  <a:cubicBezTo>
                    <a:pt x="150" y="563"/>
                    <a:pt x="127" y="526"/>
                    <a:pt x="113" y="487"/>
                  </a:cubicBezTo>
                  <a:moveTo>
                    <a:pt x="385" y="0"/>
                  </a:moveTo>
                  <a:cubicBezTo>
                    <a:pt x="285" y="0"/>
                    <a:pt x="185" y="38"/>
                    <a:pt x="109" y="115"/>
                  </a:cubicBezTo>
                  <a:cubicBezTo>
                    <a:pt x="49" y="174"/>
                    <a:pt x="13" y="249"/>
                    <a:pt x="0" y="327"/>
                  </a:cubicBezTo>
                  <a:cubicBezTo>
                    <a:pt x="37" y="311"/>
                    <a:pt x="76" y="298"/>
                    <a:pt x="116" y="288"/>
                  </a:cubicBezTo>
                  <a:cubicBezTo>
                    <a:pt x="130" y="251"/>
                    <a:pt x="152" y="216"/>
                    <a:pt x="181" y="187"/>
                  </a:cubicBezTo>
                  <a:cubicBezTo>
                    <a:pt x="238" y="131"/>
                    <a:pt x="311" y="102"/>
                    <a:pt x="385" y="102"/>
                  </a:cubicBezTo>
                  <a:cubicBezTo>
                    <a:pt x="403" y="102"/>
                    <a:pt x="421" y="104"/>
                    <a:pt x="439" y="107"/>
                  </a:cubicBezTo>
                  <a:cubicBezTo>
                    <a:pt x="456" y="86"/>
                    <a:pt x="474" y="66"/>
                    <a:pt x="493" y="47"/>
                  </a:cubicBezTo>
                  <a:cubicBezTo>
                    <a:pt x="493" y="46"/>
                    <a:pt x="493" y="46"/>
                    <a:pt x="493" y="46"/>
                  </a:cubicBezTo>
                  <a:cubicBezTo>
                    <a:pt x="501" y="38"/>
                    <a:pt x="509" y="31"/>
                    <a:pt x="517" y="23"/>
                  </a:cubicBezTo>
                  <a:cubicBezTo>
                    <a:pt x="475" y="8"/>
                    <a:pt x="430" y="0"/>
                    <a:pt x="385"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p:cNvSpPr>
              <a:spLocks noEditPoints="1"/>
            </p:cNvSpPr>
            <p:nvPr userDrawn="1"/>
          </p:nvSpPr>
          <p:spPr bwMode="auto">
            <a:xfrm rot="10800000">
              <a:off x="8317263" y="3210064"/>
              <a:ext cx="1205566" cy="1140375"/>
            </a:xfrm>
            <a:custGeom>
              <a:avLst/>
              <a:gdLst>
                <a:gd name="T0" fmla="*/ 200 w 1607"/>
                <a:gd name="T1" fmla="*/ 110 h 1520"/>
                <a:gd name="T2" fmla="*/ 0 w 1607"/>
                <a:gd name="T3" fmla="*/ 261 h 1520"/>
                <a:gd name="T4" fmla="*/ 1 w 1607"/>
                <a:gd name="T5" fmla="*/ 262 h 1520"/>
                <a:gd name="T6" fmla="*/ 1 w 1607"/>
                <a:gd name="T7" fmla="*/ 262 h 1520"/>
                <a:gd name="T8" fmla="*/ 165 w 1607"/>
                <a:gd name="T9" fmla="*/ 426 h 1520"/>
                <a:gd name="T10" fmla="*/ 467 w 1607"/>
                <a:gd name="T11" fmla="*/ 254 h 1520"/>
                <a:gd name="T12" fmla="*/ 466 w 1607"/>
                <a:gd name="T13" fmla="*/ 186 h 1520"/>
                <a:gd name="T14" fmla="*/ 459 w 1607"/>
                <a:gd name="T15" fmla="*/ 186 h 1520"/>
                <a:gd name="T16" fmla="*/ 200 w 1607"/>
                <a:gd name="T17" fmla="*/ 110 h 1520"/>
                <a:gd name="T18" fmla="*/ 425 w 1607"/>
                <a:gd name="T19" fmla="*/ 24 h 1520"/>
                <a:gd name="T20" fmla="*/ 353 w 1607"/>
                <a:gd name="T21" fmla="*/ 44 h 1520"/>
                <a:gd name="T22" fmla="*/ 439 w 1607"/>
                <a:gd name="T23" fmla="*/ 60 h 1520"/>
                <a:gd name="T24" fmla="*/ 425 w 1607"/>
                <a:gd name="T25" fmla="*/ 24 h 1520"/>
                <a:gd name="T26" fmla="*/ 820 w 1607"/>
                <a:gd name="T27" fmla="*/ 21 h 1520"/>
                <a:gd name="T28" fmla="*/ 798 w 1607"/>
                <a:gd name="T29" fmla="*/ 45 h 1520"/>
                <a:gd name="T30" fmla="*/ 798 w 1607"/>
                <a:gd name="T31" fmla="*/ 46 h 1520"/>
                <a:gd name="T32" fmla="*/ 652 w 1607"/>
                <a:gd name="T33" fmla="*/ 145 h 1520"/>
                <a:gd name="T34" fmla="*/ 658 w 1607"/>
                <a:gd name="T35" fmla="*/ 234 h 1520"/>
                <a:gd name="T36" fmla="*/ 1094 w 1607"/>
                <a:gd name="T37" fmla="*/ 426 h 1520"/>
                <a:gd name="T38" fmla="*/ 1094 w 1607"/>
                <a:gd name="T39" fmla="*/ 1355 h 1520"/>
                <a:gd name="T40" fmla="*/ 1095 w 1607"/>
                <a:gd name="T41" fmla="*/ 1356 h 1520"/>
                <a:gd name="T42" fmla="*/ 1095 w 1607"/>
                <a:gd name="T43" fmla="*/ 1355 h 1520"/>
                <a:gd name="T44" fmla="*/ 1259 w 1607"/>
                <a:gd name="T45" fmla="*/ 1520 h 1520"/>
                <a:gd name="T46" fmla="*/ 1259 w 1607"/>
                <a:gd name="T47" fmla="*/ 261 h 1520"/>
                <a:gd name="T48" fmla="*/ 820 w 1607"/>
                <a:gd name="T49" fmla="*/ 21 h 1520"/>
                <a:gd name="T50" fmla="*/ 630 w 1607"/>
                <a:gd name="T51" fmla="*/ 0 h 1520"/>
                <a:gd name="T52" fmla="*/ 620 w 1607"/>
                <a:gd name="T53" fmla="*/ 0 h 1520"/>
                <a:gd name="T54" fmla="*/ 626 w 1607"/>
                <a:gd name="T55" fmla="*/ 19 h 1520"/>
                <a:gd name="T56" fmla="*/ 656 w 1607"/>
                <a:gd name="T57" fmla="*/ 1 h 1520"/>
                <a:gd name="T58" fmla="*/ 630 w 1607"/>
                <a:gd name="T59" fmla="*/ 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7" h="1520">
                  <a:moveTo>
                    <a:pt x="200" y="110"/>
                  </a:moveTo>
                  <a:cubicBezTo>
                    <a:pt x="129" y="150"/>
                    <a:pt x="61" y="200"/>
                    <a:pt x="0" y="261"/>
                  </a:cubicBezTo>
                  <a:cubicBezTo>
                    <a:pt x="1" y="262"/>
                    <a:pt x="1" y="262"/>
                    <a:pt x="1" y="262"/>
                  </a:cubicBezTo>
                  <a:cubicBezTo>
                    <a:pt x="1" y="262"/>
                    <a:pt x="1" y="262"/>
                    <a:pt x="1" y="262"/>
                  </a:cubicBezTo>
                  <a:cubicBezTo>
                    <a:pt x="165" y="426"/>
                    <a:pt x="165" y="426"/>
                    <a:pt x="165" y="426"/>
                  </a:cubicBezTo>
                  <a:cubicBezTo>
                    <a:pt x="252" y="339"/>
                    <a:pt x="357" y="282"/>
                    <a:pt x="467" y="254"/>
                  </a:cubicBezTo>
                  <a:cubicBezTo>
                    <a:pt x="468" y="231"/>
                    <a:pt x="468" y="209"/>
                    <a:pt x="466" y="186"/>
                  </a:cubicBezTo>
                  <a:cubicBezTo>
                    <a:pt x="463" y="186"/>
                    <a:pt x="461" y="186"/>
                    <a:pt x="459" y="186"/>
                  </a:cubicBezTo>
                  <a:cubicBezTo>
                    <a:pt x="369" y="186"/>
                    <a:pt x="279" y="161"/>
                    <a:pt x="200" y="110"/>
                  </a:cubicBezTo>
                  <a:moveTo>
                    <a:pt x="425" y="24"/>
                  </a:moveTo>
                  <a:cubicBezTo>
                    <a:pt x="401" y="30"/>
                    <a:pt x="377" y="37"/>
                    <a:pt x="353" y="44"/>
                  </a:cubicBezTo>
                  <a:cubicBezTo>
                    <a:pt x="381" y="53"/>
                    <a:pt x="410" y="58"/>
                    <a:pt x="439" y="60"/>
                  </a:cubicBezTo>
                  <a:cubicBezTo>
                    <a:pt x="435" y="48"/>
                    <a:pt x="430" y="36"/>
                    <a:pt x="425" y="24"/>
                  </a:cubicBezTo>
                  <a:moveTo>
                    <a:pt x="820" y="21"/>
                  </a:moveTo>
                  <a:cubicBezTo>
                    <a:pt x="813" y="29"/>
                    <a:pt x="806" y="37"/>
                    <a:pt x="798" y="45"/>
                  </a:cubicBezTo>
                  <a:cubicBezTo>
                    <a:pt x="798" y="46"/>
                    <a:pt x="798" y="46"/>
                    <a:pt x="798" y="46"/>
                  </a:cubicBezTo>
                  <a:cubicBezTo>
                    <a:pt x="755" y="89"/>
                    <a:pt x="705" y="122"/>
                    <a:pt x="652" y="145"/>
                  </a:cubicBezTo>
                  <a:cubicBezTo>
                    <a:pt x="656" y="175"/>
                    <a:pt x="658" y="205"/>
                    <a:pt x="658" y="234"/>
                  </a:cubicBezTo>
                  <a:cubicBezTo>
                    <a:pt x="816" y="241"/>
                    <a:pt x="973" y="305"/>
                    <a:pt x="1094" y="426"/>
                  </a:cubicBezTo>
                  <a:cubicBezTo>
                    <a:pt x="1351" y="683"/>
                    <a:pt x="1351" y="1099"/>
                    <a:pt x="1094" y="1355"/>
                  </a:cubicBezTo>
                  <a:cubicBezTo>
                    <a:pt x="1095" y="1356"/>
                    <a:pt x="1095" y="1356"/>
                    <a:pt x="1095" y="1356"/>
                  </a:cubicBezTo>
                  <a:cubicBezTo>
                    <a:pt x="1095" y="1355"/>
                    <a:pt x="1095" y="1355"/>
                    <a:pt x="1095" y="1355"/>
                  </a:cubicBezTo>
                  <a:cubicBezTo>
                    <a:pt x="1259" y="1520"/>
                    <a:pt x="1259" y="1520"/>
                    <a:pt x="1259" y="1520"/>
                  </a:cubicBezTo>
                  <a:cubicBezTo>
                    <a:pt x="1607" y="1172"/>
                    <a:pt x="1607" y="609"/>
                    <a:pt x="1259" y="261"/>
                  </a:cubicBezTo>
                  <a:cubicBezTo>
                    <a:pt x="1134" y="136"/>
                    <a:pt x="981" y="56"/>
                    <a:pt x="820" y="21"/>
                  </a:cubicBezTo>
                  <a:moveTo>
                    <a:pt x="630" y="0"/>
                  </a:moveTo>
                  <a:cubicBezTo>
                    <a:pt x="626" y="0"/>
                    <a:pt x="623" y="0"/>
                    <a:pt x="620" y="0"/>
                  </a:cubicBezTo>
                  <a:cubicBezTo>
                    <a:pt x="622" y="7"/>
                    <a:pt x="624" y="13"/>
                    <a:pt x="626" y="19"/>
                  </a:cubicBezTo>
                  <a:cubicBezTo>
                    <a:pt x="636" y="13"/>
                    <a:pt x="646" y="7"/>
                    <a:pt x="656" y="1"/>
                  </a:cubicBezTo>
                  <a:cubicBezTo>
                    <a:pt x="647" y="1"/>
                    <a:pt x="638" y="0"/>
                    <a:pt x="63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26"/>
            <p:cNvSpPr>
              <a:spLocks noEditPoints="1"/>
            </p:cNvSpPr>
            <p:nvPr userDrawn="1"/>
          </p:nvSpPr>
          <p:spPr bwMode="auto">
            <a:xfrm rot="10800000">
              <a:off x="8818587" y="4334371"/>
              <a:ext cx="614260" cy="594978"/>
            </a:xfrm>
            <a:custGeom>
              <a:avLst/>
              <a:gdLst>
                <a:gd name="T0" fmla="*/ 655 w 819"/>
                <a:gd name="T1" fmla="*/ 637 h 793"/>
                <a:gd name="T2" fmla="*/ 589 w 819"/>
                <a:gd name="T3" fmla="*/ 729 h 793"/>
                <a:gd name="T4" fmla="*/ 589 w 819"/>
                <a:gd name="T5" fmla="*/ 729 h 793"/>
                <a:gd name="T6" fmla="*/ 589 w 819"/>
                <a:gd name="T7" fmla="*/ 729 h 793"/>
                <a:gd name="T8" fmla="*/ 643 w 819"/>
                <a:gd name="T9" fmla="*/ 782 h 793"/>
                <a:gd name="T10" fmla="*/ 700 w 819"/>
                <a:gd name="T11" fmla="*/ 793 h 793"/>
                <a:gd name="T12" fmla="*/ 779 w 819"/>
                <a:gd name="T13" fmla="*/ 668 h 793"/>
                <a:gd name="T14" fmla="*/ 655 w 819"/>
                <a:gd name="T15" fmla="*/ 637 h 793"/>
                <a:gd name="T16" fmla="*/ 172 w 819"/>
                <a:gd name="T17" fmla="*/ 29 h 793"/>
                <a:gd name="T18" fmla="*/ 0 w 819"/>
                <a:gd name="T19" fmla="*/ 140 h 793"/>
                <a:gd name="T20" fmla="*/ 0 w 819"/>
                <a:gd name="T21" fmla="*/ 140 h 793"/>
                <a:gd name="T22" fmla="*/ 0 w 819"/>
                <a:gd name="T23" fmla="*/ 140 h 793"/>
                <a:gd name="T24" fmla="*/ 89 w 819"/>
                <a:gd name="T25" fmla="*/ 228 h 793"/>
                <a:gd name="T26" fmla="*/ 196 w 819"/>
                <a:gd name="T27" fmla="*/ 154 h 793"/>
                <a:gd name="T28" fmla="*/ 172 w 819"/>
                <a:gd name="T29" fmla="*/ 29 h 793"/>
                <a:gd name="T30" fmla="*/ 360 w 819"/>
                <a:gd name="T31" fmla="*/ 0 h 793"/>
                <a:gd name="T32" fmla="*/ 388 w 819"/>
                <a:gd name="T33" fmla="*/ 128 h 793"/>
                <a:gd name="T34" fmla="*/ 589 w 819"/>
                <a:gd name="T35" fmla="*/ 228 h 793"/>
                <a:gd name="T36" fmla="*/ 691 w 819"/>
                <a:gd name="T37" fmla="*/ 448 h 793"/>
                <a:gd name="T38" fmla="*/ 818 w 819"/>
                <a:gd name="T39" fmla="*/ 482 h 793"/>
                <a:gd name="T40" fmla="*/ 678 w 819"/>
                <a:gd name="T41" fmla="*/ 140 h 793"/>
                <a:gd name="T42" fmla="*/ 360 w 819"/>
                <a:gd name="T43" fmla="*/ 0 h 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9" h="793">
                  <a:moveTo>
                    <a:pt x="655" y="637"/>
                  </a:moveTo>
                  <a:cubicBezTo>
                    <a:pt x="638" y="670"/>
                    <a:pt x="616" y="701"/>
                    <a:pt x="589" y="729"/>
                  </a:cubicBezTo>
                  <a:cubicBezTo>
                    <a:pt x="589" y="729"/>
                    <a:pt x="589" y="729"/>
                    <a:pt x="589" y="729"/>
                  </a:cubicBezTo>
                  <a:cubicBezTo>
                    <a:pt x="589" y="729"/>
                    <a:pt x="589" y="729"/>
                    <a:pt x="589" y="729"/>
                  </a:cubicBezTo>
                  <a:cubicBezTo>
                    <a:pt x="643" y="782"/>
                    <a:pt x="643" y="782"/>
                    <a:pt x="643" y="782"/>
                  </a:cubicBezTo>
                  <a:cubicBezTo>
                    <a:pt x="662" y="785"/>
                    <a:pt x="681" y="789"/>
                    <a:pt x="700" y="793"/>
                  </a:cubicBezTo>
                  <a:cubicBezTo>
                    <a:pt x="734" y="755"/>
                    <a:pt x="760" y="713"/>
                    <a:pt x="779" y="668"/>
                  </a:cubicBezTo>
                  <a:cubicBezTo>
                    <a:pt x="736" y="662"/>
                    <a:pt x="695" y="651"/>
                    <a:pt x="655" y="637"/>
                  </a:cubicBezTo>
                  <a:moveTo>
                    <a:pt x="172" y="29"/>
                  </a:moveTo>
                  <a:cubicBezTo>
                    <a:pt x="109" y="52"/>
                    <a:pt x="50" y="89"/>
                    <a:pt x="0" y="140"/>
                  </a:cubicBezTo>
                  <a:cubicBezTo>
                    <a:pt x="0" y="140"/>
                    <a:pt x="0" y="140"/>
                    <a:pt x="0" y="140"/>
                  </a:cubicBezTo>
                  <a:cubicBezTo>
                    <a:pt x="0" y="140"/>
                    <a:pt x="0" y="140"/>
                    <a:pt x="0" y="140"/>
                  </a:cubicBezTo>
                  <a:cubicBezTo>
                    <a:pt x="89" y="228"/>
                    <a:pt x="89" y="228"/>
                    <a:pt x="89" y="228"/>
                  </a:cubicBezTo>
                  <a:cubicBezTo>
                    <a:pt x="121" y="196"/>
                    <a:pt x="157" y="172"/>
                    <a:pt x="196" y="154"/>
                  </a:cubicBezTo>
                  <a:cubicBezTo>
                    <a:pt x="185" y="114"/>
                    <a:pt x="176" y="72"/>
                    <a:pt x="172" y="29"/>
                  </a:cubicBezTo>
                  <a:moveTo>
                    <a:pt x="360" y="0"/>
                  </a:moveTo>
                  <a:cubicBezTo>
                    <a:pt x="364" y="44"/>
                    <a:pt x="373" y="87"/>
                    <a:pt x="388" y="128"/>
                  </a:cubicBezTo>
                  <a:cubicBezTo>
                    <a:pt x="461" y="138"/>
                    <a:pt x="532" y="172"/>
                    <a:pt x="589" y="228"/>
                  </a:cubicBezTo>
                  <a:cubicBezTo>
                    <a:pt x="650" y="290"/>
                    <a:pt x="684" y="368"/>
                    <a:pt x="691" y="448"/>
                  </a:cubicBezTo>
                  <a:cubicBezTo>
                    <a:pt x="731" y="464"/>
                    <a:pt x="774" y="476"/>
                    <a:pt x="818" y="482"/>
                  </a:cubicBezTo>
                  <a:cubicBezTo>
                    <a:pt x="819" y="358"/>
                    <a:pt x="772" y="234"/>
                    <a:pt x="678" y="140"/>
                  </a:cubicBezTo>
                  <a:cubicBezTo>
                    <a:pt x="589" y="51"/>
                    <a:pt x="475" y="5"/>
                    <a:pt x="36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33"/>
            <p:cNvSpPr>
              <a:spLocks noEditPoints="1"/>
            </p:cNvSpPr>
            <p:nvPr userDrawn="1"/>
          </p:nvSpPr>
          <p:spPr bwMode="auto">
            <a:xfrm rot="10800000">
              <a:off x="9567819" y="4275148"/>
              <a:ext cx="624819" cy="613342"/>
            </a:xfrm>
            <a:custGeom>
              <a:avLst/>
              <a:gdLst>
                <a:gd name="T0" fmla="*/ 814 w 833"/>
                <a:gd name="T1" fmla="*/ 416 h 818"/>
                <a:gd name="T2" fmla="*/ 690 w 833"/>
                <a:gd name="T3" fmla="*/ 433 h 818"/>
                <a:gd name="T4" fmla="*/ 589 w 833"/>
                <a:gd name="T5" fmla="*/ 729 h 818"/>
                <a:gd name="T6" fmla="*/ 589 w 833"/>
                <a:gd name="T7" fmla="*/ 730 h 818"/>
                <a:gd name="T8" fmla="*/ 589 w 833"/>
                <a:gd name="T9" fmla="*/ 730 h 818"/>
                <a:gd name="T10" fmla="*/ 678 w 833"/>
                <a:gd name="T11" fmla="*/ 818 h 818"/>
                <a:gd name="T12" fmla="*/ 814 w 833"/>
                <a:gd name="T13" fmla="*/ 416 h 818"/>
                <a:gd name="T14" fmla="*/ 339 w 833"/>
                <a:gd name="T15" fmla="*/ 0 h 818"/>
                <a:gd name="T16" fmla="*/ 0 w 833"/>
                <a:gd name="T17" fmla="*/ 140 h 818"/>
                <a:gd name="T18" fmla="*/ 0 w 833"/>
                <a:gd name="T19" fmla="*/ 141 h 818"/>
                <a:gd name="T20" fmla="*/ 0 w 833"/>
                <a:gd name="T21" fmla="*/ 140 h 818"/>
                <a:gd name="T22" fmla="*/ 89 w 833"/>
                <a:gd name="T23" fmla="*/ 229 h 818"/>
                <a:gd name="T24" fmla="*/ 339 w 833"/>
                <a:gd name="T25" fmla="*/ 125 h 818"/>
                <a:gd name="T26" fmla="*/ 589 w 833"/>
                <a:gd name="T27" fmla="*/ 229 h 818"/>
                <a:gd name="T28" fmla="*/ 614 w 833"/>
                <a:gd name="T29" fmla="*/ 257 h 818"/>
                <a:gd name="T30" fmla="*/ 748 w 833"/>
                <a:gd name="T31" fmla="*/ 230 h 818"/>
                <a:gd name="T32" fmla="*/ 678 w 833"/>
                <a:gd name="T33" fmla="*/ 140 h 818"/>
                <a:gd name="T34" fmla="*/ 598 w 833"/>
                <a:gd name="T35" fmla="*/ 76 h 818"/>
                <a:gd name="T36" fmla="*/ 543 w 833"/>
                <a:gd name="T37" fmla="*/ 45 h 818"/>
                <a:gd name="T38" fmla="*/ 339 w 833"/>
                <a:gd name="T39" fmla="*/ 0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3" h="818">
                  <a:moveTo>
                    <a:pt x="814" y="416"/>
                  </a:moveTo>
                  <a:cubicBezTo>
                    <a:pt x="772" y="417"/>
                    <a:pt x="730" y="423"/>
                    <a:pt x="690" y="433"/>
                  </a:cubicBezTo>
                  <a:cubicBezTo>
                    <a:pt x="703" y="538"/>
                    <a:pt x="670" y="649"/>
                    <a:pt x="589" y="729"/>
                  </a:cubicBezTo>
                  <a:cubicBezTo>
                    <a:pt x="589" y="730"/>
                    <a:pt x="589" y="730"/>
                    <a:pt x="589" y="730"/>
                  </a:cubicBezTo>
                  <a:cubicBezTo>
                    <a:pt x="589" y="730"/>
                    <a:pt x="589" y="730"/>
                    <a:pt x="589" y="730"/>
                  </a:cubicBezTo>
                  <a:cubicBezTo>
                    <a:pt x="678" y="818"/>
                    <a:pt x="678" y="818"/>
                    <a:pt x="678" y="818"/>
                  </a:cubicBezTo>
                  <a:cubicBezTo>
                    <a:pt x="787" y="709"/>
                    <a:pt x="833" y="559"/>
                    <a:pt x="814" y="416"/>
                  </a:cubicBezTo>
                  <a:moveTo>
                    <a:pt x="339" y="0"/>
                  </a:moveTo>
                  <a:cubicBezTo>
                    <a:pt x="216" y="0"/>
                    <a:pt x="93" y="47"/>
                    <a:pt x="0" y="140"/>
                  </a:cubicBezTo>
                  <a:cubicBezTo>
                    <a:pt x="0" y="141"/>
                    <a:pt x="0" y="141"/>
                    <a:pt x="0" y="141"/>
                  </a:cubicBezTo>
                  <a:cubicBezTo>
                    <a:pt x="0" y="141"/>
                    <a:pt x="0" y="140"/>
                    <a:pt x="0" y="140"/>
                  </a:cubicBezTo>
                  <a:cubicBezTo>
                    <a:pt x="89" y="229"/>
                    <a:pt x="89" y="229"/>
                    <a:pt x="89" y="229"/>
                  </a:cubicBezTo>
                  <a:cubicBezTo>
                    <a:pt x="158" y="160"/>
                    <a:pt x="248" y="125"/>
                    <a:pt x="339" y="125"/>
                  </a:cubicBezTo>
                  <a:cubicBezTo>
                    <a:pt x="429" y="125"/>
                    <a:pt x="520" y="160"/>
                    <a:pt x="589" y="229"/>
                  </a:cubicBezTo>
                  <a:cubicBezTo>
                    <a:pt x="598" y="238"/>
                    <a:pt x="606" y="247"/>
                    <a:pt x="614" y="257"/>
                  </a:cubicBezTo>
                  <a:cubicBezTo>
                    <a:pt x="658" y="244"/>
                    <a:pt x="703" y="235"/>
                    <a:pt x="748" y="230"/>
                  </a:cubicBezTo>
                  <a:cubicBezTo>
                    <a:pt x="729" y="198"/>
                    <a:pt x="705" y="168"/>
                    <a:pt x="678" y="140"/>
                  </a:cubicBezTo>
                  <a:cubicBezTo>
                    <a:pt x="653" y="116"/>
                    <a:pt x="626" y="94"/>
                    <a:pt x="598" y="76"/>
                  </a:cubicBezTo>
                  <a:cubicBezTo>
                    <a:pt x="579" y="68"/>
                    <a:pt x="560" y="57"/>
                    <a:pt x="543" y="45"/>
                  </a:cubicBezTo>
                  <a:cubicBezTo>
                    <a:pt x="478" y="15"/>
                    <a:pt x="409" y="0"/>
                    <a:pt x="339"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0"/>
            <p:cNvSpPr>
              <a:spLocks/>
            </p:cNvSpPr>
            <p:nvPr userDrawn="1"/>
          </p:nvSpPr>
          <p:spPr bwMode="auto">
            <a:xfrm rot="10800000">
              <a:off x="10623263" y="3676497"/>
              <a:ext cx="109722" cy="166649"/>
            </a:xfrm>
            <a:custGeom>
              <a:avLst/>
              <a:gdLst>
                <a:gd name="T0" fmla="*/ 144 w 146"/>
                <a:gd name="T1" fmla="*/ 0 h 222"/>
                <a:gd name="T2" fmla="*/ 59 w 146"/>
                <a:gd name="T3" fmla="*/ 49 h 222"/>
                <a:gd name="T4" fmla="*/ 0 w 146"/>
                <a:gd name="T5" fmla="*/ 166 h 222"/>
                <a:gd name="T6" fmla="*/ 0 w 146"/>
                <a:gd name="T7" fmla="*/ 166 h 222"/>
                <a:gd name="T8" fmla="*/ 0 w 146"/>
                <a:gd name="T9" fmla="*/ 166 h 222"/>
                <a:gd name="T10" fmla="*/ 59 w 146"/>
                <a:gd name="T11" fmla="*/ 222 h 222"/>
                <a:gd name="T12" fmla="*/ 144 w 146"/>
                <a:gd name="T13" fmla="*/ 0 h 222"/>
              </a:gdLst>
              <a:ahLst/>
              <a:cxnLst>
                <a:cxn ang="0">
                  <a:pos x="T0" y="T1"/>
                </a:cxn>
                <a:cxn ang="0">
                  <a:pos x="T2" y="T3"/>
                </a:cxn>
                <a:cxn ang="0">
                  <a:pos x="T4" y="T5"/>
                </a:cxn>
                <a:cxn ang="0">
                  <a:pos x="T6" y="T7"/>
                </a:cxn>
                <a:cxn ang="0">
                  <a:pos x="T8" y="T9"/>
                </a:cxn>
                <a:cxn ang="0">
                  <a:pos x="T10" y="T11"/>
                </a:cxn>
                <a:cxn ang="0">
                  <a:pos x="T12" y="T13"/>
                </a:cxn>
              </a:cxnLst>
              <a:rect l="0" t="0" r="r" b="b"/>
              <a:pathLst>
                <a:path w="146" h="222">
                  <a:moveTo>
                    <a:pt x="144" y="0"/>
                  </a:moveTo>
                  <a:cubicBezTo>
                    <a:pt x="115" y="15"/>
                    <a:pt x="87" y="31"/>
                    <a:pt x="59" y="49"/>
                  </a:cubicBezTo>
                  <a:cubicBezTo>
                    <a:pt x="52" y="92"/>
                    <a:pt x="32" y="132"/>
                    <a:pt x="0" y="166"/>
                  </a:cubicBezTo>
                  <a:cubicBezTo>
                    <a:pt x="0" y="166"/>
                    <a:pt x="0" y="166"/>
                    <a:pt x="0" y="166"/>
                  </a:cubicBezTo>
                  <a:cubicBezTo>
                    <a:pt x="0" y="166"/>
                    <a:pt x="0" y="166"/>
                    <a:pt x="0" y="166"/>
                  </a:cubicBezTo>
                  <a:cubicBezTo>
                    <a:pt x="59" y="222"/>
                    <a:pt x="59" y="222"/>
                    <a:pt x="59" y="222"/>
                  </a:cubicBezTo>
                  <a:cubicBezTo>
                    <a:pt x="118" y="160"/>
                    <a:pt x="146" y="80"/>
                    <a:pt x="144"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4"/>
            <p:cNvSpPr>
              <a:spLocks/>
            </p:cNvSpPr>
            <p:nvPr userDrawn="1"/>
          </p:nvSpPr>
          <p:spPr bwMode="auto">
            <a:xfrm rot="10800000">
              <a:off x="10204115" y="3730670"/>
              <a:ext cx="181340" cy="165731"/>
            </a:xfrm>
            <a:custGeom>
              <a:avLst/>
              <a:gdLst>
                <a:gd name="T0" fmla="*/ 53 w 242"/>
                <a:gd name="T1" fmla="*/ 0 h 221"/>
                <a:gd name="T2" fmla="*/ 0 w 242"/>
                <a:gd name="T3" fmla="*/ 188 h 221"/>
                <a:gd name="T4" fmla="*/ 186 w 242"/>
                <a:gd name="T5" fmla="*/ 221 h 221"/>
                <a:gd name="T6" fmla="*/ 242 w 242"/>
                <a:gd name="T7" fmla="*/ 39 h 221"/>
                <a:gd name="T8" fmla="*/ 53 w 242"/>
                <a:gd name="T9" fmla="*/ 0 h 221"/>
              </a:gdLst>
              <a:ahLst/>
              <a:cxnLst>
                <a:cxn ang="0">
                  <a:pos x="T0" y="T1"/>
                </a:cxn>
                <a:cxn ang="0">
                  <a:pos x="T2" y="T3"/>
                </a:cxn>
                <a:cxn ang="0">
                  <a:pos x="T4" y="T5"/>
                </a:cxn>
                <a:cxn ang="0">
                  <a:pos x="T6" y="T7"/>
                </a:cxn>
                <a:cxn ang="0">
                  <a:pos x="T8" y="T9"/>
                </a:cxn>
              </a:cxnLst>
              <a:rect l="0" t="0" r="r" b="b"/>
              <a:pathLst>
                <a:path w="242" h="221">
                  <a:moveTo>
                    <a:pt x="53" y="0"/>
                  </a:moveTo>
                  <a:cubicBezTo>
                    <a:pt x="27" y="60"/>
                    <a:pt x="9" y="124"/>
                    <a:pt x="0" y="188"/>
                  </a:cubicBezTo>
                  <a:cubicBezTo>
                    <a:pt x="66" y="188"/>
                    <a:pt x="128" y="200"/>
                    <a:pt x="186" y="221"/>
                  </a:cubicBezTo>
                  <a:cubicBezTo>
                    <a:pt x="194" y="158"/>
                    <a:pt x="212" y="97"/>
                    <a:pt x="242" y="39"/>
                  </a:cubicBezTo>
                  <a:cubicBezTo>
                    <a:pt x="182" y="18"/>
                    <a:pt x="119" y="5"/>
                    <a:pt x="53"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5"/>
            <p:cNvSpPr>
              <a:spLocks noEditPoints="1"/>
            </p:cNvSpPr>
            <p:nvPr userDrawn="1"/>
          </p:nvSpPr>
          <p:spPr bwMode="auto">
            <a:xfrm rot="10800000">
              <a:off x="9547619" y="3142578"/>
              <a:ext cx="817177" cy="385634"/>
            </a:xfrm>
            <a:custGeom>
              <a:avLst/>
              <a:gdLst>
                <a:gd name="T0" fmla="*/ 979 w 1089"/>
                <a:gd name="T1" fmla="*/ 236 h 514"/>
                <a:gd name="T2" fmla="*/ 693 w 1089"/>
                <a:gd name="T3" fmla="*/ 325 h 514"/>
                <a:gd name="T4" fmla="*/ 643 w 1089"/>
                <a:gd name="T5" fmla="*/ 513 h 514"/>
                <a:gd name="T6" fmla="*/ 685 w 1089"/>
                <a:gd name="T7" fmla="*/ 514 h 514"/>
                <a:gd name="T8" fmla="*/ 1089 w 1089"/>
                <a:gd name="T9" fmla="*/ 389 h 514"/>
                <a:gd name="T10" fmla="*/ 979 w 1089"/>
                <a:gd name="T11" fmla="*/ 236 h 514"/>
                <a:gd name="T12" fmla="*/ 195 w 1089"/>
                <a:gd name="T13" fmla="*/ 0 h 514"/>
                <a:gd name="T14" fmla="*/ 68 w 1089"/>
                <a:gd name="T15" fmla="*/ 21 h 514"/>
                <a:gd name="T16" fmla="*/ 0 w 1089"/>
                <a:gd name="T17" fmla="*/ 15 h 514"/>
                <a:gd name="T18" fmla="*/ 176 w 1089"/>
                <a:gd name="T19" fmla="*/ 303 h 514"/>
                <a:gd name="T20" fmla="*/ 451 w 1089"/>
                <a:gd name="T21" fmla="*/ 475 h 514"/>
                <a:gd name="T22" fmla="*/ 505 w 1089"/>
                <a:gd name="T23" fmla="*/ 294 h 514"/>
                <a:gd name="T24" fmla="*/ 309 w 1089"/>
                <a:gd name="T25" fmla="*/ 170 h 514"/>
                <a:gd name="T26" fmla="*/ 195 w 1089"/>
                <a:gd name="T2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9" h="514">
                  <a:moveTo>
                    <a:pt x="979" y="236"/>
                  </a:moveTo>
                  <a:cubicBezTo>
                    <a:pt x="892" y="294"/>
                    <a:pt x="793" y="324"/>
                    <a:pt x="693" y="325"/>
                  </a:cubicBezTo>
                  <a:cubicBezTo>
                    <a:pt x="684" y="391"/>
                    <a:pt x="667" y="454"/>
                    <a:pt x="643" y="513"/>
                  </a:cubicBezTo>
                  <a:cubicBezTo>
                    <a:pt x="657" y="513"/>
                    <a:pt x="671" y="514"/>
                    <a:pt x="685" y="514"/>
                  </a:cubicBezTo>
                  <a:cubicBezTo>
                    <a:pt x="826" y="514"/>
                    <a:pt x="968" y="472"/>
                    <a:pt x="1089" y="389"/>
                  </a:cubicBezTo>
                  <a:cubicBezTo>
                    <a:pt x="1047" y="341"/>
                    <a:pt x="1010" y="290"/>
                    <a:pt x="979" y="236"/>
                  </a:cubicBezTo>
                  <a:moveTo>
                    <a:pt x="195" y="0"/>
                  </a:moveTo>
                  <a:cubicBezTo>
                    <a:pt x="154" y="14"/>
                    <a:pt x="111" y="21"/>
                    <a:pt x="68" y="21"/>
                  </a:cubicBezTo>
                  <a:cubicBezTo>
                    <a:pt x="45" y="21"/>
                    <a:pt x="23" y="19"/>
                    <a:pt x="0" y="15"/>
                  </a:cubicBezTo>
                  <a:cubicBezTo>
                    <a:pt x="34" y="120"/>
                    <a:pt x="92" y="219"/>
                    <a:pt x="176" y="303"/>
                  </a:cubicBezTo>
                  <a:cubicBezTo>
                    <a:pt x="256" y="383"/>
                    <a:pt x="350" y="440"/>
                    <a:pt x="451" y="475"/>
                  </a:cubicBezTo>
                  <a:cubicBezTo>
                    <a:pt x="479" y="419"/>
                    <a:pt x="498" y="359"/>
                    <a:pt x="505" y="294"/>
                  </a:cubicBezTo>
                  <a:cubicBezTo>
                    <a:pt x="433" y="269"/>
                    <a:pt x="367" y="227"/>
                    <a:pt x="309" y="170"/>
                  </a:cubicBezTo>
                  <a:cubicBezTo>
                    <a:pt x="259" y="120"/>
                    <a:pt x="221" y="62"/>
                    <a:pt x="195"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9"/>
            <p:cNvSpPr>
              <a:spLocks/>
            </p:cNvSpPr>
            <p:nvPr userDrawn="1"/>
          </p:nvSpPr>
          <p:spPr bwMode="auto">
            <a:xfrm rot="10800000">
              <a:off x="9960799" y="4000614"/>
              <a:ext cx="157926" cy="185471"/>
            </a:xfrm>
            <a:custGeom>
              <a:avLst/>
              <a:gdLst>
                <a:gd name="T0" fmla="*/ 98 w 210"/>
                <a:gd name="T1" fmla="*/ 0 h 247"/>
                <a:gd name="T2" fmla="*/ 0 w 210"/>
                <a:gd name="T3" fmla="*/ 47 h 247"/>
                <a:gd name="T4" fmla="*/ 38 w 210"/>
                <a:gd name="T5" fmla="*/ 247 h 247"/>
                <a:gd name="T6" fmla="*/ 210 w 210"/>
                <a:gd name="T7" fmla="*/ 161 h 247"/>
                <a:gd name="T8" fmla="*/ 190 w 210"/>
                <a:gd name="T9" fmla="*/ 19 h 247"/>
                <a:gd name="T10" fmla="*/ 98 w 210"/>
                <a:gd name="T11" fmla="*/ 0 h 247"/>
              </a:gdLst>
              <a:ahLst/>
              <a:cxnLst>
                <a:cxn ang="0">
                  <a:pos x="T0" y="T1"/>
                </a:cxn>
                <a:cxn ang="0">
                  <a:pos x="T2" y="T3"/>
                </a:cxn>
                <a:cxn ang="0">
                  <a:pos x="T4" y="T5"/>
                </a:cxn>
                <a:cxn ang="0">
                  <a:pos x="T6" y="T7"/>
                </a:cxn>
                <a:cxn ang="0">
                  <a:pos x="T8" y="T9"/>
                </a:cxn>
                <a:cxn ang="0">
                  <a:pos x="T10" y="T11"/>
                </a:cxn>
              </a:cxnLst>
              <a:rect l="0" t="0" r="r" b="b"/>
              <a:pathLst>
                <a:path w="210" h="247">
                  <a:moveTo>
                    <a:pt x="98" y="0"/>
                  </a:moveTo>
                  <a:cubicBezTo>
                    <a:pt x="65" y="13"/>
                    <a:pt x="32" y="29"/>
                    <a:pt x="0" y="47"/>
                  </a:cubicBezTo>
                  <a:cubicBezTo>
                    <a:pt x="3" y="114"/>
                    <a:pt x="16" y="182"/>
                    <a:pt x="38" y="247"/>
                  </a:cubicBezTo>
                  <a:cubicBezTo>
                    <a:pt x="91" y="207"/>
                    <a:pt x="149" y="179"/>
                    <a:pt x="210" y="161"/>
                  </a:cubicBezTo>
                  <a:cubicBezTo>
                    <a:pt x="197" y="115"/>
                    <a:pt x="190" y="67"/>
                    <a:pt x="190" y="19"/>
                  </a:cubicBezTo>
                  <a:cubicBezTo>
                    <a:pt x="159" y="16"/>
                    <a:pt x="128" y="10"/>
                    <a:pt x="98"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91"/>
            <p:cNvSpPr>
              <a:spLocks/>
            </p:cNvSpPr>
            <p:nvPr userDrawn="1"/>
          </p:nvSpPr>
          <p:spPr bwMode="auto">
            <a:xfrm rot="10800000">
              <a:off x="8330118" y="5250252"/>
              <a:ext cx="182258" cy="178586"/>
            </a:xfrm>
            <a:custGeom>
              <a:avLst/>
              <a:gdLst>
                <a:gd name="T0" fmla="*/ 47 w 243"/>
                <a:gd name="T1" fmla="*/ 0 h 238"/>
                <a:gd name="T2" fmla="*/ 0 w 243"/>
                <a:gd name="T3" fmla="*/ 51 h 238"/>
                <a:gd name="T4" fmla="*/ 1 w 243"/>
                <a:gd name="T5" fmla="*/ 52 h 238"/>
                <a:gd name="T6" fmla="*/ 1 w 243"/>
                <a:gd name="T7" fmla="*/ 52 h 238"/>
                <a:gd name="T8" fmla="*/ 187 w 243"/>
                <a:gd name="T9" fmla="*/ 238 h 238"/>
                <a:gd name="T10" fmla="*/ 243 w 243"/>
                <a:gd name="T11" fmla="*/ 177 h 238"/>
                <a:gd name="T12" fmla="*/ 47 w 243"/>
                <a:gd name="T13" fmla="*/ 0 h 238"/>
              </a:gdLst>
              <a:ahLst/>
              <a:cxnLst>
                <a:cxn ang="0">
                  <a:pos x="T0" y="T1"/>
                </a:cxn>
                <a:cxn ang="0">
                  <a:pos x="T2" y="T3"/>
                </a:cxn>
                <a:cxn ang="0">
                  <a:pos x="T4" y="T5"/>
                </a:cxn>
                <a:cxn ang="0">
                  <a:pos x="T6" y="T7"/>
                </a:cxn>
                <a:cxn ang="0">
                  <a:pos x="T8" y="T9"/>
                </a:cxn>
                <a:cxn ang="0">
                  <a:pos x="T10" y="T11"/>
                </a:cxn>
                <a:cxn ang="0">
                  <a:pos x="T12" y="T13"/>
                </a:cxn>
              </a:cxnLst>
              <a:rect l="0" t="0" r="r" b="b"/>
              <a:pathLst>
                <a:path w="243" h="238">
                  <a:moveTo>
                    <a:pt x="47" y="0"/>
                  </a:moveTo>
                  <a:cubicBezTo>
                    <a:pt x="33" y="18"/>
                    <a:pt x="17" y="35"/>
                    <a:pt x="0" y="51"/>
                  </a:cubicBezTo>
                  <a:cubicBezTo>
                    <a:pt x="1" y="52"/>
                    <a:pt x="1" y="52"/>
                    <a:pt x="1" y="52"/>
                  </a:cubicBezTo>
                  <a:cubicBezTo>
                    <a:pt x="1" y="52"/>
                    <a:pt x="1" y="52"/>
                    <a:pt x="1" y="52"/>
                  </a:cubicBezTo>
                  <a:cubicBezTo>
                    <a:pt x="187" y="238"/>
                    <a:pt x="187" y="238"/>
                    <a:pt x="187" y="238"/>
                  </a:cubicBezTo>
                  <a:cubicBezTo>
                    <a:pt x="206" y="218"/>
                    <a:pt x="225" y="198"/>
                    <a:pt x="243" y="177"/>
                  </a:cubicBezTo>
                  <a:cubicBezTo>
                    <a:pt x="189" y="107"/>
                    <a:pt x="123" y="47"/>
                    <a:pt x="47"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94"/>
            <p:cNvSpPr>
              <a:spLocks noEditPoints="1"/>
            </p:cNvSpPr>
            <p:nvPr userDrawn="1"/>
          </p:nvSpPr>
          <p:spPr bwMode="auto">
            <a:xfrm rot="10800000">
              <a:off x="9189071" y="5129511"/>
              <a:ext cx="324116" cy="813045"/>
            </a:xfrm>
            <a:custGeom>
              <a:avLst/>
              <a:gdLst>
                <a:gd name="T0" fmla="*/ 381 w 432"/>
                <a:gd name="T1" fmla="*/ 818 h 1084"/>
                <a:gd name="T2" fmla="*/ 182 w 432"/>
                <a:gd name="T3" fmla="*/ 998 h 1084"/>
                <a:gd name="T4" fmla="*/ 308 w 432"/>
                <a:gd name="T5" fmla="*/ 1084 h 1084"/>
                <a:gd name="T6" fmla="*/ 432 w 432"/>
                <a:gd name="T7" fmla="*/ 851 h 1084"/>
                <a:gd name="T8" fmla="*/ 381 w 432"/>
                <a:gd name="T9" fmla="*/ 818 h 1084"/>
                <a:gd name="T10" fmla="*/ 0 w 432"/>
                <a:gd name="T11" fmla="*/ 0 h 1084"/>
                <a:gd name="T12" fmla="*/ 0 w 432"/>
                <a:gd name="T13" fmla="*/ 0 h 1084"/>
                <a:gd name="T14" fmla="*/ 0 w 432"/>
                <a:gd name="T15" fmla="*/ 0 h 1084"/>
                <a:gd name="T16" fmla="*/ 0 w 432"/>
                <a:gd name="T17" fmla="*/ 156 h 1084"/>
                <a:gd name="T18" fmla="*/ 69 w 432"/>
                <a:gd name="T19" fmla="*/ 161 h 1084"/>
                <a:gd name="T20" fmla="*/ 96 w 432"/>
                <a:gd name="T21" fmla="*/ 7 h 1084"/>
                <a:gd name="T22" fmla="*/ 0 w 432"/>
                <a:gd name="T23" fmla="*/ 0 h 1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1084">
                  <a:moveTo>
                    <a:pt x="381" y="818"/>
                  </a:moveTo>
                  <a:cubicBezTo>
                    <a:pt x="335" y="897"/>
                    <a:pt x="265" y="960"/>
                    <a:pt x="182" y="998"/>
                  </a:cubicBezTo>
                  <a:cubicBezTo>
                    <a:pt x="222" y="1030"/>
                    <a:pt x="264" y="1059"/>
                    <a:pt x="308" y="1084"/>
                  </a:cubicBezTo>
                  <a:cubicBezTo>
                    <a:pt x="335" y="998"/>
                    <a:pt x="377" y="920"/>
                    <a:pt x="432" y="851"/>
                  </a:cubicBezTo>
                  <a:cubicBezTo>
                    <a:pt x="414" y="841"/>
                    <a:pt x="398" y="830"/>
                    <a:pt x="381" y="818"/>
                  </a:cubicBezTo>
                  <a:moveTo>
                    <a:pt x="0" y="0"/>
                  </a:moveTo>
                  <a:cubicBezTo>
                    <a:pt x="0" y="0"/>
                    <a:pt x="0" y="0"/>
                    <a:pt x="0" y="0"/>
                  </a:cubicBezTo>
                  <a:cubicBezTo>
                    <a:pt x="0" y="0"/>
                    <a:pt x="0" y="0"/>
                    <a:pt x="0" y="0"/>
                  </a:cubicBezTo>
                  <a:cubicBezTo>
                    <a:pt x="0" y="156"/>
                    <a:pt x="0" y="156"/>
                    <a:pt x="0" y="156"/>
                  </a:cubicBezTo>
                  <a:cubicBezTo>
                    <a:pt x="24" y="156"/>
                    <a:pt x="46" y="158"/>
                    <a:pt x="69" y="161"/>
                  </a:cubicBezTo>
                  <a:cubicBezTo>
                    <a:pt x="72" y="109"/>
                    <a:pt x="81" y="58"/>
                    <a:pt x="96" y="7"/>
                  </a:cubicBezTo>
                  <a:cubicBezTo>
                    <a:pt x="65" y="2"/>
                    <a:pt x="33" y="0"/>
                    <a:pt x="0" y="0"/>
                  </a:cubicBezTo>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7"/>
            <p:cNvSpPr>
              <a:spLocks noEditPoints="1"/>
            </p:cNvSpPr>
            <p:nvPr userDrawn="1"/>
          </p:nvSpPr>
          <p:spPr bwMode="auto">
            <a:xfrm rot="10800000">
              <a:off x="9189072" y="3789893"/>
              <a:ext cx="769891" cy="769432"/>
            </a:xfrm>
            <a:custGeom>
              <a:avLst/>
              <a:gdLst>
                <a:gd name="T0" fmla="*/ 134 w 1026"/>
                <a:gd name="T1" fmla="*/ 892 h 1026"/>
                <a:gd name="T2" fmla="*/ 0 w 1026"/>
                <a:gd name="T3" fmla="*/ 1026 h 1026"/>
                <a:gd name="T4" fmla="*/ 0 w 1026"/>
                <a:gd name="T5" fmla="*/ 1026 h 1026"/>
                <a:gd name="T6" fmla="*/ 134 w 1026"/>
                <a:gd name="T7" fmla="*/ 892 h 1026"/>
                <a:gd name="T8" fmla="*/ 134 w 1026"/>
                <a:gd name="T9" fmla="*/ 892 h 1026"/>
                <a:gd name="T10" fmla="*/ 1026 w 1026"/>
                <a:gd name="T11" fmla="*/ 0 h 1026"/>
                <a:gd name="T12" fmla="*/ 892 w 1026"/>
                <a:gd name="T13" fmla="*/ 134 h 1026"/>
                <a:gd name="T14" fmla="*/ 892 w 1026"/>
                <a:gd name="T15" fmla="*/ 134 h 1026"/>
                <a:gd name="T16" fmla="*/ 1026 w 1026"/>
                <a:gd name="T17" fmla="*/ 0 h 1026"/>
                <a:gd name="T18" fmla="*/ 1026 w 1026"/>
                <a:gd name="T19" fmla="*/ 0 h 1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6" h="1026">
                  <a:moveTo>
                    <a:pt x="134" y="892"/>
                  </a:moveTo>
                  <a:cubicBezTo>
                    <a:pt x="0" y="1026"/>
                    <a:pt x="0" y="1026"/>
                    <a:pt x="0" y="1026"/>
                  </a:cubicBezTo>
                  <a:cubicBezTo>
                    <a:pt x="0" y="1026"/>
                    <a:pt x="0" y="1026"/>
                    <a:pt x="0" y="1026"/>
                  </a:cubicBezTo>
                  <a:cubicBezTo>
                    <a:pt x="134" y="892"/>
                    <a:pt x="134" y="892"/>
                    <a:pt x="134" y="892"/>
                  </a:cubicBezTo>
                  <a:cubicBezTo>
                    <a:pt x="134" y="892"/>
                    <a:pt x="134" y="892"/>
                    <a:pt x="134" y="892"/>
                  </a:cubicBezTo>
                  <a:moveTo>
                    <a:pt x="1026" y="0"/>
                  </a:moveTo>
                  <a:cubicBezTo>
                    <a:pt x="892" y="134"/>
                    <a:pt x="892" y="134"/>
                    <a:pt x="892" y="134"/>
                  </a:cubicBezTo>
                  <a:cubicBezTo>
                    <a:pt x="892" y="134"/>
                    <a:pt x="892" y="134"/>
                    <a:pt x="892" y="134"/>
                  </a:cubicBezTo>
                  <a:cubicBezTo>
                    <a:pt x="1026" y="0"/>
                    <a:pt x="1026" y="0"/>
                    <a:pt x="1026" y="0"/>
                  </a:cubicBezTo>
                  <a:cubicBezTo>
                    <a:pt x="1026" y="0"/>
                    <a:pt x="1026" y="0"/>
                    <a:pt x="102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9"/>
            <p:cNvSpPr>
              <a:spLocks noEditPoints="1"/>
            </p:cNvSpPr>
            <p:nvPr userDrawn="1"/>
          </p:nvSpPr>
          <p:spPr bwMode="auto">
            <a:xfrm rot="10800000">
              <a:off x="9029309" y="4159918"/>
              <a:ext cx="174913" cy="190522"/>
            </a:xfrm>
            <a:custGeom>
              <a:avLst/>
              <a:gdLst>
                <a:gd name="T0" fmla="*/ 227 w 233"/>
                <a:gd name="T1" fmla="*/ 145 h 254"/>
                <a:gd name="T2" fmla="*/ 41 w 233"/>
                <a:gd name="T3" fmla="*/ 186 h 254"/>
                <a:gd name="T4" fmla="*/ 42 w 233"/>
                <a:gd name="T5" fmla="*/ 254 h 254"/>
                <a:gd name="T6" fmla="*/ 205 w 233"/>
                <a:gd name="T7" fmla="*/ 234 h 254"/>
                <a:gd name="T8" fmla="*/ 233 w 233"/>
                <a:gd name="T9" fmla="*/ 234 h 254"/>
                <a:gd name="T10" fmla="*/ 227 w 233"/>
                <a:gd name="T11" fmla="*/ 145 h 254"/>
                <a:gd name="T12" fmla="*/ 195 w 233"/>
                <a:gd name="T13" fmla="*/ 0 h 254"/>
                <a:gd name="T14" fmla="*/ 0 w 233"/>
                <a:gd name="T15" fmla="*/ 24 h 254"/>
                <a:gd name="T16" fmla="*/ 14 w 233"/>
                <a:gd name="T17" fmla="*/ 60 h 254"/>
                <a:gd name="T18" fmla="*/ 34 w 233"/>
                <a:gd name="T19" fmla="*/ 61 h 254"/>
                <a:gd name="T20" fmla="*/ 201 w 233"/>
                <a:gd name="T21" fmla="*/ 19 h 254"/>
                <a:gd name="T22" fmla="*/ 195 w 233"/>
                <a:gd name="T23"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3" h="254">
                  <a:moveTo>
                    <a:pt x="227" y="145"/>
                  </a:moveTo>
                  <a:cubicBezTo>
                    <a:pt x="168" y="172"/>
                    <a:pt x="104" y="185"/>
                    <a:pt x="41" y="186"/>
                  </a:cubicBezTo>
                  <a:cubicBezTo>
                    <a:pt x="43" y="209"/>
                    <a:pt x="43" y="231"/>
                    <a:pt x="42" y="254"/>
                  </a:cubicBezTo>
                  <a:cubicBezTo>
                    <a:pt x="96" y="240"/>
                    <a:pt x="150" y="234"/>
                    <a:pt x="205" y="234"/>
                  </a:cubicBezTo>
                  <a:cubicBezTo>
                    <a:pt x="214" y="234"/>
                    <a:pt x="223" y="234"/>
                    <a:pt x="233" y="234"/>
                  </a:cubicBezTo>
                  <a:cubicBezTo>
                    <a:pt x="233" y="205"/>
                    <a:pt x="231" y="175"/>
                    <a:pt x="227" y="145"/>
                  </a:cubicBezTo>
                  <a:moveTo>
                    <a:pt x="195" y="0"/>
                  </a:moveTo>
                  <a:cubicBezTo>
                    <a:pt x="129" y="1"/>
                    <a:pt x="64" y="9"/>
                    <a:pt x="0" y="24"/>
                  </a:cubicBezTo>
                  <a:cubicBezTo>
                    <a:pt x="5" y="36"/>
                    <a:pt x="10" y="48"/>
                    <a:pt x="14" y="60"/>
                  </a:cubicBezTo>
                  <a:cubicBezTo>
                    <a:pt x="21" y="60"/>
                    <a:pt x="27" y="61"/>
                    <a:pt x="34" y="61"/>
                  </a:cubicBezTo>
                  <a:cubicBezTo>
                    <a:pt x="91" y="61"/>
                    <a:pt x="149" y="47"/>
                    <a:pt x="201" y="19"/>
                  </a:cubicBezTo>
                  <a:cubicBezTo>
                    <a:pt x="199" y="13"/>
                    <a:pt x="197" y="7"/>
                    <a:pt x="195"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0"/>
            <p:cNvSpPr>
              <a:spLocks noEditPoints="1"/>
            </p:cNvSpPr>
            <p:nvPr userDrawn="1"/>
          </p:nvSpPr>
          <p:spPr bwMode="auto">
            <a:xfrm rot="10800000">
              <a:off x="8577567" y="3014493"/>
              <a:ext cx="1139457" cy="1138998"/>
            </a:xfrm>
            <a:custGeom>
              <a:avLst/>
              <a:gdLst>
                <a:gd name="T0" fmla="*/ 395 w 1519"/>
                <a:gd name="T1" fmla="*/ 1062 h 1519"/>
                <a:gd name="T2" fmla="*/ 330 w 1519"/>
                <a:gd name="T3" fmla="*/ 1137 h 1519"/>
                <a:gd name="T4" fmla="*/ 330 w 1519"/>
                <a:gd name="T5" fmla="*/ 1137 h 1519"/>
                <a:gd name="T6" fmla="*/ 226 w 1519"/>
                <a:gd name="T7" fmla="*/ 1223 h 1519"/>
                <a:gd name="T8" fmla="*/ 260 w 1519"/>
                <a:gd name="T9" fmla="*/ 1258 h 1519"/>
                <a:gd name="T10" fmla="*/ 889 w 1519"/>
                <a:gd name="T11" fmla="*/ 1519 h 1519"/>
                <a:gd name="T12" fmla="*/ 1519 w 1519"/>
                <a:gd name="T13" fmla="*/ 1258 h 1519"/>
                <a:gd name="T14" fmla="*/ 1518 w 1519"/>
                <a:gd name="T15" fmla="*/ 1258 h 1519"/>
                <a:gd name="T16" fmla="*/ 1518 w 1519"/>
                <a:gd name="T17" fmla="*/ 1258 h 1519"/>
                <a:gd name="T18" fmla="*/ 1354 w 1519"/>
                <a:gd name="T19" fmla="*/ 1094 h 1519"/>
                <a:gd name="T20" fmla="*/ 889 w 1519"/>
                <a:gd name="T21" fmla="*/ 1286 h 1519"/>
                <a:gd name="T22" fmla="*/ 425 w 1519"/>
                <a:gd name="T23" fmla="*/ 1093 h 1519"/>
                <a:gd name="T24" fmla="*/ 395 w 1519"/>
                <a:gd name="T25" fmla="*/ 1062 h 1519"/>
                <a:gd name="T26" fmla="*/ 0 w 1519"/>
                <a:gd name="T27" fmla="*/ 672 h 1519"/>
                <a:gd name="T28" fmla="*/ 116 w 1519"/>
                <a:gd name="T29" fmla="*/ 1070 h 1519"/>
                <a:gd name="T30" fmla="*/ 197 w 1519"/>
                <a:gd name="T31" fmla="*/ 1004 h 1519"/>
                <a:gd name="T32" fmla="*/ 196 w 1519"/>
                <a:gd name="T33" fmla="*/ 1004 h 1519"/>
                <a:gd name="T34" fmla="*/ 285 w 1519"/>
                <a:gd name="T35" fmla="*/ 887 h 1519"/>
                <a:gd name="T36" fmla="*/ 236 w 1519"/>
                <a:gd name="T37" fmla="*/ 696 h 1519"/>
                <a:gd name="T38" fmla="*/ 191 w 1519"/>
                <a:gd name="T39" fmla="*/ 697 h 1519"/>
                <a:gd name="T40" fmla="*/ 0 w 1519"/>
                <a:gd name="T41" fmla="*/ 672 h 1519"/>
                <a:gd name="T42" fmla="*/ 116 w 1519"/>
                <a:gd name="T43" fmla="*/ 187 h 1519"/>
                <a:gd name="T44" fmla="*/ 12 w 1519"/>
                <a:gd name="T45" fmla="*/ 477 h 1519"/>
                <a:gd name="T46" fmla="*/ 191 w 1519"/>
                <a:gd name="T47" fmla="*/ 507 h 1519"/>
                <a:gd name="T48" fmla="*/ 244 w 1519"/>
                <a:gd name="T49" fmla="*/ 505 h 1519"/>
                <a:gd name="T50" fmla="*/ 285 w 1519"/>
                <a:gd name="T51" fmla="*/ 371 h 1519"/>
                <a:gd name="T52" fmla="*/ 196 w 1519"/>
                <a:gd name="T53" fmla="*/ 253 h 1519"/>
                <a:gd name="T54" fmla="*/ 116 w 1519"/>
                <a:gd name="T55" fmla="*/ 187 h 1519"/>
                <a:gd name="T56" fmla="*/ 260 w 1519"/>
                <a:gd name="T57" fmla="*/ 0 h 1519"/>
                <a:gd name="T58" fmla="*/ 226 w 1519"/>
                <a:gd name="T59" fmla="*/ 35 h 1519"/>
                <a:gd name="T60" fmla="*/ 329 w 1519"/>
                <a:gd name="T61" fmla="*/ 120 h 1519"/>
                <a:gd name="T62" fmla="*/ 395 w 1519"/>
                <a:gd name="T63" fmla="*/ 196 h 1519"/>
                <a:gd name="T64" fmla="*/ 425 w 1519"/>
                <a:gd name="T65" fmla="*/ 164 h 1519"/>
                <a:gd name="T66" fmla="*/ 424 w 1519"/>
                <a:gd name="T67" fmla="*/ 164 h 1519"/>
                <a:gd name="T68" fmla="*/ 424 w 1519"/>
                <a:gd name="T69" fmla="*/ 164 h 1519"/>
                <a:gd name="T70" fmla="*/ 260 w 1519"/>
                <a:gd name="T71"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9" h="1519">
                  <a:moveTo>
                    <a:pt x="395" y="1062"/>
                  </a:moveTo>
                  <a:cubicBezTo>
                    <a:pt x="375" y="1088"/>
                    <a:pt x="353" y="1113"/>
                    <a:pt x="330" y="1137"/>
                  </a:cubicBezTo>
                  <a:cubicBezTo>
                    <a:pt x="330" y="1137"/>
                    <a:pt x="330" y="1137"/>
                    <a:pt x="330" y="1137"/>
                  </a:cubicBezTo>
                  <a:cubicBezTo>
                    <a:pt x="298" y="1170"/>
                    <a:pt x="263" y="1198"/>
                    <a:pt x="226" y="1223"/>
                  </a:cubicBezTo>
                  <a:cubicBezTo>
                    <a:pt x="237" y="1235"/>
                    <a:pt x="248" y="1247"/>
                    <a:pt x="260" y="1258"/>
                  </a:cubicBezTo>
                  <a:cubicBezTo>
                    <a:pt x="434" y="1432"/>
                    <a:pt x="661" y="1519"/>
                    <a:pt x="889" y="1519"/>
                  </a:cubicBezTo>
                  <a:cubicBezTo>
                    <a:pt x="1117" y="1519"/>
                    <a:pt x="1345" y="1432"/>
                    <a:pt x="1519" y="1258"/>
                  </a:cubicBezTo>
                  <a:cubicBezTo>
                    <a:pt x="1518" y="1258"/>
                    <a:pt x="1518" y="1258"/>
                    <a:pt x="1518" y="1258"/>
                  </a:cubicBezTo>
                  <a:cubicBezTo>
                    <a:pt x="1518" y="1258"/>
                    <a:pt x="1518" y="1258"/>
                    <a:pt x="1518" y="1258"/>
                  </a:cubicBezTo>
                  <a:cubicBezTo>
                    <a:pt x="1354" y="1094"/>
                    <a:pt x="1354" y="1094"/>
                    <a:pt x="1354" y="1094"/>
                  </a:cubicBezTo>
                  <a:cubicBezTo>
                    <a:pt x="1225" y="1222"/>
                    <a:pt x="1057" y="1286"/>
                    <a:pt x="889" y="1286"/>
                  </a:cubicBezTo>
                  <a:cubicBezTo>
                    <a:pt x="721" y="1286"/>
                    <a:pt x="553" y="1222"/>
                    <a:pt x="425" y="1093"/>
                  </a:cubicBezTo>
                  <a:cubicBezTo>
                    <a:pt x="414" y="1083"/>
                    <a:pt x="404" y="1073"/>
                    <a:pt x="395" y="1062"/>
                  </a:cubicBezTo>
                  <a:moveTo>
                    <a:pt x="0" y="672"/>
                  </a:moveTo>
                  <a:cubicBezTo>
                    <a:pt x="7" y="810"/>
                    <a:pt x="45" y="947"/>
                    <a:pt x="116" y="1070"/>
                  </a:cubicBezTo>
                  <a:cubicBezTo>
                    <a:pt x="144" y="1051"/>
                    <a:pt x="172" y="1029"/>
                    <a:pt x="197" y="1004"/>
                  </a:cubicBezTo>
                  <a:cubicBezTo>
                    <a:pt x="196" y="1004"/>
                    <a:pt x="196" y="1004"/>
                    <a:pt x="196" y="1004"/>
                  </a:cubicBezTo>
                  <a:cubicBezTo>
                    <a:pt x="232" y="968"/>
                    <a:pt x="261" y="929"/>
                    <a:pt x="285" y="887"/>
                  </a:cubicBezTo>
                  <a:cubicBezTo>
                    <a:pt x="259" y="826"/>
                    <a:pt x="242" y="761"/>
                    <a:pt x="236" y="696"/>
                  </a:cubicBezTo>
                  <a:cubicBezTo>
                    <a:pt x="221" y="697"/>
                    <a:pt x="206" y="697"/>
                    <a:pt x="191" y="697"/>
                  </a:cubicBezTo>
                  <a:cubicBezTo>
                    <a:pt x="127" y="697"/>
                    <a:pt x="62" y="689"/>
                    <a:pt x="0" y="672"/>
                  </a:cubicBezTo>
                  <a:moveTo>
                    <a:pt x="116" y="187"/>
                  </a:moveTo>
                  <a:cubicBezTo>
                    <a:pt x="64" y="278"/>
                    <a:pt x="29" y="376"/>
                    <a:pt x="12" y="477"/>
                  </a:cubicBezTo>
                  <a:cubicBezTo>
                    <a:pt x="70" y="497"/>
                    <a:pt x="130" y="507"/>
                    <a:pt x="191" y="507"/>
                  </a:cubicBezTo>
                  <a:cubicBezTo>
                    <a:pt x="209" y="507"/>
                    <a:pt x="226" y="506"/>
                    <a:pt x="244" y="505"/>
                  </a:cubicBezTo>
                  <a:cubicBezTo>
                    <a:pt x="253" y="459"/>
                    <a:pt x="266" y="414"/>
                    <a:pt x="285" y="371"/>
                  </a:cubicBezTo>
                  <a:cubicBezTo>
                    <a:pt x="262" y="329"/>
                    <a:pt x="232" y="289"/>
                    <a:pt x="196" y="253"/>
                  </a:cubicBezTo>
                  <a:cubicBezTo>
                    <a:pt x="171" y="228"/>
                    <a:pt x="144" y="206"/>
                    <a:pt x="116" y="187"/>
                  </a:cubicBezTo>
                  <a:moveTo>
                    <a:pt x="260" y="0"/>
                  </a:moveTo>
                  <a:cubicBezTo>
                    <a:pt x="248" y="11"/>
                    <a:pt x="237" y="23"/>
                    <a:pt x="226" y="35"/>
                  </a:cubicBezTo>
                  <a:cubicBezTo>
                    <a:pt x="263" y="59"/>
                    <a:pt x="297" y="88"/>
                    <a:pt x="329" y="120"/>
                  </a:cubicBezTo>
                  <a:cubicBezTo>
                    <a:pt x="353" y="144"/>
                    <a:pt x="375" y="169"/>
                    <a:pt x="395" y="196"/>
                  </a:cubicBezTo>
                  <a:cubicBezTo>
                    <a:pt x="405" y="185"/>
                    <a:pt x="414" y="175"/>
                    <a:pt x="425" y="164"/>
                  </a:cubicBezTo>
                  <a:cubicBezTo>
                    <a:pt x="424" y="164"/>
                    <a:pt x="424" y="164"/>
                    <a:pt x="424" y="164"/>
                  </a:cubicBezTo>
                  <a:cubicBezTo>
                    <a:pt x="424" y="164"/>
                    <a:pt x="424" y="164"/>
                    <a:pt x="424" y="164"/>
                  </a:cubicBezTo>
                  <a:cubicBezTo>
                    <a:pt x="260" y="0"/>
                    <a:pt x="260" y="0"/>
                    <a:pt x="26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1"/>
            <p:cNvSpPr>
              <a:spLocks/>
            </p:cNvSpPr>
            <p:nvPr userDrawn="1"/>
          </p:nvSpPr>
          <p:spPr bwMode="auto">
            <a:xfrm rot="10800000">
              <a:off x="9534306" y="3631048"/>
              <a:ext cx="185013" cy="164813"/>
            </a:xfrm>
            <a:custGeom>
              <a:avLst/>
              <a:gdLst>
                <a:gd name="T0" fmla="*/ 15 w 247"/>
                <a:gd name="T1" fmla="*/ 0 h 220"/>
                <a:gd name="T2" fmla="*/ 3 w 247"/>
                <a:gd name="T3" fmla="*/ 195 h 220"/>
                <a:gd name="T4" fmla="*/ 194 w 247"/>
                <a:gd name="T5" fmla="*/ 220 h 220"/>
                <a:gd name="T6" fmla="*/ 239 w 247"/>
                <a:gd name="T7" fmla="*/ 219 h 220"/>
                <a:gd name="T8" fmla="*/ 247 w 247"/>
                <a:gd name="T9" fmla="*/ 28 h 220"/>
                <a:gd name="T10" fmla="*/ 194 w 247"/>
                <a:gd name="T11" fmla="*/ 30 h 220"/>
                <a:gd name="T12" fmla="*/ 15 w 247"/>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247" h="220">
                  <a:moveTo>
                    <a:pt x="15" y="0"/>
                  </a:moveTo>
                  <a:cubicBezTo>
                    <a:pt x="4" y="64"/>
                    <a:pt x="0" y="130"/>
                    <a:pt x="3" y="195"/>
                  </a:cubicBezTo>
                  <a:cubicBezTo>
                    <a:pt x="65" y="212"/>
                    <a:pt x="130" y="220"/>
                    <a:pt x="194" y="220"/>
                  </a:cubicBezTo>
                  <a:cubicBezTo>
                    <a:pt x="209" y="220"/>
                    <a:pt x="224" y="220"/>
                    <a:pt x="239" y="219"/>
                  </a:cubicBezTo>
                  <a:cubicBezTo>
                    <a:pt x="232" y="155"/>
                    <a:pt x="235" y="91"/>
                    <a:pt x="247" y="28"/>
                  </a:cubicBezTo>
                  <a:cubicBezTo>
                    <a:pt x="229" y="29"/>
                    <a:pt x="212" y="30"/>
                    <a:pt x="194" y="30"/>
                  </a:cubicBezTo>
                  <a:cubicBezTo>
                    <a:pt x="133" y="30"/>
                    <a:pt x="73" y="20"/>
                    <a:pt x="15"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noEditPoints="1"/>
            </p:cNvSpPr>
            <p:nvPr userDrawn="1"/>
          </p:nvSpPr>
          <p:spPr bwMode="auto">
            <a:xfrm rot="10800000">
              <a:off x="8578485" y="3210065"/>
              <a:ext cx="943886" cy="943426"/>
            </a:xfrm>
            <a:custGeom>
              <a:avLst/>
              <a:gdLst>
                <a:gd name="T0" fmla="*/ 1094 w 1258"/>
                <a:gd name="T1" fmla="*/ 1093 h 1258"/>
                <a:gd name="T2" fmla="*/ 1094 w 1258"/>
                <a:gd name="T3" fmla="*/ 1094 h 1258"/>
                <a:gd name="T4" fmla="*/ 1258 w 1258"/>
                <a:gd name="T5" fmla="*/ 1258 h 1258"/>
                <a:gd name="T6" fmla="*/ 1258 w 1258"/>
                <a:gd name="T7" fmla="*/ 1258 h 1258"/>
                <a:gd name="T8" fmla="*/ 1094 w 1258"/>
                <a:gd name="T9" fmla="*/ 1093 h 1258"/>
                <a:gd name="T10" fmla="*/ 0 w 1258"/>
                <a:gd name="T11" fmla="*/ 0 h 1258"/>
                <a:gd name="T12" fmla="*/ 0 w 1258"/>
                <a:gd name="T13" fmla="*/ 0 h 1258"/>
                <a:gd name="T14" fmla="*/ 164 w 1258"/>
                <a:gd name="T15" fmla="*/ 164 h 1258"/>
                <a:gd name="T16" fmla="*/ 164 w 1258"/>
                <a:gd name="T17" fmla="*/ 164 h 1258"/>
                <a:gd name="T18" fmla="*/ 0 w 1258"/>
                <a:gd name="T19" fmla="*/ 0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8" h="1258">
                  <a:moveTo>
                    <a:pt x="1094" y="1093"/>
                  </a:moveTo>
                  <a:cubicBezTo>
                    <a:pt x="1094" y="1093"/>
                    <a:pt x="1094" y="1093"/>
                    <a:pt x="1094" y="1094"/>
                  </a:cubicBezTo>
                  <a:cubicBezTo>
                    <a:pt x="1258" y="1258"/>
                    <a:pt x="1258" y="1258"/>
                    <a:pt x="1258" y="1258"/>
                  </a:cubicBezTo>
                  <a:cubicBezTo>
                    <a:pt x="1258" y="1258"/>
                    <a:pt x="1258" y="1258"/>
                    <a:pt x="1258" y="1258"/>
                  </a:cubicBezTo>
                  <a:cubicBezTo>
                    <a:pt x="1094" y="1093"/>
                    <a:pt x="1094" y="1093"/>
                    <a:pt x="1094" y="1093"/>
                  </a:cubicBezTo>
                  <a:moveTo>
                    <a:pt x="0" y="0"/>
                  </a:moveTo>
                  <a:cubicBezTo>
                    <a:pt x="0" y="0"/>
                    <a:pt x="0" y="0"/>
                    <a:pt x="0" y="0"/>
                  </a:cubicBezTo>
                  <a:cubicBezTo>
                    <a:pt x="164" y="164"/>
                    <a:pt x="164" y="164"/>
                    <a:pt x="164" y="164"/>
                  </a:cubicBezTo>
                  <a:cubicBezTo>
                    <a:pt x="164" y="164"/>
                    <a:pt x="164" y="164"/>
                    <a:pt x="164" y="164"/>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3"/>
            <p:cNvSpPr>
              <a:spLocks noEditPoints="1"/>
            </p:cNvSpPr>
            <p:nvPr userDrawn="1"/>
          </p:nvSpPr>
          <p:spPr bwMode="auto">
            <a:xfrm rot="10800000">
              <a:off x="9840978" y="3353300"/>
              <a:ext cx="1089416" cy="544478"/>
            </a:xfrm>
            <a:custGeom>
              <a:avLst/>
              <a:gdLst>
                <a:gd name="T0" fmla="*/ 1208 w 1452"/>
                <a:gd name="T1" fmla="*/ 183 h 726"/>
                <a:gd name="T2" fmla="*/ 1126 w 1452"/>
                <a:gd name="T3" fmla="*/ 369 h 726"/>
                <a:gd name="T4" fmla="*/ 1262 w 1452"/>
                <a:gd name="T5" fmla="*/ 726 h 726"/>
                <a:gd name="T6" fmla="*/ 1262 w 1452"/>
                <a:gd name="T7" fmla="*/ 726 h 726"/>
                <a:gd name="T8" fmla="*/ 1262 w 1452"/>
                <a:gd name="T9" fmla="*/ 726 h 726"/>
                <a:gd name="T10" fmla="*/ 1452 w 1452"/>
                <a:gd name="T11" fmla="*/ 726 h 726"/>
                <a:gd name="T12" fmla="*/ 1208 w 1452"/>
                <a:gd name="T13" fmla="*/ 183 h 726"/>
                <a:gd name="T14" fmla="*/ 322 w 1452"/>
                <a:gd name="T15" fmla="*/ 122 h 726"/>
                <a:gd name="T16" fmla="*/ 133 w 1452"/>
                <a:gd name="T17" fmla="*/ 307 h 726"/>
                <a:gd name="T18" fmla="*/ 263 w 1452"/>
                <a:gd name="T19" fmla="*/ 239 h 726"/>
                <a:gd name="T20" fmla="*/ 263 w 1452"/>
                <a:gd name="T21" fmla="*/ 239 h 726"/>
                <a:gd name="T22" fmla="*/ 322 w 1452"/>
                <a:gd name="T23" fmla="*/ 122 h 726"/>
                <a:gd name="T24" fmla="*/ 437 w 1452"/>
                <a:gd name="T25" fmla="*/ 60 h 726"/>
                <a:gd name="T26" fmla="*/ 407 w 1452"/>
                <a:gd name="T27" fmla="*/ 73 h 726"/>
                <a:gd name="T28" fmla="*/ 322 w 1452"/>
                <a:gd name="T29" fmla="*/ 295 h 726"/>
                <a:gd name="T30" fmla="*/ 322 w 1452"/>
                <a:gd name="T31" fmla="*/ 295 h 726"/>
                <a:gd name="T32" fmla="*/ 97 w 1452"/>
                <a:gd name="T33" fmla="*/ 391 h 726"/>
                <a:gd name="T34" fmla="*/ 82 w 1452"/>
                <a:gd name="T35" fmla="*/ 390 h 726"/>
                <a:gd name="T36" fmla="*/ 0 w 1452"/>
                <a:gd name="T37" fmla="*/ 726 h 726"/>
                <a:gd name="T38" fmla="*/ 1 w 1452"/>
                <a:gd name="T39" fmla="*/ 726 h 726"/>
                <a:gd name="T40" fmla="*/ 1 w 1452"/>
                <a:gd name="T41" fmla="*/ 726 h 726"/>
                <a:gd name="T42" fmla="*/ 190 w 1452"/>
                <a:gd name="T43" fmla="*/ 726 h 726"/>
                <a:gd name="T44" fmla="*/ 457 w 1452"/>
                <a:gd name="T45" fmla="*/ 262 h 726"/>
                <a:gd name="T46" fmla="*/ 437 w 1452"/>
                <a:gd name="T47" fmla="*/ 60 h 726"/>
                <a:gd name="T48" fmla="*/ 968 w 1452"/>
                <a:gd name="T49" fmla="*/ 41 h 726"/>
                <a:gd name="T50" fmla="*/ 912 w 1452"/>
                <a:gd name="T51" fmla="*/ 223 h 726"/>
                <a:gd name="T52" fmla="*/ 1051 w 1452"/>
                <a:gd name="T53" fmla="*/ 299 h 726"/>
                <a:gd name="T54" fmla="*/ 1110 w 1452"/>
                <a:gd name="T55" fmla="*/ 110 h 726"/>
                <a:gd name="T56" fmla="*/ 968 w 1452"/>
                <a:gd name="T57" fmla="*/ 41 h 726"/>
                <a:gd name="T58" fmla="*/ 726 w 1452"/>
                <a:gd name="T59" fmla="*/ 0 h 726"/>
                <a:gd name="T60" fmla="*/ 726 w 1452"/>
                <a:gd name="T61" fmla="*/ 0 h 726"/>
                <a:gd name="T62" fmla="*/ 553 w 1452"/>
                <a:gd name="T63" fmla="*/ 21 h 726"/>
                <a:gd name="T64" fmla="*/ 550 w 1452"/>
                <a:gd name="T65" fmla="*/ 220 h 726"/>
                <a:gd name="T66" fmla="*/ 726 w 1452"/>
                <a:gd name="T67" fmla="*/ 190 h 726"/>
                <a:gd name="T68" fmla="*/ 726 w 1452"/>
                <a:gd name="T69" fmla="*/ 190 h 726"/>
                <a:gd name="T70" fmla="*/ 779 w 1452"/>
                <a:gd name="T71" fmla="*/ 2 h 726"/>
                <a:gd name="T72" fmla="*/ 726 w 1452"/>
                <a:gd name="T7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52" h="726">
                  <a:moveTo>
                    <a:pt x="1208" y="183"/>
                  </a:moveTo>
                  <a:cubicBezTo>
                    <a:pt x="1198" y="250"/>
                    <a:pt x="1170" y="314"/>
                    <a:pt x="1126" y="369"/>
                  </a:cubicBezTo>
                  <a:cubicBezTo>
                    <a:pt x="1210" y="464"/>
                    <a:pt x="1262" y="589"/>
                    <a:pt x="1262" y="726"/>
                  </a:cubicBezTo>
                  <a:cubicBezTo>
                    <a:pt x="1262" y="726"/>
                    <a:pt x="1262" y="726"/>
                    <a:pt x="1262" y="726"/>
                  </a:cubicBezTo>
                  <a:cubicBezTo>
                    <a:pt x="1262" y="726"/>
                    <a:pt x="1262" y="726"/>
                    <a:pt x="1262" y="726"/>
                  </a:cubicBezTo>
                  <a:cubicBezTo>
                    <a:pt x="1452" y="726"/>
                    <a:pt x="1452" y="726"/>
                    <a:pt x="1452" y="726"/>
                  </a:cubicBezTo>
                  <a:cubicBezTo>
                    <a:pt x="1452" y="510"/>
                    <a:pt x="1358" y="316"/>
                    <a:pt x="1208" y="183"/>
                  </a:cubicBezTo>
                  <a:moveTo>
                    <a:pt x="322" y="122"/>
                  </a:moveTo>
                  <a:cubicBezTo>
                    <a:pt x="249" y="172"/>
                    <a:pt x="185" y="234"/>
                    <a:pt x="133" y="307"/>
                  </a:cubicBezTo>
                  <a:cubicBezTo>
                    <a:pt x="181" y="299"/>
                    <a:pt x="227" y="276"/>
                    <a:pt x="263" y="239"/>
                  </a:cubicBezTo>
                  <a:cubicBezTo>
                    <a:pt x="263" y="239"/>
                    <a:pt x="263" y="239"/>
                    <a:pt x="263" y="239"/>
                  </a:cubicBezTo>
                  <a:cubicBezTo>
                    <a:pt x="295" y="205"/>
                    <a:pt x="315" y="165"/>
                    <a:pt x="322" y="122"/>
                  </a:cubicBezTo>
                  <a:moveTo>
                    <a:pt x="437" y="60"/>
                  </a:moveTo>
                  <a:cubicBezTo>
                    <a:pt x="427" y="64"/>
                    <a:pt x="417" y="69"/>
                    <a:pt x="407" y="73"/>
                  </a:cubicBezTo>
                  <a:cubicBezTo>
                    <a:pt x="409" y="153"/>
                    <a:pt x="381" y="233"/>
                    <a:pt x="322" y="295"/>
                  </a:cubicBezTo>
                  <a:cubicBezTo>
                    <a:pt x="322" y="295"/>
                    <a:pt x="322" y="295"/>
                    <a:pt x="322" y="295"/>
                  </a:cubicBezTo>
                  <a:cubicBezTo>
                    <a:pt x="261" y="359"/>
                    <a:pt x="179" y="391"/>
                    <a:pt x="97" y="391"/>
                  </a:cubicBezTo>
                  <a:cubicBezTo>
                    <a:pt x="92" y="391"/>
                    <a:pt x="87" y="391"/>
                    <a:pt x="82" y="390"/>
                  </a:cubicBezTo>
                  <a:cubicBezTo>
                    <a:pt x="30" y="491"/>
                    <a:pt x="0" y="605"/>
                    <a:pt x="0" y="726"/>
                  </a:cubicBezTo>
                  <a:cubicBezTo>
                    <a:pt x="1" y="726"/>
                    <a:pt x="1" y="726"/>
                    <a:pt x="1" y="726"/>
                  </a:cubicBezTo>
                  <a:cubicBezTo>
                    <a:pt x="1" y="726"/>
                    <a:pt x="1" y="726"/>
                    <a:pt x="1" y="726"/>
                  </a:cubicBezTo>
                  <a:cubicBezTo>
                    <a:pt x="190" y="726"/>
                    <a:pt x="190" y="726"/>
                    <a:pt x="190" y="726"/>
                  </a:cubicBezTo>
                  <a:cubicBezTo>
                    <a:pt x="190" y="528"/>
                    <a:pt x="298" y="355"/>
                    <a:pt x="457" y="262"/>
                  </a:cubicBezTo>
                  <a:cubicBezTo>
                    <a:pt x="433" y="198"/>
                    <a:pt x="426" y="127"/>
                    <a:pt x="437" y="60"/>
                  </a:cubicBezTo>
                  <a:moveTo>
                    <a:pt x="968" y="41"/>
                  </a:moveTo>
                  <a:cubicBezTo>
                    <a:pt x="938" y="99"/>
                    <a:pt x="920" y="160"/>
                    <a:pt x="912" y="223"/>
                  </a:cubicBezTo>
                  <a:cubicBezTo>
                    <a:pt x="962" y="242"/>
                    <a:pt x="1009" y="268"/>
                    <a:pt x="1051" y="299"/>
                  </a:cubicBezTo>
                  <a:cubicBezTo>
                    <a:pt x="1093" y="244"/>
                    <a:pt x="1113" y="176"/>
                    <a:pt x="1110" y="110"/>
                  </a:cubicBezTo>
                  <a:cubicBezTo>
                    <a:pt x="1066" y="82"/>
                    <a:pt x="1018" y="59"/>
                    <a:pt x="968" y="41"/>
                  </a:cubicBezTo>
                  <a:moveTo>
                    <a:pt x="726" y="0"/>
                  </a:moveTo>
                  <a:cubicBezTo>
                    <a:pt x="726" y="0"/>
                    <a:pt x="726" y="0"/>
                    <a:pt x="726" y="0"/>
                  </a:cubicBezTo>
                  <a:cubicBezTo>
                    <a:pt x="666" y="0"/>
                    <a:pt x="608" y="7"/>
                    <a:pt x="553" y="21"/>
                  </a:cubicBezTo>
                  <a:cubicBezTo>
                    <a:pt x="529" y="85"/>
                    <a:pt x="528" y="155"/>
                    <a:pt x="550" y="220"/>
                  </a:cubicBezTo>
                  <a:cubicBezTo>
                    <a:pt x="605" y="200"/>
                    <a:pt x="665" y="190"/>
                    <a:pt x="726" y="190"/>
                  </a:cubicBezTo>
                  <a:cubicBezTo>
                    <a:pt x="726" y="190"/>
                    <a:pt x="726" y="190"/>
                    <a:pt x="726" y="190"/>
                  </a:cubicBezTo>
                  <a:cubicBezTo>
                    <a:pt x="735" y="126"/>
                    <a:pt x="753" y="62"/>
                    <a:pt x="779" y="2"/>
                  </a:cubicBezTo>
                  <a:cubicBezTo>
                    <a:pt x="761" y="1"/>
                    <a:pt x="744" y="0"/>
                    <a:pt x="72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5"/>
            <p:cNvSpPr>
              <a:spLocks noEditPoints="1"/>
            </p:cNvSpPr>
            <p:nvPr userDrawn="1"/>
          </p:nvSpPr>
          <p:spPr bwMode="auto">
            <a:xfrm rot="10800000">
              <a:off x="9840978" y="3353300"/>
              <a:ext cx="1088498" cy="0"/>
            </a:xfrm>
            <a:custGeom>
              <a:avLst/>
              <a:gdLst>
                <a:gd name="T0" fmla="*/ 1451 w 1451"/>
                <a:gd name="T1" fmla="*/ 1261 w 1451"/>
                <a:gd name="T2" fmla="*/ 1261 w 1451"/>
                <a:gd name="T3" fmla="*/ 1451 w 1451"/>
                <a:gd name="T4" fmla="*/ 1451 w 1451"/>
                <a:gd name="T5" fmla="*/ 189 w 1451"/>
                <a:gd name="T6" fmla="*/ 0 w 1451"/>
                <a:gd name="T7" fmla="*/ 0 w 1451"/>
                <a:gd name="T8" fmla="*/ 189 w 1451"/>
                <a:gd name="T9" fmla="*/ 189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moveTo>
                    <a:pt x="189" y="0"/>
                  </a:moveTo>
                  <a:cubicBezTo>
                    <a:pt x="0" y="0"/>
                    <a:pt x="0" y="0"/>
                    <a:pt x="0" y="0"/>
                  </a:cubicBezTo>
                  <a:cubicBezTo>
                    <a:pt x="0" y="0"/>
                    <a:pt x="0" y="0"/>
                    <a:pt x="0" y="0"/>
                  </a:cubicBezTo>
                  <a:cubicBezTo>
                    <a:pt x="189" y="0"/>
                    <a:pt x="189" y="0"/>
                    <a:pt x="189" y="0"/>
                  </a:cubicBezTo>
                  <a:cubicBezTo>
                    <a:pt x="189" y="0"/>
                    <a:pt x="189" y="0"/>
                    <a:pt x="189"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9"/>
            <p:cNvSpPr>
              <a:spLocks noEditPoints="1"/>
            </p:cNvSpPr>
            <p:nvPr userDrawn="1"/>
          </p:nvSpPr>
          <p:spPr bwMode="auto">
            <a:xfrm rot="10800000">
              <a:off x="8218559" y="4965158"/>
              <a:ext cx="1088957" cy="544478"/>
            </a:xfrm>
            <a:custGeom>
              <a:avLst/>
              <a:gdLst>
                <a:gd name="T0" fmla="*/ 54 w 1452"/>
                <a:gd name="T1" fmla="*/ 518 h 726"/>
                <a:gd name="T2" fmla="*/ 25 w 1452"/>
                <a:gd name="T3" fmla="*/ 536 h 726"/>
                <a:gd name="T4" fmla="*/ 0 w 1452"/>
                <a:gd name="T5" fmla="*/ 726 h 726"/>
                <a:gd name="T6" fmla="*/ 1 w 1452"/>
                <a:gd name="T7" fmla="*/ 726 h 726"/>
                <a:gd name="T8" fmla="*/ 1 w 1452"/>
                <a:gd name="T9" fmla="*/ 726 h 726"/>
                <a:gd name="T10" fmla="*/ 190 w 1452"/>
                <a:gd name="T11" fmla="*/ 726 h 726"/>
                <a:gd name="T12" fmla="*/ 209 w 1452"/>
                <a:gd name="T13" fmla="*/ 586 h 726"/>
                <a:gd name="T14" fmla="*/ 54 w 1452"/>
                <a:gd name="T15" fmla="*/ 518 h 726"/>
                <a:gd name="T16" fmla="*/ 1303 w 1452"/>
                <a:gd name="T17" fmla="*/ 285 h 726"/>
                <a:gd name="T18" fmla="*/ 1247 w 1452"/>
                <a:gd name="T19" fmla="*/ 346 h 726"/>
                <a:gd name="T20" fmla="*/ 1247 w 1452"/>
                <a:gd name="T21" fmla="*/ 346 h 726"/>
                <a:gd name="T22" fmla="*/ 1166 w 1452"/>
                <a:gd name="T23" fmla="*/ 419 h 726"/>
                <a:gd name="T24" fmla="*/ 1262 w 1452"/>
                <a:gd name="T25" fmla="*/ 726 h 726"/>
                <a:gd name="T26" fmla="*/ 1262 w 1452"/>
                <a:gd name="T27" fmla="*/ 726 h 726"/>
                <a:gd name="T28" fmla="*/ 1262 w 1452"/>
                <a:gd name="T29" fmla="*/ 726 h 726"/>
                <a:gd name="T30" fmla="*/ 1452 w 1452"/>
                <a:gd name="T31" fmla="*/ 726 h 726"/>
                <a:gd name="T32" fmla="*/ 1303 w 1452"/>
                <a:gd name="T33" fmla="*/ 285 h 726"/>
                <a:gd name="T34" fmla="*/ 726 w 1452"/>
                <a:gd name="T35" fmla="*/ 0 h 726"/>
                <a:gd name="T36" fmla="*/ 726 w 1452"/>
                <a:gd name="T37" fmla="*/ 0 h 726"/>
                <a:gd name="T38" fmla="*/ 313 w 1452"/>
                <a:gd name="T39" fmla="*/ 129 h 726"/>
                <a:gd name="T40" fmla="*/ 243 w 1452"/>
                <a:gd name="T41" fmla="*/ 317 h 726"/>
                <a:gd name="T42" fmla="*/ 342 w 1452"/>
                <a:gd name="T43" fmla="*/ 352 h 726"/>
                <a:gd name="T44" fmla="*/ 726 w 1452"/>
                <a:gd name="T45" fmla="*/ 190 h 726"/>
                <a:gd name="T46" fmla="*/ 961 w 1452"/>
                <a:gd name="T47" fmla="*/ 244 h 726"/>
                <a:gd name="T48" fmla="*/ 1061 w 1452"/>
                <a:gd name="T49" fmla="*/ 160 h 726"/>
                <a:gd name="T50" fmla="*/ 1060 w 1452"/>
                <a:gd name="T51" fmla="*/ 159 h 726"/>
                <a:gd name="T52" fmla="*/ 1107 w 1452"/>
                <a:gd name="T53" fmla="*/ 108 h 726"/>
                <a:gd name="T54" fmla="*/ 726 w 1452"/>
                <a:gd name="T55"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52" h="726">
                  <a:moveTo>
                    <a:pt x="54" y="518"/>
                  </a:moveTo>
                  <a:cubicBezTo>
                    <a:pt x="45" y="525"/>
                    <a:pt x="35" y="531"/>
                    <a:pt x="25" y="536"/>
                  </a:cubicBezTo>
                  <a:cubicBezTo>
                    <a:pt x="9" y="597"/>
                    <a:pt x="0" y="660"/>
                    <a:pt x="0" y="726"/>
                  </a:cubicBezTo>
                  <a:cubicBezTo>
                    <a:pt x="1" y="726"/>
                    <a:pt x="1" y="726"/>
                    <a:pt x="1" y="726"/>
                  </a:cubicBezTo>
                  <a:cubicBezTo>
                    <a:pt x="1" y="726"/>
                    <a:pt x="1" y="726"/>
                    <a:pt x="1" y="726"/>
                  </a:cubicBezTo>
                  <a:cubicBezTo>
                    <a:pt x="190" y="726"/>
                    <a:pt x="190" y="726"/>
                    <a:pt x="190" y="726"/>
                  </a:cubicBezTo>
                  <a:cubicBezTo>
                    <a:pt x="190" y="677"/>
                    <a:pt x="197" y="631"/>
                    <a:pt x="209" y="586"/>
                  </a:cubicBezTo>
                  <a:cubicBezTo>
                    <a:pt x="156" y="568"/>
                    <a:pt x="104" y="545"/>
                    <a:pt x="54" y="518"/>
                  </a:cubicBezTo>
                  <a:moveTo>
                    <a:pt x="1303" y="285"/>
                  </a:moveTo>
                  <a:cubicBezTo>
                    <a:pt x="1285" y="306"/>
                    <a:pt x="1266" y="326"/>
                    <a:pt x="1247" y="346"/>
                  </a:cubicBezTo>
                  <a:cubicBezTo>
                    <a:pt x="1247" y="346"/>
                    <a:pt x="1247" y="346"/>
                    <a:pt x="1247" y="346"/>
                  </a:cubicBezTo>
                  <a:cubicBezTo>
                    <a:pt x="1221" y="372"/>
                    <a:pt x="1194" y="397"/>
                    <a:pt x="1166" y="419"/>
                  </a:cubicBezTo>
                  <a:cubicBezTo>
                    <a:pt x="1226" y="506"/>
                    <a:pt x="1262" y="612"/>
                    <a:pt x="1262" y="726"/>
                  </a:cubicBezTo>
                  <a:cubicBezTo>
                    <a:pt x="1262" y="726"/>
                    <a:pt x="1262" y="726"/>
                    <a:pt x="1262" y="726"/>
                  </a:cubicBezTo>
                  <a:cubicBezTo>
                    <a:pt x="1262" y="726"/>
                    <a:pt x="1262" y="726"/>
                    <a:pt x="1262" y="726"/>
                  </a:cubicBezTo>
                  <a:cubicBezTo>
                    <a:pt x="1452" y="726"/>
                    <a:pt x="1452" y="726"/>
                    <a:pt x="1452" y="726"/>
                  </a:cubicBezTo>
                  <a:cubicBezTo>
                    <a:pt x="1452" y="560"/>
                    <a:pt x="1396" y="407"/>
                    <a:pt x="1303" y="285"/>
                  </a:cubicBezTo>
                  <a:moveTo>
                    <a:pt x="726" y="0"/>
                  </a:moveTo>
                  <a:cubicBezTo>
                    <a:pt x="726" y="0"/>
                    <a:pt x="726" y="0"/>
                    <a:pt x="726" y="0"/>
                  </a:cubicBezTo>
                  <a:cubicBezTo>
                    <a:pt x="573" y="0"/>
                    <a:pt x="430" y="47"/>
                    <a:pt x="313" y="129"/>
                  </a:cubicBezTo>
                  <a:cubicBezTo>
                    <a:pt x="301" y="196"/>
                    <a:pt x="277" y="260"/>
                    <a:pt x="243" y="317"/>
                  </a:cubicBezTo>
                  <a:cubicBezTo>
                    <a:pt x="276" y="331"/>
                    <a:pt x="309" y="343"/>
                    <a:pt x="342" y="352"/>
                  </a:cubicBezTo>
                  <a:cubicBezTo>
                    <a:pt x="440" y="252"/>
                    <a:pt x="576" y="190"/>
                    <a:pt x="726" y="190"/>
                  </a:cubicBezTo>
                  <a:cubicBezTo>
                    <a:pt x="810" y="190"/>
                    <a:pt x="890" y="209"/>
                    <a:pt x="961" y="244"/>
                  </a:cubicBezTo>
                  <a:cubicBezTo>
                    <a:pt x="996" y="219"/>
                    <a:pt x="1029" y="191"/>
                    <a:pt x="1061" y="160"/>
                  </a:cubicBezTo>
                  <a:cubicBezTo>
                    <a:pt x="1060" y="159"/>
                    <a:pt x="1060" y="159"/>
                    <a:pt x="1060" y="159"/>
                  </a:cubicBezTo>
                  <a:cubicBezTo>
                    <a:pt x="1077" y="143"/>
                    <a:pt x="1093" y="126"/>
                    <a:pt x="1107" y="108"/>
                  </a:cubicBezTo>
                  <a:cubicBezTo>
                    <a:pt x="996" y="39"/>
                    <a:pt x="866" y="0"/>
                    <a:pt x="72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21"/>
            <p:cNvSpPr>
              <a:spLocks noEditPoints="1"/>
            </p:cNvSpPr>
            <p:nvPr userDrawn="1"/>
          </p:nvSpPr>
          <p:spPr bwMode="auto">
            <a:xfrm rot="10800000">
              <a:off x="8218560" y="4965158"/>
              <a:ext cx="1088498" cy="0"/>
            </a:xfrm>
            <a:custGeom>
              <a:avLst/>
              <a:gdLst>
                <a:gd name="T0" fmla="*/ 189 w 1451"/>
                <a:gd name="T1" fmla="*/ 0 w 1451"/>
                <a:gd name="T2" fmla="*/ 0 w 1451"/>
                <a:gd name="T3" fmla="*/ 189 w 1451"/>
                <a:gd name="T4" fmla="*/ 189 w 1451"/>
                <a:gd name="T5" fmla="*/ 1451 w 1451"/>
                <a:gd name="T6" fmla="*/ 1261 w 1451"/>
                <a:gd name="T7" fmla="*/ 1261 w 1451"/>
                <a:gd name="T8" fmla="*/ 1451 w 1451"/>
                <a:gd name="T9" fmla="*/ 1451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89" y="0"/>
                  </a:moveTo>
                  <a:cubicBezTo>
                    <a:pt x="0" y="0"/>
                    <a:pt x="0" y="0"/>
                    <a:pt x="0" y="0"/>
                  </a:cubicBezTo>
                  <a:cubicBezTo>
                    <a:pt x="0" y="0"/>
                    <a:pt x="0" y="0"/>
                    <a:pt x="0" y="0"/>
                  </a:cubicBezTo>
                  <a:cubicBezTo>
                    <a:pt x="189" y="0"/>
                    <a:pt x="189" y="0"/>
                    <a:pt x="189" y="0"/>
                  </a:cubicBezTo>
                  <a:cubicBezTo>
                    <a:pt x="189" y="0"/>
                    <a:pt x="189" y="0"/>
                    <a:pt x="189" y="0"/>
                  </a:cubicBezTo>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22"/>
            <p:cNvSpPr>
              <a:spLocks noEditPoints="1"/>
            </p:cNvSpPr>
            <p:nvPr userDrawn="1"/>
          </p:nvSpPr>
          <p:spPr bwMode="auto">
            <a:xfrm rot="10800000">
              <a:off x="8950346" y="4267803"/>
              <a:ext cx="589011" cy="556415"/>
            </a:xfrm>
            <a:custGeom>
              <a:avLst/>
              <a:gdLst>
                <a:gd name="T0" fmla="*/ 731 w 785"/>
                <a:gd name="T1" fmla="*/ 589 h 742"/>
                <a:gd name="T2" fmla="*/ 678 w 785"/>
                <a:gd name="T3" fmla="*/ 633 h 742"/>
                <a:gd name="T4" fmla="*/ 785 w 785"/>
                <a:gd name="T5" fmla="*/ 642 h 742"/>
                <a:gd name="T6" fmla="*/ 731 w 785"/>
                <a:gd name="T7" fmla="*/ 589 h 742"/>
                <a:gd name="T8" fmla="*/ 2 w 785"/>
                <a:gd name="T9" fmla="*/ 332 h 742"/>
                <a:gd name="T10" fmla="*/ 142 w 785"/>
                <a:gd name="T11" fmla="*/ 678 h 742"/>
                <a:gd name="T12" fmla="*/ 222 w 785"/>
                <a:gd name="T13" fmla="*/ 742 h 742"/>
                <a:gd name="T14" fmla="*/ 375 w 785"/>
                <a:gd name="T15" fmla="*/ 676 h 742"/>
                <a:gd name="T16" fmla="*/ 231 w 785"/>
                <a:gd name="T17" fmla="*/ 589 h 742"/>
                <a:gd name="T18" fmla="*/ 128 w 785"/>
                <a:gd name="T19" fmla="*/ 359 h 742"/>
                <a:gd name="T20" fmla="*/ 2 w 785"/>
                <a:gd name="T21" fmla="*/ 332 h 742"/>
                <a:gd name="T22" fmla="*/ 142 w 785"/>
                <a:gd name="T23" fmla="*/ 0 h 742"/>
                <a:gd name="T24" fmla="*/ 42 w 785"/>
                <a:gd name="T25" fmla="*/ 145 h 742"/>
                <a:gd name="T26" fmla="*/ 169 w 785"/>
                <a:gd name="T27" fmla="*/ 172 h 742"/>
                <a:gd name="T28" fmla="*/ 231 w 785"/>
                <a:gd name="T29" fmla="*/ 89 h 742"/>
                <a:gd name="T30" fmla="*/ 231 w 785"/>
                <a:gd name="T31" fmla="*/ 88 h 742"/>
                <a:gd name="T32" fmla="*/ 231 w 785"/>
                <a:gd name="T33" fmla="*/ 88 h 742"/>
                <a:gd name="T34" fmla="*/ 142 w 785"/>
                <a:gd name="T35"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5" h="742">
                  <a:moveTo>
                    <a:pt x="731" y="589"/>
                  </a:moveTo>
                  <a:cubicBezTo>
                    <a:pt x="715" y="606"/>
                    <a:pt x="697" y="620"/>
                    <a:pt x="678" y="633"/>
                  </a:cubicBezTo>
                  <a:cubicBezTo>
                    <a:pt x="714" y="634"/>
                    <a:pt x="749" y="637"/>
                    <a:pt x="785" y="642"/>
                  </a:cubicBezTo>
                  <a:cubicBezTo>
                    <a:pt x="731" y="589"/>
                    <a:pt x="731" y="589"/>
                    <a:pt x="731" y="589"/>
                  </a:cubicBezTo>
                  <a:moveTo>
                    <a:pt x="2" y="332"/>
                  </a:moveTo>
                  <a:cubicBezTo>
                    <a:pt x="0" y="457"/>
                    <a:pt x="47" y="582"/>
                    <a:pt x="142" y="678"/>
                  </a:cubicBezTo>
                  <a:cubicBezTo>
                    <a:pt x="167" y="703"/>
                    <a:pt x="194" y="724"/>
                    <a:pt x="222" y="742"/>
                  </a:cubicBezTo>
                  <a:cubicBezTo>
                    <a:pt x="271" y="715"/>
                    <a:pt x="323" y="693"/>
                    <a:pt x="375" y="676"/>
                  </a:cubicBezTo>
                  <a:cubicBezTo>
                    <a:pt x="322" y="660"/>
                    <a:pt x="273" y="631"/>
                    <a:pt x="231" y="589"/>
                  </a:cubicBezTo>
                  <a:cubicBezTo>
                    <a:pt x="167" y="525"/>
                    <a:pt x="133" y="443"/>
                    <a:pt x="128" y="359"/>
                  </a:cubicBezTo>
                  <a:cubicBezTo>
                    <a:pt x="87" y="345"/>
                    <a:pt x="44" y="336"/>
                    <a:pt x="2" y="332"/>
                  </a:cubicBezTo>
                  <a:moveTo>
                    <a:pt x="142" y="0"/>
                  </a:moveTo>
                  <a:cubicBezTo>
                    <a:pt x="99" y="43"/>
                    <a:pt x="65" y="93"/>
                    <a:pt x="42" y="145"/>
                  </a:cubicBezTo>
                  <a:cubicBezTo>
                    <a:pt x="85" y="151"/>
                    <a:pt x="127" y="160"/>
                    <a:pt x="169" y="172"/>
                  </a:cubicBezTo>
                  <a:cubicBezTo>
                    <a:pt x="185" y="142"/>
                    <a:pt x="205" y="114"/>
                    <a:pt x="231" y="89"/>
                  </a:cubicBezTo>
                  <a:cubicBezTo>
                    <a:pt x="231" y="88"/>
                    <a:pt x="231" y="88"/>
                    <a:pt x="231" y="88"/>
                  </a:cubicBezTo>
                  <a:cubicBezTo>
                    <a:pt x="231" y="88"/>
                    <a:pt x="231" y="88"/>
                    <a:pt x="231" y="88"/>
                  </a:cubicBezTo>
                  <a:cubicBezTo>
                    <a:pt x="142" y="0"/>
                    <a:pt x="142" y="0"/>
                    <a:pt x="14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23"/>
            <p:cNvSpPr>
              <a:spLocks/>
            </p:cNvSpPr>
            <p:nvPr userDrawn="1"/>
          </p:nvSpPr>
          <p:spPr bwMode="auto">
            <a:xfrm rot="10800000">
              <a:off x="9412648" y="4555193"/>
              <a:ext cx="125331" cy="160222"/>
            </a:xfrm>
            <a:custGeom>
              <a:avLst/>
              <a:gdLst>
                <a:gd name="T0" fmla="*/ 40 w 167"/>
                <a:gd name="T1" fmla="*/ 0 h 214"/>
                <a:gd name="T2" fmla="*/ 0 w 167"/>
                <a:gd name="T3" fmla="*/ 187 h 214"/>
                <a:gd name="T4" fmla="*/ 126 w 167"/>
                <a:gd name="T5" fmla="*/ 214 h 214"/>
                <a:gd name="T6" fmla="*/ 167 w 167"/>
                <a:gd name="T7" fmla="*/ 27 h 214"/>
                <a:gd name="T8" fmla="*/ 40 w 167"/>
                <a:gd name="T9" fmla="*/ 0 h 214"/>
              </a:gdLst>
              <a:ahLst/>
              <a:cxnLst>
                <a:cxn ang="0">
                  <a:pos x="T0" y="T1"/>
                </a:cxn>
                <a:cxn ang="0">
                  <a:pos x="T2" y="T3"/>
                </a:cxn>
                <a:cxn ang="0">
                  <a:pos x="T4" y="T5"/>
                </a:cxn>
                <a:cxn ang="0">
                  <a:pos x="T6" y="T7"/>
                </a:cxn>
                <a:cxn ang="0">
                  <a:pos x="T8" y="T9"/>
                </a:cxn>
              </a:cxnLst>
              <a:rect l="0" t="0" r="r" b="b"/>
              <a:pathLst>
                <a:path w="167" h="214">
                  <a:moveTo>
                    <a:pt x="40" y="0"/>
                  </a:moveTo>
                  <a:cubicBezTo>
                    <a:pt x="14" y="60"/>
                    <a:pt x="1" y="123"/>
                    <a:pt x="0" y="187"/>
                  </a:cubicBezTo>
                  <a:cubicBezTo>
                    <a:pt x="42" y="191"/>
                    <a:pt x="85" y="200"/>
                    <a:pt x="126" y="214"/>
                  </a:cubicBezTo>
                  <a:cubicBezTo>
                    <a:pt x="122" y="150"/>
                    <a:pt x="136" y="85"/>
                    <a:pt x="167" y="27"/>
                  </a:cubicBezTo>
                  <a:cubicBezTo>
                    <a:pt x="125" y="15"/>
                    <a:pt x="83" y="6"/>
                    <a:pt x="4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userDrawn="1"/>
          </p:nvSpPr>
          <p:spPr bwMode="auto">
            <a:xfrm rot="10800000">
              <a:off x="8907651" y="4316466"/>
              <a:ext cx="42695" cy="26168"/>
            </a:xfrm>
            <a:custGeom>
              <a:avLst/>
              <a:gdLst>
                <a:gd name="T0" fmla="*/ 0 w 57"/>
                <a:gd name="T1" fmla="*/ 0 h 35"/>
                <a:gd name="T2" fmla="*/ 35 w 57"/>
                <a:gd name="T3" fmla="*/ 35 h 35"/>
                <a:gd name="T4" fmla="*/ 57 w 57"/>
                <a:gd name="T5" fmla="*/ 11 h 35"/>
                <a:gd name="T6" fmla="*/ 0 w 57"/>
                <a:gd name="T7" fmla="*/ 0 h 35"/>
              </a:gdLst>
              <a:ahLst/>
              <a:cxnLst>
                <a:cxn ang="0">
                  <a:pos x="T0" y="T1"/>
                </a:cxn>
                <a:cxn ang="0">
                  <a:pos x="T2" y="T3"/>
                </a:cxn>
                <a:cxn ang="0">
                  <a:pos x="T4" y="T5"/>
                </a:cxn>
                <a:cxn ang="0">
                  <a:pos x="T6" y="T7"/>
                </a:cxn>
              </a:cxnLst>
              <a:rect l="0" t="0" r="r" b="b"/>
              <a:pathLst>
                <a:path w="57" h="35">
                  <a:moveTo>
                    <a:pt x="0" y="0"/>
                  </a:moveTo>
                  <a:cubicBezTo>
                    <a:pt x="35" y="35"/>
                    <a:pt x="35" y="35"/>
                    <a:pt x="35" y="35"/>
                  </a:cubicBezTo>
                  <a:cubicBezTo>
                    <a:pt x="43" y="27"/>
                    <a:pt x="50" y="19"/>
                    <a:pt x="57" y="11"/>
                  </a:cubicBezTo>
                  <a:cubicBezTo>
                    <a:pt x="38" y="7"/>
                    <a:pt x="19" y="3"/>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28"/>
            <p:cNvSpPr>
              <a:spLocks noEditPoints="1"/>
            </p:cNvSpPr>
            <p:nvPr userDrawn="1"/>
          </p:nvSpPr>
          <p:spPr bwMode="auto">
            <a:xfrm rot="10800000">
              <a:off x="8819506" y="4428025"/>
              <a:ext cx="484338" cy="501784"/>
            </a:xfrm>
            <a:custGeom>
              <a:avLst/>
              <a:gdLst>
                <a:gd name="T0" fmla="*/ 519 w 646"/>
                <a:gd name="T1" fmla="*/ 449 h 669"/>
                <a:gd name="T2" fmla="*/ 483 w 646"/>
                <a:gd name="T3" fmla="*/ 638 h 669"/>
                <a:gd name="T4" fmla="*/ 607 w 646"/>
                <a:gd name="T5" fmla="*/ 669 h 669"/>
                <a:gd name="T6" fmla="*/ 646 w 646"/>
                <a:gd name="T7" fmla="*/ 483 h 669"/>
                <a:gd name="T8" fmla="*/ 519 w 646"/>
                <a:gd name="T9" fmla="*/ 449 h 669"/>
                <a:gd name="T10" fmla="*/ 167 w 646"/>
                <a:gd name="T11" fmla="*/ 0 h 669"/>
                <a:gd name="T12" fmla="*/ 0 w 646"/>
                <a:gd name="T13" fmla="*/ 30 h 669"/>
                <a:gd name="T14" fmla="*/ 24 w 646"/>
                <a:gd name="T15" fmla="*/ 155 h 669"/>
                <a:gd name="T16" fmla="*/ 167 w 646"/>
                <a:gd name="T17" fmla="*/ 126 h 669"/>
                <a:gd name="T18" fmla="*/ 216 w 646"/>
                <a:gd name="T19" fmla="*/ 129 h 669"/>
                <a:gd name="T20" fmla="*/ 188 w 646"/>
                <a:gd name="T21" fmla="*/ 1 h 669"/>
                <a:gd name="T22" fmla="*/ 167 w 646"/>
                <a:gd name="T23" fmla="*/ 0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6" h="669">
                  <a:moveTo>
                    <a:pt x="519" y="449"/>
                  </a:moveTo>
                  <a:cubicBezTo>
                    <a:pt x="525" y="513"/>
                    <a:pt x="513" y="579"/>
                    <a:pt x="483" y="638"/>
                  </a:cubicBezTo>
                  <a:cubicBezTo>
                    <a:pt x="523" y="652"/>
                    <a:pt x="564" y="663"/>
                    <a:pt x="607" y="669"/>
                  </a:cubicBezTo>
                  <a:cubicBezTo>
                    <a:pt x="633" y="610"/>
                    <a:pt x="646" y="547"/>
                    <a:pt x="646" y="483"/>
                  </a:cubicBezTo>
                  <a:cubicBezTo>
                    <a:pt x="602" y="477"/>
                    <a:pt x="559" y="465"/>
                    <a:pt x="519" y="449"/>
                  </a:cubicBezTo>
                  <a:moveTo>
                    <a:pt x="167" y="0"/>
                  </a:moveTo>
                  <a:cubicBezTo>
                    <a:pt x="110" y="0"/>
                    <a:pt x="54" y="10"/>
                    <a:pt x="0" y="30"/>
                  </a:cubicBezTo>
                  <a:cubicBezTo>
                    <a:pt x="4" y="73"/>
                    <a:pt x="13" y="115"/>
                    <a:pt x="24" y="155"/>
                  </a:cubicBezTo>
                  <a:cubicBezTo>
                    <a:pt x="70" y="136"/>
                    <a:pt x="118" y="126"/>
                    <a:pt x="167" y="126"/>
                  </a:cubicBezTo>
                  <a:cubicBezTo>
                    <a:pt x="183" y="126"/>
                    <a:pt x="199" y="127"/>
                    <a:pt x="216" y="129"/>
                  </a:cubicBezTo>
                  <a:cubicBezTo>
                    <a:pt x="201" y="88"/>
                    <a:pt x="192" y="45"/>
                    <a:pt x="188" y="1"/>
                  </a:cubicBezTo>
                  <a:cubicBezTo>
                    <a:pt x="181" y="0"/>
                    <a:pt x="174" y="0"/>
                    <a:pt x="16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noEditPoints="1"/>
            </p:cNvSpPr>
            <p:nvPr userDrawn="1"/>
          </p:nvSpPr>
          <p:spPr bwMode="auto">
            <a:xfrm rot="10800000">
              <a:off x="8950346" y="4342635"/>
              <a:ext cx="482502" cy="481584"/>
            </a:xfrm>
            <a:custGeom>
              <a:avLst/>
              <a:gdLst>
                <a:gd name="T0" fmla="*/ 589 w 643"/>
                <a:gd name="T1" fmla="*/ 589 h 642"/>
                <a:gd name="T2" fmla="*/ 589 w 643"/>
                <a:gd name="T3" fmla="*/ 589 h 642"/>
                <a:gd name="T4" fmla="*/ 643 w 643"/>
                <a:gd name="T5" fmla="*/ 642 h 642"/>
                <a:gd name="T6" fmla="*/ 643 w 643"/>
                <a:gd name="T7" fmla="*/ 642 h 642"/>
                <a:gd name="T8" fmla="*/ 589 w 643"/>
                <a:gd name="T9" fmla="*/ 589 h 642"/>
                <a:gd name="T10" fmla="*/ 0 w 643"/>
                <a:gd name="T11" fmla="*/ 0 h 642"/>
                <a:gd name="T12" fmla="*/ 0 w 643"/>
                <a:gd name="T13" fmla="*/ 0 h 642"/>
                <a:gd name="T14" fmla="*/ 89 w 643"/>
                <a:gd name="T15" fmla="*/ 88 h 642"/>
                <a:gd name="T16" fmla="*/ 89 w 643"/>
                <a:gd name="T17" fmla="*/ 88 h 642"/>
                <a:gd name="T18" fmla="*/ 0 w 643"/>
                <a:gd name="T19"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3" h="642">
                  <a:moveTo>
                    <a:pt x="589" y="589"/>
                  </a:moveTo>
                  <a:cubicBezTo>
                    <a:pt x="589" y="589"/>
                    <a:pt x="589" y="589"/>
                    <a:pt x="589" y="589"/>
                  </a:cubicBezTo>
                  <a:cubicBezTo>
                    <a:pt x="643" y="642"/>
                    <a:pt x="643" y="642"/>
                    <a:pt x="643" y="642"/>
                  </a:cubicBezTo>
                  <a:cubicBezTo>
                    <a:pt x="643" y="642"/>
                    <a:pt x="643" y="642"/>
                    <a:pt x="643" y="642"/>
                  </a:cubicBezTo>
                  <a:cubicBezTo>
                    <a:pt x="589" y="589"/>
                    <a:pt x="589" y="589"/>
                    <a:pt x="589" y="589"/>
                  </a:cubicBezTo>
                  <a:moveTo>
                    <a:pt x="0" y="0"/>
                  </a:moveTo>
                  <a:cubicBezTo>
                    <a:pt x="0" y="0"/>
                    <a:pt x="0" y="0"/>
                    <a:pt x="0" y="0"/>
                  </a:cubicBezTo>
                  <a:cubicBezTo>
                    <a:pt x="89" y="88"/>
                    <a:pt x="89" y="88"/>
                    <a:pt x="89" y="88"/>
                  </a:cubicBezTo>
                  <a:cubicBezTo>
                    <a:pt x="89" y="88"/>
                    <a:pt x="89" y="88"/>
                    <a:pt x="89" y="88"/>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30"/>
            <p:cNvSpPr>
              <a:spLocks/>
            </p:cNvSpPr>
            <p:nvPr userDrawn="1"/>
          </p:nvSpPr>
          <p:spPr bwMode="auto">
            <a:xfrm rot="10800000">
              <a:off x="8924177" y="4316466"/>
              <a:ext cx="26168" cy="26168"/>
            </a:xfrm>
            <a:custGeom>
              <a:avLst/>
              <a:gdLst>
                <a:gd name="T0" fmla="*/ 0 w 35"/>
                <a:gd name="T1" fmla="*/ 0 h 35"/>
                <a:gd name="T2" fmla="*/ 35 w 35"/>
                <a:gd name="T3" fmla="*/ 35 h 35"/>
                <a:gd name="T4" fmla="*/ 35 w 35"/>
                <a:gd name="T5" fmla="*/ 35 h 35"/>
                <a:gd name="T6" fmla="*/ 0 w 35"/>
                <a:gd name="T7" fmla="*/ 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cubicBezTo>
                    <a:pt x="35" y="35"/>
                    <a:pt x="35" y="35"/>
                    <a:pt x="35" y="35"/>
                  </a:cubicBezTo>
                  <a:cubicBezTo>
                    <a:pt x="35" y="35"/>
                    <a:pt x="35" y="35"/>
                    <a:pt x="35" y="35"/>
                  </a:cubicBezTo>
                  <a:cubicBezTo>
                    <a:pt x="0" y="0"/>
                    <a:pt x="0" y="0"/>
                    <a:pt x="0" y="0"/>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31"/>
            <p:cNvSpPr>
              <a:spLocks noEditPoints="1"/>
            </p:cNvSpPr>
            <p:nvPr userDrawn="1"/>
          </p:nvSpPr>
          <p:spPr bwMode="auto">
            <a:xfrm rot="10800000">
              <a:off x="9684428" y="4206744"/>
              <a:ext cx="648692" cy="576156"/>
            </a:xfrm>
            <a:custGeom>
              <a:avLst/>
              <a:gdLst>
                <a:gd name="T0" fmla="*/ 776 w 865"/>
                <a:gd name="T1" fmla="*/ 589 h 768"/>
                <a:gd name="T2" fmla="*/ 526 w 865"/>
                <a:gd name="T3" fmla="*/ 692 h 768"/>
                <a:gd name="T4" fmla="*/ 490 w 865"/>
                <a:gd name="T5" fmla="*/ 690 h 768"/>
                <a:gd name="T6" fmla="*/ 478 w 865"/>
                <a:gd name="T7" fmla="*/ 768 h 768"/>
                <a:gd name="T8" fmla="*/ 642 w 865"/>
                <a:gd name="T9" fmla="*/ 749 h 768"/>
                <a:gd name="T10" fmla="*/ 758 w 865"/>
                <a:gd name="T11" fmla="*/ 758 h 768"/>
                <a:gd name="T12" fmla="*/ 865 w 865"/>
                <a:gd name="T13" fmla="*/ 677 h 768"/>
                <a:gd name="T14" fmla="*/ 865 w 865"/>
                <a:gd name="T15" fmla="*/ 677 h 768"/>
                <a:gd name="T16" fmla="*/ 865 w 865"/>
                <a:gd name="T17" fmla="*/ 677 h 768"/>
                <a:gd name="T18" fmla="*/ 776 w 865"/>
                <a:gd name="T19" fmla="*/ 589 h 768"/>
                <a:gd name="T20" fmla="*/ 187 w 865"/>
                <a:gd name="T21" fmla="*/ 0 h 768"/>
                <a:gd name="T22" fmla="*/ 187 w 865"/>
                <a:gd name="T23" fmla="*/ 677 h 768"/>
                <a:gd name="T24" fmla="*/ 288 w 865"/>
                <a:gd name="T25" fmla="*/ 755 h 768"/>
                <a:gd name="T26" fmla="*/ 311 w 865"/>
                <a:gd name="T27" fmla="*/ 620 h 768"/>
                <a:gd name="T28" fmla="*/ 276 w 865"/>
                <a:gd name="T29" fmla="*/ 589 h 768"/>
                <a:gd name="T30" fmla="*/ 276 w 865"/>
                <a:gd name="T31" fmla="*/ 88 h 768"/>
                <a:gd name="T32" fmla="*/ 276 w 865"/>
                <a:gd name="T33" fmla="*/ 88 h 768"/>
                <a:gd name="T34" fmla="*/ 276 w 865"/>
                <a:gd name="T35" fmla="*/ 88 h 768"/>
                <a:gd name="T36" fmla="*/ 187 w 865"/>
                <a:gd name="T37"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5" h="768">
                  <a:moveTo>
                    <a:pt x="776" y="589"/>
                  </a:moveTo>
                  <a:cubicBezTo>
                    <a:pt x="707" y="658"/>
                    <a:pt x="617" y="692"/>
                    <a:pt x="526" y="692"/>
                  </a:cubicBezTo>
                  <a:cubicBezTo>
                    <a:pt x="514" y="692"/>
                    <a:pt x="502" y="692"/>
                    <a:pt x="490" y="690"/>
                  </a:cubicBezTo>
                  <a:cubicBezTo>
                    <a:pt x="484" y="716"/>
                    <a:pt x="480" y="742"/>
                    <a:pt x="478" y="768"/>
                  </a:cubicBezTo>
                  <a:cubicBezTo>
                    <a:pt x="532" y="755"/>
                    <a:pt x="587" y="749"/>
                    <a:pt x="642" y="749"/>
                  </a:cubicBezTo>
                  <a:cubicBezTo>
                    <a:pt x="681" y="749"/>
                    <a:pt x="720" y="752"/>
                    <a:pt x="758" y="758"/>
                  </a:cubicBezTo>
                  <a:cubicBezTo>
                    <a:pt x="796" y="737"/>
                    <a:pt x="832" y="710"/>
                    <a:pt x="865" y="677"/>
                  </a:cubicBezTo>
                  <a:cubicBezTo>
                    <a:pt x="865" y="677"/>
                    <a:pt x="865" y="677"/>
                    <a:pt x="865" y="677"/>
                  </a:cubicBezTo>
                  <a:cubicBezTo>
                    <a:pt x="865" y="677"/>
                    <a:pt x="865" y="677"/>
                    <a:pt x="865" y="677"/>
                  </a:cubicBezTo>
                  <a:cubicBezTo>
                    <a:pt x="776" y="589"/>
                    <a:pt x="776" y="589"/>
                    <a:pt x="776" y="589"/>
                  </a:cubicBezTo>
                  <a:moveTo>
                    <a:pt x="187" y="0"/>
                  </a:moveTo>
                  <a:cubicBezTo>
                    <a:pt x="0" y="187"/>
                    <a:pt x="0" y="490"/>
                    <a:pt x="187" y="677"/>
                  </a:cubicBezTo>
                  <a:cubicBezTo>
                    <a:pt x="218" y="708"/>
                    <a:pt x="252" y="734"/>
                    <a:pt x="288" y="755"/>
                  </a:cubicBezTo>
                  <a:cubicBezTo>
                    <a:pt x="291" y="709"/>
                    <a:pt x="299" y="664"/>
                    <a:pt x="311" y="620"/>
                  </a:cubicBezTo>
                  <a:cubicBezTo>
                    <a:pt x="299" y="610"/>
                    <a:pt x="287" y="600"/>
                    <a:pt x="276" y="589"/>
                  </a:cubicBezTo>
                  <a:cubicBezTo>
                    <a:pt x="138" y="450"/>
                    <a:pt x="138" y="226"/>
                    <a:pt x="276" y="88"/>
                  </a:cubicBezTo>
                  <a:cubicBezTo>
                    <a:pt x="276" y="88"/>
                    <a:pt x="276" y="88"/>
                    <a:pt x="276" y="88"/>
                  </a:cubicBezTo>
                  <a:cubicBezTo>
                    <a:pt x="276" y="88"/>
                    <a:pt x="276" y="88"/>
                    <a:pt x="276" y="88"/>
                  </a:cubicBezTo>
                  <a:cubicBezTo>
                    <a:pt x="187" y="0"/>
                    <a:pt x="187" y="0"/>
                    <a:pt x="18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35"/>
            <p:cNvSpPr>
              <a:spLocks/>
            </p:cNvSpPr>
            <p:nvPr userDrawn="1"/>
          </p:nvSpPr>
          <p:spPr bwMode="auto">
            <a:xfrm rot="10800000">
              <a:off x="9744110" y="4831563"/>
              <a:ext cx="41318" cy="23414"/>
            </a:xfrm>
            <a:custGeom>
              <a:avLst/>
              <a:gdLst>
                <a:gd name="T0" fmla="*/ 0 w 55"/>
                <a:gd name="T1" fmla="*/ 0 h 31"/>
                <a:gd name="T2" fmla="*/ 55 w 55"/>
                <a:gd name="T3" fmla="*/ 31 h 31"/>
                <a:gd name="T4" fmla="*/ 0 w 55"/>
                <a:gd name="T5" fmla="*/ 0 h 31"/>
              </a:gdLst>
              <a:ahLst/>
              <a:cxnLst>
                <a:cxn ang="0">
                  <a:pos x="T0" y="T1"/>
                </a:cxn>
                <a:cxn ang="0">
                  <a:pos x="T2" y="T3"/>
                </a:cxn>
                <a:cxn ang="0">
                  <a:pos x="T4" y="T5"/>
                </a:cxn>
              </a:cxnLst>
              <a:rect l="0" t="0" r="r" b="b"/>
              <a:pathLst>
                <a:path w="55" h="31">
                  <a:moveTo>
                    <a:pt x="0" y="0"/>
                  </a:moveTo>
                  <a:cubicBezTo>
                    <a:pt x="17" y="12"/>
                    <a:pt x="36" y="23"/>
                    <a:pt x="55" y="31"/>
                  </a:cubicBezTo>
                  <a:cubicBezTo>
                    <a:pt x="37" y="20"/>
                    <a:pt x="19" y="9"/>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36"/>
            <p:cNvSpPr>
              <a:spLocks noEditPoints="1"/>
            </p:cNvSpPr>
            <p:nvPr userDrawn="1"/>
          </p:nvSpPr>
          <p:spPr bwMode="auto">
            <a:xfrm rot="10800000">
              <a:off x="9684428" y="4275149"/>
              <a:ext cx="508211" cy="508670"/>
            </a:xfrm>
            <a:custGeom>
              <a:avLst/>
              <a:gdLst>
                <a:gd name="T0" fmla="*/ 589 w 678"/>
                <a:gd name="T1" fmla="*/ 590 h 678"/>
                <a:gd name="T2" fmla="*/ 589 w 678"/>
                <a:gd name="T3" fmla="*/ 590 h 678"/>
                <a:gd name="T4" fmla="*/ 678 w 678"/>
                <a:gd name="T5" fmla="*/ 678 h 678"/>
                <a:gd name="T6" fmla="*/ 678 w 678"/>
                <a:gd name="T7" fmla="*/ 678 h 678"/>
                <a:gd name="T8" fmla="*/ 589 w 678"/>
                <a:gd name="T9" fmla="*/ 590 h 678"/>
                <a:gd name="T10" fmla="*/ 0 w 678"/>
                <a:gd name="T11" fmla="*/ 0 h 678"/>
                <a:gd name="T12" fmla="*/ 0 w 678"/>
                <a:gd name="T13" fmla="*/ 1 h 678"/>
                <a:gd name="T14" fmla="*/ 89 w 678"/>
                <a:gd name="T15" fmla="*/ 89 h 678"/>
                <a:gd name="T16" fmla="*/ 89 w 678"/>
                <a:gd name="T17" fmla="*/ 89 h 678"/>
                <a:gd name="T18" fmla="*/ 0 w 678"/>
                <a:gd name="T19" fmla="*/ 0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8" h="678">
                  <a:moveTo>
                    <a:pt x="589" y="590"/>
                  </a:moveTo>
                  <a:cubicBezTo>
                    <a:pt x="589" y="590"/>
                    <a:pt x="589" y="590"/>
                    <a:pt x="589" y="590"/>
                  </a:cubicBezTo>
                  <a:cubicBezTo>
                    <a:pt x="678" y="678"/>
                    <a:pt x="678" y="678"/>
                    <a:pt x="678" y="678"/>
                  </a:cubicBezTo>
                  <a:cubicBezTo>
                    <a:pt x="678" y="678"/>
                    <a:pt x="678" y="678"/>
                    <a:pt x="678" y="678"/>
                  </a:cubicBezTo>
                  <a:cubicBezTo>
                    <a:pt x="589" y="590"/>
                    <a:pt x="589" y="590"/>
                    <a:pt x="589" y="590"/>
                  </a:cubicBezTo>
                  <a:moveTo>
                    <a:pt x="0" y="0"/>
                  </a:moveTo>
                  <a:cubicBezTo>
                    <a:pt x="0" y="0"/>
                    <a:pt x="0" y="1"/>
                    <a:pt x="0" y="1"/>
                  </a:cubicBezTo>
                  <a:cubicBezTo>
                    <a:pt x="89" y="89"/>
                    <a:pt x="89" y="89"/>
                    <a:pt x="89" y="89"/>
                  </a:cubicBezTo>
                  <a:cubicBezTo>
                    <a:pt x="89" y="89"/>
                    <a:pt x="89" y="89"/>
                    <a:pt x="89" y="89"/>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37"/>
            <p:cNvSpPr>
              <a:spLocks/>
            </p:cNvSpPr>
            <p:nvPr userDrawn="1"/>
          </p:nvSpPr>
          <p:spPr bwMode="auto">
            <a:xfrm rot="10800000">
              <a:off x="10830312" y="3605340"/>
              <a:ext cx="283717" cy="392979"/>
            </a:xfrm>
            <a:custGeom>
              <a:avLst/>
              <a:gdLst>
                <a:gd name="T0" fmla="*/ 118 w 378"/>
                <a:gd name="T1" fmla="*/ 0 h 524"/>
                <a:gd name="T2" fmla="*/ 128 w 378"/>
                <a:gd name="T3" fmla="*/ 439 h 524"/>
                <a:gd name="T4" fmla="*/ 327 w 378"/>
                <a:gd name="T5" fmla="*/ 524 h 524"/>
                <a:gd name="T6" fmla="*/ 378 w 378"/>
                <a:gd name="T7" fmla="*/ 441 h 524"/>
                <a:gd name="T8" fmla="*/ 342 w 378"/>
                <a:gd name="T9" fmla="*/ 444 h 524"/>
                <a:gd name="T10" fmla="*/ 184 w 378"/>
                <a:gd name="T11" fmla="*/ 380 h 524"/>
                <a:gd name="T12" fmla="*/ 177 w 378"/>
                <a:gd name="T13" fmla="*/ 56 h 524"/>
                <a:gd name="T14" fmla="*/ 177 w 378"/>
                <a:gd name="T15" fmla="*/ 56 h 524"/>
                <a:gd name="T16" fmla="*/ 177 w 378"/>
                <a:gd name="T17" fmla="*/ 56 h 524"/>
                <a:gd name="T18" fmla="*/ 118 w 378"/>
                <a:gd name="T19"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8" h="524">
                  <a:moveTo>
                    <a:pt x="118" y="0"/>
                  </a:moveTo>
                  <a:cubicBezTo>
                    <a:pt x="0" y="124"/>
                    <a:pt x="4" y="321"/>
                    <a:pt x="128" y="439"/>
                  </a:cubicBezTo>
                  <a:cubicBezTo>
                    <a:pt x="184" y="492"/>
                    <a:pt x="255" y="521"/>
                    <a:pt x="327" y="524"/>
                  </a:cubicBezTo>
                  <a:cubicBezTo>
                    <a:pt x="342" y="495"/>
                    <a:pt x="360" y="467"/>
                    <a:pt x="378" y="441"/>
                  </a:cubicBezTo>
                  <a:cubicBezTo>
                    <a:pt x="367" y="443"/>
                    <a:pt x="355" y="444"/>
                    <a:pt x="342" y="444"/>
                  </a:cubicBezTo>
                  <a:cubicBezTo>
                    <a:pt x="286" y="444"/>
                    <a:pt x="229" y="422"/>
                    <a:pt x="184" y="380"/>
                  </a:cubicBezTo>
                  <a:cubicBezTo>
                    <a:pt x="93" y="293"/>
                    <a:pt x="90" y="148"/>
                    <a:pt x="177" y="56"/>
                  </a:cubicBezTo>
                  <a:cubicBezTo>
                    <a:pt x="177" y="56"/>
                    <a:pt x="177" y="56"/>
                    <a:pt x="177" y="56"/>
                  </a:cubicBezTo>
                  <a:cubicBezTo>
                    <a:pt x="177" y="56"/>
                    <a:pt x="177" y="56"/>
                    <a:pt x="177" y="56"/>
                  </a:cubicBezTo>
                  <a:cubicBezTo>
                    <a:pt x="118" y="0"/>
                    <a:pt x="118" y="0"/>
                    <a:pt x="118"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38"/>
            <p:cNvSpPr>
              <a:spLocks/>
            </p:cNvSpPr>
            <p:nvPr userDrawn="1"/>
          </p:nvSpPr>
          <p:spPr bwMode="auto">
            <a:xfrm rot="10800000">
              <a:off x="10688454" y="3604880"/>
              <a:ext cx="180422" cy="113854"/>
            </a:xfrm>
            <a:custGeom>
              <a:avLst/>
              <a:gdLst>
                <a:gd name="T0" fmla="*/ 181 w 240"/>
                <a:gd name="T1" fmla="*/ 0 h 152"/>
                <a:gd name="T2" fmla="*/ 51 w 240"/>
                <a:gd name="T3" fmla="*/ 68 h 152"/>
                <a:gd name="T4" fmla="*/ 0 w 240"/>
                <a:gd name="T5" fmla="*/ 151 h 152"/>
                <a:gd name="T6" fmla="*/ 15 w 240"/>
                <a:gd name="T7" fmla="*/ 152 h 152"/>
                <a:gd name="T8" fmla="*/ 240 w 240"/>
                <a:gd name="T9" fmla="*/ 56 h 152"/>
                <a:gd name="T10" fmla="*/ 240 w 240"/>
                <a:gd name="T11" fmla="*/ 56 h 152"/>
                <a:gd name="T12" fmla="*/ 240 w 240"/>
                <a:gd name="T13" fmla="*/ 56 h 152"/>
                <a:gd name="T14" fmla="*/ 181 w 240"/>
                <a:gd name="T15" fmla="*/ 0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152">
                  <a:moveTo>
                    <a:pt x="181" y="0"/>
                  </a:moveTo>
                  <a:cubicBezTo>
                    <a:pt x="145" y="37"/>
                    <a:pt x="99" y="60"/>
                    <a:pt x="51" y="68"/>
                  </a:cubicBezTo>
                  <a:cubicBezTo>
                    <a:pt x="33" y="94"/>
                    <a:pt x="15" y="122"/>
                    <a:pt x="0" y="151"/>
                  </a:cubicBezTo>
                  <a:cubicBezTo>
                    <a:pt x="5" y="152"/>
                    <a:pt x="10" y="152"/>
                    <a:pt x="15" y="152"/>
                  </a:cubicBezTo>
                  <a:cubicBezTo>
                    <a:pt x="97" y="152"/>
                    <a:pt x="179" y="120"/>
                    <a:pt x="240" y="56"/>
                  </a:cubicBezTo>
                  <a:cubicBezTo>
                    <a:pt x="240" y="56"/>
                    <a:pt x="240" y="56"/>
                    <a:pt x="240" y="56"/>
                  </a:cubicBezTo>
                  <a:cubicBezTo>
                    <a:pt x="240" y="56"/>
                    <a:pt x="240" y="56"/>
                    <a:pt x="240" y="56"/>
                  </a:cubicBezTo>
                  <a:cubicBezTo>
                    <a:pt x="181" y="0"/>
                    <a:pt x="181" y="0"/>
                    <a:pt x="181"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39"/>
            <p:cNvSpPr>
              <a:spLocks/>
            </p:cNvSpPr>
            <p:nvPr userDrawn="1"/>
          </p:nvSpPr>
          <p:spPr bwMode="auto">
            <a:xfrm rot="10800000">
              <a:off x="10625100" y="3806419"/>
              <a:ext cx="400325" cy="263976"/>
            </a:xfrm>
            <a:custGeom>
              <a:avLst/>
              <a:gdLst>
                <a:gd name="T0" fmla="*/ 224 w 534"/>
                <a:gd name="T1" fmla="*/ 0 h 352"/>
                <a:gd name="T2" fmla="*/ 0 w 534"/>
                <a:gd name="T3" fmla="*/ 96 h 352"/>
                <a:gd name="T4" fmla="*/ 0 w 534"/>
                <a:gd name="T5" fmla="*/ 96 h 352"/>
                <a:gd name="T6" fmla="*/ 0 w 534"/>
                <a:gd name="T7" fmla="*/ 96 h 352"/>
                <a:gd name="T8" fmla="*/ 59 w 534"/>
                <a:gd name="T9" fmla="*/ 152 h 352"/>
                <a:gd name="T10" fmla="*/ 224 w 534"/>
                <a:gd name="T11" fmla="*/ 81 h 352"/>
                <a:gd name="T12" fmla="*/ 382 w 534"/>
                <a:gd name="T13" fmla="*/ 145 h 352"/>
                <a:gd name="T14" fmla="*/ 449 w 534"/>
                <a:gd name="T15" fmla="*/ 352 h 352"/>
                <a:gd name="T16" fmla="*/ 534 w 534"/>
                <a:gd name="T17" fmla="*/ 303 h 352"/>
                <a:gd name="T18" fmla="*/ 439 w 534"/>
                <a:gd name="T19" fmla="*/ 86 h 352"/>
                <a:gd name="T20" fmla="*/ 224 w 534"/>
                <a:gd name="T21"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4" h="352">
                  <a:moveTo>
                    <a:pt x="224" y="0"/>
                  </a:moveTo>
                  <a:cubicBezTo>
                    <a:pt x="143" y="0"/>
                    <a:pt x="61" y="32"/>
                    <a:pt x="0" y="96"/>
                  </a:cubicBezTo>
                  <a:cubicBezTo>
                    <a:pt x="0" y="96"/>
                    <a:pt x="0" y="96"/>
                    <a:pt x="0" y="96"/>
                  </a:cubicBezTo>
                  <a:cubicBezTo>
                    <a:pt x="0" y="96"/>
                    <a:pt x="0" y="96"/>
                    <a:pt x="0" y="96"/>
                  </a:cubicBezTo>
                  <a:cubicBezTo>
                    <a:pt x="59" y="152"/>
                    <a:pt x="59" y="152"/>
                    <a:pt x="59" y="152"/>
                  </a:cubicBezTo>
                  <a:cubicBezTo>
                    <a:pt x="104" y="105"/>
                    <a:pt x="164" y="81"/>
                    <a:pt x="224" y="81"/>
                  </a:cubicBezTo>
                  <a:cubicBezTo>
                    <a:pt x="281" y="81"/>
                    <a:pt x="338" y="103"/>
                    <a:pt x="382" y="145"/>
                  </a:cubicBezTo>
                  <a:cubicBezTo>
                    <a:pt x="441" y="200"/>
                    <a:pt x="463" y="279"/>
                    <a:pt x="449" y="352"/>
                  </a:cubicBezTo>
                  <a:cubicBezTo>
                    <a:pt x="477" y="334"/>
                    <a:pt x="505" y="318"/>
                    <a:pt x="534" y="303"/>
                  </a:cubicBezTo>
                  <a:cubicBezTo>
                    <a:pt x="533" y="224"/>
                    <a:pt x="501" y="145"/>
                    <a:pt x="439" y="86"/>
                  </a:cubicBezTo>
                  <a:cubicBezTo>
                    <a:pt x="379" y="29"/>
                    <a:pt x="301" y="0"/>
                    <a:pt x="22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1"/>
            <p:cNvSpPr>
              <a:spLocks/>
            </p:cNvSpPr>
            <p:nvPr userDrawn="1"/>
          </p:nvSpPr>
          <p:spPr bwMode="auto">
            <a:xfrm rot="10800000">
              <a:off x="10981352" y="3956542"/>
              <a:ext cx="44072" cy="41777"/>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2"/>
            <p:cNvSpPr>
              <a:spLocks/>
            </p:cNvSpPr>
            <p:nvPr userDrawn="1"/>
          </p:nvSpPr>
          <p:spPr bwMode="auto">
            <a:xfrm rot="10800000">
              <a:off x="10688454" y="3676498"/>
              <a:ext cx="44532" cy="42236"/>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3"/>
            <p:cNvSpPr>
              <a:spLocks noEditPoints="1"/>
            </p:cNvSpPr>
            <p:nvPr userDrawn="1"/>
          </p:nvSpPr>
          <p:spPr bwMode="auto">
            <a:xfrm rot="10800000">
              <a:off x="10149485" y="3588812"/>
              <a:ext cx="242858" cy="429247"/>
            </a:xfrm>
            <a:custGeom>
              <a:avLst/>
              <a:gdLst>
                <a:gd name="T0" fmla="*/ 9 w 324"/>
                <a:gd name="T1" fmla="*/ 350 h 572"/>
                <a:gd name="T2" fmla="*/ 11 w 324"/>
                <a:gd name="T3" fmla="*/ 556 h 572"/>
                <a:gd name="T4" fmla="*/ 105 w 324"/>
                <a:gd name="T5" fmla="*/ 572 h 572"/>
                <a:gd name="T6" fmla="*/ 202 w 324"/>
                <a:gd name="T7" fmla="*/ 555 h 572"/>
                <a:gd name="T8" fmla="*/ 195 w 324"/>
                <a:gd name="T9" fmla="*/ 383 h 572"/>
                <a:gd name="T10" fmla="*/ 9 w 324"/>
                <a:gd name="T11" fmla="*/ 350 h 572"/>
                <a:gd name="T12" fmla="*/ 159 w 324"/>
                <a:gd name="T13" fmla="*/ 0 h 572"/>
                <a:gd name="T14" fmla="*/ 62 w 324"/>
                <a:gd name="T15" fmla="*/ 162 h 572"/>
                <a:gd name="T16" fmla="*/ 251 w 324"/>
                <a:gd name="T17" fmla="*/ 201 h 572"/>
                <a:gd name="T18" fmla="*/ 324 w 324"/>
                <a:gd name="T19" fmla="*/ 96 h 572"/>
                <a:gd name="T20" fmla="*/ 309 w 324"/>
                <a:gd name="T21" fmla="*/ 80 h 572"/>
                <a:gd name="T22" fmla="*/ 309 w 324"/>
                <a:gd name="T23" fmla="*/ 80 h 572"/>
                <a:gd name="T24" fmla="*/ 159 w 324"/>
                <a:gd name="T25" fmla="*/ 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572">
                  <a:moveTo>
                    <a:pt x="9" y="350"/>
                  </a:moveTo>
                  <a:cubicBezTo>
                    <a:pt x="0" y="418"/>
                    <a:pt x="0" y="488"/>
                    <a:pt x="11" y="556"/>
                  </a:cubicBezTo>
                  <a:cubicBezTo>
                    <a:pt x="41" y="566"/>
                    <a:pt x="73" y="572"/>
                    <a:pt x="105" y="572"/>
                  </a:cubicBezTo>
                  <a:cubicBezTo>
                    <a:pt x="138" y="572"/>
                    <a:pt x="171" y="566"/>
                    <a:pt x="202" y="555"/>
                  </a:cubicBezTo>
                  <a:cubicBezTo>
                    <a:pt x="190" y="498"/>
                    <a:pt x="188" y="440"/>
                    <a:pt x="195" y="383"/>
                  </a:cubicBezTo>
                  <a:cubicBezTo>
                    <a:pt x="137" y="362"/>
                    <a:pt x="75" y="350"/>
                    <a:pt x="9" y="350"/>
                  </a:cubicBezTo>
                  <a:moveTo>
                    <a:pt x="159" y="0"/>
                  </a:moveTo>
                  <a:cubicBezTo>
                    <a:pt x="119" y="51"/>
                    <a:pt x="86" y="105"/>
                    <a:pt x="62" y="162"/>
                  </a:cubicBezTo>
                  <a:cubicBezTo>
                    <a:pt x="128" y="167"/>
                    <a:pt x="191" y="180"/>
                    <a:pt x="251" y="201"/>
                  </a:cubicBezTo>
                  <a:cubicBezTo>
                    <a:pt x="271" y="164"/>
                    <a:pt x="295" y="129"/>
                    <a:pt x="324" y="96"/>
                  </a:cubicBezTo>
                  <a:cubicBezTo>
                    <a:pt x="320" y="90"/>
                    <a:pt x="314" y="85"/>
                    <a:pt x="309" y="80"/>
                  </a:cubicBezTo>
                  <a:cubicBezTo>
                    <a:pt x="309" y="80"/>
                    <a:pt x="309" y="80"/>
                    <a:pt x="309" y="80"/>
                  </a:cubicBezTo>
                  <a:cubicBezTo>
                    <a:pt x="266" y="37"/>
                    <a:pt x="214" y="11"/>
                    <a:pt x="159"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46"/>
            <p:cNvSpPr>
              <a:spLocks/>
            </p:cNvSpPr>
            <p:nvPr userDrawn="1"/>
          </p:nvSpPr>
          <p:spPr bwMode="auto">
            <a:xfrm rot="10800000">
              <a:off x="9469575" y="3236692"/>
              <a:ext cx="160681" cy="163894"/>
            </a:xfrm>
            <a:custGeom>
              <a:avLst/>
              <a:gdLst>
                <a:gd name="T0" fmla="*/ 81 w 214"/>
                <a:gd name="T1" fmla="*/ 0 h 219"/>
                <a:gd name="T2" fmla="*/ 0 w 214"/>
                <a:gd name="T3" fmla="*/ 66 h 219"/>
                <a:gd name="T4" fmla="*/ 110 w 214"/>
                <a:gd name="T5" fmla="*/ 219 h 219"/>
                <a:gd name="T6" fmla="*/ 214 w 214"/>
                <a:gd name="T7" fmla="*/ 133 h 219"/>
                <a:gd name="T8" fmla="*/ 214 w 214"/>
                <a:gd name="T9" fmla="*/ 133 h 219"/>
                <a:gd name="T10" fmla="*/ 213 w 214"/>
                <a:gd name="T11" fmla="*/ 133 h 219"/>
                <a:gd name="T12" fmla="*/ 81 w 214"/>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214" h="219">
                  <a:moveTo>
                    <a:pt x="81" y="0"/>
                  </a:moveTo>
                  <a:cubicBezTo>
                    <a:pt x="56" y="25"/>
                    <a:pt x="28" y="47"/>
                    <a:pt x="0" y="66"/>
                  </a:cubicBezTo>
                  <a:cubicBezTo>
                    <a:pt x="31" y="120"/>
                    <a:pt x="68" y="171"/>
                    <a:pt x="110" y="219"/>
                  </a:cubicBezTo>
                  <a:cubicBezTo>
                    <a:pt x="147" y="194"/>
                    <a:pt x="182" y="166"/>
                    <a:pt x="214" y="133"/>
                  </a:cubicBezTo>
                  <a:cubicBezTo>
                    <a:pt x="214" y="133"/>
                    <a:pt x="214" y="133"/>
                    <a:pt x="214" y="133"/>
                  </a:cubicBezTo>
                  <a:cubicBezTo>
                    <a:pt x="213" y="133"/>
                    <a:pt x="213" y="133"/>
                    <a:pt x="213" y="133"/>
                  </a:cubicBezTo>
                  <a:cubicBezTo>
                    <a:pt x="81" y="0"/>
                    <a:pt x="81" y="0"/>
                    <a:pt x="81"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47"/>
            <p:cNvSpPr>
              <a:spLocks/>
            </p:cNvSpPr>
            <p:nvPr userDrawn="1"/>
          </p:nvSpPr>
          <p:spPr bwMode="auto">
            <a:xfrm rot="10800000">
              <a:off x="9844650" y="3143497"/>
              <a:ext cx="181799" cy="164354"/>
            </a:xfrm>
            <a:custGeom>
              <a:avLst/>
              <a:gdLst>
                <a:gd name="T0" fmla="*/ 54 w 242"/>
                <a:gd name="T1" fmla="*/ 0 h 219"/>
                <a:gd name="T2" fmla="*/ 0 w 242"/>
                <a:gd name="T3" fmla="*/ 181 h 219"/>
                <a:gd name="T4" fmla="*/ 192 w 242"/>
                <a:gd name="T5" fmla="*/ 219 h 219"/>
                <a:gd name="T6" fmla="*/ 242 w 242"/>
                <a:gd name="T7" fmla="*/ 31 h 219"/>
                <a:gd name="T8" fmla="*/ 234 w 242"/>
                <a:gd name="T9" fmla="*/ 31 h 219"/>
                <a:gd name="T10" fmla="*/ 54 w 242"/>
                <a:gd name="T11" fmla="*/ 0 h 219"/>
              </a:gdLst>
              <a:ahLst/>
              <a:cxnLst>
                <a:cxn ang="0">
                  <a:pos x="T0" y="T1"/>
                </a:cxn>
                <a:cxn ang="0">
                  <a:pos x="T2" y="T3"/>
                </a:cxn>
                <a:cxn ang="0">
                  <a:pos x="T4" y="T5"/>
                </a:cxn>
                <a:cxn ang="0">
                  <a:pos x="T6" y="T7"/>
                </a:cxn>
                <a:cxn ang="0">
                  <a:pos x="T8" y="T9"/>
                </a:cxn>
                <a:cxn ang="0">
                  <a:pos x="T10" y="T11"/>
                </a:cxn>
              </a:cxnLst>
              <a:rect l="0" t="0" r="r" b="b"/>
              <a:pathLst>
                <a:path w="242" h="219">
                  <a:moveTo>
                    <a:pt x="54" y="0"/>
                  </a:moveTo>
                  <a:cubicBezTo>
                    <a:pt x="47" y="65"/>
                    <a:pt x="28" y="125"/>
                    <a:pt x="0" y="181"/>
                  </a:cubicBezTo>
                  <a:cubicBezTo>
                    <a:pt x="62" y="202"/>
                    <a:pt x="127" y="215"/>
                    <a:pt x="192" y="219"/>
                  </a:cubicBezTo>
                  <a:cubicBezTo>
                    <a:pt x="216" y="160"/>
                    <a:pt x="233" y="97"/>
                    <a:pt x="242" y="31"/>
                  </a:cubicBezTo>
                  <a:cubicBezTo>
                    <a:pt x="239" y="31"/>
                    <a:pt x="236" y="31"/>
                    <a:pt x="234" y="31"/>
                  </a:cubicBezTo>
                  <a:cubicBezTo>
                    <a:pt x="173" y="31"/>
                    <a:pt x="112" y="21"/>
                    <a:pt x="5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50"/>
            <p:cNvSpPr>
              <a:spLocks/>
            </p:cNvSpPr>
            <p:nvPr userDrawn="1"/>
          </p:nvSpPr>
          <p:spPr bwMode="auto">
            <a:xfrm rot="10800000">
              <a:off x="9312108" y="3643902"/>
              <a:ext cx="155172" cy="205213"/>
            </a:xfrm>
            <a:custGeom>
              <a:avLst/>
              <a:gdLst>
                <a:gd name="T0" fmla="*/ 172 w 207"/>
                <a:gd name="T1" fmla="*/ 0 h 274"/>
                <a:gd name="T2" fmla="*/ 0 w 207"/>
                <a:gd name="T3" fmla="*/ 82 h 274"/>
                <a:gd name="T4" fmla="*/ 16 w 207"/>
                <a:gd name="T5" fmla="*/ 274 h 274"/>
                <a:gd name="T6" fmla="*/ 207 w 207"/>
                <a:gd name="T7" fmla="*/ 202 h 274"/>
                <a:gd name="T8" fmla="*/ 172 w 207"/>
                <a:gd name="T9" fmla="*/ 0 h 274"/>
              </a:gdLst>
              <a:ahLst/>
              <a:cxnLst>
                <a:cxn ang="0">
                  <a:pos x="T0" y="T1"/>
                </a:cxn>
                <a:cxn ang="0">
                  <a:pos x="T2" y="T3"/>
                </a:cxn>
                <a:cxn ang="0">
                  <a:pos x="T4" y="T5"/>
                </a:cxn>
                <a:cxn ang="0">
                  <a:pos x="T6" y="T7"/>
                </a:cxn>
                <a:cxn ang="0">
                  <a:pos x="T8" y="T9"/>
                </a:cxn>
              </a:cxnLst>
              <a:rect l="0" t="0" r="r" b="b"/>
              <a:pathLst>
                <a:path w="207" h="274">
                  <a:moveTo>
                    <a:pt x="172" y="0"/>
                  </a:moveTo>
                  <a:cubicBezTo>
                    <a:pt x="119" y="38"/>
                    <a:pt x="61" y="66"/>
                    <a:pt x="0" y="82"/>
                  </a:cubicBezTo>
                  <a:cubicBezTo>
                    <a:pt x="17" y="145"/>
                    <a:pt x="22" y="210"/>
                    <a:pt x="16" y="274"/>
                  </a:cubicBezTo>
                  <a:cubicBezTo>
                    <a:pt x="82" y="259"/>
                    <a:pt x="146" y="235"/>
                    <a:pt x="207" y="202"/>
                  </a:cubicBezTo>
                  <a:cubicBezTo>
                    <a:pt x="205" y="134"/>
                    <a:pt x="193" y="66"/>
                    <a:pt x="17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51"/>
            <p:cNvSpPr>
              <a:spLocks noEditPoints="1"/>
            </p:cNvSpPr>
            <p:nvPr userDrawn="1"/>
          </p:nvSpPr>
          <p:spPr bwMode="auto">
            <a:xfrm rot="10800000">
              <a:off x="9420912" y="3300964"/>
              <a:ext cx="209344" cy="826359"/>
            </a:xfrm>
            <a:custGeom>
              <a:avLst/>
              <a:gdLst>
                <a:gd name="T0" fmla="*/ 169 w 279"/>
                <a:gd name="T1" fmla="*/ 852 h 1102"/>
                <a:gd name="T2" fmla="*/ 80 w 279"/>
                <a:gd name="T3" fmla="*/ 969 h 1102"/>
                <a:gd name="T4" fmla="*/ 81 w 279"/>
                <a:gd name="T5" fmla="*/ 969 h 1102"/>
                <a:gd name="T6" fmla="*/ 81 w 279"/>
                <a:gd name="T7" fmla="*/ 969 h 1102"/>
                <a:gd name="T8" fmla="*/ 214 w 279"/>
                <a:gd name="T9" fmla="*/ 1102 h 1102"/>
                <a:gd name="T10" fmla="*/ 279 w 279"/>
                <a:gd name="T11" fmla="*/ 1027 h 1102"/>
                <a:gd name="T12" fmla="*/ 169 w 279"/>
                <a:gd name="T13" fmla="*/ 852 h 1102"/>
                <a:gd name="T14" fmla="*/ 110 w 279"/>
                <a:gd name="T15" fmla="*/ 0 h 1102"/>
                <a:gd name="T16" fmla="*/ 0 w 279"/>
                <a:gd name="T17" fmla="*/ 152 h 1102"/>
                <a:gd name="T18" fmla="*/ 80 w 279"/>
                <a:gd name="T19" fmla="*/ 218 h 1102"/>
                <a:gd name="T20" fmla="*/ 169 w 279"/>
                <a:gd name="T21" fmla="*/ 336 h 1102"/>
                <a:gd name="T22" fmla="*/ 279 w 279"/>
                <a:gd name="T23" fmla="*/ 161 h 1102"/>
                <a:gd name="T24" fmla="*/ 213 w 279"/>
                <a:gd name="T25" fmla="*/ 85 h 1102"/>
                <a:gd name="T26" fmla="*/ 110 w 279"/>
                <a:gd name="T27" fmla="*/ 0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1102">
                  <a:moveTo>
                    <a:pt x="169" y="852"/>
                  </a:moveTo>
                  <a:cubicBezTo>
                    <a:pt x="145" y="894"/>
                    <a:pt x="116" y="933"/>
                    <a:pt x="80" y="969"/>
                  </a:cubicBezTo>
                  <a:cubicBezTo>
                    <a:pt x="81" y="969"/>
                    <a:pt x="81" y="969"/>
                    <a:pt x="81" y="969"/>
                  </a:cubicBezTo>
                  <a:cubicBezTo>
                    <a:pt x="81" y="969"/>
                    <a:pt x="81" y="969"/>
                    <a:pt x="81" y="969"/>
                  </a:cubicBezTo>
                  <a:cubicBezTo>
                    <a:pt x="214" y="1102"/>
                    <a:pt x="214" y="1102"/>
                    <a:pt x="214" y="1102"/>
                  </a:cubicBezTo>
                  <a:cubicBezTo>
                    <a:pt x="237" y="1078"/>
                    <a:pt x="259" y="1053"/>
                    <a:pt x="279" y="1027"/>
                  </a:cubicBezTo>
                  <a:cubicBezTo>
                    <a:pt x="232" y="973"/>
                    <a:pt x="195" y="914"/>
                    <a:pt x="169" y="852"/>
                  </a:cubicBezTo>
                  <a:moveTo>
                    <a:pt x="110" y="0"/>
                  </a:moveTo>
                  <a:cubicBezTo>
                    <a:pt x="68" y="47"/>
                    <a:pt x="31" y="99"/>
                    <a:pt x="0" y="152"/>
                  </a:cubicBezTo>
                  <a:cubicBezTo>
                    <a:pt x="28" y="171"/>
                    <a:pt x="55" y="193"/>
                    <a:pt x="80" y="218"/>
                  </a:cubicBezTo>
                  <a:cubicBezTo>
                    <a:pt x="116" y="254"/>
                    <a:pt x="146" y="294"/>
                    <a:pt x="169" y="336"/>
                  </a:cubicBezTo>
                  <a:cubicBezTo>
                    <a:pt x="196" y="273"/>
                    <a:pt x="232" y="214"/>
                    <a:pt x="279" y="161"/>
                  </a:cubicBezTo>
                  <a:cubicBezTo>
                    <a:pt x="259" y="134"/>
                    <a:pt x="237" y="109"/>
                    <a:pt x="213" y="85"/>
                  </a:cubicBezTo>
                  <a:cubicBezTo>
                    <a:pt x="181" y="53"/>
                    <a:pt x="147" y="24"/>
                    <a:pt x="11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52"/>
            <p:cNvSpPr>
              <a:spLocks/>
            </p:cNvSpPr>
            <p:nvPr userDrawn="1"/>
          </p:nvSpPr>
          <p:spPr bwMode="auto">
            <a:xfrm rot="10800000">
              <a:off x="9764309" y="4169559"/>
              <a:ext cx="211640" cy="51877"/>
            </a:xfrm>
            <a:custGeom>
              <a:avLst/>
              <a:gdLst>
                <a:gd name="T0" fmla="*/ 166 w 282"/>
                <a:gd name="T1" fmla="*/ 0 h 69"/>
                <a:gd name="T2" fmla="*/ 2 w 282"/>
                <a:gd name="T3" fmla="*/ 19 h 69"/>
                <a:gd name="T4" fmla="*/ 0 w 282"/>
                <a:gd name="T5" fmla="*/ 66 h 69"/>
                <a:gd name="T6" fmla="*/ 50 w 282"/>
                <a:gd name="T7" fmla="*/ 69 h 69"/>
                <a:gd name="T8" fmla="*/ 282 w 282"/>
                <a:gd name="T9" fmla="*/ 9 h 69"/>
                <a:gd name="T10" fmla="*/ 166 w 282"/>
                <a:gd name="T11" fmla="*/ 0 h 69"/>
              </a:gdLst>
              <a:ahLst/>
              <a:cxnLst>
                <a:cxn ang="0">
                  <a:pos x="T0" y="T1"/>
                </a:cxn>
                <a:cxn ang="0">
                  <a:pos x="T2" y="T3"/>
                </a:cxn>
                <a:cxn ang="0">
                  <a:pos x="T4" y="T5"/>
                </a:cxn>
                <a:cxn ang="0">
                  <a:pos x="T6" y="T7"/>
                </a:cxn>
                <a:cxn ang="0">
                  <a:pos x="T8" y="T9"/>
                </a:cxn>
                <a:cxn ang="0">
                  <a:pos x="T10" y="T11"/>
                </a:cxn>
              </a:cxnLst>
              <a:rect l="0" t="0" r="r" b="b"/>
              <a:pathLst>
                <a:path w="282" h="69">
                  <a:moveTo>
                    <a:pt x="166" y="0"/>
                  </a:moveTo>
                  <a:cubicBezTo>
                    <a:pt x="111" y="0"/>
                    <a:pt x="56" y="6"/>
                    <a:pt x="2" y="19"/>
                  </a:cubicBezTo>
                  <a:cubicBezTo>
                    <a:pt x="0" y="34"/>
                    <a:pt x="0" y="50"/>
                    <a:pt x="0" y="66"/>
                  </a:cubicBezTo>
                  <a:cubicBezTo>
                    <a:pt x="17" y="68"/>
                    <a:pt x="33" y="69"/>
                    <a:pt x="50" y="69"/>
                  </a:cubicBezTo>
                  <a:cubicBezTo>
                    <a:pt x="130" y="69"/>
                    <a:pt x="210" y="49"/>
                    <a:pt x="282" y="9"/>
                  </a:cubicBezTo>
                  <a:cubicBezTo>
                    <a:pt x="244" y="3"/>
                    <a:pt x="205" y="0"/>
                    <a:pt x="166"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53"/>
            <p:cNvSpPr>
              <a:spLocks/>
            </p:cNvSpPr>
            <p:nvPr userDrawn="1"/>
          </p:nvSpPr>
          <p:spPr bwMode="auto">
            <a:xfrm rot="10800000">
              <a:off x="9974572" y="4171854"/>
              <a:ext cx="70241" cy="34891"/>
            </a:xfrm>
            <a:custGeom>
              <a:avLst/>
              <a:gdLst>
                <a:gd name="T0" fmla="*/ 94 w 94"/>
                <a:gd name="T1" fmla="*/ 0 h 47"/>
                <a:gd name="T2" fmla="*/ 0 w 94"/>
                <a:gd name="T3" fmla="*/ 28 h 47"/>
                <a:gd name="T4" fmla="*/ 92 w 94"/>
                <a:gd name="T5" fmla="*/ 47 h 47"/>
                <a:gd name="T6" fmla="*/ 94 w 94"/>
                <a:gd name="T7" fmla="*/ 0 h 47"/>
              </a:gdLst>
              <a:ahLst/>
              <a:cxnLst>
                <a:cxn ang="0">
                  <a:pos x="T0" y="T1"/>
                </a:cxn>
                <a:cxn ang="0">
                  <a:pos x="T2" y="T3"/>
                </a:cxn>
                <a:cxn ang="0">
                  <a:pos x="T4" y="T5"/>
                </a:cxn>
                <a:cxn ang="0">
                  <a:pos x="T6" y="T7"/>
                </a:cxn>
              </a:cxnLst>
              <a:rect l="0" t="0" r="r" b="b"/>
              <a:pathLst>
                <a:path w="94" h="47">
                  <a:moveTo>
                    <a:pt x="94" y="0"/>
                  </a:moveTo>
                  <a:cubicBezTo>
                    <a:pt x="62" y="7"/>
                    <a:pt x="31" y="17"/>
                    <a:pt x="0" y="28"/>
                  </a:cubicBezTo>
                  <a:cubicBezTo>
                    <a:pt x="30" y="38"/>
                    <a:pt x="61" y="44"/>
                    <a:pt x="92" y="47"/>
                  </a:cubicBezTo>
                  <a:cubicBezTo>
                    <a:pt x="92" y="31"/>
                    <a:pt x="92" y="15"/>
                    <a:pt x="9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54"/>
            <p:cNvSpPr>
              <a:spLocks/>
            </p:cNvSpPr>
            <p:nvPr userDrawn="1"/>
          </p:nvSpPr>
          <p:spPr bwMode="auto">
            <a:xfrm rot="10800000">
              <a:off x="9469575" y="3300964"/>
              <a:ext cx="100081" cy="99622"/>
            </a:xfrm>
            <a:custGeom>
              <a:avLst/>
              <a:gdLst>
                <a:gd name="T0" fmla="*/ 0 w 133"/>
                <a:gd name="T1" fmla="*/ 0 h 133"/>
                <a:gd name="T2" fmla="*/ 0 w 133"/>
                <a:gd name="T3" fmla="*/ 0 h 133"/>
                <a:gd name="T4" fmla="*/ 132 w 133"/>
                <a:gd name="T5" fmla="*/ 133 h 133"/>
                <a:gd name="T6" fmla="*/ 133 w 133"/>
                <a:gd name="T7" fmla="*/ 133 h 133"/>
                <a:gd name="T8" fmla="*/ 0 w 133"/>
                <a:gd name="T9" fmla="*/ 0 h 133"/>
              </a:gdLst>
              <a:ahLst/>
              <a:cxnLst>
                <a:cxn ang="0">
                  <a:pos x="T0" y="T1"/>
                </a:cxn>
                <a:cxn ang="0">
                  <a:pos x="T2" y="T3"/>
                </a:cxn>
                <a:cxn ang="0">
                  <a:pos x="T4" y="T5"/>
                </a:cxn>
                <a:cxn ang="0">
                  <a:pos x="T6" y="T7"/>
                </a:cxn>
                <a:cxn ang="0">
                  <a:pos x="T8" y="T9"/>
                </a:cxn>
              </a:cxnLst>
              <a:rect l="0" t="0" r="r" b="b"/>
              <a:pathLst>
                <a:path w="133" h="133">
                  <a:moveTo>
                    <a:pt x="0" y="0"/>
                  </a:moveTo>
                  <a:cubicBezTo>
                    <a:pt x="0" y="0"/>
                    <a:pt x="0" y="0"/>
                    <a:pt x="0" y="0"/>
                  </a:cubicBezTo>
                  <a:cubicBezTo>
                    <a:pt x="132" y="133"/>
                    <a:pt x="132" y="133"/>
                    <a:pt x="132" y="133"/>
                  </a:cubicBezTo>
                  <a:cubicBezTo>
                    <a:pt x="132" y="133"/>
                    <a:pt x="132" y="133"/>
                    <a:pt x="133" y="133"/>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55"/>
            <p:cNvSpPr>
              <a:spLocks noEditPoints="1"/>
            </p:cNvSpPr>
            <p:nvPr userDrawn="1"/>
          </p:nvSpPr>
          <p:spPr bwMode="auto">
            <a:xfrm rot="10800000">
              <a:off x="10018186" y="3528213"/>
              <a:ext cx="222658" cy="470106"/>
            </a:xfrm>
            <a:custGeom>
              <a:avLst/>
              <a:gdLst>
                <a:gd name="T0" fmla="*/ 132 w 297"/>
                <a:gd name="T1" fmla="*/ 433 h 627"/>
                <a:gd name="T2" fmla="*/ 107 w 297"/>
                <a:gd name="T3" fmla="*/ 461 h 627"/>
                <a:gd name="T4" fmla="*/ 0 w 297"/>
                <a:gd name="T5" fmla="*/ 529 h 627"/>
                <a:gd name="T6" fmla="*/ 30 w 297"/>
                <a:gd name="T7" fmla="*/ 627 h 627"/>
                <a:gd name="T8" fmla="*/ 179 w 297"/>
                <a:gd name="T9" fmla="*/ 533 h 627"/>
                <a:gd name="T10" fmla="*/ 207 w 297"/>
                <a:gd name="T11" fmla="*/ 503 h 627"/>
                <a:gd name="T12" fmla="*/ 132 w 297"/>
                <a:gd name="T13" fmla="*/ 433 h 627"/>
                <a:gd name="T14" fmla="*/ 197 w 297"/>
                <a:gd name="T15" fmla="*/ 0 h 627"/>
                <a:gd name="T16" fmla="*/ 144 w 297"/>
                <a:gd name="T17" fmla="*/ 46 h 627"/>
                <a:gd name="T18" fmla="*/ 144 w 297"/>
                <a:gd name="T19" fmla="*/ 47 h 627"/>
                <a:gd name="T20" fmla="*/ 122 w 297"/>
                <a:gd name="T21" fmla="*/ 70 h 627"/>
                <a:gd name="T22" fmla="*/ 191 w 297"/>
                <a:gd name="T23" fmla="*/ 244 h 627"/>
                <a:gd name="T24" fmla="*/ 289 w 297"/>
                <a:gd name="T25" fmla="*/ 317 h 627"/>
                <a:gd name="T26" fmla="*/ 283 w 297"/>
                <a:gd name="T27" fmla="*/ 165 h 627"/>
                <a:gd name="T28" fmla="*/ 205 w 297"/>
                <a:gd name="T29" fmla="*/ 10 h 627"/>
                <a:gd name="T30" fmla="*/ 197 w 297"/>
                <a:gd name="T31" fmla="*/ 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627">
                  <a:moveTo>
                    <a:pt x="132" y="433"/>
                  </a:moveTo>
                  <a:cubicBezTo>
                    <a:pt x="124" y="443"/>
                    <a:pt x="116" y="452"/>
                    <a:pt x="107" y="461"/>
                  </a:cubicBezTo>
                  <a:cubicBezTo>
                    <a:pt x="76" y="492"/>
                    <a:pt x="39" y="515"/>
                    <a:pt x="0" y="529"/>
                  </a:cubicBezTo>
                  <a:cubicBezTo>
                    <a:pt x="7" y="562"/>
                    <a:pt x="17" y="595"/>
                    <a:pt x="30" y="627"/>
                  </a:cubicBezTo>
                  <a:cubicBezTo>
                    <a:pt x="85" y="608"/>
                    <a:pt x="136" y="577"/>
                    <a:pt x="179" y="533"/>
                  </a:cubicBezTo>
                  <a:cubicBezTo>
                    <a:pt x="189" y="524"/>
                    <a:pt x="198" y="514"/>
                    <a:pt x="207" y="503"/>
                  </a:cubicBezTo>
                  <a:cubicBezTo>
                    <a:pt x="184" y="478"/>
                    <a:pt x="159" y="454"/>
                    <a:pt x="132" y="433"/>
                  </a:cubicBezTo>
                  <a:moveTo>
                    <a:pt x="197" y="0"/>
                  </a:moveTo>
                  <a:cubicBezTo>
                    <a:pt x="179" y="14"/>
                    <a:pt x="161" y="29"/>
                    <a:pt x="144" y="46"/>
                  </a:cubicBezTo>
                  <a:cubicBezTo>
                    <a:pt x="144" y="47"/>
                    <a:pt x="144" y="47"/>
                    <a:pt x="144" y="47"/>
                  </a:cubicBezTo>
                  <a:cubicBezTo>
                    <a:pt x="137" y="54"/>
                    <a:pt x="129" y="62"/>
                    <a:pt x="122" y="70"/>
                  </a:cubicBezTo>
                  <a:cubicBezTo>
                    <a:pt x="165" y="120"/>
                    <a:pt x="188" y="182"/>
                    <a:pt x="191" y="244"/>
                  </a:cubicBezTo>
                  <a:cubicBezTo>
                    <a:pt x="226" y="266"/>
                    <a:pt x="259" y="290"/>
                    <a:pt x="289" y="317"/>
                  </a:cubicBezTo>
                  <a:cubicBezTo>
                    <a:pt x="297" y="267"/>
                    <a:pt x="295" y="215"/>
                    <a:pt x="283" y="165"/>
                  </a:cubicBezTo>
                  <a:cubicBezTo>
                    <a:pt x="250" y="116"/>
                    <a:pt x="224" y="64"/>
                    <a:pt x="205" y="10"/>
                  </a:cubicBezTo>
                  <a:cubicBezTo>
                    <a:pt x="202" y="6"/>
                    <a:pt x="200" y="3"/>
                    <a:pt x="19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56"/>
            <p:cNvSpPr>
              <a:spLocks/>
            </p:cNvSpPr>
            <p:nvPr userDrawn="1"/>
          </p:nvSpPr>
          <p:spPr bwMode="auto">
            <a:xfrm rot="10800000">
              <a:off x="10028744" y="3874824"/>
              <a:ext cx="58305" cy="116150"/>
            </a:xfrm>
            <a:custGeom>
              <a:avLst/>
              <a:gdLst>
                <a:gd name="T0" fmla="*/ 0 w 78"/>
                <a:gd name="T1" fmla="*/ 0 h 155"/>
                <a:gd name="T2" fmla="*/ 78 w 78"/>
                <a:gd name="T3" fmla="*/ 155 h 155"/>
                <a:gd name="T4" fmla="*/ 0 w 78"/>
                <a:gd name="T5" fmla="*/ 0 h 155"/>
              </a:gdLst>
              <a:ahLst/>
              <a:cxnLst>
                <a:cxn ang="0">
                  <a:pos x="T0" y="T1"/>
                </a:cxn>
                <a:cxn ang="0">
                  <a:pos x="T2" y="T3"/>
                </a:cxn>
                <a:cxn ang="0">
                  <a:pos x="T4" y="T5"/>
                </a:cxn>
              </a:cxnLst>
              <a:rect l="0" t="0" r="r" b="b"/>
              <a:pathLst>
                <a:path w="78" h="155">
                  <a:moveTo>
                    <a:pt x="0" y="0"/>
                  </a:moveTo>
                  <a:cubicBezTo>
                    <a:pt x="19" y="54"/>
                    <a:pt x="45" y="106"/>
                    <a:pt x="78" y="155"/>
                  </a:cubicBezTo>
                  <a:cubicBezTo>
                    <a:pt x="64" y="99"/>
                    <a:pt x="38" y="46"/>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57"/>
            <p:cNvSpPr>
              <a:spLocks/>
            </p:cNvSpPr>
            <p:nvPr userDrawn="1"/>
          </p:nvSpPr>
          <p:spPr bwMode="auto">
            <a:xfrm rot="10800000">
              <a:off x="10024153" y="3621408"/>
              <a:ext cx="117527" cy="194194"/>
            </a:xfrm>
            <a:custGeom>
              <a:avLst/>
              <a:gdLst>
                <a:gd name="T0" fmla="*/ 59 w 157"/>
                <a:gd name="T1" fmla="*/ 0 h 259"/>
                <a:gd name="T2" fmla="*/ 0 w 157"/>
                <a:gd name="T3" fmla="*/ 189 h 259"/>
                <a:gd name="T4" fmla="*/ 75 w 157"/>
                <a:gd name="T5" fmla="*/ 259 h 259"/>
                <a:gd name="T6" fmla="*/ 157 w 157"/>
                <a:gd name="T7" fmla="*/ 73 h 259"/>
                <a:gd name="T8" fmla="*/ 59 w 157"/>
                <a:gd name="T9" fmla="*/ 0 h 259"/>
              </a:gdLst>
              <a:ahLst/>
              <a:cxnLst>
                <a:cxn ang="0">
                  <a:pos x="T0" y="T1"/>
                </a:cxn>
                <a:cxn ang="0">
                  <a:pos x="T2" y="T3"/>
                </a:cxn>
                <a:cxn ang="0">
                  <a:pos x="T4" y="T5"/>
                </a:cxn>
                <a:cxn ang="0">
                  <a:pos x="T6" y="T7"/>
                </a:cxn>
                <a:cxn ang="0">
                  <a:pos x="T8" y="T9"/>
                </a:cxn>
              </a:cxnLst>
              <a:rect l="0" t="0" r="r" b="b"/>
              <a:pathLst>
                <a:path w="157" h="259">
                  <a:moveTo>
                    <a:pt x="59" y="0"/>
                  </a:moveTo>
                  <a:cubicBezTo>
                    <a:pt x="62" y="66"/>
                    <a:pt x="42" y="134"/>
                    <a:pt x="0" y="189"/>
                  </a:cubicBezTo>
                  <a:cubicBezTo>
                    <a:pt x="27" y="210"/>
                    <a:pt x="52" y="234"/>
                    <a:pt x="75" y="259"/>
                  </a:cubicBezTo>
                  <a:cubicBezTo>
                    <a:pt x="119" y="204"/>
                    <a:pt x="147" y="140"/>
                    <a:pt x="157" y="73"/>
                  </a:cubicBezTo>
                  <a:cubicBezTo>
                    <a:pt x="127" y="46"/>
                    <a:pt x="94" y="22"/>
                    <a:pt x="59"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58"/>
            <p:cNvSpPr>
              <a:spLocks/>
            </p:cNvSpPr>
            <p:nvPr userDrawn="1"/>
          </p:nvSpPr>
          <p:spPr bwMode="auto">
            <a:xfrm rot="10800000">
              <a:off x="10364797" y="3517194"/>
              <a:ext cx="155631" cy="135431"/>
            </a:xfrm>
            <a:custGeom>
              <a:avLst/>
              <a:gdLst>
                <a:gd name="T0" fmla="*/ 73 w 208"/>
                <a:gd name="T1" fmla="*/ 0 h 181"/>
                <a:gd name="T2" fmla="*/ 72 w 208"/>
                <a:gd name="T3" fmla="*/ 0 h 181"/>
                <a:gd name="T4" fmla="*/ 72 w 208"/>
                <a:gd name="T5" fmla="*/ 0 h 181"/>
                <a:gd name="T6" fmla="*/ 0 w 208"/>
                <a:gd name="T7" fmla="*/ 72 h 181"/>
                <a:gd name="T8" fmla="*/ 208 w 208"/>
                <a:gd name="T9" fmla="*/ 181 h 181"/>
                <a:gd name="T10" fmla="*/ 182 w 208"/>
                <a:gd name="T11" fmla="*/ 69 h 181"/>
                <a:gd name="T12" fmla="*/ 73 w 208"/>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08" h="181">
                  <a:moveTo>
                    <a:pt x="73" y="0"/>
                  </a:moveTo>
                  <a:cubicBezTo>
                    <a:pt x="72" y="0"/>
                    <a:pt x="72" y="0"/>
                    <a:pt x="72" y="0"/>
                  </a:cubicBezTo>
                  <a:cubicBezTo>
                    <a:pt x="72" y="0"/>
                    <a:pt x="72" y="0"/>
                    <a:pt x="72" y="0"/>
                  </a:cubicBezTo>
                  <a:cubicBezTo>
                    <a:pt x="0" y="72"/>
                    <a:pt x="0" y="72"/>
                    <a:pt x="0" y="72"/>
                  </a:cubicBezTo>
                  <a:cubicBezTo>
                    <a:pt x="59" y="131"/>
                    <a:pt x="132" y="167"/>
                    <a:pt x="208" y="181"/>
                  </a:cubicBezTo>
                  <a:cubicBezTo>
                    <a:pt x="196" y="144"/>
                    <a:pt x="187" y="106"/>
                    <a:pt x="182" y="69"/>
                  </a:cubicBezTo>
                  <a:cubicBezTo>
                    <a:pt x="142" y="55"/>
                    <a:pt x="104" y="32"/>
                    <a:pt x="73"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p:cNvSpPr>
              <a:spLocks/>
            </p:cNvSpPr>
            <p:nvPr userDrawn="1"/>
          </p:nvSpPr>
          <p:spPr bwMode="auto">
            <a:xfrm rot="10800000">
              <a:off x="10093017" y="3963887"/>
              <a:ext cx="50959" cy="48664"/>
            </a:xfrm>
            <a:custGeom>
              <a:avLst/>
              <a:gdLst>
                <a:gd name="T0" fmla="*/ 50 w 68"/>
                <a:gd name="T1" fmla="*/ 0 h 65"/>
                <a:gd name="T2" fmla="*/ 50 w 68"/>
                <a:gd name="T3" fmla="*/ 0 h 65"/>
                <a:gd name="T4" fmla="*/ 50 w 68"/>
                <a:gd name="T5" fmla="*/ 1 h 65"/>
                <a:gd name="T6" fmla="*/ 0 w 68"/>
                <a:gd name="T7" fmla="*/ 51 h 65"/>
                <a:gd name="T8" fmla="*/ 15 w 68"/>
                <a:gd name="T9" fmla="*/ 65 h 65"/>
                <a:gd name="T10" fmla="*/ 68 w 68"/>
                <a:gd name="T11" fmla="*/ 19 h 65"/>
                <a:gd name="T12" fmla="*/ 50 w 68"/>
                <a:gd name="T13" fmla="*/ 0 h 65"/>
              </a:gdLst>
              <a:ahLst/>
              <a:cxnLst>
                <a:cxn ang="0">
                  <a:pos x="T0" y="T1"/>
                </a:cxn>
                <a:cxn ang="0">
                  <a:pos x="T2" y="T3"/>
                </a:cxn>
                <a:cxn ang="0">
                  <a:pos x="T4" y="T5"/>
                </a:cxn>
                <a:cxn ang="0">
                  <a:pos x="T6" y="T7"/>
                </a:cxn>
                <a:cxn ang="0">
                  <a:pos x="T8" y="T9"/>
                </a:cxn>
                <a:cxn ang="0">
                  <a:pos x="T10" y="T11"/>
                </a:cxn>
                <a:cxn ang="0">
                  <a:pos x="T12" y="T13"/>
                </a:cxn>
              </a:cxnLst>
              <a:rect l="0" t="0" r="r" b="b"/>
              <a:pathLst>
                <a:path w="68" h="65">
                  <a:moveTo>
                    <a:pt x="50" y="0"/>
                  </a:moveTo>
                  <a:cubicBezTo>
                    <a:pt x="50" y="0"/>
                    <a:pt x="50" y="0"/>
                    <a:pt x="50" y="0"/>
                  </a:cubicBezTo>
                  <a:cubicBezTo>
                    <a:pt x="50" y="0"/>
                    <a:pt x="50" y="0"/>
                    <a:pt x="50" y="1"/>
                  </a:cubicBezTo>
                  <a:cubicBezTo>
                    <a:pt x="0" y="51"/>
                    <a:pt x="0" y="51"/>
                    <a:pt x="0" y="51"/>
                  </a:cubicBezTo>
                  <a:cubicBezTo>
                    <a:pt x="15" y="65"/>
                    <a:pt x="15" y="65"/>
                    <a:pt x="15" y="65"/>
                  </a:cubicBezTo>
                  <a:cubicBezTo>
                    <a:pt x="32" y="48"/>
                    <a:pt x="50" y="33"/>
                    <a:pt x="68" y="19"/>
                  </a:cubicBezTo>
                  <a:cubicBezTo>
                    <a:pt x="62" y="13"/>
                    <a:pt x="57" y="6"/>
                    <a:pt x="5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1"/>
            <p:cNvSpPr>
              <a:spLocks/>
            </p:cNvSpPr>
            <p:nvPr userDrawn="1"/>
          </p:nvSpPr>
          <p:spPr bwMode="auto">
            <a:xfrm rot="10800000">
              <a:off x="10132958" y="3963887"/>
              <a:ext cx="11018" cy="10559"/>
            </a:xfrm>
            <a:custGeom>
              <a:avLst/>
              <a:gdLst>
                <a:gd name="T0" fmla="*/ 0 w 15"/>
                <a:gd name="T1" fmla="*/ 0 h 14"/>
                <a:gd name="T2" fmla="*/ 0 w 15"/>
                <a:gd name="T3" fmla="*/ 0 h 14"/>
                <a:gd name="T4" fmla="*/ 15 w 15"/>
                <a:gd name="T5" fmla="*/ 14 h 14"/>
                <a:gd name="T6" fmla="*/ 15 w 15"/>
                <a:gd name="T7" fmla="*/ 14 h 14"/>
                <a:gd name="T8" fmla="*/ 0 w 15"/>
                <a:gd name="T9" fmla="*/ 0 h 14"/>
              </a:gdLst>
              <a:ahLst/>
              <a:cxnLst>
                <a:cxn ang="0">
                  <a:pos x="T0" y="T1"/>
                </a:cxn>
                <a:cxn ang="0">
                  <a:pos x="T2" y="T3"/>
                </a:cxn>
                <a:cxn ang="0">
                  <a:pos x="T4" y="T5"/>
                </a:cxn>
                <a:cxn ang="0">
                  <a:pos x="T6" y="T7"/>
                </a:cxn>
                <a:cxn ang="0">
                  <a:pos x="T8" y="T9"/>
                </a:cxn>
              </a:cxnLst>
              <a:rect l="0" t="0" r="r" b="b"/>
              <a:pathLst>
                <a:path w="15" h="14">
                  <a:moveTo>
                    <a:pt x="0" y="0"/>
                  </a:moveTo>
                  <a:cubicBezTo>
                    <a:pt x="0" y="0"/>
                    <a:pt x="0" y="0"/>
                    <a:pt x="0" y="0"/>
                  </a:cubicBezTo>
                  <a:cubicBezTo>
                    <a:pt x="15" y="14"/>
                    <a:pt x="15" y="14"/>
                    <a:pt x="15" y="14"/>
                  </a:cubicBezTo>
                  <a:cubicBezTo>
                    <a:pt x="15" y="14"/>
                    <a:pt x="15" y="14"/>
                    <a:pt x="15" y="14"/>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3"/>
            <p:cNvSpPr>
              <a:spLocks/>
            </p:cNvSpPr>
            <p:nvPr userDrawn="1"/>
          </p:nvSpPr>
          <p:spPr bwMode="auto">
            <a:xfrm rot="10800000">
              <a:off x="10515377" y="3701289"/>
              <a:ext cx="95031" cy="180881"/>
            </a:xfrm>
            <a:custGeom>
              <a:avLst/>
              <a:gdLst>
                <a:gd name="T0" fmla="*/ 127 w 127"/>
                <a:gd name="T1" fmla="*/ 0 h 241"/>
                <a:gd name="T2" fmla="*/ 11 w 127"/>
                <a:gd name="T3" fmla="*/ 39 h 241"/>
                <a:gd name="T4" fmla="*/ 31 w 127"/>
                <a:gd name="T5" fmla="*/ 241 h 241"/>
                <a:gd name="T6" fmla="*/ 124 w 127"/>
                <a:gd name="T7" fmla="*/ 199 h 241"/>
                <a:gd name="T8" fmla="*/ 127 w 127"/>
                <a:gd name="T9" fmla="*/ 0 h 241"/>
              </a:gdLst>
              <a:ahLst/>
              <a:cxnLst>
                <a:cxn ang="0">
                  <a:pos x="T0" y="T1"/>
                </a:cxn>
                <a:cxn ang="0">
                  <a:pos x="T2" y="T3"/>
                </a:cxn>
                <a:cxn ang="0">
                  <a:pos x="T4" y="T5"/>
                </a:cxn>
                <a:cxn ang="0">
                  <a:pos x="T6" y="T7"/>
                </a:cxn>
                <a:cxn ang="0">
                  <a:pos x="T8" y="T9"/>
                </a:cxn>
              </a:cxnLst>
              <a:rect l="0" t="0" r="r" b="b"/>
              <a:pathLst>
                <a:path w="127" h="241">
                  <a:moveTo>
                    <a:pt x="127" y="0"/>
                  </a:moveTo>
                  <a:cubicBezTo>
                    <a:pt x="87" y="10"/>
                    <a:pt x="48" y="23"/>
                    <a:pt x="11" y="39"/>
                  </a:cubicBezTo>
                  <a:cubicBezTo>
                    <a:pt x="0" y="106"/>
                    <a:pt x="7" y="177"/>
                    <a:pt x="31" y="241"/>
                  </a:cubicBezTo>
                  <a:cubicBezTo>
                    <a:pt x="61" y="224"/>
                    <a:pt x="92" y="210"/>
                    <a:pt x="124" y="199"/>
                  </a:cubicBezTo>
                  <a:cubicBezTo>
                    <a:pt x="102" y="134"/>
                    <a:pt x="103" y="64"/>
                    <a:pt x="127"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4"/>
            <p:cNvSpPr>
              <a:spLocks/>
            </p:cNvSpPr>
            <p:nvPr userDrawn="1"/>
          </p:nvSpPr>
          <p:spPr bwMode="auto">
            <a:xfrm rot="10800000">
              <a:off x="10143976" y="3957919"/>
              <a:ext cx="129004" cy="105131"/>
            </a:xfrm>
            <a:custGeom>
              <a:avLst/>
              <a:gdLst>
                <a:gd name="T0" fmla="*/ 54 w 172"/>
                <a:gd name="T1" fmla="*/ 0 h 140"/>
                <a:gd name="T2" fmla="*/ 0 w 172"/>
                <a:gd name="T3" fmla="*/ 60 h 140"/>
                <a:gd name="T4" fmla="*/ 150 w 172"/>
                <a:gd name="T5" fmla="*/ 140 h 140"/>
                <a:gd name="T6" fmla="*/ 150 w 172"/>
                <a:gd name="T7" fmla="*/ 140 h 140"/>
                <a:gd name="T8" fmla="*/ 150 w 172"/>
                <a:gd name="T9" fmla="*/ 140 h 140"/>
                <a:gd name="T10" fmla="*/ 172 w 172"/>
                <a:gd name="T11" fmla="*/ 118 h 140"/>
                <a:gd name="T12" fmla="*/ 54 w 172"/>
                <a:gd name="T13" fmla="*/ 0 h 140"/>
              </a:gdLst>
              <a:ahLst/>
              <a:cxnLst>
                <a:cxn ang="0">
                  <a:pos x="T0" y="T1"/>
                </a:cxn>
                <a:cxn ang="0">
                  <a:pos x="T2" y="T3"/>
                </a:cxn>
                <a:cxn ang="0">
                  <a:pos x="T4" y="T5"/>
                </a:cxn>
                <a:cxn ang="0">
                  <a:pos x="T6" y="T7"/>
                </a:cxn>
                <a:cxn ang="0">
                  <a:pos x="T8" y="T9"/>
                </a:cxn>
                <a:cxn ang="0">
                  <a:pos x="T10" y="T11"/>
                </a:cxn>
                <a:cxn ang="0">
                  <a:pos x="T12" y="T13"/>
                </a:cxn>
              </a:cxnLst>
              <a:rect l="0" t="0" r="r" b="b"/>
              <a:pathLst>
                <a:path w="172" h="140">
                  <a:moveTo>
                    <a:pt x="54" y="0"/>
                  </a:moveTo>
                  <a:cubicBezTo>
                    <a:pt x="35" y="19"/>
                    <a:pt x="17" y="39"/>
                    <a:pt x="0" y="60"/>
                  </a:cubicBezTo>
                  <a:cubicBezTo>
                    <a:pt x="55" y="71"/>
                    <a:pt x="107" y="97"/>
                    <a:pt x="150" y="140"/>
                  </a:cubicBezTo>
                  <a:cubicBezTo>
                    <a:pt x="150" y="140"/>
                    <a:pt x="150" y="140"/>
                    <a:pt x="150" y="140"/>
                  </a:cubicBezTo>
                  <a:cubicBezTo>
                    <a:pt x="150" y="140"/>
                    <a:pt x="150" y="140"/>
                    <a:pt x="150" y="140"/>
                  </a:cubicBezTo>
                  <a:cubicBezTo>
                    <a:pt x="172" y="118"/>
                    <a:pt x="172" y="118"/>
                    <a:pt x="172" y="118"/>
                  </a:cubicBezTo>
                  <a:cubicBezTo>
                    <a:pt x="54" y="0"/>
                    <a:pt x="54" y="0"/>
                    <a:pt x="5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p:cNvSpPr>
              <a:spLocks/>
            </p:cNvSpPr>
            <p:nvPr userDrawn="1"/>
          </p:nvSpPr>
          <p:spPr bwMode="auto">
            <a:xfrm rot="10800000">
              <a:off x="10106330" y="3974446"/>
              <a:ext cx="126249" cy="106509"/>
            </a:xfrm>
            <a:custGeom>
              <a:avLst/>
              <a:gdLst>
                <a:gd name="T0" fmla="*/ 24 w 168"/>
                <a:gd name="T1" fmla="*/ 0 h 142"/>
                <a:gd name="T2" fmla="*/ 0 w 168"/>
                <a:gd name="T3" fmla="*/ 23 h 142"/>
                <a:gd name="T4" fmla="*/ 0 w 168"/>
                <a:gd name="T5" fmla="*/ 24 h 142"/>
                <a:gd name="T6" fmla="*/ 0 w 168"/>
                <a:gd name="T7" fmla="*/ 24 h 142"/>
                <a:gd name="T8" fmla="*/ 118 w 168"/>
                <a:gd name="T9" fmla="*/ 142 h 142"/>
                <a:gd name="T10" fmla="*/ 168 w 168"/>
                <a:gd name="T11" fmla="*/ 91 h 142"/>
                <a:gd name="T12" fmla="*/ 24 w 168"/>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168" h="142">
                  <a:moveTo>
                    <a:pt x="24" y="0"/>
                  </a:moveTo>
                  <a:cubicBezTo>
                    <a:pt x="16" y="8"/>
                    <a:pt x="8" y="15"/>
                    <a:pt x="0" y="23"/>
                  </a:cubicBezTo>
                  <a:cubicBezTo>
                    <a:pt x="0" y="24"/>
                    <a:pt x="0" y="24"/>
                    <a:pt x="0" y="24"/>
                  </a:cubicBezTo>
                  <a:cubicBezTo>
                    <a:pt x="0" y="24"/>
                    <a:pt x="0" y="24"/>
                    <a:pt x="0" y="24"/>
                  </a:cubicBezTo>
                  <a:cubicBezTo>
                    <a:pt x="118" y="142"/>
                    <a:pt x="118" y="142"/>
                    <a:pt x="118" y="142"/>
                  </a:cubicBezTo>
                  <a:cubicBezTo>
                    <a:pt x="168" y="91"/>
                    <a:pt x="168" y="91"/>
                    <a:pt x="168" y="91"/>
                  </a:cubicBezTo>
                  <a:cubicBezTo>
                    <a:pt x="126" y="49"/>
                    <a:pt x="77" y="19"/>
                    <a:pt x="24"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6"/>
            <p:cNvSpPr>
              <a:spLocks/>
            </p:cNvSpPr>
            <p:nvPr userDrawn="1"/>
          </p:nvSpPr>
          <p:spPr bwMode="auto">
            <a:xfrm rot="10800000">
              <a:off x="10143975" y="3974446"/>
              <a:ext cx="88604" cy="88604"/>
            </a:xfrm>
            <a:custGeom>
              <a:avLst/>
              <a:gdLst>
                <a:gd name="T0" fmla="*/ 0 w 118"/>
                <a:gd name="T1" fmla="*/ 0 h 118"/>
                <a:gd name="T2" fmla="*/ 0 w 118"/>
                <a:gd name="T3" fmla="*/ 0 h 118"/>
                <a:gd name="T4" fmla="*/ 118 w 118"/>
                <a:gd name="T5" fmla="*/ 118 h 118"/>
                <a:gd name="T6" fmla="*/ 118 w 118"/>
                <a:gd name="T7" fmla="*/ 118 h 118"/>
                <a:gd name="T8" fmla="*/ 0 w 118"/>
                <a:gd name="T9" fmla="*/ 0 h 118"/>
              </a:gdLst>
              <a:ahLst/>
              <a:cxnLst>
                <a:cxn ang="0">
                  <a:pos x="T0" y="T1"/>
                </a:cxn>
                <a:cxn ang="0">
                  <a:pos x="T2" y="T3"/>
                </a:cxn>
                <a:cxn ang="0">
                  <a:pos x="T4" y="T5"/>
                </a:cxn>
                <a:cxn ang="0">
                  <a:pos x="T6" y="T7"/>
                </a:cxn>
                <a:cxn ang="0">
                  <a:pos x="T8" y="T9"/>
                </a:cxn>
              </a:cxnLst>
              <a:rect l="0" t="0" r="r" b="b"/>
              <a:pathLst>
                <a:path w="118" h="118">
                  <a:moveTo>
                    <a:pt x="0" y="0"/>
                  </a:moveTo>
                  <a:cubicBezTo>
                    <a:pt x="0" y="0"/>
                    <a:pt x="0" y="0"/>
                    <a:pt x="0" y="0"/>
                  </a:cubicBezTo>
                  <a:cubicBezTo>
                    <a:pt x="118" y="118"/>
                    <a:pt x="118" y="118"/>
                    <a:pt x="118" y="118"/>
                  </a:cubicBezTo>
                  <a:cubicBezTo>
                    <a:pt x="118" y="118"/>
                    <a:pt x="118" y="118"/>
                    <a:pt x="118" y="118"/>
                  </a:cubicBezTo>
                  <a:cubicBezTo>
                    <a:pt x="0" y="0"/>
                    <a:pt x="0" y="0"/>
                    <a:pt x="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67"/>
            <p:cNvSpPr>
              <a:spLocks/>
            </p:cNvSpPr>
            <p:nvPr userDrawn="1"/>
          </p:nvSpPr>
          <p:spPr bwMode="auto">
            <a:xfrm rot="10800000">
              <a:off x="10143975" y="3957919"/>
              <a:ext cx="16527" cy="16527"/>
            </a:xfrm>
            <a:custGeom>
              <a:avLst/>
              <a:gdLst>
                <a:gd name="T0" fmla="*/ 22 w 22"/>
                <a:gd name="T1" fmla="*/ 0 h 22"/>
                <a:gd name="T2" fmla="*/ 0 w 22"/>
                <a:gd name="T3" fmla="*/ 22 h 22"/>
                <a:gd name="T4" fmla="*/ 0 w 22"/>
                <a:gd name="T5" fmla="*/ 22 h 22"/>
                <a:gd name="T6" fmla="*/ 22 w 22"/>
                <a:gd name="T7" fmla="*/ 0 h 22"/>
                <a:gd name="T8" fmla="*/ 22 w 22"/>
                <a:gd name="T9" fmla="*/ 0 h 22"/>
              </a:gdLst>
              <a:ahLst/>
              <a:cxnLst>
                <a:cxn ang="0">
                  <a:pos x="T0" y="T1"/>
                </a:cxn>
                <a:cxn ang="0">
                  <a:pos x="T2" y="T3"/>
                </a:cxn>
                <a:cxn ang="0">
                  <a:pos x="T4" y="T5"/>
                </a:cxn>
                <a:cxn ang="0">
                  <a:pos x="T6" y="T7"/>
                </a:cxn>
                <a:cxn ang="0">
                  <a:pos x="T8" y="T9"/>
                </a:cxn>
              </a:cxnLst>
              <a:rect l="0" t="0" r="r" b="b"/>
              <a:pathLst>
                <a:path w="22" h="22">
                  <a:moveTo>
                    <a:pt x="22" y="0"/>
                  </a:moveTo>
                  <a:cubicBezTo>
                    <a:pt x="0" y="22"/>
                    <a:pt x="0" y="22"/>
                    <a:pt x="0" y="22"/>
                  </a:cubicBezTo>
                  <a:cubicBezTo>
                    <a:pt x="0" y="22"/>
                    <a:pt x="0" y="22"/>
                    <a:pt x="0" y="22"/>
                  </a:cubicBezTo>
                  <a:cubicBezTo>
                    <a:pt x="22" y="0"/>
                    <a:pt x="22" y="0"/>
                    <a:pt x="22" y="0"/>
                  </a:cubicBezTo>
                  <a:cubicBezTo>
                    <a:pt x="22" y="0"/>
                    <a:pt x="22" y="0"/>
                    <a:pt x="2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68"/>
            <p:cNvSpPr>
              <a:spLocks/>
            </p:cNvSpPr>
            <p:nvPr userDrawn="1"/>
          </p:nvSpPr>
          <p:spPr bwMode="auto">
            <a:xfrm rot="10800000">
              <a:off x="10106331" y="3974446"/>
              <a:ext cx="37645" cy="38104"/>
            </a:xfrm>
            <a:custGeom>
              <a:avLst/>
              <a:gdLst>
                <a:gd name="T0" fmla="*/ 50 w 50"/>
                <a:gd name="T1" fmla="*/ 0 h 51"/>
                <a:gd name="T2" fmla="*/ 0 w 50"/>
                <a:gd name="T3" fmla="*/ 51 h 51"/>
                <a:gd name="T4" fmla="*/ 0 w 50"/>
                <a:gd name="T5" fmla="*/ 51 h 51"/>
                <a:gd name="T6" fmla="*/ 50 w 50"/>
                <a:gd name="T7" fmla="*/ 1 h 51"/>
                <a:gd name="T8" fmla="*/ 50 w 50"/>
                <a:gd name="T9" fmla="*/ 0 h 51"/>
              </a:gdLst>
              <a:ahLst/>
              <a:cxnLst>
                <a:cxn ang="0">
                  <a:pos x="T0" y="T1"/>
                </a:cxn>
                <a:cxn ang="0">
                  <a:pos x="T2" y="T3"/>
                </a:cxn>
                <a:cxn ang="0">
                  <a:pos x="T4" y="T5"/>
                </a:cxn>
                <a:cxn ang="0">
                  <a:pos x="T6" y="T7"/>
                </a:cxn>
                <a:cxn ang="0">
                  <a:pos x="T8" y="T9"/>
                </a:cxn>
              </a:cxnLst>
              <a:rect l="0" t="0" r="r" b="b"/>
              <a:pathLst>
                <a:path w="50" h="51">
                  <a:moveTo>
                    <a:pt x="50" y="0"/>
                  </a:moveTo>
                  <a:cubicBezTo>
                    <a:pt x="0" y="51"/>
                    <a:pt x="0" y="51"/>
                    <a:pt x="0" y="51"/>
                  </a:cubicBezTo>
                  <a:cubicBezTo>
                    <a:pt x="0" y="51"/>
                    <a:pt x="0" y="51"/>
                    <a:pt x="0" y="51"/>
                  </a:cubicBezTo>
                  <a:cubicBezTo>
                    <a:pt x="50" y="1"/>
                    <a:pt x="50" y="1"/>
                    <a:pt x="50" y="1"/>
                  </a:cubicBezTo>
                  <a:cubicBezTo>
                    <a:pt x="50" y="0"/>
                    <a:pt x="50" y="0"/>
                    <a:pt x="50"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69"/>
            <p:cNvSpPr>
              <a:spLocks noChangeArrowheads="1"/>
            </p:cNvSpPr>
            <p:nvPr userDrawn="1"/>
          </p:nvSpPr>
          <p:spPr bwMode="auto">
            <a:xfrm rot="10800000">
              <a:off x="10143516" y="3973987"/>
              <a:ext cx="459" cy="459"/>
            </a:xfrm>
            <a:prstGeom prst="rect">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Rectangle 70"/>
            <p:cNvSpPr>
              <a:spLocks noChangeArrowheads="1"/>
            </p:cNvSpPr>
            <p:nvPr userDrawn="1"/>
          </p:nvSpPr>
          <p:spPr bwMode="auto">
            <a:xfrm rot="10800000">
              <a:off x="10143516" y="3973987"/>
              <a:ext cx="459" cy="459"/>
            </a:xfrm>
            <a:prstGeom prst="rect">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71"/>
            <p:cNvSpPr>
              <a:spLocks/>
            </p:cNvSpPr>
            <p:nvPr userDrawn="1"/>
          </p:nvSpPr>
          <p:spPr bwMode="auto">
            <a:xfrm rot="10800000">
              <a:off x="10466714" y="3598911"/>
              <a:ext cx="53714" cy="53714"/>
            </a:xfrm>
            <a:custGeom>
              <a:avLst/>
              <a:gdLst>
                <a:gd name="T0" fmla="*/ 72 w 72"/>
                <a:gd name="T1" fmla="*/ 0 h 72"/>
                <a:gd name="T2" fmla="*/ 0 w 72"/>
                <a:gd name="T3" fmla="*/ 72 h 72"/>
                <a:gd name="T4" fmla="*/ 0 w 72"/>
                <a:gd name="T5" fmla="*/ 72 h 72"/>
                <a:gd name="T6" fmla="*/ 72 w 72"/>
                <a:gd name="T7" fmla="*/ 0 h 72"/>
                <a:gd name="T8" fmla="*/ 72 w 72"/>
                <a:gd name="T9" fmla="*/ 0 h 72"/>
              </a:gdLst>
              <a:ahLst/>
              <a:cxnLst>
                <a:cxn ang="0">
                  <a:pos x="T0" y="T1"/>
                </a:cxn>
                <a:cxn ang="0">
                  <a:pos x="T2" y="T3"/>
                </a:cxn>
                <a:cxn ang="0">
                  <a:pos x="T4" y="T5"/>
                </a:cxn>
                <a:cxn ang="0">
                  <a:pos x="T6" y="T7"/>
                </a:cxn>
                <a:cxn ang="0">
                  <a:pos x="T8" y="T9"/>
                </a:cxn>
              </a:cxnLst>
              <a:rect l="0" t="0" r="r" b="b"/>
              <a:pathLst>
                <a:path w="72" h="72">
                  <a:moveTo>
                    <a:pt x="72" y="0"/>
                  </a:moveTo>
                  <a:cubicBezTo>
                    <a:pt x="0" y="72"/>
                    <a:pt x="0" y="72"/>
                    <a:pt x="0" y="72"/>
                  </a:cubicBezTo>
                  <a:cubicBezTo>
                    <a:pt x="0" y="72"/>
                    <a:pt x="0" y="72"/>
                    <a:pt x="0" y="72"/>
                  </a:cubicBezTo>
                  <a:cubicBezTo>
                    <a:pt x="72" y="0"/>
                    <a:pt x="72" y="0"/>
                    <a:pt x="72" y="0"/>
                  </a:cubicBezTo>
                  <a:cubicBezTo>
                    <a:pt x="72" y="0"/>
                    <a:pt x="72" y="0"/>
                    <a:pt x="72" y="0"/>
                  </a:cubicBezTo>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5" name="Group 84"/>
          <p:cNvGrpSpPr/>
          <p:nvPr userDrawn="1"/>
        </p:nvGrpSpPr>
        <p:grpSpPr>
          <a:xfrm>
            <a:off x="8427719" y="2426869"/>
            <a:ext cx="4263891" cy="5238789"/>
            <a:chOff x="8427719" y="2426869"/>
            <a:chExt cx="4263891" cy="5238789"/>
          </a:xfrm>
        </p:grpSpPr>
        <p:grpSp>
          <p:nvGrpSpPr>
            <p:cNvPr id="86" name="Group 85"/>
            <p:cNvGrpSpPr/>
            <p:nvPr userDrawn="1"/>
          </p:nvGrpSpPr>
          <p:grpSpPr>
            <a:xfrm>
              <a:off x="8686918" y="2426869"/>
              <a:ext cx="4004692" cy="5238789"/>
              <a:chOff x="7960688" y="1320895"/>
              <a:chExt cx="4791883" cy="6268563"/>
            </a:xfrm>
            <a:solidFill>
              <a:schemeClr val="tx2">
                <a:lumMod val="20000"/>
                <a:lumOff val="80000"/>
                <a:alpha val="20000"/>
              </a:schemeClr>
            </a:solidFill>
          </p:grpSpPr>
          <p:sp>
            <p:nvSpPr>
              <p:cNvPr id="185" name="Freeform 14"/>
              <p:cNvSpPr>
                <a:spLocks noEditPoints="1"/>
              </p:cNvSpPr>
              <p:nvPr userDrawn="1"/>
            </p:nvSpPr>
            <p:spPr bwMode="auto">
              <a:xfrm>
                <a:off x="7960688" y="6674441"/>
                <a:ext cx="1829263" cy="915017"/>
              </a:xfrm>
              <a:custGeom>
                <a:avLst/>
                <a:gdLst>
                  <a:gd name="T0" fmla="*/ 190 w 1451"/>
                  <a:gd name="T1" fmla="*/ 0 h 726"/>
                  <a:gd name="T2" fmla="*/ 189 w 1451"/>
                  <a:gd name="T3" fmla="*/ 0 h 726"/>
                  <a:gd name="T4" fmla="*/ 189 w 1451"/>
                  <a:gd name="T5" fmla="*/ 0 h 726"/>
                  <a:gd name="T6" fmla="*/ 0 w 1451"/>
                  <a:gd name="T7" fmla="*/ 0 h 726"/>
                  <a:gd name="T8" fmla="*/ 726 w 1451"/>
                  <a:gd name="T9" fmla="*/ 726 h 726"/>
                  <a:gd name="T10" fmla="*/ 1396 w 1451"/>
                  <a:gd name="T11" fmla="*/ 280 h 726"/>
                  <a:gd name="T12" fmla="*/ 1204 w 1451"/>
                  <a:gd name="T13" fmla="*/ 242 h 726"/>
                  <a:gd name="T14" fmla="*/ 726 w 1451"/>
                  <a:gd name="T15" fmla="*/ 535 h 726"/>
                  <a:gd name="T16" fmla="*/ 190 w 1451"/>
                  <a:gd name="T17" fmla="*/ 0 h 726"/>
                  <a:gd name="T18" fmla="*/ 1451 w 1451"/>
                  <a:gd name="T19" fmla="*/ 0 h 726"/>
                  <a:gd name="T20" fmla="*/ 1451 w 1451"/>
                  <a:gd name="T21" fmla="*/ 0 h 726"/>
                  <a:gd name="T22" fmla="*/ 1451 w 1451"/>
                  <a:gd name="T23" fmla="*/ 0 h 726"/>
                  <a:gd name="T24" fmla="*/ 1261 w 1451"/>
                  <a:gd name="T25" fmla="*/ 0 h 726"/>
                  <a:gd name="T26" fmla="*/ 1258 w 1451"/>
                  <a:gd name="T27" fmla="*/ 61 h 726"/>
                  <a:gd name="T28" fmla="*/ 1438 w 1451"/>
                  <a:gd name="T29" fmla="*/ 92 h 726"/>
                  <a:gd name="T30" fmla="*/ 1446 w 1451"/>
                  <a:gd name="T31" fmla="*/ 92 h 726"/>
                  <a:gd name="T32" fmla="*/ 1451 w 1451"/>
                  <a:gd name="T3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1" h="726">
                    <a:moveTo>
                      <a:pt x="190" y="0"/>
                    </a:moveTo>
                    <a:cubicBezTo>
                      <a:pt x="189" y="0"/>
                      <a:pt x="189" y="0"/>
                      <a:pt x="189" y="0"/>
                    </a:cubicBezTo>
                    <a:cubicBezTo>
                      <a:pt x="189" y="0"/>
                      <a:pt x="189" y="0"/>
                      <a:pt x="189" y="0"/>
                    </a:cubicBezTo>
                    <a:cubicBezTo>
                      <a:pt x="0" y="0"/>
                      <a:pt x="0" y="0"/>
                      <a:pt x="0" y="0"/>
                    </a:cubicBezTo>
                    <a:cubicBezTo>
                      <a:pt x="0" y="401"/>
                      <a:pt x="325" y="726"/>
                      <a:pt x="726" y="726"/>
                    </a:cubicBezTo>
                    <a:cubicBezTo>
                      <a:pt x="1027" y="726"/>
                      <a:pt x="1286" y="542"/>
                      <a:pt x="1396" y="280"/>
                    </a:cubicBezTo>
                    <a:cubicBezTo>
                      <a:pt x="1331" y="276"/>
                      <a:pt x="1266" y="263"/>
                      <a:pt x="1204" y="242"/>
                    </a:cubicBezTo>
                    <a:cubicBezTo>
                      <a:pt x="1115" y="416"/>
                      <a:pt x="934" y="535"/>
                      <a:pt x="726" y="535"/>
                    </a:cubicBezTo>
                    <a:cubicBezTo>
                      <a:pt x="430" y="535"/>
                      <a:pt x="190" y="296"/>
                      <a:pt x="190" y="0"/>
                    </a:cubicBezTo>
                    <a:moveTo>
                      <a:pt x="1451" y="0"/>
                    </a:moveTo>
                    <a:cubicBezTo>
                      <a:pt x="1451" y="0"/>
                      <a:pt x="1451" y="0"/>
                      <a:pt x="1451" y="0"/>
                    </a:cubicBezTo>
                    <a:cubicBezTo>
                      <a:pt x="1451" y="0"/>
                      <a:pt x="1451" y="0"/>
                      <a:pt x="1451" y="0"/>
                    </a:cubicBezTo>
                    <a:cubicBezTo>
                      <a:pt x="1261" y="0"/>
                      <a:pt x="1261" y="0"/>
                      <a:pt x="1261" y="0"/>
                    </a:cubicBezTo>
                    <a:cubicBezTo>
                      <a:pt x="1261" y="21"/>
                      <a:pt x="1260" y="41"/>
                      <a:pt x="1258" y="61"/>
                    </a:cubicBezTo>
                    <a:cubicBezTo>
                      <a:pt x="1316" y="82"/>
                      <a:pt x="1377" y="92"/>
                      <a:pt x="1438" y="92"/>
                    </a:cubicBezTo>
                    <a:cubicBezTo>
                      <a:pt x="1440" y="92"/>
                      <a:pt x="1443" y="92"/>
                      <a:pt x="1446" y="92"/>
                    </a:cubicBezTo>
                    <a:cubicBezTo>
                      <a:pt x="1449" y="62"/>
                      <a:pt x="1451" y="31"/>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20"/>
              <p:cNvSpPr>
                <a:spLocks noEditPoints="1"/>
              </p:cNvSpPr>
              <p:nvPr userDrawn="1"/>
            </p:nvSpPr>
            <p:spPr bwMode="auto">
              <a:xfrm>
                <a:off x="10687224" y="3965650"/>
                <a:ext cx="1829263" cy="913474"/>
              </a:xfrm>
              <a:custGeom>
                <a:avLst/>
                <a:gdLst>
                  <a:gd name="T0" fmla="*/ 171 w 1451"/>
                  <a:gd name="T1" fmla="*/ 173 h 725"/>
                  <a:gd name="T2" fmla="*/ 28 w 1451"/>
                  <a:gd name="T3" fmla="*/ 202 h 725"/>
                  <a:gd name="T4" fmla="*/ 487 w 1451"/>
                  <a:gd name="T5" fmla="*/ 685 h 725"/>
                  <a:gd name="T6" fmla="*/ 523 w 1451"/>
                  <a:gd name="T7" fmla="*/ 496 h 725"/>
                  <a:gd name="T8" fmla="*/ 220 w 1451"/>
                  <a:gd name="T9" fmla="*/ 176 h 725"/>
                  <a:gd name="T10" fmla="*/ 171 w 1451"/>
                  <a:gd name="T11" fmla="*/ 173 h 725"/>
                  <a:gd name="T12" fmla="*/ 190 w 1451"/>
                  <a:gd name="T13" fmla="*/ 0 h 725"/>
                  <a:gd name="T14" fmla="*/ 189 w 1451"/>
                  <a:gd name="T15" fmla="*/ 0 h 725"/>
                  <a:gd name="T16" fmla="*/ 189 w 1451"/>
                  <a:gd name="T17" fmla="*/ 0 h 725"/>
                  <a:gd name="T18" fmla="*/ 0 w 1451"/>
                  <a:gd name="T19" fmla="*/ 0 h 725"/>
                  <a:gd name="T20" fmla="*/ 4 w 1451"/>
                  <a:gd name="T21" fmla="*/ 77 h 725"/>
                  <a:gd name="T22" fmla="*/ 171 w 1451"/>
                  <a:gd name="T23" fmla="*/ 47 h 725"/>
                  <a:gd name="T24" fmla="*/ 192 w 1451"/>
                  <a:gd name="T25" fmla="*/ 48 h 725"/>
                  <a:gd name="T26" fmla="*/ 190 w 1451"/>
                  <a:gd name="T27" fmla="*/ 0 h 725"/>
                  <a:gd name="T28" fmla="*/ 1451 w 1451"/>
                  <a:gd name="T29" fmla="*/ 0 h 725"/>
                  <a:gd name="T30" fmla="*/ 1451 w 1451"/>
                  <a:gd name="T31" fmla="*/ 0 h 725"/>
                  <a:gd name="T32" fmla="*/ 1451 w 1451"/>
                  <a:gd name="T33" fmla="*/ 0 h 725"/>
                  <a:gd name="T34" fmla="*/ 1261 w 1451"/>
                  <a:gd name="T35" fmla="*/ 0 h 725"/>
                  <a:gd name="T36" fmla="*/ 726 w 1451"/>
                  <a:gd name="T37" fmla="*/ 535 h 725"/>
                  <a:gd name="T38" fmla="*/ 650 w 1451"/>
                  <a:gd name="T39" fmla="*/ 530 h 725"/>
                  <a:gd name="T40" fmla="*/ 611 w 1451"/>
                  <a:gd name="T41" fmla="*/ 716 h 725"/>
                  <a:gd name="T42" fmla="*/ 726 w 1451"/>
                  <a:gd name="T43" fmla="*/ 725 h 725"/>
                  <a:gd name="T44" fmla="*/ 1451 w 1451"/>
                  <a:gd name="T45"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51" h="725">
                    <a:moveTo>
                      <a:pt x="171" y="173"/>
                    </a:moveTo>
                    <a:cubicBezTo>
                      <a:pt x="122" y="173"/>
                      <a:pt x="74" y="183"/>
                      <a:pt x="28" y="202"/>
                    </a:cubicBezTo>
                    <a:cubicBezTo>
                      <a:pt x="94" y="428"/>
                      <a:pt x="266" y="609"/>
                      <a:pt x="487" y="685"/>
                    </a:cubicBezTo>
                    <a:cubicBezTo>
                      <a:pt x="517" y="626"/>
                      <a:pt x="529" y="560"/>
                      <a:pt x="523" y="496"/>
                    </a:cubicBezTo>
                    <a:cubicBezTo>
                      <a:pt x="382" y="438"/>
                      <a:pt x="270" y="321"/>
                      <a:pt x="220" y="176"/>
                    </a:cubicBezTo>
                    <a:cubicBezTo>
                      <a:pt x="203" y="174"/>
                      <a:pt x="187" y="173"/>
                      <a:pt x="171" y="173"/>
                    </a:cubicBezTo>
                    <a:moveTo>
                      <a:pt x="190" y="0"/>
                    </a:moveTo>
                    <a:cubicBezTo>
                      <a:pt x="189" y="0"/>
                      <a:pt x="189" y="0"/>
                      <a:pt x="189" y="0"/>
                    </a:cubicBezTo>
                    <a:cubicBezTo>
                      <a:pt x="189" y="0"/>
                      <a:pt x="189" y="0"/>
                      <a:pt x="189" y="0"/>
                    </a:cubicBezTo>
                    <a:cubicBezTo>
                      <a:pt x="0" y="0"/>
                      <a:pt x="0" y="0"/>
                      <a:pt x="0" y="0"/>
                    </a:cubicBezTo>
                    <a:cubicBezTo>
                      <a:pt x="0" y="26"/>
                      <a:pt x="1" y="52"/>
                      <a:pt x="4" y="77"/>
                    </a:cubicBezTo>
                    <a:cubicBezTo>
                      <a:pt x="58" y="57"/>
                      <a:pt x="114" y="47"/>
                      <a:pt x="171" y="47"/>
                    </a:cubicBezTo>
                    <a:cubicBezTo>
                      <a:pt x="178" y="47"/>
                      <a:pt x="185" y="47"/>
                      <a:pt x="192" y="48"/>
                    </a:cubicBezTo>
                    <a:cubicBezTo>
                      <a:pt x="190" y="32"/>
                      <a:pt x="190" y="16"/>
                      <a:pt x="190" y="0"/>
                    </a:cubicBezTo>
                    <a:moveTo>
                      <a:pt x="1451" y="0"/>
                    </a:moveTo>
                    <a:cubicBezTo>
                      <a:pt x="1451" y="0"/>
                      <a:pt x="1451" y="0"/>
                      <a:pt x="1451" y="0"/>
                    </a:cubicBezTo>
                    <a:cubicBezTo>
                      <a:pt x="1451" y="0"/>
                      <a:pt x="1451" y="0"/>
                      <a:pt x="1451" y="0"/>
                    </a:cubicBezTo>
                    <a:cubicBezTo>
                      <a:pt x="1261" y="0"/>
                      <a:pt x="1261" y="0"/>
                      <a:pt x="1261" y="0"/>
                    </a:cubicBezTo>
                    <a:cubicBezTo>
                      <a:pt x="1261" y="295"/>
                      <a:pt x="1021" y="535"/>
                      <a:pt x="726" y="535"/>
                    </a:cubicBezTo>
                    <a:cubicBezTo>
                      <a:pt x="700" y="535"/>
                      <a:pt x="675" y="533"/>
                      <a:pt x="650" y="530"/>
                    </a:cubicBezTo>
                    <a:cubicBezTo>
                      <a:pt x="650" y="594"/>
                      <a:pt x="637" y="657"/>
                      <a:pt x="611" y="716"/>
                    </a:cubicBezTo>
                    <a:cubicBezTo>
                      <a:pt x="648" y="722"/>
                      <a:pt x="687" y="725"/>
                      <a:pt x="726" y="725"/>
                    </a:cubicBezTo>
                    <a:cubicBezTo>
                      <a:pt x="1126" y="725"/>
                      <a:pt x="1451" y="400"/>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nvGrpSpPr>
              <p:cNvPr id="187" name="Group 186"/>
              <p:cNvGrpSpPr/>
              <p:nvPr userDrawn="1"/>
            </p:nvGrpSpPr>
            <p:grpSpPr>
              <a:xfrm>
                <a:off x="8877249" y="1320895"/>
                <a:ext cx="3875322" cy="5085830"/>
                <a:chOff x="8877249" y="1320895"/>
                <a:chExt cx="3875322" cy="5085830"/>
              </a:xfrm>
              <a:grpFill/>
            </p:grpSpPr>
            <p:sp>
              <p:nvSpPr>
                <p:cNvPr id="188" name="Freeform 5"/>
                <p:cNvSpPr>
                  <a:spLocks noEditPoints="1"/>
                </p:cNvSpPr>
                <p:nvPr userDrawn="1"/>
              </p:nvSpPr>
              <p:spPr bwMode="auto">
                <a:xfrm>
                  <a:off x="9322413" y="4379182"/>
                  <a:ext cx="1563090" cy="1561547"/>
                </a:xfrm>
                <a:custGeom>
                  <a:avLst/>
                  <a:gdLst>
                    <a:gd name="T0" fmla="*/ 211 w 1240"/>
                    <a:gd name="T1" fmla="*/ 872 h 1239"/>
                    <a:gd name="T2" fmla="*/ 39 w 1240"/>
                    <a:gd name="T3" fmla="*/ 958 h 1239"/>
                    <a:gd name="T4" fmla="*/ 43 w 1240"/>
                    <a:gd name="T5" fmla="*/ 971 h 1239"/>
                    <a:gd name="T6" fmla="*/ 121 w 1240"/>
                    <a:gd name="T7" fmla="*/ 1126 h 1239"/>
                    <a:gd name="T8" fmla="*/ 213 w 1240"/>
                    <a:gd name="T9" fmla="*/ 1239 h 1239"/>
                    <a:gd name="T10" fmla="*/ 214 w 1240"/>
                    <a:gd name="T11" fmla="*/ 1239 h 1239"/>
                    <a:gd name="T12" fmla="*/ 214 w 1240"/>
                    <a:gd name="T13" fmla="*/ 1239 h 1239"/>
                    <a:gd name="T14" fmla="*/ 348 w 1240"/>
                    <a:gd name="T15" fmla="*/ 1105 h 1239"/>
                    <a:gd name="T16" fmla="*/ 211 w 1240"/>
                    <a:gd name="T17" fmla="*/ 872 h 1239"/>
                    <a:gd name="T18" fmla="*/ 3 w 1240"/>
                    <a:gd name="T19" fmla="*/ 670 h 1239"/>
                    <a:gd name="T20" fmla="*/ 1 w 1240"/>
                    <a:gd name="T21" fmla="*/ 758 h 1239"/>
                    <a:gd name="T22" fmla="*/ 99 w 1240"/>
                    <a:gd name="T23" fmla="*/ 711 h 1239"/>
                    <a:gd name="T24" fmla="*/ 3 w 1240"/>
                    <a:gd name="T25" fmla="*/ 670 h 1239"/>
                    <a:gd name="T26" fmla="*/ 942 w 1240"/>
                    <a:gd name="T27" fmla="*/ 32 h 1239"/>
                    <a:gd name="T28" fmla="*/ 901 w 1240"/>
                    <a:gd name="T29" fmla="*/ 219 h 1239"/>
                    <a:gd name="T30" fmla="*/ 1105 w 1240"/>
                    <a:gd name="T31" fmla="*/ 347 h 1239"/>
                    <a:gd name="T32" fmla="*/ 1106 w 1240"/>
                    <a:gd name="T33" fmla="*/ 347 h 1239"/>
                    <a:gd name="T34" fmla="*/ 1106 w 1240"/>
                    <a:gd name="T35" fmla="*/ 347 h 1239"/>
                    <a:gd name="T36" fmla="*/ 1240 w 1240"/>
                    <a:gd name="T37" fmla="*/ 213 h 1239"/>
                    <a:gd name="T38" fmla="*/ 942 w 1240"/>
                    <a:gd name="T39" fmla="*/ 32 h 1239"/>
                    <a:gd name="T40" fmla="*/ 516 w 1240"/>
                    <a:gd name="T41" fmla="*/ 31 h 1239"/>
                    <a:gd name="T42" fmla="*/ 213 w 1240"/>
                    <a:gd name="T43" fmla="*/ 213 h 1239"/>
                    <a:gd name="T44" fmla="*/ 26 w 1240"/>
                    <a:gd name="T45" fmla="*/ 535 h 1239"/>
                    <a:gd name="T46" fmla="*/ 205 w 1240"/>
                    <a:gd name="T47" fmla="*/ 605 h 1239"/>
                    <a:gd name="T48" fmla="*/ 348 w 1240"/>
                    <a:gd name="T49" fmla="*/ 347 h 1239"/>
                    <a:gd name="T50" fmla="*/ 592 w 1240"/>
                    <a:gd name="T51" fmla="*/ 207 h 1239"/>
                    <a:gd name="T52" fmla="*/ 516 w 1240"/>
                    <a:gd name="T53" fmla="*/ 31 h 1239"/>
                    <a:gd name="T54" fmla="*/ 727 w 1240"/>
                    <a:gd name="T55" fmla="*/ 0 h 1239"/>
                    <a:gd name="T56" fmla="*/ 650 w 1240"/>
                    <a:gd name="T57" fmla="*/ 4 h 1239"/>
                    <a:gd name="T58" fmla="*/ 716 w 1240"/>
                    <a:gd name="T59" fmla="*/ 190 h 1239"/>
                    <a:gd name="T60" fmla="*/ 727 w 1240"/>
                    <a:gd name="T61" fmla="*/ 190 h 1239"/>
                    <a:gd name="T62" fmla="*/ 775 w 1240"/>
                    <a:gd name="T63" fmla="*/ 192 h 1239"/>
                    <a:gd name="T64" fmla="*/ 815 w 1240"/>
                    <a:gd name="T65" fmla="*/ 5 h 1239"/>
                    <a:gd name="T66" fmla="*/ 727 w 1240"/>
                    <a:gd name="T67" fmla="*/ 0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0" h="1239">
                      <a:moveTo>
                        <a:pt x="211" y="872"/>
                      </a:moveTo>
                      <a:cubicBezTo>
                        <a:pt x="150" y="890"/>
                        <a:pt x="92" y="918"/>
                        <a:pt x="39" y="958"/>
                      </a:cubicBezTo>
                      <a:cubicBezTo>
                        <a:pt x="40" y="962"/>
                        <a:pt x="42" y="966"/>
                        <a:pt x="43" y="971"/>
                      </a:cubicBezTo>
                      <a:cubicBezTo>
                        <a:pt x="81" y="1017"/>
                        <a:pt x="107" y="1070"/>
                        <a:pt x="121" y="1126"/>
                      </a:cubicBezTo>
                      <a:cubicBezTo>
                        <a:pt x="147" y="1166"/>
                        <a:pt x="178" y="1204"/>
                        <a:pt x="213" y="1239"/>
                      </a:cubicBezTo>
                      <a:cubicBezTo>
                        <a:pt x="214" y="1239"/>
                        <a:pt x="214" y="1239"/>
                        <a:pt x="214" y="1239"/>
                      </a:cubicBezTo>
                      <a:cubicBezTo>
                        <a:pt x="214" y="1239"/>
                        <a:pt x="214" y="1239"/>
                        <a:pt x="214" y="1239"/>
                      </a:cubicBezTo>
                      <a:cubicBezTo>
                        <a:pt x="348" y="1105"/>
                        <a:pt x="348" y="1105"/>
                        <a:pt x="348" y="1105"/>
                      </a:cubicBezTo>
                      <a:cubicBezTo>
                        <a:pt x="281" y="1038"/>
                        <a:pt x="235" y="957"/>
                        <a:pt x="211" y="872"/>
                      </a:cubicBezTo>
                      <a:moveTo>
                        <a:pt x="3" y="670"/>
                      </a:moveTo>
                      <a:cubicBezTo>
                        <a:pt x="1" y="699"/>
                        <a:pt x="0" y="728"/>
                        <a:pt x="1" y="758"/>
                      </a:cubicBezTo>
                      <a:cubicBezTo>
                        <a:pt x="33" y="740"/>
                        <a:pt x="66" y="724"/>
                        <a:pt x="99" y="711"/>
                      </a:cubicBezTo>
                      <a:cubicBezTo>
                        <a:pt x="66" y="701"/>
                        <a:pt x="34" y="687"/>
                        <a:pt x="3" y="670"/>
                      </a:cubicBezTo>
                      <a:moveTo>
                        <a:pt x="942" y="32"/>
                      </a:moveTo>
                      <a:cubicBezTo>
                        <a:pt x="911" y="90"/>
                        <a:pt x="897" y="155"/>
                        <a:pt x="901" y="219"/>
                      </a:cubicBezTo>
                      <a:cubicBezTo>
                        <a:pt x="976" y="245"/>
                        <a:pt x="1046" y="287"/>
                        <a:pt x="1105" y="347"/>
                      </a:cubicBezTo>
                      <a:cubicBezTo>
                        <a:pt x="1106" y="347"/>
                        <a:pt x="1106" y="347"/>
                        <a:pt x="1106" y="347"/>
                      </a:cubicBezTo>
                      <a:cubicBezTo>
                        <a:pt x="1106" y="347"/>
                        <a:pt x="1106" y="347"/>
                        <a:pt x="1106" y="347"/>
                      </a:cubicBezTo>
                      <a:cubicBezTo>
                        <a:pt x="1240" y="213"/>
                        <a:pt x="1240" y="213"/>
                        <a:pt x="1240" y="213"/>
                      </a:cubicBezTo>
                      <a:cubicBezTo>
                        <a:pt x="1153" y="126"/>
                        <a:pt x="1051" y="66"/>
                        <a:pt x="942" y="32"/>
                      </a:cubicBezTo>
                      <a:moveTo>
                        <a:pt x="516" y="31"/>
                      </a:moveTo>
                      <a:cubicBezTo>
                        <a:pt x="405" y="65"/>
                        <a:pt x="301" y="125"/>
                        <a:pt x="213" y="213"/>
                      </a:cubicBezTo>
                      <a:cubicBezTo>
                        <a:pt x="121" y="305"/>
                        <a:pt x="58" y="417"/>
                        <a:pt x="26" y="535"/>
                      </a:cubicBezTo>
                      <a:cubicBezTo>
                        <a:pt x="79" y="575"/>
                        <a:pt x="141" y="599"/>
                        <a:pt x="205" y="605"/>
                      </a:cubicBezTo>
                      <a:cubicBezTo>
                        <a:pt x="226" y="511"/>
                        <a:pt x="274" y="421"/>
                        <a:pt x="348" y="347"/>
                      </a:cubicBezTo>
                      <a:cubicBezTo>
                        <a:pt x="418" y="277"/>
                        <a:pt x="502" y="231"/>
                        <a:pt x="592" y="207"/>
                      </a:cubicBezTo>
                      <a:cubicBezTo>
                        <a:pt x="583" y="144"/>
                        <a:pt x="558" y="83"/>
                        <a:pt x="516" y="31"/>
                      </a:cubicBezTo>
                      <a:moveTo>
                        <a:pt x="727" y="0"/>
                      </a:moveTo>
                      <a:cubicBezTo>
                        <a:pt x="701" y="0"/>
                        <a:pt x="676" y="1"/>
                        <a:pt x="650" y="4"/>
                      </a:cubicBezTo>
                      <a:cubicBezTo>
                        <a:pt x="685" y="62"/>
                        <a:pt x="707" y="125"/>
                        <a:pt x="716" y="190"/>
                      </a:cubicBezTo>
                      <a:cubicBezTo>
                        <a:pt x="720" y="190"/>
                        <a:pt x="723" y="190"/>
                        <a:pt x="727" y="190"/>
                      </a:cubicBezTo>
                      <a:cubicBezTo>
                        <a:pt x="743" y="190"/>
                        <a:pt x="759" y="191"/>
                        <a:pt x="775" y="192"/>
                      </a:cubicBezTo>
                      <a:cubicBezTo>
                        <a:pt x="776" y="128"/>
                        <a:pt x="789" y="65"/>
                        <a:pt x="815" y="5"/>
                      </a:cubicBezTo>
                      <a:cubicBezTo>
                        <a:pt x="786" y="2"/>
                        <a:pt x="756" y="0"/>
                        <a:pt x="7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6"/>
                <p:cNvSpPr>
                  <a:spLocks noEditPoints="1"/>
                </p:cNvSpPr>
                <p:nvPr userDrawn="1"/>
              </p:nvSpPr>
              <p:spPr bwMode="auto">
                <a:xfrm>
                  <a:off x="9591672" y="4646126"/>
                  <a:ext cx="1562319" cy="1560776"/>
                </a:xfrm>
                <a:custGeom>
                  <a:avLst/>
                  <a:gdLst>
                    <a:gd name="T0" fmla="*/ 655 w 1239"/>
                    <a:gd name="T1" fmla="*/ 1030 h 1238"/>
                    <a:gd name="T2" fmla="*/ 566 w 1239"/>
                    <a:gd name="T3" fmla="*/ 1047 h 1238"/>
                    <a:gd name="T4" fmla="*/ 558 w 1239"/>
                    <a:gd name="T5" fmla="*/ 1238 h 1238"/>
                    <a:gd name="T6" fmla="*/ 671 w 1239"/>
                    <a:gd name="T7" fmla="*/ 1222 h 1238"/>
                    <a:gd name="T8" fmla="*/ 655 w 1239"/>
                    <a:gd name="T9" fmla="*/ 1030 h 1238"/>
                    <a:gd name="T10" fmla="*/ 134 w 1239"/>
                    <a:gd name="T11" fmla="*/ 892 h 1238"/>
                    <a:gd name="T12" fmla="*/ 134 w 1239"/>
                    <a:gd name="T13" fmla="*/ 893 h 1238"/>
                    <a:gd name="T14" fmla="*/ 134 w 1239"/>
                    <a:gd name="T15" fmla="*/ 893 h 1238"/>
                    <a:gd name="T16" fmla="*/ 0 w 1239"/>
                    <a:gd name="T17" fmla="*/ 1027 h 1238"/>
                    <a:gd name="T18" fmla="*/ 322 w 1239"/>
                    <a:gd name="T19" fmla="*/ 1214 h 1238"/>
                    <a:gd name="T20" fmla="*/ 334 w 1239"/>
                    <a:gd name="T21" fmla="*/ 1019 h 1238"/>
                    <a:gd name="T22" fmla="*/ 134 w 1239"/>
                    <a:gd name="T23" fmla="*/ 892 h 1238"/>
                    <a:gd name="T24" fmla="*/ 1211 w 1239"/>
                    <a:gd name="T25" fmla="*/ 514 h 1238"/>
                    <a:gd name="T26" fmla="*/ 1048 w 1239"/>
                    <a:gd name="T27" fmla="*/ 534 h 1238"/>
                    <a:gd name="T28" fmla="*/ 892 w 1239"/>
                    <a:gd name="T29" fmla="*/ 892 h 1238"/>
                    <a:gd name="T30" fmla="*/ 827 w 1239"/>
                    <a:gd name="T31" fmla="*/ 948 h 1238"/>
                    <a:gd name="T32" fmla="*/ 862 w 1239"/>
                    <a:gd name="T33" fmla="*/ 1150 h 1238"/>
                    <a:gd name="T34" fmla="*/ 1026 w 1239"/>
                    <a:gd name="T35" fmla="*/ 1027 h 1238"/>
                    <a:gd name="T36" fmla="*/ 1239 w 1239"/>
                    <a:gd name="T37" fmla="*/ 514 h 1238"/>
                    <a:gd name="T38" fmla="*/ 1211 w 1239"/>
                    <a:gd name="T39" fmla="*/ 514 h 1238"/>
                    <a:gd name="T40" fmla="*/ 1026 w 1239"/>
                    <a:gd name="T41" fmla="*/ 0 h 1238"/>
                    <a:gd name="T42" fmla="*/ 1026 w 1239"/>
                    <a:gd name="T43" fmla="*/ 1 h 1238"/>
                    <a:gd name="T44" fmla="*/ 1026 w 1239"/>
                    <a:gd name="T45" fmla="*/ 1 h 1238"/>
                    <a:gd name="T46" fmla="*/ 892 w 1239"/>
                    <a:gd name="T47" fmla="*/ 135 h 1238"/>
                    <a:gd name="T48" fmla="*/ 1006 w 1239"/>
                    <a:gd name="T49" fmla="*/ 304 h 1238"/>
                    <a:gd name="T50" fmla="*/ 1201 w 1239"/>
                    <a:gd name="T51" fmla="*/ 280 h 1238"/>
                    <a:gd name="T52" fmla="*/ 1026 w 1239"/>
                    <a:gd name="T53" fmla="*/ 0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9" h="1238">
                      <a:moveTo>
                        <a:pt x="655" y="1030"/>
                      </a:moveTo>
                      <a:cubicBezTo>
                        <a:pt x="626" y="1038"/>
                        <a:pt x="596" y="1044"/>
                        <a:pt x="566" y="1047"/>
                      </a:cubicBezTo>
                      <a:cubicBezTo>
                        <a:pt x="554" y="1110"/>
                        <a:pt x="551" y="1174"/>
                        <a:pt x="558" y="1238"/>
                      </a:cubicBezTo>
                      <a:cubicBezTo>
                        <a:pt x="596" y="1236"/>
                        <a:pt x="634" y="1230"/>
                        <a:pt x="671" y="1222"/>
                      </a:cubicBezTo>
                      <a:cubicBezTo>
                        <a:pt x="677" y="1158"/>
                        <a:pt x="672" y="1093"/>
                        <a:pt x="655" y="1030"/>
                      </a:cubicBezTo>
                      <a:moveTo>
                        <a:pt x="134" y="892"/>
                      </a:moveTo>
                      <a:cubicBezTo>
                        <a:pt x="134" y="893"/>
                        <a:pt x="134" y="893"/>
                        <a:pt x="134" y="893"/>
                      </a:cubicBezTo>
                      <a:cubicBezTo>
                        <a:pt x="134" y="893"/>
                        <a:pt x="134" y="893"/>
                        <a:pt x="134" y="893"/>
                      </a:cubicBezTo>
                      <a:cubicBezTo>
                        <a:pt x="0" y="1027"/>
                        <a:pt x="0" y="1027"/>
                        <a:pt x="0" y="1027"/>
                      </a:cubicBezTo>
                      <a:cubicBezTo>
                        <a:pt x="92" y="1119"/>
                        <a:pt x="204" y="1182"/>
                        <a:pt x="322" y="1214"/>
                      </a:cubicBezTo>
                      <a:cubicBezTo>
                        <a:pt x="319" y="1149"/>
                        <a:pt x="323" y="1083"/>
                        <a:pt x="334" y="1019"/>
                      </a:cubicBezTo>
                      <a:cubicBezTo>
                        <a:pt x="261" y="993"/>
                        <a:pt x="193" y="951"/>
                        <a:pt x="134" y="892"/>
                      </a:cubicBezTo>
                      <a:moveTo>
                        <a:pt x="1211" y="514"/>
                      </a:moveTo>
                      <a:cubicBezTo>
                        <a:pt x="1156" y="514"/>
                        <a:pt x="1102" y="520"/>
                        <a:pt x="1048" y="534"/>
                      </a:cubicBezTo>
                      <a:cubicBezTo>
                        <a:pt x="1043" y="664"/>
                        <a:pt x="991" y="793"/>
                        <a:pt x="892" y="892"/>
                      </a:cubicBezTo>
                      <a:cubicBezTo>
                        <a:pt x="871" y="913"/>
                        <a:pt x="850" y="931"/>
                        <a:pt x="827" y="948"/>
                      </a:cubicBezTo>
                      <a:cubicBezTo>
                        <a:pt x="848" y="1014"/>
                        <a:pt x="860" y="1082"/>
                        <a:pt x="862" y="1150"/>
                      </a:cubicBezTo>
                      <a:cubicBezTo>
                        <a:pt x="921" y="1118"/>
                        <a:pt x="976" y="1077"/>
                        <a:pt x="1026" y="1027"/>
                      </a:cubicBezTo>
                      <a:cubicBezTo>
                        <a:pt x="1168" y="885"/>
                        <a:pt x="1239" y="700"/>
                        <a:pt x="1239" y="514"/>
                      </a:cubicBezTo>
                      <a:cubicBezTo>
                        <a:pt x="1229" y="514"/>
                        <a:pt x="1220" y="514"/>
                        <a:pt x="1211" y="514"/>
                      </a:cubicBezTo>
                      <a:moveTo>
                        <a:pt x="1026" y="0"/>
                      </a:moveTo>
                      <a:cubicBezTo>
                        <a:pt x="1026" y="1"/>
                        <a:pt x="1026" y="1"/>
                        <a:pt x="1026" y="1"/>
                      </a:cubicBezTo>
                      <a:cubicBezTo>
                        <a:pt x="1026" y="1"/>
                        <a:pt x="1026" y="1"/>
                        <a:pt x="1026" y="1"/>
                      </a:cubicBezTo>
                      <a:cubicBezTo>
                        <a:pt x="892" y="135"/>
                        <a:pt x="892" y="135"/>
                        <a:pt x="892" y="135"/>
                      </a:cubicBezTo>
                      <a:cubicBezTo>
                        <a:pt x="942" y="185"/>
                        <a:pt x="980" y="243"/>
                        <a:pt x="1006" y="304"/>
                      </a:cubicBezTo>
                      <a:cubicBezTo>
                        <a:pt x="1070" y="289"/>
                        <a:pt x="1135" y="281"/>
                        <a:pt x="1201" y="280"/>
                      </a:cubicBezTo>
                      <a:cubicBezTo>
                        <a:pt x="1166" y="178"/>
                        <a:pt x="1108" y="82"/>
                        <a:pt x="10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userDrawn="1"/>
              </p:nvSpPr>
              <p:spPr bwMode="auto">
                <a:xfrm>
                  <a:off x="10877788" y="5023398"/>
                  <a:ext cx="268487" cy="209852"/>
                </a:xfrm>
                <a:custGeom>
                  <a:avLst/>
                  <a:gdLst>
                    <a:gd name="T0" fmla="*/ 187 w 213"/>
                    <a:gd name="T1" fmla="*/ 0 h 167"/>
                    <a:gd name="T2" fmla="*/ 20 w 213"/>
                    <a:gd name="T3" fmla="*/ 42 h 167"/>
                    <a:gd name="T4" fmla="*/ 0 w 213"/>
                    <a:gd name="T5" fmla="*/ 41 h 167"/>
                    <a:gd name="T6" fmla="*/ 27 w 213"/>
                    <a:gd name="T7" fmla="*/ 167 h 167"/>
                    <a:gd name="T8" fmla="*/ 213 w 213"/>
                    <a:gd name="T9" fmla="*/ 126 h 167"/>
                    <a:gd name="T10" fmla="*/ 187 w 213"/>
                    <a:gd name="T11" fmla="*/ 0 h 167"/>
                  </a:gdLst>
                  <a:ahLst/>
                  <a:cxnLst>
                    <a:cxn ang="0">
                      <a:pos x="T0" y="T1"/>
                    </a:cxn>
                    <a:cxn ang="0">
                      <a:pos x="T2" y="T3"/>
                    </a:cxn>
                    <a:cxn ang="0">
                      <a:pos x="T4" y="T5"/>
                    </a:cxn>
                    <a:cxn ang="0">
                      <a:pos x="T6" y="T7"/>
                    </a:cxn>
                    <a:cxn ang="0">
                      <a:pos x="T8" y="T9"/>
                    </a:cxn>
                    <a:cxn ang="0">
                      <a:pos x="T10" y="T11"/>
                    </a:cxn>
                  </a:cxnLst>
                  <a:rect l="0" t="0" r="r" b="b"/>
                  <a:pathLst>
                    <a:path w="213" h="167">
                      <a:moveTo>
                        <a:pt x="187" y="0"/>
                      </a:moveTo>
                      <a:cubicBezTo>
                        <a:pt x="135" y="28"/>
                        <a:pt x="77" y="42"/>
                        <a:pt x="20" y="42"/>
                      </a:cubicBezTo>
                      <a:cubicBezTo>
                        <a:pt x="13" y="42"/>
                        <a:pt x="7" y="41"/>
                        <a:pt x="0" y="41"/>
                      </a:cubicBezTo>
                      <a:cubicBezTo>
                        <a:pt x="14" y="82"/>
                        <a:pt x="23" y="124"/>
                        <a:pt x="27" y="167"/>
                      </a:cubicBezTo>
                      <a:cubicBezTo>
                        <a:pt x="90" y="166"/>
                        <a:pt x="154" y="153"/>
                        <a:pt x="213" y="126"/>
                      </a:cubicBezTo>
                      <a:cubicBezTo>
                        <a:pt x="208" y="84"/>
                        <a:pt x="199" y="41"/>
                        <a:pt x="18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2"/>
                <p:cNvSpPr>
                  <a:spLocks/>
                </p:cNvSpPr>
                <p:nvPr userDrawn="1"/>
              </p:nvSpPr>
              <p:spPr bwMode="auto">
                <a:xfrm>
                  <a:off x="9326271" y="5053487"/>
                  <a:ext cx="254600" cy="221425"/>
                </a:xfrm>
                <a:custGeom>
                  <a:avLst/>
                  <a:gdLst>
                    <a:gd name="T0" fmla="*/ 23 w 202"/>
                    <a:gd name="T1" fmla="*/ 0 h 176"/>
                    <a:gd name="T2" fmla="*/ 0 w 202"/>
                    <a:gd name="T3" fmla="*/ 135 h 176"/>
                    <a:gd name="T4" fmla="*/ 96 w 202"/>
                    <a:gd name="T5" fmla="*/ 176 h 176"/>
                    <a:gd name="T6" fmla="*/ 190 w 202"/>
                    <a:gd name="T7" fmla="*/ 148 h 176"/>
                    <a:gd name="T8" fmla="*/ 202 w 202"/>
                    <a:gd name="T9" fmla="*/ 70 h 176"/>
                    <a:gd name="T10" fmla="*/ 23 w 202"/>
                    <a:gd name="T11" fmla="*/ 0 h 176"/>
                  </a:gdLst>
                  <a:ahLst/>
                  <a:cxnLst>
                    <a:cxn ang="0">
                      <a:pos x="T0" y="T1"/>
                    </a:cxn>
                    <a:cxn ang="0">
                      <a:pos x="T2" y="T3"/>
                    </a:cxn>
                    <a:cxn ang="0">
                      <a:pos x="T4" y="T5"/>
                    </a:cxn>
                    <a:cxn ang="0">
                      <a:pos x="T6" y="T7"/>
                    </a:cxn>
                    <a:cxn ang="0">
                      <a:pos x="T8" y="T9"/>
                    </a:cxn>
                    <a:cxn ang="0">
                      <a:pos x="T10" y="T11"/>
                    </a:cxn>
                  </a:cxnLst>
                  <a:rect l="0" t="0" r="r" b="b"/>
                  <a:pathLst>
                    <a:path w="202" h="176">
                      <a:moveTo>
                        <a:pt x="23" y="0"/>
                      </a:moveTo>
                      <a:cubicBezTo>
                        <a:pt x="11" y="44"/>
                        <a:pt x="3" y="89"/>
                        <a:pt x="0" y="135"/>
                      </a:cubicBezTo>
                      <a:cubicBezTo>
                        <a:pt x="31" y="152"/>
                        <a:pt x="63" y="166"/>
                        <a:pt x="96" y="176"/>
                      </a:cubicBezTo>
                      <a:cubicBezTo>
                        <a:pt x="127" y="165"/>
                        <a:pt x="158" y="155"/>
                        <a:pt x="190" y="148"/>
                      </a:cubicBezTo>
                      <a:cubicBezTo>
                        <a:pt x="192" y="122"/>
                        <a:pt x="196" y="96"/>
                        <a:pt x="202" y="70"/>
                      </a:cubicBezTo>
                      <a:cubicBezTo>
                        <a:pt x="138" y="64"/>
                        <a:pt x="76" y="40"/>
                        <a:pt x="2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59"/>
                <p:cNvSpPr>
                  <a:spLocks noEditPoints="1"/>
                </p:cNvSpPr>
                <p:nvPr userDrawn="1"/>
              </p:nvSpPr>
              <p:spPr bwMode="auto">
                <a:xfrm>
                  <a:off x="8877249" y="5630580"/>
                  <a:ext cx="422019" cy="776145"/>
                </a:xfrm>
                <a:custGeom>
                  <a:avLst/>
                  <a:gdLst>
                    <a:gd name="T0" fmla="*/ 191 w 335"/>
                    <a:gd name="T1" fmla="*/ 497 h 616"/>
                    <a:gd name="T2" fmla="*/ 94 w 335"/>
                    <a:gd name="T3" fmla="*/ 514 h 616"/>
                    <a:gd name="T4" fmla="*/ 0 w 335"/>
                    <a:gd name="T5" fmla="*/ 498 h 616"/>
                    <a:gd name="T6" fmla="*/ 26 w 335"/>
                    <a:gd name="T7" fmla="*/ 610 h 616"/>
                    <a:gd name="T8" fmla="*/ 94 w 335"/>
                    <a:gd name="T9" fmla="*/ 616 h 616"/>
                    <a:gd name="T10" fmla="*/ 221 w 335"/>
                    <a:gd name="T11" fmla="*/ 595 h 616"/>
                    <a:gd name="T12" fmla="*/ 191 w 335"/>
                    <a:gd name="T13" fmla="*/ 497 h 616"/>
                    <a:gd name="T14" fmla="*/ 320 w 335"/>
                    <a:gd name="T15" fmla="*/ 0 h 616"/>
                    <a:gd name="T16" fmla="*/ 298 w 335"/>
                    <a:gd name="T17" fmla="*/ 22 h 616"/>
                    <a:gd name="T18" fmla="*/ 313 w 335"/>
                    <a:gd name="T19" fmla="*/ 38 h 616"/>
                    <a:gd name="T20" fmla="*/ 335 w 335"/>
                    <a:gd name="T21" fmla="*/ 15 h 616"/>
                    <a:gd name="T22" fmla="*/ 335 w 335"/>
                    <a:gd name="T23" fmla="*/ 14 h 616"/>
                    <a:gd name="T24" fmla="*/ 335 w 335"/>
                    <a:gd name="T25" fmla="*/ 14 h 616"/>
                    <a:gd name="T26" fmla="*/ 320 w 335"/>
                    <a:gd name="T27" fmla="*/ 0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616">
                      <a:moveTo>
                        <a:pt x="191" y="497"/>
                      </a:moveTo>
                      <a:cubicBezTo>
                        <a:pt x="160" y="508"/>
                        <a:pt x="127" y="514"/>
                        <a:pt x="94" y="514"/>
                      </a:cubicBezTo>
                      <a:cubicBezTo>
                        <a:pt x="62" y="514"/>
                        <a:pt x="30" y="508"/>
                        <a:pt x="0" y="498"/>
                      </a:cubicBezTo>
                      <a:cubicBezTo>
                        <a:pt x="5" y="535"/>
                        <a:pt x="14" y="573"/>
                        <a:pt x="26" y="610"/>
                      </a:cubicBezTo>
                      <a:cubicBezTo>
                        <a:pt x="49" y="614"/>
                        <a:pt x="71" y="616"/>
                        <a:pt x="94" y="616"/>
                      </a:cubicBezTo>
                      <a:cubicBezTo>
                        <a:pt x="137" y="616"/>
                        <a:pt x="180" y="609"/>
                        <a:pt x="221" y="595"/>
                      </a:cubicBezTo>
                      <a:cubicBezTo>
                        <a:pt x="208" y="563"/>
                        <a:pt x="198" y="530"/>
                        <a:pt x="191" y="497"/>
                      </a:cubicBezTo>
                      <a:moveTo>
                        <a:pt x="320" y="0"/>
                      </a:moveTo>
                      <a:cubicBezTo>
                        <a:pt x="298" y="22"/>
                        <a:pt x="298" y="22"/>
                        <a:pt x="298" y="22"/>
                      </a:cubicBezTo>
                      <a:cubicBezTo>
                        <a:pt x="303" y="27"/>
                        <a:pt x="309" y="32"/>
                        <a:pt x="313" y="38"/>
                      </a:cubicBezTo>
                      <a:cubicBezTo>
                        <a:pt x="320" y="30"/>
                        <a:pt x="328" y="22"/>
                        <a:pt x="335" y="15"/>
                      </a:cubicBezTo>
                      <a:cubicBezTo>
                        <a:pt x="335" y="14"/>
                        <a:pt x="335" y="14"/>
                        <a:pt x="335" y="14"/>
                      </a:cubicBezTo>
                      <a:cubicBezTo>
                        <a:pt x="335" y="14"/>
                        <a:pt x="335" y="14"/>
                        <a:pt x="335" y="14"/>
                      </a:cubicBezTo>
                      <a:cubicBezTo>
                        <a:pt x="320" y="0"/>
                        <a:pt x="320" y="0"/>
                        <a:pt x="32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86"/>
                <p:cNvSpPr>
                  <a:spLocks noEditPoints="1"/>
                </p:cNvSpPr>
                <p:nvPr userDrawn="1"/>
              </p:nvSpPr>
              <p:spPr bwMode="auto">
                <a:xfrm>
                  <a:off x="9589358" y="2358583"/>
                  <a:ext cx="751456" cy="1469737"/>
                </a:xfrm>
                <a:custGeom>
                  <a:avLst/>
                  <a:gdLst>
                    <a:gd name="T0" fmla="*/ 335 w 596"/>
                    <a:gd name="T1" fmla="*/ 924 h 1166"/>
                    <a:gd name="T2" fmla="*/ 211 w 596"/>
                    <a:gd name="T3" fmla="*/ 1025 h 1166"/>
                    <a:gd name="T4" fmla="*/ 596 w 596"/>
                    <a:gd name="T5" fmla="*/ 1166 h 1166"/>
                    <a:gd name="T6" fmla="*/ 596 w 596"/>
                    <a:gd name="T7" fmla="*/ 1166 h 1166"/>
                    <a:gd name="T8" fmla="*/ 596 w 596"/>
                    <a:gd name="T9" fmla="*/ 1165 h 1166"/>
                    <a:gd name="T10" fmla="*/ 596 w 596"/>
                    <a:gd name="T11" fmla="*/ 1165 h 1166"/>
                    <a:gd name="T12" fmla="*/ 596 w 596"/>
                    <a:gd name="T13" fmla="*/ 1009 h 1166"/>
                    <a:gd name="T14" fmla="*/ 335 w 596"/>
                    <a:gd name="T15" fmla="*/ 924 h 1166"/>
                    <a:gd name="T16" fmla="*/ 212 w 596"/>
                    <a:gd name="T17" fmla="*/ 353 h 1166"/>
                    <a:gd name="T18" fmla="*/ 26 w 596"/>
                    <a:gd name="T19" fmla="*/ 419 h 1166"/>
                    <a:gd name="T20" fmla="*/ 18 w 596"/>
                    <a:gd name="T21" fmla="*/ 419 h 1166"/>
                    <a:gd name="T22" fmla="*/ 0 w 596"/>
                    <a:gd name="T23" fmla="*/ 569 h 1166"/>
                    <a:gd name="T24" fmla="*/ 149 w 596"/>
                    <a:gd name="T25" fmla="*/ 964 h 1166"/>
                    <a:gd name="T26" fmla="*/ 266 w 596"/>
                    <a:gd name="T27" fmla="*/ 860 h 1166"/>
                    <a:gd name="T28" fmla="*/ 156 w 596"/>
                    <a:gd name="T29" fmla="*/ 569 h 1166"/>
                    <a:gd name="T30" fmla="*/ 212 w 596"/>
                    <a:gd name="T31" fmla="*/ 353 h 1166"/>
                    <a:gd name="T32" fmla="*/ 241 w 596"/>
                    <a:gd name="T33" fmla="*/ 90 h 1166"/>
                    <a:gd name="T34" fmla="*/ 45 w 596"/>
                    <a:gd name="T35" fmla="*/ 341 h 1166"/>
                    <a:gd name="T36" fmla="*/ 180 w 596"/>
                    <a:gd name="T37" fmla="*/ 278 h 1166"/>
                    <a:gd name="T38" fmla="*/ 241 w 596"/>
                    <a:gd name="T39" fmla="*/ 90 h 1166"/>
                    <a:gd name="T40" fmla="*/ 416 w 596"/>
                    <a:gd name="T41" fmla="*/ 0 h 1166"/>
                    <a:gd name="T42" fmla="*/ 310 w 596"/>
                    <a:gd name="T43" fmla="*/ 45 h 1166"/>
                    <a:gd name="T44" fmla="*/ 293 w 596"/>
                    <a:gd name="T45" fmla="*/ 249 h 1166"/>
                    <a:gd name="T46" fmla="*/ 400 w 596"/>
                    <a:gd name="T47" fmla="*/ 175 h 1166"/>
                    <a:gd name="T48" fmla="*/ 416 w 596"/>
                    <a:gd name="T49"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6" h="1166">
                      <a:moveTo>
                        <a:pt x="335" y="924"/>
                      </a:moveTo>
                      <a:cubicBezTo>
                        <a:pt x="283" y="943"/>
                        <a:pt x="240" y="979"/>
                        <a:pt x="211" y="1025"/>
                      </a:cubicBezTo>
                      <a:cubicBezTo>
                        <a:pt x="315" y="1113"/>
                        <a:pt x="450" y="1166"/>
                        <a:pt x="596" y="1166"/>
                      </a:cubicBezTo>
                      <a:cubicBezTo>
                        <a:pt x="596" y="1166"/>
                        <a:pt x="596" y="1166"/>
                        <a:pt x="596" y="1166"/>
                      </a:cubicBezTo>
                      <a:cubicBezTo>
                        <a:pt x="596" y="1165"/>
                        <a:pt x="596" y="1165"/>
                        <a:pt x="596" y="1165"/>
                      </a:cubicBezTo>
                      <a:cubicBezTo>
                        <a:pt x="596" y="1165"/>
                        <a:pt x="596" y="1165"/>
                        <a:pt x="596" y="1165"/>
                      </a:cubicBezTo>
                      <a:cubicBezTo>
                        <a:pt x="596" y="1009"/>
                        <a:pt x="596" y="1009"/>
                        <a:pt x="596" y="1009"/>
                      </a:cubicBezTo>
                      <a:cubicBezTo>
                        <a:pt x="498" y="1009"/>
                        <a:pt x="408" y="978"/>
                        <a:pt x="335" y="924"/>
                      </a:cubicBezTo>
                      <a:moveTo>
                        <a:pt x="212" y="353"/>
                      </a:moveTo>
                      <a:cubicBezTo>
                        <a:pt x="158" y="397"/>
                        <a:pt x="92" y="419"/>
                        <a:pt x="26" y="419"/>
                      </a:cubicBezTo>
                      <a:cubicBezTo>
                        <a:pt x="24" y="419"/>
                        <a:pt x="21" y="419"/>
                        <a:pt x="18" y="419"/>
                      </a:cubicBezTo>
                      <a:cubicBezTo>
                        <a:pt x="6" y="467"/>
                        <a:pt x="0" y="517"/>
                        <a:pt x="0" y="569"/>
                      </a:cubicBezTo>
                      <a:cubicBezTo>
                        <a:pt x="0" y="720"/>
                        <a:pt x="56" y="859"/>
                        <a:pt x="149" y="964"/>
                      </a:cubicBezTo>
                      <a:cubicBezTo>
                        <a:pt x="179" y="921"/>
                        <a:pt x="219" y="885"/>
                        <a:pt x="266" y="860"/>
                      </a:cubicBezTo>
                      <a:cubicBezTo>
                        <a:pt x="197" y="783"/>
                        <a:pt x="156" y="681"/>
                        <a:pt x="156" y="569"/>
                      </a:cubicBezTo>
                      <a:cubicBezTo>
                        <a:pt x="156" y="491"/>
                        <a:pt x="176" y="417"/>
                        <a:pt x="212" y="353"/>
                      </a:cubicBezTo>
                      <a:moveTo>
                        <a:pt x="241" y="90"/>
                      </a:moveTo>
                      <a:cubicBezTo>
                        <a:pt x="155" y="154"/>
                        <a:pt x="86" y="241"/>
                        <a:pt x="45" y="341"/>
                      </a:cubicBezTo>
                      <a:cubicBezTo>
                        <a:pt x="94" y="337"/>
                        <a:pt x="142" y="316"/>
                        <a:pt x="180" y="278"/>
                      </a:cubicBezTo>
                      <a:cubicBezTo>
                        <a:pt x="231" y="227"/>
                        <a:pt x="252" y="156"/>
                        <a:pt x="241" y="90"/>
                      </a:cubicBezTo>
                      <a:moveTo>
                        <a:pt x="416" y="0"/>
                      </a:moveTo>
                      <a:cubicBezTo>
                        <a:pt x="379" y="12"/>
                        <a:pt x="344" y="27"/>
                        <a:pt x="310" y="45"/>
                      </a:cubicBezTo>
                      <a:cubicBezTo>
                        <a:pt x="329" y="113"/>
                        <a:pt x="323" y="185"/>
                        <a:pt x="293" y="249"/>
                      </a:cubicBezTo>
                      <a:cubicBezTo>
                        <a:pt x="325" y="220"/>
                        <a:pt x="360" y="194"/>
                        <a:pt x="400" y="175"/>
                      </a:cubicBezTo>
                      <a:cubicBezTo>
                        <a:pt x="400" y="116"/>
                        <a:pt x="406" y="58"/>
                        <a:pt x="41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90"/>
                <p:cNvSpPr>
                  <a:spLocks/>
                </p:cNvSpPr>
                <p:nvPr userDrawn="1"/>
              </p:nvSpPr>
              <p:spPr bwMode="auto">
                <a:xfrm>
                  <a:off x="10464256" y="1320895"/>
                  <a:ext cx="2288315" cy="2088492"/>
                </a:xfrm>
                <a:custGeom>
                  <a:avLst/>
                  <a:gdLst>
                    <a:gd name="T0" fmla="*/ 711 w 1815"/>
                    <a:gd name="T1" fmla="*/ 0 h 1657"/>
                    <a:gd name="T2" fmla="*/ 0 w 1815"/>
                    <a:gd name="T3" fmla="*/ 295 h 1657"/>
                    <a:gd name="T4" fmla="*/ 0 w 1815"/>
                    <a:gd name="T5" fmla="*/ 295 h 1657"/>
                    <a:gd name="T6" fmla="*/ 0 w 1815"/>
                    <a:gd name="T7" fmla="*/ 295 h 1657"/>
                    <a:gd name="T8" fmla="*/ 186 w 1815"/>
                    <a:gd name="T9" fmla="*/ 481 h 1657"/>
                    <a:gd name="T10" fmla="*/ 711 w 1815"/>
                    <a:gd name="T11" fmla="*/ 263 h 1657"/>
                    <a:gd name="T12" fmla="*/ 1236 w 1815"/>
                    <a:gd name="T13" fmla="*/ 481 h 1657"/>
                    <a:gd name="T14" fmla="*/ 1283 w 1815"/>
                    <a:gd name="T15" fmla="*/ 1480 h 1657"/>
                    <a:gd name="T16" fmla="*/ 1479 w 1815"/>
                    <a:gd name="T17" fmla="*/ 1657 h 1657"/>
                    <a:gd name="T18" fmla="*/ 1423 w 1815"/>
                    <a:gd name="T19" fmla="*/ 295 h 1657"/>
                    <a:gd name="T20" fmla="*/ 711 w 1815"/>
                    <a:gd name="T21" fmla="*/ 0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15" h="1657">
                      <a:moveTo>
                        <a:pt x="711" y="0"/>
                      </a:moveTo>
                      <a:cubicBezTo>
                        <a:pt x="454" y="0"/>
                        <a:pt x="196" y="98"/>
                        <a:pt x="0" y="295"/>
                      </a:cubicBezTo>
                      <a:cubicBezTo>
                        <a:pt x="0" y="295"/>
                        <a:pt x="0" y="295"/>
                        <a:pt x="0" y="295"/>
                      </a:cubicBezTo>
                      <a:cubicBezTo>
                        <a:pt x="0" y="295"/>
                        <a:pt x="0" y="295"/>
                        <a:pt x="0" y="295"/>
                      </a:cubicBezTo>
                      <a:cubicBezTo>
                        <a:pt x="186" y="481"/>
                        <a:pt x="186" y="481"/>
                        <a:pt x="186" y="481"/>
                      </a:cubicBezTo>
                      <a:cubicBezTo>
                        <a:pt x="331" y="336"/>
                        <a:pt x="521" y="263"/>
                        <a:pt x="711" y="263"/>
                      </a:cubicBezTo>
                      <a:cubicBezTo>
                        <a:pt x="901" y="263"/>
                        <a:pt x="1091" y="336"/>
                        <a:pt x="1236" y="481"/>
                      </a:cubicBezTo>
                      <a:cubicBezTo>
                        <a:pt x="1510" y="754"/>
                        <a:pt x="1525" y="1188"/>
                        <a:pt x="1283" y="1480"/>
                      </a:cubicBezTo>
                      <a:cubicBezTo>
                        <a:pt x="1359" y="1527"/>
                        <a:pt x="1425" y="1587"/>
                        <a:pt x="1479" y="1657"/>
                      </a:cubicBezTo>
                      <a:cubicBezTo>
                        <a:pt x="1815" y="1262"/>
                        <a:pt x="1796" y="668"/>
                        <a:pt x="1423" y="295"/>
                      </a:cubicBezTo>
                      <a:cubicBezTo>
                        <a:pt x="1226" y="98"/>
                        <a:pt x="969" y="0"/>
                        <a:pt x="71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93"/>
                <p:cNvSpPr>
                  <a:spLocks noEditPoints="1"/>
                </p:cNvSpPr>
                <p:nvPr userDrawn="1"/>
              </p:nvSpPr>
              <p:spPr bwMode="auto">
                <a:xfrm>
                  <a:off x="10754346" y="3251998"/>
                  <a:ext cx="1503684" cy="536975"/>
                </a:xfrm>
                <a:custGeom>
                  <a:avLst/>
                  <a:gdLst>
                    <a:gd name="T0" fmla="*/ 189 w 1193"/>
                    <a:gd name="T1" fmla="*/ 157 h 426"/>
                    <a:gd name="T2" fmla="*/ 0 w 1193"/>
                    <a:gd name="T3" fmla="*/ 358 h 426"/>
                    <a:gd name="T4" fmla="*/ 155 w 1193"/>
                    <a:gd name="T5" fmla="*/ 426 h 426"/>
                    <a:gd name="T6" fmla="*/ 288 w 1193"/>
                    <a:gd name="T7" fmla="*/ 192 h 426"/>
                    <a:gd name="T8" fmla="*/ 189 w 1193"/>
                    <a:gd name="T9" fmla="*/ 157 h 426"/>
                    <a:gd name="T10" fmla="*/ 1007 w 1193"/>
                    <a:gd name="T11" fmla="*/ 0 h 426"/>
                    <a:gd name="T12" fmla="*/ 907 w 1193"/>
                    <a:gd name="T13" fmla="*/ 84 h 426"/>
                    <a:gd name="T14" fmla="*/ 1112 w 1193"/>
                    <a:gd name="T15" fmla="*/ 259 h 426"/>
                    <a:gd name="T16" fmla="*/ 1193 w 1193"/>
                    <a:gd name="T17" fmla="*/ 186 h 426"/>
                    <a:gd name="T18" fmla="*/ 1193 w 1193"/>
                    <a:gd name="T19" fmla="*/ 186 h 426"/>
                    <a:gd name="T20" fmla="*/ 1193 w 1193"/>
                    <a:gd name="T21" fmla="*/ 186 h 426"/>
                    <a:gd name="T22" fmla="*/ 1007 w 1193"/>
                    <a:gd name="T23"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426">
                      <a:moveTo>
                        <a:pt x="189" y="157"/>
                      </a:moveTo>
                      <a:cubicBezTo>
                        <a:pt x="143" y="238"/>
                        <a:pt x="78" y="307"/>
                        <a:pt x="0" y="358"/>
                      </a:cubicBezTo>
                      <a:cubicBezTo>
                        <a:pt x="50" y="385"/>
                        <a:pt x="102" y="408"/>
                        <a:pt x="155" y="426"/>
                      </a:cubicBezTo>
                      <a:cubicBezTo>
                        <a:pt x="179" y="337"/>
                        <a:pt x="225" y="256"/>
                        <a:pt x="288" y="192"/>
                      </a:cubicBezTo>
                      <a:cubicBezTo>
                        <a:pt x="255" y="183"/>
                        <a:pt x="222" y="171"/>
                        <a:pt x="189" y="157"/>
                      </a:cubicBezTo>
                      <a:moveTo>
                        <a:pt x="1007" y="0"/>
                      </a:moveTo>
                      <a:cubicBezTo>
                        <a:pt x="975" y="31"/>
                        <a:pt x="942" y="59"/>
                        <a:pt x="907" y="84"/>
                      </a:cubicBezTo>
                      <a:cubicBezTo>
                        <a:pt x="989" y="124"/>
                        <a:pt x="1060" y="185"/>
                        <a:pt x="1112" y="259"/>
                      </a:cubicBezTo>
                      <a:cubicBezTo>
                        <a:pt x="1140" y="237"/>
                        <a:pt x="1167" y="212"/>
                        <a:pt x="1193" y="186"/>
                      </a:cubicBezTo>
                      <a:cubicBezTo>
                        <a:pt x="1193" y="186"/>
                        <a:pt x="1193" y="186"/>
                        <a:pt x="1193" y="186"/>
                      </a:cubicBezTo>
                      <a:cubicBezTo>
                        <a:pt x="1193" y="186"/>
                        <a:pt x="1193" y="186"/>
                        <a:pt x="1193" y="186"/>
                      </a:cubicBezTo>
                      <a:cubicBezTo>
                        <a:pt x="1007" y="0"/>
                        <a:pt x="1007" y="0"/>
                        <a:pt x="100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grpSp>
          <p:nvGrpSpPr>
            <p:cNvPr id="87" name="Group 86"/>
            <p:cNvGrpSpPr/>
            <p:nvPr userDrawn="1"/>
          </p:nvGrpSpPr>
          <p:grpSpPr>
            <a:xfrm>
              <a:off x="8962882" y="3114843"/>
              <a:ext cx="3392802" cy="4082064"/>
              <a:chOff x="8290897" y="2144102"/>
              <a:chExt cx="4059715" cy="4884464"/>
            </a:xfrm>
            <a:solidFill>
              <a:schemeClr val="tx2">
                <a:lumMod val="20000"/>
                <a:lumOff val="80000"/>
                <a:alpha val="10000"/>
              </a:schemeClr>
            </a:solidFill>
          </p:grpSpPr>
          <p:sp>
            <p:nvSpPr>
              <p:cNvPr id="167" name="Freeform 17"/>
              <p:cNvSpPr>
                <a:spLocks/>
              </p:cNvSpPr>
              <p:nvPr userDrawn="1"/>
            </p:nvSpPr>
            <p:spPr bwMode="auto">
              <a:xfrm>
                <a:off x="9702770" y="3809032"/>
                <a:ext cx="829379" cy="415075"/>
              </a:xfrm>
              <a:custGeom>
                <a:avLst/>
                <a:gdLst>
                  <a:gd name="T0" fmla="*/ 658 w 658"/>
                  <a:gd name="T1" fmla="*/ 0 h 329"/>
                  <a:gd name="T2" fmla="*/ 658 w 658"/>
                  <a:gd name="T3" fmla="*/ 0 h 329"/>
                  <a:gd name="T4" fmla="*/ 658 w 658"/>
                  <a:gd name="T5" fmla="*/ 0 h 329"/>
                  <a:gd name="T6" fmla="*/ 635 w 658"/>
                  <a:gd name="T7" fmla="*/ 0 h 329"/>
                  <a:gd name="T8" fmla="*/ 572 w 658"/>
                  <a:gd name="T9" fmla="*/ 11 h 329"/>
                  <a:gd name="T10" fmla="*/ 329 w 658"/>
                  <a:gd name="T11" fmla="*/ 243 h 329"/>
                  <a:gd name="T12" fmla="*/ 86 w 658"/>
                  <a:gd name="T13" fmla="*/ 0 h 329"/>
                  <a:gd name="T14" fmla="*/ 86 w 658"/>
                  <a:gd name="T15" fmla="*/ 0 h 329"/>
                  <a:gd name="T16" fmla="*/ 86 w 658"/>
                  <a:gd name="T17" fmla="*/ 0 h 329"/>
                  <a:gd name="T18" fmla="*/ 0 w 658"/>
                  <a:gd name="T19" fmla="*/ 0 h 329"/>
                  <a:gd name="T20" fmla="*/ 143 w 658"/>
                  <a:gd name="T21" fmla="*/ 271 h 329"/>
                  <a:gd name="T22" fmla="*/ 198 w 658"/>
                  <a:gd name="T23" fmla="*/ 302 h 329"/>
                  <a:gd name="T24" fmla="*/ 329 w 658"/>
                  <a:gd name="T25" fmla="*/ 329 h 329"/>
                  <a:gd name="T26" fmla="*/ 658 w 658"/>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8" h="329">
                    <a:moveTo>
                      <a:pt x="658" y="0"/>
                    </a:moveTo>
                    <a:cubicBezTo>
                      <a:pt x="658" y="0"/>
                      <a:pt x="658" y="0"/>
                      <a:pt x="658" y="0"/>
                    </a:cubicBezTo>
                    <a:cubicBezTo>
                      <a:pt x="658" y="0"/>
                      <a:pt x="658" y="0"/>
                      <a:pt x="658" y="0"/>
                    </a:cubicBezTo>
                    <a:cubicBezTo>
                      <a:pt x="635" y="0"/>
                      <a:pt x="635" y="0"/>
                      <a:pt x="635" y="0"/>
                    </a:cubicBezTo>
                    <a:cubicBezTo>
                      <a:pt x="614" y="5"/>
                      <a:pt x="593" y="8"/>
                      <a:pt x="572" y="11"/>
                    </a:cubicBezTo>
                    <a:cubicBezTo>
                      <a:pt x="566" y="140"/>
                      <a:pt x="460" y="243"/>
                      <a:pt x="329" y="243"/>
                    </a:cubicBezTo>
                    <a:cubicBezTo>
                      <a:pt x="195" y="243"/>
                      <a:pt x="86" y="134"/>
                      <a:pt x="86" y="0"/>
                    </a:cubicBezTo>
                    <a:cubicBezTo>
                      <a:pt x="86" y="0"/>
                      <a:pt x="86" y="0"/>
                      <a:pt x="86" y="0"/>
                    </a:cubicBezTo>
                    <a:cubicBezTo>
                      <a:pt x="86" y="0"/>
                      <a:pt x="86" y="0"/>
                      <a:pt x="86" y="0"/>
                    </a:cubicBezTo>
                    <a:cubicBezTo>
                      <a:pt x="0" y="0"/>
                      <a:pt x="0" y="0"/>
                      <a:pt x="0" y="0"/>
                    </a:cubicBezTo>
                    <a:cubicBezTo>
                      <a:pt x="0" y="113"/>
                      <a:pt x="57" y="212"/>
                      <a:pt x="143" y="271"/>
                    </a:cubicBezTo>
                    <a:cubicBezTo>
                      <a:pt x="162" y="280"/>
                      <a:pt x="180" y="291"/>
                      <a:pt x="198" y="302"/>
                    </a:cubicBezTo>
                    <a:cubicBezTo>
                      <a:pt x="238" y="320"/>
                      <a:pt x="283" y="329"/>
                      <a:pt x="329" y="329"/>
                    </a:cubicBezTo>
                    <a:cubicBezTo>
                      <a:pt x="511" y="329"/>
                      <a:pt x="658" y="182"/>
                      <a:pt x="65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24"/>
              <p:cNvSpPr>
                <a:spLocks noEditPoints="1"/>
              </p:cNvSpPr>
              <p:nvPr userDrawn="1"/>
            </p:nvSpPr>
            <p:spPr bwMode="auto">
              <a:xfrm>
                <a:off x="10576897" y="5000252"/>
                <a:ext cx="753771" cy="232998"/>
              </a:xfrm>
              <a:custGeom>
                <a:avLst/>
                <a:gdLst>
                  <a:gd name="T0" fmla="*/ 153 w 598"/>
                  <a:gd name="T1" fmla="*/ 43 h 185"/>
                  <a:gd name="T2" fmla="*/ 0 w 598"/>
                  <a:gd name="T3" fmla="*/ 109 h 185"/>
                  <a:gd name="T4" fmla="*/ 259 w 598"/>
                  <a:gd name="T5" fmla="*/ 185 h 185"/>
                  <a:gd name="T6" fmla="*/ 266 w 598"/>
                  <a:gd name="T7" fmla="*/ 185 h 185"/>
                  <a:gd name="T8" fmla="*/ 239 w 598"/>
                  <a:gd name="T9" fmla="*/ 59 h 185"/>
                  <a:gd name="T10" fmla="*/ 153 w 598"/>
                  <a:gd name="T11" fmla="*/ 43 h 185"/>
                  <a:gd name="T12" fmla="*/ 456 w 598"/>
                  <a:gd name="T13" fmla="*/ 0 h 185"/>
                  <a:gd name="T14" fmla="*/ 426 w 598"/>
                  <a:gd name="T15" fmla="*/ 18 h 185"/>
                  <a:gd name="T16" fmla="*/ 452 w 598"/>
                  <a:gd name="T17" fmla="*/ 144 h 185"/>
                  <a:gd name="T18" fmla="*/ 598 w 598"/>
                  <a:gd name="T19" fmla="*/ 45 h 185"/>
                  <a:gd name="T20" fmla="*/ 598 w 598"/>
                  <a:gd name="T21" fmla="*/ 44 h 185"/>
                  <a:gd name="T22" fmla="*/ 598 w 598"/>
                  <a:gd name="T23" fmla="*/ 44 h 185"/>
                  <a:gd name="T24" fmla="*/ 563 w 598"/>
                  <a:gd name="T25" fmla="*/ 9 h 185"/>
                  <a:gd name="T26" fmla="*/ 456 w 598"/>
                  <a:gd name="T27"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8" h="185">
                    <a:moveTo>
                      <a:pt x="153" y="43"/>
                    </a:moveTo>
                    <a:cubicBezTo>
                      <a:pt x="101" y="60"/>
                      <a:pt x="49" y="82"/>
                      <a:pt x="0" y="109"/>
                    </a:cubicBezTo>
                    <a:cubicBezTo>
                      <a:pt x="79" y="160"/>
                      <a:pt x="169" y="185"/>
                      <a:pt x="259" y="185"/>
                    </a:cubicBezTo>
                    <a:cubicBezTo>
                      <a:pt x="261" y="185"/>
                      <a:pt x="263" y="185"/>
                      <a:pt x="266" y="185"/>
                    </a:cubicBezTo>
                    <a:cubicBezTo>
                      <a:pt x="262" y="142"/>
                      <a:pt x="253" y="100"/>
                      <a:pt x="239" y="59"/>
                    </a:cubicBezTo>
                    <a:cubicBezTo>
                      <a:pt x="210" y="57"/>
                      <a:pt x="181" y="52"/>
                      <a:pt x="153" y="43"/>
                    </a:cubicBezTo>
                    <a:moveTo>
                      <a:pt x="456" y="0"/>
                    </a:moveTo>
                    <a:cubicBezTo>
                      <a:pt x="446" y="6"/>
                      <a:pt x="436" y="12"/>
                      <a:pt x="426" y="18"/>
                    </a:cubicBezTo>
                    <a:cubicBezTo>
                      <a:pt x="438" y="59"/>
                      <a:pt x="447" y="102"/>
                      <a:pt x="452" y="144"/>
                    </a:cubicBezTo>
                    <a:cubicBezTo>
                      <a:pt x="505" y="121"/>
                      <a:pt x="555" y="88"/>
                      <a:pt x="598" y="45"/>
                    </a:cubicBezTo>
                    <a:cubicBezTo>
                      <a:pt x="598" y="44"/>
                      <a:pt x="598" y="44"/>
                      <a:pt x="598" y="44"/>
                    </a:cubicBezTo>
                    <a:cubicBezTo>
                      <a:pt x="598" y="44"/>
                      <a:pt x="598" y="44"/>
                      <a:pt x="598" y="44"/>
                    </a:cubicBezTo>
                    <a:cubicBezTo>
                      <a:pt x="563" y="9"/>
                      <a:pt x="563" y="9"/>
                      <a:pt x="563" y="9"/>
                    </a:cubicBezTo>
                    <a:cubicBezTo>
                      <a:pt x="527" y="4"/>
                      <a:pt x="492" y="1"/>
                      <a:pt x="45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4"/>
              <p:cNvSpPr>
                <a:spLocks/>
              </p:cNvSpPr>
              <p:nvPr userDrawn="1"/>
            </p:nvSpPr>
            <p:spPr bwMode="auto">
              <a:xfrm>
                <a:off x="9972801" y="4383811"/>
                <a:ext cx="252286" cy="256143"/>
              </a:xfrm>
              <a:custGeom>
                <a:avLst/>
                <a:gdLst>
                  <a:gd name="T0" fmla="*/ 134 w 200"/>
                  <a:gd name="T1" fmla="*/ 0 h 203"/>
                  <a:gd name="T2" fmla="*/ 0 w 200"/>
                  <a:gd name="T3" fmla="*/ 27 h 203"/>
                  <a:gd name="T4" fmla="*/ 76 w 200"/>
                  <a:gd name="T5" fmla="*/ 203 h 203"/>
                  <a:gd name="T6" fmla="*/ 200 w 200"/>
                  <a:gd name="T7" fmla="*/ 186 h 203"/>
                  <a:gd name="T8" fmla="*/ 134 w 200"/>
                  <a:gd name="T9" fmla="*/ 0 h 203"/>
                </a:gdLst>
                <a:ahLst/>
                <a:cxnLst>
                  <a:cxn ang="0">
                    <a:pos x="T0" y="T1"/>
                  </a:cxn>
                  <a:cxn ang="0">
                    <a:pos x="T2" y="T3"/>
                  </a:cxn>
                  <a:cxn ang="0">
                    <a:pos x="T4" y="T5"/>
                  </a:cxn>
                  <a:cxn ang="0">
                    <a:pos x="T6" y="T7"/>
                  </a:cxn>
                  <a:cxn ang="0">
                    <a:pos x="T8" y="T9"/>
                  </a:cxn>
                </a:cxnLst>
                <a:rect l="0" t="0" r="r" b="b"/>
                <a:pathLst>
                  <a:path w="200" h="203">
                    <a:moveTo>
                      <a:pt x="134" y="0"/>
                    </a:moveTo>
                    <a:cubicBezTo>
                      <a:pt x="89" y="5"/>
                      <a:pt x="44" y="14"/>
                      <a:pt x="0" y="27"/>
                    </a:cubicBezTo>
                    <a:cubicBezTo>
                      <a:pt x="42" y="79"/>
                      <a:pt x="67" y="140"/>
                      <a:pt x="76" y="203"/>
                    </a:cubicBezTo>
                    <a:cubicBezTo>
                      <a:pt x="116" y="193"/>
                      <a:pt x="158" y="187"/>
                      <a:pt x="200" y="186"/>
                    </a:cubicBezTo>
                    <a:cubicBezTo>
                      <a:pt x="191" y="121"/>
                      <a:pt x="169" y="58"/>
                      <a:pt x="13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48"/>
              <p:cNvSpPr>
                <a:spLocks noEditPoints="1"/>
              </p:cNvSpPr>
              <p:nvPr userDrawn="1"/>
            </p:nvSpPr>
            <p:spPr bwMode="auto">
              <a:xfrm>
                <a:off x="9161938" y="5227078"/>
                <a:ext cx="1521428" cy="1440420"/>
              </a:xfrm>
              <a:custGeom>
                <a:avLst/>
                <a:gdLst>
                  <a:gd name="T0" fmla="*/ 1203 w 1207"/>
                  <a:gd name="T1" fmla="*/ 689 h 1143"/>
                  <a:gd name="T2" fmla="*/ 1012 w 1207"/>
                  <a:gd name="T3" fmla="*/ 761 h 1143"/>
                  <a:gd name="T4" fmla="*/ 948 w 1207"/>
                  <a:gd name="T5" fmla="*/ 968 h 1143"/>
                  <a:gd name="T6" fmla="*/ 1058 w 1207"/>
                  <a:gd name="T7" fmla="*/ 1143 h 1143"/>
                  <a:gd name="T8" fmla="*/ 1203 w 1207"/>
                  <a:gd name="T9" fmla="*/ 689 h 1143"/>
                  <a:gd name="T10" fmla="*/ 1058 w 1207"/>
                  <a:gd name="T11" fmla="*/ 277 h 1143"/>
                  <a:gd name="T12" fmla="*/ 948 w 1207"/>
                  <a:gd name="T13" fmla="*/ 452 h 1143"/>
                  <a:gd name="T14" fmla="*/ 996 w 1207"/>
                  <a:gd name="T15" fmla="*/ 569 h 1143"/>
                  <a:gd name="T16" fmla="*/ 1168 w 1207"/>
                  <a:gd name="T17" fmla="*/ 487 h 1143"/>
                  <a:gd name="T18" fmla="*/ 1058 w 1207"/>
                  <a:gd name="T19" fmla="*/ 277 h 1143"/>
                  <a:gd name="T20" fmla="*/ 128 w 1207"/>
                  <a:gd name="T21" fmla="*/ 85 h 1143"/>
                  <a:gd name="T22" fmla="*/ 0 w 1207"/>
                  <a:gd name="T23" fmla="*/ 178 h 1143"/>
                  <a:gd name="T24" fmla="*/ 144 w 1207"/>
                  <a:gd name="T25" fmla="*/ 269 h 1143"/>
                  <a:gd name="T26" fmla="*/ 144 w 1207"/>
                  <a:gd name="T27" fmla="*/ 269 h 1143"/>
                  <a:gd name="T28" fmla="*/ 162 w 1207"/>
                  <a:gd name="T29" fmla="*/ 288 h 1143"/>
                  <a:gd name="T30" fmla="*/ 166 w 1207"/>
                  <a:gd name="T31" fmla="*/ 285 h 1143"/>
                  <a:gd name="T32" fmla="*/ 128 w 1207"/>
                  <a:gd name="T33" fmla="*/ 85 h 1143"/>
                  <a:gd name="T34" fmla="*/ 600 w 1207"/>
                  <a:gd name="T35" fmla="*/ 0 h 1143"/>
                  <a:gd name="T36" fmla="*/ 368 w 1207"/>
                  <a:gd name="T37" fmla="*/ 60 h 1143"/>
                  <a:gd name="T38" fmla="*/ 318 w 1207"/>
                  <a:gd name="T39" fmla="*/ 57 h 1143"/>
                  <a:gd name="T40" fmla="*/ 338 w 1207"/>
                  <a:gd name="T41" fmla="*/ 199 h 1143"/>
                  <a:gd name="T42" fmla="*/ 484 w 1207"/>
                  <a:gd name="T43" fmla="*/ 179 h 1143"/>
                  <a:gd name="T44" fmla="*/ 779 w 1207"/>
                  <a:gd name="T45" fmla="*/ 268 h 1143"/>
                  <a:gd name="T46" fmla="*/ 889 w 1207"/>
                  <a:gd name="T47" fmla="*/ 116 h 1143"/>
                  <a:gd name="T48" fmla="*/ 600 w 1207"/>
                  <a:gd name="T49" fmla="*/ 0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07" h="1143">
                    <a:moveTo>
                      <a:pt x="1203" y="689"/>
                    </a:moveTo>
                    <a:cubicBezTo>
                      <a:pt x="1142" y="722"/>
                      <a:pt x="1078" y="746"/>
                      <a:pt x="1012" y="761"/>
                    </a:cubicBezTo>
                    <a:cubicBezTo>
                      <a:pt x="1005" y="833"/>
                      <a:pt x="984" y="903"/>
                      <a:pt x="948" y="968"/>
                    </a:cubicBezTo>
                    <a:cubicBezTo>
                      <a:pt x="974" y="1030"/>
                      <a:pt x="1011" y="1089"/>
                      <a:pt x="1058" y="1143"/>
                    </a:cubicBezTo>
                    <a:cubicBezTo>
                      <a:pt x="1159" y="1009"/>
                      <a:pt x="1207" y="849"/>
                      <a:pt x="1203" y="689"/>
                    </a:cubicBezTo>
                    <a:moveTo>
                      <a:pt x="1058" y="277"/>
                    </a:moveTo>
                    <a:cubicBezTo>
                      <a:pt x="1011" y="330"/>
                      <a:pt x="975" y="389"/>
                      <a:pt x="948" y="452"/>
                    </a:cubicBezTo>
                    <a:cubicBezTo>
                      <a:pt x="969" y="489"/>
                      <a:pt x="985" y="529"/>
                      <a:pt x="996" y="569"/>
                    </a:cubicBezTo>
                    <a:cubicBezTo>
                      <a:pt x="1057" y="553"/>
                      <a:pt x="1115" y="525"/>
                      <a:pt x="1168" y="487"/>
                    </a:cubicBezTo>
                    <a:cubicBezTo>
                      <a:pt x="1144" y="413"/>
                      <a:pt x="1107" y="341"/>
                      <a:pt x="1058" y="277"/>
                    </a:cubicBezTo>
                    <a:moveTo>
                      <a:pt x="128" y="85"/>
                    </a:moveTo>
                    <a:cubicBezTo>
                      <a:pt x="83" y="110"/>
                      <a:pt x="40" y="142"/>
                      <a:pt x="0" y="178"/>
                    </a:cubicBezTo>
                    <a:cubicBezTo>
                      <a:pt x="53" y="197"/>
                      <a:pt x="102" y="227"/>
                      <a:pt x="144" y="269"/>
                    </a:cubicBezTo>
                    <a:cubicBezTo>
                      <a:pt x="144" y="269"/>
                      <a:pt x="144" y="269"/>
                      <a:pt x="144" y="269"/>
                    </a:cubicBezTo>
                    <a:cubicBezTo>
                      <a:pt x="151" y="275"/>
                      <a:pt x="156" y="282"/>
                      <a:pt x="162" y="288"/>
                    </a:cubicBezTo>
                    <a:cubicBezTo>
                      <a:pt x="163" y="287"/>
                      <a:pt x="164" y="286"/>
                      <a:pt x="166" y="285"/>
                    </a:cubicBezTo>
                    <a:cubicBezTo>
                      <a:pt x="144" y="220"/>
                      <a:pt x="131" y="152"/>
                      <a:pt x="128" y="85"/>
                    </a:cubicBezTo>
                    <a:moveTo>
                      <a:pt x="600" y="0"/>
                    </a:moveTo>
                    <a:cubicBezTo>
                      <a:pt x="528" y="40"/>
                      <a:pt x="448" y="60"/>
                      <a:pt x="368" y="60"/>
                    </a:cubicBezTo>
                    <a:cubicBezTo>
                      <a:pt x="351" y="60"/>
                      <a:pt x="335" y="59"/>
                      <a:pt x="318" y="57"/>
                    </a:cubicBezTo>
                    <a:cubicBezTo>
                      <a:pt x="318" y="105"/>
                      <a:pt x="325" y="153"/>
                      <a:pt x="338" y="199"/>
                    </a:cubicBezTo>
                    <a:cubicBezTo>
                      <a:pt x="386" y="186"/>
                      <a:pt x="435" y="179"/>
                      <a:pt x="484" y="179"/>
                    </a:cubicBezTo>
                    <a:cubicBezTo>
                      <a:pt x="587" y="179"/>
                      <a:pt x="690" y="209"/>
                      <a:pt x="779" y="268"/>
                    </a:cubicBezTo>
                    <a:cubicBezTo>
                      <a:pt x="810" y="215"/>
                      <a:pt x="847" y="163"/>
                      <a:pt x="889" y="116"/>
                    </a:cubicBezTo>
                    <a:cubicBezTo>
                      <a:pt x="801" y="55"/>
                      <a:pt x="702" y="17"/>
                      <a:pt x="60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62"/>
              <p:cNvSpPr>
                <a:spLocks noEditPoints="1"/>
              </p:cNvSpPr>
              <p:nvPr userDrawn="1"/>
            </p:nvSpPr>
            <p:spPr bwMode="auto">
              <a:xfrm>
                <a:off x="8510007" y="5422271"/>
                <a:ext cx="651931" cy="840952"/>
              </a:xfrm>
              <a:custGeom>
                <a:avLst/>
                <a:gdLst>
                  <a:gd name="T0" fmla="*/ 113 w 517"/>
                  <a:gd name="T1" fmla="*/ 487 h 667"/>
                  <a:gd name="T2" fmla="*/ 20 w 517"/>
                  <a:gd name="T3" fmla="*/ 529 h 667"/>
                  <a:gd name="T4" fmla="*/ 109 w 517"/>
                  <a:gd name="T5" fmla="*/ 667 h 667"/>
                  <a:gd name="T6" fmla="*/ 109 w 517"/>
                  <a:gd name="T7" fmla="*/ 666 h 667"/>
                  <a:gd name="T8" fmla="*/ 109 w 517"/>
                  <a:gd name="T9" fmla="*/ 666 h 667"/>
                  <a:gd name="T10" fmla="*/ 181 w 517"/>
                  <a:gd name="T11" fmla="*/ 594 h 667"/>
                  <a:gd name="T12" fmla="*/ 113 w 517"/>
                  <a:gd name="T13" fmla="*/ 487 h 667"/>
                  <a:gd name="T14" fmla="*/ 385 w 517"/>
                  <a:gd name="T15" fmla="*/ 0 h 667"/>
                  <a:gd name="T16" fmla="*/ 109 w 517"/>
                  <a:gd name="T17" fmla="*/ 115 h 667"/>
                  <a:gd name="T18" fmla="*/ 0 w 517"/>
                  <a:gd name="T19" fmla="*/ 327 h 667"/>
                  <a:gd name="T20" fmla="*/ 116 w 517"/>
                  <a:gd name="T21" fmla="*/ 288 h 667"/>
                  <a:gd name="T22" fmla="*/ 181 w 517"/>
                  <a:gd name="T23" fmla="*/ 187 h 667"/>
                  <a:gd name="T24" fmla="*/ 385 w 517"/>
                  <a:gd name="T25" fmla="*/ 102 h 667"/>
                  <a:gd name="T26" fmla="*/ 439 w 517"/>
                  <a:gd name="T27" fmla="*/ 107 h 667"/>
                  <a:gd name="T28" fmla="*/ 493 w 517"/>
                  <a:gd name="T29" fmla="*/ 47 h 667"/>
                  <a:gd name="T30" fmla="*/ 493 w 517"/>
                  <a:gd name="T31" fmla="*/ 46 h 667"/>
                  <a:gd name="T32" fmla="*/ 517 w 517"/>
                  <a:gd name="T33" fmla="*/ 23 h 667"/>
                  <a:gd name="T34" fmla="*/ 385 w 517"/>
                  <a:gd name="T35"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667">
                    <a:moveTo>
                      <a:pt x="113" y="487"/>
                    </a:moveTo>
                    <a:cubicBezTo>
                      <a:pt x="81" y="498"/>
                      <a:pt x="50" y="512"/>
                      <a:pt x="20" y="529"/>
                    </a:cubicBezTo>
                    <a:cubicBezTo>
                      <a:pt x="39" y="579"/>
                      <a:pt x="69" y="626"/>
                      <a:pt x="109" y="667"/>
                    </a:cubicBezTo>
                    <a:cubicBezTo>
                      <a:pt x="109" y="666"/>
                      <a:pt x="109" y="666"/>
                      <a:pt x="109" y="666"/>
                    </a:cubicBezTo>
                    <a:cubicBezTo>
                      <a:pt x="109" y="666"/>
                      <a:pt x="109" y="666"/>
                      <a:pt x="109" y="666"/>
                    </a:cubicBezTo>
                    <a:cubicBezTo>
                      <a:pt x="181" y="594"/>
                      <a:pt x="181" y="594"/>
                      <a:pt x="181" y="594"/>
                    </a:cubicBezTo>
                    <a:cubicBezTo>
                      <a:pt x="150" y="563"/>
                      <a:pt x="127" y="526"/>
                      <a:pt x="113" y="487"/>
                    </a:cubicBezTo>
                    <a:moveTo>
                      <a:pt x="385" y="0"/>
                    </a:moveTo>
                    <a:cubicBezTo>
                      <a:pt x="285" y="0"/>
                      <a:pt x="185" y="38"/>
                      <a:pt x="109" y="115"/>
                    </a:cubicBezTo>
                    <a:cubicBezTo>
                      <a:pt x="49" y="174"/>
                      <a:pt x="13" y="249"/>
                      <a:pt x="0" y="327"/>
                    </a:cubicBezTo>
                    <a:cubicBezTo>
                      <a:pt x="37" y="311"/>
                      <a:pt x="76" y="298"/>
                      <a:pt x="116" y="288"/>
                    </a:cubicBezTo>
                    <a:cubicBezTo>
                      <a:pt x="130" y="251"/>
                      <a:pt x="152" y="216"/>
                      <a:pt x="181" y="187"/>
                    </a:cubicBezTo>
                    <a:cubicBezTo>
                      <a:pt x="238" y="131"/>
                      <a:pt x="311" y="102"/>
                      <a:pt x="385" y="102"/>
                    </a:cubicBezTo>
                    <a:cubicBezTo>
                      <a:pt x="403" y="102"/>
                      <a:pt x="421" y="104"/>
                      <a:pt x="439" y="107"/>
                    </a:cubicBezTo>
                    <a:cubicBezTo>
                      <a:pt x="456" y="86"/>
                      <a:pt x="474" y="66"/>
                      <a:pt x="493" y="47"/>
                    </a:cubicBezTo>
                    <a:cubicBezTo>
                      <a:pt x="493" y="46"/>
                      <a:pt x="493" y="46"/>
                      <a:pt x="493" y="46"/>
                    </a:cubicBezTo>
                    <a:cubicBezTo>
                      <a:pt x="501" y="38"/>
                      <a:pt x="509" y="31"/>
                      <a:pt x="517" y="23"/>
                    </a:cubicBezTo>
                    <a:cubicBezTo>
                      <a:pt x="475" y="8"/>
                      <a:pt x="430" y="0"/>
                      <a:pt x="38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73"/>
              <p:cNvSpPr>
                <a:spLocks/>
              </p:cNvSpPr>
              <p:nvPr userDrawn="1"/>
            </p:nvSpPr>
            <p:spPr bwMode="auto">
              <a:xfrm>
                <a:off x="9215172" y="2144102"/>
                <a:ext cx="669675" cy="634186"/>
              </a:xfrm>
              <a:custGeom>
                <a:avLst/>
                <a:gdLst>
                  <a:gd name="T0" fmla="*/ 323 w 531"/>
                  <a:gd name="T1" fmla="*/ 0 h 503"/>
                  <a:gd name="T2" fmla="*/ 115 w 531"/>
                  <a:gd name="T3" fmla="*/ 87 h 503"/>
                  <a:gd name="T4" fmla="*/ 115 w 531"/>
                  <a:gd name="T5" fmla="*/ 503 h 503"/>
                  <a:gd name="T6" fmla="*/ 115 w 531"/>
                  <a:gd name="T7" fmla="*/ 503 h 503"/>
                  <a:gd name="T8" fmla="*/ 115 w 531"/>
                  <a:gd name="T9" fmla="*/ 503 h 503"/>
                  <a:gd name="T10" fmla="*/ 169 w 531"/>
                  <a:gd name="T11" fmla="*/ 448 h 503"/>
                  <a:gd name="T12" fmla="*/ 169 w 531"/>
                  <a:gd name="T13" fmla="*/ 141 h 503"/>
                  <a:gd name="T14" fmla="*/ 323 w 531"/>
                  <a:gd name="T15" fmla="*/ 77 h 503"/>
                  <a:gd name="T16" fmla="*/ 477 w 531"/>
                  <a:gd name="T17" fmla="*/ 141 h 503"/>
                  <a:gd name="T18" fmla="*/ 477 w 531"/>
                  <a:gd name="T19" fmla="*/ 141 h 503"/>
                  <a:gd name="T20" fmla="*/ 477 w 531"/>
                  <a:gd name="T21" fmla="*/ 141 h 503"/>
                  <a:gd name="T22" fmla="*/ 531 w 531"/>
                  <a:gd name="T23" fmla="*/ 87 h 503"/>
                  <a:gd name="T24" fmla="*/ 323 w 531"/>
                  <a:gd name="T25"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1" h="503">
                    <a:moveTo>
                      <a:pt x="323" y="0"/>
                    </a:moveTo>
                    <a:cubicBezTo>
                      <a:pt x="248" y="0"/>
                      <a:pt x="172" y="29"/>
                      <a:pt x="115" y="87"/>
                    </a:cubicBezTo>
                    <a:cubicBezTo>
                      <a:pt x="0" y="202"/>
                      <a:pt x="0" y="388"/>
                      <a:pt x="115" y="503"/>
                    </a:cubicBezTo>
                    <a:cubicBezTo>
                      <a:pt x="115" y="503"/>
                      <a:pt x="115" y="503"/>
                      <a:pt x="115" y="503"/>
                    </a:cubicBezTo>
                    <a:cubicBezTo>
                      <a:pt x="115" y="503"/>
                      <a:pt x="115" y="503"/>
                      <a:pt x="115" y="503"/>
                    </a:cubicBezTo>
                    <a:cubicBezTo>
                      <a:pt x="169" y="448"/>
                      <a:pt x="169" y="448"/>
                      <a:pt x="169" y="448"/>
                    </a:cubicBezTo>
                    <a:cubicBezTo>
                      <a:pt x="85" y="364"/>
                      <a:pt x="85" y="226"/>
                      <a:pt x="169" y="141"/>
                    </a:cubicBezTo>
                    <a:cubicBezTo>
                      <a:pt x="212" y="99"/>
                      <a:pt x="268" y="77"/>
                      <a:pt x="323" y="77"/>
                    </a:cubicBezTo>
                    <a:cubicBezTo>
                      <a:pt x="379" y="77"/>
                      <a:pt x="434" y="99"/>
                      <a:pt x="477" y="141"/>
                    </a:cubicBezTo>
                    <a:cubicBezTo>
                      <a:pt x="477" y="141"/>
                      <a:pt x="477" y="141"/>
                      <a:pt x="477" y="141"/>
                    </a:cubicBezTo>
                    <a:cubicBezTo>
                      <a:pt x="477" y="141"/>
                      <a:pt x="477" y="141"/>
                      <a:pt x="477" y="141"/>
                    </a:cubicBezTo>
                    <a:cubicBezTo>
                      <a:pt x="531" y="87"/>
                      <a:pt x="531" y="87"/>
                      <a:pt x="531" y="87"/>
                    </a:cubicBezTo>
                    <a:cubicBezTo>
                      <a:pt x="474" y="29"/>
                      <a:pt x="399" y="0"/>
                      <a:pt x="32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nvGrpSpPr>
              <p:cNvPr id="173" name="Group 172"/>
              <p:cNvGrpSpPr/>
              <p:nvPr userDrawn="1"/>
            </p:nvGrpSpPr>
            <p:grpSpPr>
              <a:xfrm>
                <a:off x="8290897" y="2205052"/>
                <a:ext cx="4059715" cy="4823514"/>
                <a:chOff x="8290897" y="2205052"/>
                <a:chExt cx="4059715" cy="4823514"/>
              </a:xfrm>
              <a:grpFill/>
            </p:grpSpPr>
            <p:sp>
              <p:nvSpPr>
                <p:cNvPr id="174" name="Freeform 8"/>
                <p:cNvSpPr>
                  <a:spLocks noEditPoints="1"/>
                </p:cNvSpPr>
                <p:nvPr userDrawn="1"/>
              </p:nvSpPr>
              <p:spPr bwMode="auto">
                <a:xfrm>
                  <a:off x="10324612" y="4998709"/>
                  <a:ext cx="2026000" cy="1916444"/>
                </a:xfrm>
                <a:custGeom>
                  <a:avLst/>
                  <a:gdLst>
                    <a:gd name="T0" fmla="*/ 200 w 1607"/>
                    <a:gd name="T1" fmla="*/ 110 h 1520"/>
                    <a:gd name="T2" fmla="*/ 0 w 1607"/>
                    <a:gd name="T3" fmla="*/ 261 h 1520"/>
                    <a:gd name="T4" fmla="*/ 1 w 1607"/>
                    <a:gd name="T5" fmla="*/ 262 h 1520"/>
                    <a:gd name="T6" fmla="*/ 1 w 1607"/>
                    <a:gd name="T7" fmla="*/ 262 h 1520"/>
                    <a:gd name="T8" fmla="*/ 165 w 1607"/>
                    <a:gd name="T9" fmla="*/ 426 h 1520"/>
                    <a:gd name="T10" fmla="*/ 467 w 1607"/>
                    <a:gd name="T11" fmla="*/ 254 h 1520"/>
                    <a:gd name="T12" fmla="*/ 466 w 1607"/>
                    <a:gd name="T13" fmla="*/ 186 h 1520"/>
                    <a:gd name="T14" fmla="*/ 459 w 1607"/>
                    <a:gd name="T15" fmla="*/ 186 h 1520"/>
                    <a:gd name="T16" fmla="*/ 200 w 1607"/>
                    <a:gd name="T17" fmla="*/ 110 h 1520"/>
                    <a:gd name="T18" fmla="*/ 425 w 1607"/>
                    <a:gd name="T19" fmla="*/ 24 h 1520"/>
                    <a:gd name="T20" fmla="*/ 353 w 1607"/>
                    <a:gd name="T21" fmla="*/ 44 h 1520"/>
                    <a:gd name="T22" fmla="*/ 439 w 1607"/>
                    <a:gd name="T23" fmla="*/ 60 h 1520"/>
                    <a:gd name="T24" fmla="*/ 425 w 1607"/>
                    <a:gd name="T25" fmla="*/ 24 h 1520"/>
                    <a:gd name="T26" fmla="*/ 820 w 1607"/>
                    <a:gd name="T27" fmla="*/ 21 h 1520"/>
                    <a:gd name="T28" fmla="*/ 798 w 1607"/>
                    <a:gd name="T29" fmla="*/ 45 h 1520"/>
                    <a:gd name="T30" fmla="*/ 798 w 1607"/>
                    <a:gd name="T31" fmla="*/ 46 h 1520"/>
                    <a:gd name="T32" fmla="*/ 652 w 1607"/>
                    <a:gd name="T33" fmla="*/ 145 h 1520"/>
                    <a:gd name="T34" fmla="*/ 658 w 1607"/>
                    <a:gd name="T35" fmla="*/ 234 h 1520"/>
                    <a:gd name="T36" fmla="*/ 1094 w 1607"/>
                    <a:gd name="T37" fmla="*/ 426 h 1520"/>
                    <a:gd name="T38" fmla="*/ 1094 w 1607"/>
                    <a:gd name="T39" fmla="*/ 1355 h 1520"/>
                    <a:gd name="T40" fmla="*/ 1095 w 1607"/>
                    <a:gd name="T41" fmla="*/ 1356 h 1520"/>
                    <a:gd name="T42" fmla="*/ 1095 w 1607"/>
                    <a:gd name="T43" fmla="*/ 1355 h 1520"/>
                    <a:gd name="T44" fmla="*/ 1259 w 1607"/>
                    <a:gd name="T45" fmla="*/ 1520 h 1520"/>
                    <a:gd name="T46" fmla="*/ 1259 w 1607"/>
                    <a:gd name="T47" fmla="*/ 261 h 1520"/>
                    <a:gd name="T48" fmla="*/ 820 w 1607"/>
                    <a:gd name="T49" fmla="*/ 21 h 1520"/>
                    <a:gd name="T50" fmla="*/ 630 w 1607"/>
                    <a:gd name="T51" fmla="*/ 0 h 1520"/>
                    <a:gd name="T52" fmla="*/ 620 w 1607"/>
                    <a:gd name="T53" fmla="*/ 0 h 1520"/>
                    <a:gd name="T54" fmla="*/ 626 w 1607"/>
                    <a:gd name="T55" fmla="*/ 19 h 1520"/>
                    <a:gd name="T56" fmla="*/ 656 w 1607"/>
                    <a:gd name="T57" fmla="*/ 1 h 1520"/>
                    <a:gd name="T58" fmla="*/ 630 w 1607"/>
                    <a:gd name="T59" fmla="*/ 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7" h="1520">
                      <a:moveTo>
                        <a:pt x="200" y="110"/>
                      </a:moveTo>
                      <a:cubicBezTo>
                        <a:pt x="129" y="150"/>
                        <a:pt x="61" y="200"/>
                        <a:pt x="0" y="261"/>
                      </a:cubicBezTo>
                      <a:cubicBezTo>
                        <a:pt x="1" y="262"/>
                        <a:pt x="1" y="262"/>
                        <a:pt x="1" y="262"/>
                      </a:cubicBezTo>
                      <a:cubicBezTo>
                        <a:pt x="1" y="262"/>
                        <a:pt x="1" y="262"/>
                        <a:pt x="1" y="262"/>
                      </a:cubicBezTo>
                      <a:cubicBezTo>
                        <a:pt x="165" y="426"/>
                        <a:pt x="165" y="426"/>
                        <a:pt x="165" y="426"/>
                      </a:cubicBezTo>
                      <a:cubicBezTo>
                        <a:pt x="252" y="339"/>
                        <a:pt x="357" y="282"/>
                        <a:pt x="467" y="254"/>
                      </a:cubicBezTo>
                      <a:cubicBezTo>
                        <a:pt x="468" y="231"/>
                        <a:pt x="468" y="209"/>
                        <a:pt x="466" y="186"/>
                      </a:cubicBezTo>
                      <a:cubicBezTo>
                        <a:pt x="463" y="186"/>
                        <a:pt x="461" y="186"/>
                        <a:pt x="459" y="186"/>
                      </a:cubicBezTo>
                      <a:cubicBezTo>
                        <a:pt x="369" y="186"/>
                        <a:pt x="279" y="161"/>
                        <a:pt x="200" y="110"/>
                      </a:cubicBezTo>
                      <a:moveTo>
                        <a:pt x="425" y="24"/>
                      </a:moveTo>
                      <a:cubicBezTo>
                        <a:pt x="401" y="30"/>
                        <a:pt x="377" y="37"/>
                        <a:pt x="353" y="44"/>
                      </a:cubicBezTo>
                      <a:cubicBezTo>
                        <a:pt x="381" y="53"/>
                        <a:pt x="410" y="58"/>
                        <a:pt x="439" y="60"/>
                      </a:cubicBezTo>
                      <a:cubicBezTo>
                        <a:pt x="435" y="48"/>
                        <a:pt x="430" y="36"/>
                        <a:pt x="425" y="24"/>
                      </a:cubicBezTo>
                      <a:moveTo>
                        <a:pt x="820" y="21"/>
                      </a:moveTo>
                      <a:cubicBezTo>
                        <a:pt x="813" y="29"/>
                        <a:pt x="806" y="37"/>
                        <a:pt x="798" y="45"/>
                      </a:cubicBezTo>
                      <a:cubicBezTo>
                        <a:pt x="798" y="46"/>
                        <a:pt x="798" y="46"/>
                        <a:pt x="798" y="46"/>
                      </a:cubicBezTo>
                      <a:cubicBezTo>
                        <a:pt x="755" y="89"/>
                        <a:pt x="705" y="122"/>
                        <a:pt x="652" y="145"/>
                      </a:cubicBezTo>
                      <a:cubicBezTo>
                        <a:pt x="656" y="175"/>
                        <a:pt x="658" y="205"/>
                        <a:pt x="658" y="234"/>
                      </a:cubicBezTo>
                      <a:cubicBezTo>
                        <a:pt x="816" y="241"/>
                        <a:pt x="973" y="305"/>
                        <a:pt x="1094" y="426"/>
                      </a:cubicBezTo>
                      <a:cubicBezTo>
                        <a:pt x="1351" y="683"/>
                        <a:pt x="1351" y="1099"/>
                        <a:pt x="1094" y="1355"/>
                      </a:cubicBezTo>
                      <a:cubicBezTo>
                        <a:pt x="1095" y="1356"/>
                        <a:pt x="1095" y="1356"/>
                        <a:pt x="1095" y="1356"/>
                      </a:cubicBezTo>
                      <a:cubicBezTo>
                        <a:pt x="1095" y="1355"/>
                        <a:pt x="1095" y="1355"/>
                        <a:pt x="1095" y="1355"/>
                      </a:cubicBezTo>
                      <a:cubicBezTo>
                        <a:pt x="1259" y="1520"/>
                        <a:pt x="1259" y="1520"/>
                        <a:pt x="1259" y="1520"/>
                      </a:cubicBezTo>
                      <a:cubicBezTo>
                        <a:pt x="1607" y="1172"/>
                        <a:pt x="1607" y="609"/>
                        <a:pt x="1259" y="261"/>
                      </a:cubicBezTo>
                      <a:cubicBezTo>
                        <a:pt x="1134" y="136"/>
                        <a:pt x="981" y="56"/>
                        <a:pt x="820" y="21"/>
                      </a:cubicBezTo>
                      <a:moveTo>
                        <a:pt x="630" y="0"/>
                      </a:moveTo>
                      <a:cubicBezTo>
                        <a:pt x="626" y="0"/>
                        <a:pt x="623" y="0"/>
                        <a:pt x="620" y="0"/>
                      </a:cubicBezTo>
                      <a:cubicBezTo>
                        <a:pt x="622" y="7"/>
                        <a:pt x="624" y="13"/>
                        <a:pt x="626" y="19"/>
                      </a:cubicBezTo>
                      <a:cubicBezTo>
                        <a:pt x="636" y="13"/>
                        <a:pt x="646" y="7"/>
                        <a:pt x="656" y="1"/>
                      </a:cubicBezTo>
                      <a:cubicBezTo>
                        <a:pt x="647" y="1"/>
                        <a:pt x="638" y="0"/>
                        <a:pt x="63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26"/>
                <p:cNvSpPr>
                  <a:spLocks noEditPoints="1"/>
                </p:cNvSpPr>
                <p:nvPr userDrawn="1"/>
              </p:nvSpPr>
              <p:spPr bwMode="auto">
                <a:xfrm>
                  <a:off x="10475829" y="4025828"/>
                  <a:ext cx="1032288" cy="999884"/>
                </a:xfrm>
                <a:custGeom>
                  <a:avLst/>
                  <a:gdLst>
                    <a:gd name="T0" fmla="*/ 655 w 819"/>
                    <a:gd name="T1" fmla="*/ 637 h 793"/>
                    <a:gd name="T2" fmla="*/ 589 w 819"/>
                    <a:gd name="T3" fmla="*/ 729 h 793"/>
                    <a:gd name="T4" fmla="*/ 589 w 819"/>
                    <a:gd name="T5" fmla="*/ 729 h 793"/>
                    <a:gd name="T6" fmla="*/ 589 w 819"/>
                    <a:gd name="T7" fmla="*/ 729 h 793"/>
                    <a:gd name="T8" fmla="*/ 643 w 819"/>
                    <a:gd name="T9" fmla="*/ 782 h 793"/>
                    <a:gd name="T10" fmla="*/ 700 w 819"/>
                    <a:gd name="T11" fmla="*/ 793 h 793"/>
                    <a:gd name="T12" fmla="*/ 779 w 819"/>
                    <a:gd name="T13" fmla="*/ 668 h 793"/>
                    <a:gd name="T14" fmla="*/ 655 w 819"/>
                    <a:gd name="T15" fmla="*/ 637 h 793"/>
                    <a:gd name="T16" fmla="*/ 172 w 819"/>
                    <a:gd name="T17" fmla="*/ 29 h 793"/>
                    <a:gd name="T18" fmla="*/ 0 w 819"/>
                    <a:gd name="T19" fmla="*/ 140 h 793"/>
                    <a:gd name="T20" fmla="*/ 0 w 819"/>
                    <a:gd name="T21" fmla="*/ 140 h 793"/>
                    <a:gd name="T22" fmla="*/ 0 w 819"/>
                    <a:gd name="T23" fmla="*/ 140 h 793"/>
                    <a:gd name="T24" fmla="*/ 89 w 819"/>
                    <a:gd name="T25" fmla="*/ 228 h 793"/>
                    <a:gd name="T26" fmla="*/ 196 w 819"/>
                    <a:gd name="T27" fmla="*/ 154 h 793"/>
                    <a:gd name="T28" fmla="*/ 172 w 819"/>
                    <a:gd name="T29" fmla="*/ 29 h 793"/>
                    <a:gd name="T30" fmla="*/ 360 w 819"/>
                    <a:gd name="T31" fmla="*/ 0 h 793"/>
                    <a:gd name="T32" fmla="*/ 388 w 819"/>
                    <a:gd name="T33" fmla="*/ 128 h 793"/>
                    <a:gd name="T34" fmla="*/ 589 w 819"/>
                    <a:gd name="T35" fmla="*/ 228 h 793"/>
                    <a:gd name="T36" fmla="*/ 691 w 819"/>
                    <a:gd name="T37" fmla="*/ 448 h 793"/>
                    <a:gd name="T38" fmla="*/ 818 w 819"/>
                    <a:gd name="T39" fmla="*/ 482 h 793"/>
                    <a:gd name="T40" fmla="*/ 678 w 819"/>
                    <a:gd name="T41" fmla="*/ 140 h 793"/>
                    <a:gd name="T42" fmla="*/ 360 w 819"/>
                    <a:gd name="T43" fmla="*/ 0 h 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9" h="793">
                      <a:moveTo>
                        <a:pt x="655" y="637"/>
                      </a:moveTo>
                      <a:cubicBezTo>
                        <a:pt x="638" y="670"/>
                        <a:pt x="616" y="701"/>
                        <a:pt x="589" y="729"/>
                      </a:cubicBezTo>
                      <a:cubicBezTo>
                        <a:pt x="589" y="729"/>
                        <a:pt x="589" y="729"/>
                        <a:pt x="589" y="729"/>
                      </a:cubicBezTo>
                      <a:cubicBezTo>
                        <a:pt x="589" y="729"/>
                        <a:pt x="589" y="729"/>
                        <a:pt x="589" y="729"/>
                      </a:cubicBezTo>
                      <a:cubicBezTo>
                        <a:pt x="643" y="782"/>
                        <a:pt x="643" y="782"/>
                        <a:pt x="643" y="782"/>
                      </a:cubicBezTo>
                      <a:cubicBezTo>
                        <a:pt x="662" y="785"/>
                        <a:pt x="681" y="789"/>
                        <a:pt x="700" y="793"/>
                      </a:cubicBezTo>
                      <a:cubicBezTo>
                        <a:pt x="734" y="755"/>
                        <a:pt x="760" y="713"/>
                        <a:pt x="779" y="668"/>
                      </a:cubicBezTo>
                      <a:cubicBezTo>
                        <a:pt x="736" y="662"/>
                        <a:pt x="695" y="651"/>
                        <a:pt x="655" y="637"/>
                      </a:cubicBezTo>
                      <a:moveTo>
                        <a:pt x="172" y="29"/>
                      </a:moveTo>
                      <a:cubicBezTo>
                        <a:pt x="109" y="52"/>
                        <a:pt x="50" y="89"/>
                        <a:pt x="0" y="140"/>
                      </a:cubicBezTo>
                      <a:cubicBezTo>
                        <a:pt x="0" y="140"/>
                        <a:pt x="0" y="140"/>
                        <a:pt x="0" y="140"/>
                      </a:cubicBezTo>
                      <a:cubicBezTo>
                        <a:pt x="0" y="140"/>
                        <a:pt x="0" y="140"/>
                        <a:pt x="0" y="140"/>
                      </a:cubicBezTo>
                      <a:cubicBezTo>
                        <a:pt x="89" y="228"/>
                        <a:pt x="89" y="228"/>
                        <a:pt x="89" y="228"/>
                      </a:cubicBezTo>
                      <a:cubicBezTo>
                        <a:pt x="121" y="196"/>
                        <a:pt x="157" y="172"/>
                        <a:pt x="196" y="154"/>
                      </a:cubicBezTo>
                      <a:cubicBezTo>
                        <a:pt x="185" y="114"/>
                        <a:pt x="176" y="72"/>
                        <a:pt x="172" y="29"/>
                      </a:cubicBezTo>
                      <a:moveTo>
                        <a:pt x="360" y="0"/>
                      </a:moveTo>
                      <a:cubicBezTo>
                        <a:pt x="364" y="44"/>
                        <a:pt x="373" y="87"/>
                        <a:pt x="388" y="128"/>
                      </a:cubicBezTo>
                      <a:cubicBezTo>
                        <a:pt x="461" y="138"/>
                        <a:pt x="532" y="172"/>
                        <a:pt x="589" y="228"/>
                      </a:cubicBezTo>
                      <a:cubicBezTo>
                        <a:pt x="650" y="290"/>
                        <a:pt x="684" y="368"/>
                        <a:pt x="691" y="448"/>
                      </a:cubicBezTo>
                      <a:cubicBezTo>
                        <a:pt x="731" y="464"/>
                        <a:pt x="774" y="476"/>
                        <a:pt x="818" y="482"/>
                      </a:cubicBezTo>
                      <a:cubicBezTo>
                        <a:pt x="819" y="358"/>
                        <a:pt x="772" y="234"/>
                        <a:pt x="678" y="140"/>
                      </a:cubicBezTo>
                      <a:cubicBezTo>
                        <a:pt x="589" y="51"/>
                        <a:pt x="475" y="5"/>
                        <a:pt x="36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33"/>
                <p:cNvSpPr>
                  <a:spLocks noEditPoints="1"/>
                </p:cNvSpPr>
                <p:nvPr userDrawn="1"/>
              </p:nvSpPr>
              <p:spPr bwMode="auto">
                <a:xfrm>
                  <a:off x="9198971" y="4094493"/>
                  <a:ext cx="1050033" cy="1030745"/>
                </a:xfrm>
                <a:custGeom>
                  <a:avLst/>
                  <a:gdLst>
                    <a:gd name="T0" fmla="*/ 814 w 833"/>
                    <a:gd name="T1" fmla="*/ 416 h 818"/>
                    <a:gd name="T2" fmla="*/ 690 w 833"/>
                    <a:gd name="T3" fmla="*/ 433 h 818"/>
                    <a:gd name="T4" fmla="*/ 589 w 833"/>
                    <a:gd name="T5" fmla="*/ 729 h 818"/>
                    <a:gd name="T6" fmla="*/ 589 w 833"/>
                    <a:gd name="T7" fmla="*/ 730 h 818"/>
                    <a:gd name="T8" fmla="*/ 589 w 833"/>
                    <a:gd name="T9" fmla="*/ 730 h 818"/>
                    <a:gd name="T10" fmla="*/ 678 w 833"/>
                    <a:gd name="T11" fmla="*/ 818 h 818"/>
                    <a:gd name="T12" fmla="*/ 814 w 833"/>
                    <a:gd name="T13" fmla="*/ 416 h 818"/>
                    <a:gd name="T14" fmla="*/ 339 w 833"/>
                    <a:gd name="T15" fmla="*/ 0 h 818"/>
                    <a:gd name="T16" fmla="*/ 0 w 833"/>
                    <a:gd name="T17" fmla="*/ 140 h 818"/>
                    <a:gd name="T18" fmla="*/ 0 w 833"/>
                    <a:gd name="T19" fmla="*/ 141 h 818"/>
                    <a:gd name="T20" fmla="*/ 0 w 833"/>
                    <a:gd name="T21" fmla="*/ 140 h 818"/>
                    <a:gd name="T22" fmla="*/ 89 w 833"/>
                    <a:gd name="T23" fmla="*/ 229 h 818"/>
                    <a:gd name="T24" fmla="*/ 339 w 833"/>
                    <a:gd name="T25" fmla="*/ 125 h 818"/>
                    <a:gd name="T26" fmla="*/ 589 w 833"/>
                    <a:gd name="T27" fmla="*/ 229 h 818"/>
                    <a:gd name="T28" fmla="*/ 614 w 833"/>
                    <a:gd name="T29" fmla="*/ 257 h 818"/>
                    <a:gd name="T30" fmla="*/ 748 w 833"/>
                    <a:gd name="T31" fmla="*/ 230 h 818"/>
                    <a:gd name="T32" fmla="*/ 678 w 833"/>
                    <a:gd name="T33" fmla="*/ 140 h 818"/>
                    <a:gd name="T34" fmla="*/ 598 w 833"/>
                    <a:gd name="T35" fmla="*/ 76 h 818"/>
                    <a:gd name="T36" fmla="*/ 543 w 833"/>
                    <a:gd name="T37" fmla="*/ 45 h 818"/>
                    <a:gd name="T38" fmla="*/ 339 w 833"/>
                    <a:gd name="T39" fmla="*/ 0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3" h="818">
                      <a:moveTo>
                        <a:pt x="814" y="416"/>
                      </a:moveTo>
                      <a:cubicBezTo>
                        <a:pt x="772" y="417"/>
                        <a:pt x="730" y="423"/>
                        <a:pt x="690" y="433"/>
                      </a:cubicBezTo>
                      <a:cubicBezTo>
                        <a:pt x="703" y="538"/>
                        <a:pt x="670" y="649"/>
                        <a:pt x="589" y="729"/>
                      </a:cubicBezTo>
                      <a:cubicBezTo>
                        <a:pt x="589" y="730"/>
                        <a:pt x="589" y="730"/>
                        <a:pt x="589" y="730"/>
                      </a:cubicBezTo>
                      <a:cubicBezTo>
                        <a:pt x="589" y="730"/>
                        <a:pt x="589" y="730"/>
                        <a:pt x="589" y="730"/>
                      </a:cubicBezTo>
                      <a:cubicBezTo>
                        <a:pt x="678" y="818"/>
                        <a:pt x="678" y="818"/>
                        <a:pt x="678" y="818"/>
                      </a:cubicBezTo>
                      <a:cubicBezTo>
                        <a:pt x="787" y="709"/>
                        <a:pt x="833" y="559"/>
                        <a:pt x="814" y="416"/>
                      </a:cubicBezTo>
                      <a:moveTo>
                        <a:pt x="339" y="0"/>
                      </a:moveTo>
                      <a:cubicBezTo>
                        <a:pt x="216" y="0"/>
                        <a:pt x="93" y="47"/>
                        <a:pt x="0" y="140"/>
                      </a:cubicBezTo>
                      <a:cubicBezTo>
                        <a:pt x="0" y="141"/>
                        <a:pt x="0" y="141"/>
                        <a:pt x="0" y="141"/>
                      </a:cubicBezTo>
                      <a:cubicBezTo>
                        <a:pt x="0" y="141"/>
                        <a:pt x="0" y="140"/>
                        <a:pt x="0" y="140"/>
                      </a:cubicBezTo>
                      <a:cubicBezTo>
                        <a:pt x="89" y="229"/>
                        <a:pt x="89" y="229"/>
                        <a:pt x="89" y="229"/>
                      </a:cubicBezTo>
                      <a:cubicBezTo>
                        <a:pt x="158" y="160"/>
                        <a:pt x="248" y="125"/>
                        <a:pt x="339" y="125"/>
                      </a:cubicBezTo>
                      <a:cubicBezTo>
                        <a:pt x="429" y="125"/>
                        <a:pt x="520" y="160"/>
                        <a:pt x="589" y="229"/>
                      </a:cubicBezTo>
                      <a:cubicBezTo>
                        <a:pt x="598" y="238"/>
                        <a:pt x="606" y="247"/>
                        <a:pt x="614" y="257"/>
                      </a:cubicBezTo>
                      <a:cubicBezTo>
                        <a:pt x="658" y="244"/>
                        <a:pt x="703" y="235"/>
                        <a:pt x="748" y="230"/>
                      </a:cubicBezTo>
                      <a:cubicBezTo>
                        <a:pt x="729" y="198"/>
                        <a:pt x="705" y="168"/>
                        <a:pt x="678" y="140"/>
                      </a:cubicBezTo>
                      <a:cubicBezTo>
                        <a:pt x="653" y="116"/>
                        <a:pt x="626" y="94"/>
                        <a:pt x="598" y="76"/>
                      </a:cubicBezTo>
                      <a:cubicBezTo>
                        <a:pt x="579" y="68"/>
                        <a:pt x="560" y="57"/>
                        <a:pt x="543" y="45"/>
                      </a:cubicBezTo>
                      <a:cubicBezTo>
                        <a:pt x="478" y="15"/>
                        <a:pt x="409" y="0"/>
                        <a:pt x="33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40"/>
                <p:cNvSpPr>
                  <a:spLocks/>
                </p:cNvSpPr>
                <p:nvPr userDrawn="1"/>
              </p:nvSpPr>
              <p:spPr bwMode="auto">
                <a:xfrm>
                  <a:off x="8290897" y="5851234"/>
                  <a:ext cx="184392" cy="280060"/>
                </a:xfrm>
                <a:custGeom>
                  <a:avLst/>
                  <a:gdLst>
                    <a:gd name="T0" fmla="*/ 144 w 146"/>
                    <a:gd name="T1" fmla="*/ 0 h 222"/>
                    <a:gd name="T2" fmla="*/ 59 w 146"/>
                    <a:gd name="T3" fmla="*/ 49 h 222"/>
                    <a:gd name="T4" fmla="*/ 0 w 146"/>
                    <a:gd name="T5" fmla="*/ 166 h 222"/>
                    <a:gd name="T6" fmla="*/ 0 w 146"/>
                    <a:gd name="T7" fmla="*/ 166 h 222"/>
                    <a:gd name="T8" fmla="*/ 0 w 146"/>
                    <a:gd name="T9" fmla="*/ 166 h 222"/>
                    <a:gd name="T10" fmla="*/ 59 w 146"/>
                    <a:gd name="T11" fmla="*/ 222 h 222"/>
                    <a:gd name="T12" fmla="*/ 144 w 146"/>
                    <a:gd name="T13" fmla="*/ 0 h 222"/>
                  </a:gdLst>
                  <a:ahLst/>
                  <a:cxnLst>
                    <a:cxn ang="0">
                      <a:pos x="T0" y="T1"/>
                    </a:cxn>
                    <a:cxn ang="0">
                      <a:pos x="T2" y="T3"/>
                    </a:cxn>
                    <a:cxn ang="0">
                      <a:pos x="T4" y="T5"/>
                    </a:cxn>
                    <a:cxn ang="0">
                      <a:pos x="T6" y="T7"/>
                    </a:cxn>
                    <a:cxn ang="0">
                      <a:pos x="T8" y="T9"/>
                    </a:cxn>
                    <a:cxn ang="0">
                      <a:pos x="T10" y="T11"/>
                    </a:cxn>
                    <a:cxn ang="0">
                      <a:pos x="T12" y="T13"/>
                    </a:cxn>
                  </a:cxnLst>
                  <a:rect l="0" t="0" r="r" b="b"/>
                  <a:pathLst>
                    <a:path w="146" h="222">
                      <a:moveTo>
                        <a:pt x="144" y="0"/>
                      </a:moveTo>
                      <a:cubicBezTo>
                        <a:pt x="115" y="15"/>
                        <a:pt x="87" y="31"/>
                        <a:pt x="59" y="49"/>
                      </a:cubicBezTo>
                      <a:cubicBezTo>
                        <a:pt x="52" y="92"/>
                        <a:pt x="32" y="132"/>
                        <a:pt x="0" y="166"/>
                      </a:cubicBezTo>
                      <a:cubicBezTo>
                        <a:pt x="0" y="166"/>
                        <a:pt x="0" y="166"/>
                        <a:pt x="0" y="166"/>
                      </a:cubicBezTo>
                      <a:cubicBezTo>
                        <a:pt x="0" y="166"/>
                        <a:pt x="0" y="166"/>
                        <a:pt x="0" y="166"/>
                      </a:cubicBezTo>
                      <a:cubicBezTo>
                        <a:pt x="59" y="222"/>
                        <a:pt x="59" y="222"/>
                        <a:pt x="59" y="222"/>
                      </a:cubicBezTo>
                      <a:cubicBezTo>
                        <a:pt x="118" y="160"/>
                        <a:pt x="146" y="80"/>
                        <a:pt x="14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44"/>
                <p:cNvSpPr>
                  <a:spLocks/>
                </p:cNvSpPr>
                <p:nvPr userDrawn="1"/>
              </p:nvSpPr>
              <p:spPr bwMode="auto">
                <a:xfrm>
                  <a:off x="8874934" y="5761738"/>
                  <a:ext cx="304749" cy="278517"/>
                </a:xfrm>
                <a:custGeom>
                  <a:avLst/>
                  <a:gdLst>
                    <a:gd name="T0" fmla="*/ 53 w 242"/>
                    <a:gd name="T1" fmla="*/ 0 h 221"/>
                    <a:gd name="T2" fmla="*/ 0 w 242"/>
                    <a:gd name="T3" fmla="*/ 188 h 221"/>
                    <a:gd name="T4" fmla="*/ 186 w 242"/>
                    <a:gd name="T5" fmla="*/ 221 h 221"/>
                    <a:gd name="T6" fmla="*/ 242 w 242"/>
                    <a:gd name="T7" fmla="*/ 39 h 221"/>
                    <a:gd name="T8" fmla="*/ 53 w 242"/>
                    <a:gd name="T9" fmla="*/ 0 h 221"/>
                  </a:gdLst>
                  <a:ahLst/>
                  <a:cxnLst>
                    <a:cxn ang="0">
                      <a:pos x="T0" y="T1"/>
                    </a:cxn>
                    <a:cxn ang="0">
                      <a:pos x="T2" y="T3"/>
                    </a:cxn>
                    <a:cxn ang="0">
                      <a:pos x="T4" y="T5"/>
                    </a:cxn>
                    <a:cxn ang="0">
                      <a:pos x="T6" y="T7"/>
                    </a:cxn>
                    <a:cxn ang="0">
                      <a:pos x="T8" y="T9"/>
                    </a:cxn>
                  </a:cxnLst>
                  <a:rect l="0" t="0" r="r" b="b"/>
                  <a:pathLst>
                    <a:path w="242" h="221">
                      <a:moveTo>
                        <a:pt x="53" y="0"/>
                      </a:moveTo>
                      <a:cubicBezTo>
                        <a:pt x="27" y="60"/>
                        <a:pt x="9" y="124"/>
                        <a:pt x="0" y="188"/>
                      </a:cubicBezTo>
                      <a:cubicBezTo>
                        <a:pt x="66" y="188"/>
                        <a:pt x="128" y="200"/>
                        <a:pt x="186" y="221"/>
                      </a:cubicBezTo>
                      <a:cubicBezTo>
                        <a:pt x="194" y="158"/>
                        <a:pt x="212" y="97"/>
                        <a:pt x="242" y="39"/>
                      </a:cubicBezTo>
                      <a:cubicBezTo>
                        <a:pt x="182" y="18"/>
                        <a:pt x="119" y="5"/>
                        <a:pt x="5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45"/>
                <p:cNvSpPr>
                  <a:spLocks noEditPoints="1"/>
                </p:cNvSpPr>
                <p:nvPr userDrawn="1"/>
              </p:nvSpPr>
              <p:spPr bwMode="auto">
                <a:xfrm>
                  <a:off x="8909652" y="6380493"/>
                  <a:ext cx="1373298" cy="648073"/>
                </a:xfrm>
                <a:custGeom>
                  <a:avLst/>
                  <a:gdLst>
                    <a:gd name="T0" fmla="*/ 979 w 1089"/>
                    <a:gd name="T1" fmla="*/ 236 h 514"/>
                    <a:gd name="T2" fmla="*/ 693 w 1089"/>
                    <a:gd name="T3" fmla="*/ 325 h 514"/>
                    <a:gd name="T4" fmla="*/ 643 w 1089"/>
                    <a:gd name="T5" fmla="*/ 513 h 514"/>
                    <a:gd name="T6" fmla="*/ 685 w 1089"/>
                    <a:gd name="T7" fmla="*/ 514 h 514"/>
                    <a:gd name="T8" fmla="*/ 1089 w 1089"/>
                    <a:gd name="T9" fmla="*/ 389 h 514"/>
                    <a:gd name="T10" fmla="*/ 979 w 1089"/>
                    <a:gd name="T11" fmla="*/ 236 h 514"/>
                    <a:gd name="T12" fmla="*/ 195 w 1089"/>
                    <a:gd name="T13" fmla="*/ 0 h 514"/>
                    <a:gd name="T14" fmla="*/ 68 w 1089"/>
                    <a:gd name="T15" fmla="*/ 21 h 514"/>
                    <a:gd name="T16" fmla="*/ 0 w 1089"/>
                    <a:gd name="T17" fmla="*/ 15 h 514"/>
                    <a:gd name="T18" fmla="*/ 176 w 1089"/>
                    <a:gd name="T19" fmla="*/ 303 h 514"/>
                    <a:gd name="T20" fmla="*/ 451 w 1089"/>
                    <a:gd name="T21" fmla="*/ 475 h 514"/>
                    <a:gd name="T22" fmla="*/ 505 w 1089"/>
                    <a:gd name="T23" fmla="*/ 294 h 514"/>
                    <a:gd name="T24" fmla="*/ 309 w 1089"/>
                    <a:gd name="T25" fmla="*/ 170 h 514"/>
                    <a:gd name="T26" fmla="*/ 195 w 1089"/>
                    <a:gd name="T2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9" h="514">
                      <a:moveTo>
                        <a:pt x="979" y="236"/>
                      </a:moveTo>
                      <a:cubicBezTo>
                        <a:pt x="892" y="294"/>
                        <a:pt x="793" y="324"/>
                        <a:pt x="693" y="325"/>
                      </a:cubicBezTo>
                      <a:cubicBezTo>
                        <a:pt x="684" y="391"/>
                        <a:pt x="667" y="454"/>
                        <a:pt x="643" y="513"/>
                      </a:cubicBezTo>
                      <a:cubicBezTo>
                        <a:pt x="657" y="513"/>
                        <a:pt x="671" y="514"/>
                        <a:pt x="685" y="514"/>
                      </a:cubicBezTo>
                      <a:cubicBezTo>
                        <a:pt x="826" y="514"/>
                        <a:pt x="968" y="472"/>
                        <a:pt x="1089" y="389"/>
                      </a:cubicBezTo>
                      <a:cubicBezTo>
                        <a:pt x="1047" y="341"/>
                        <a:pt x="1010" y="290"/>
                        <a:pt x="979" y="236"/>
                      </a:cubicBezTo>
                      <a:moveTo>
                        <a:pt x="195" y="0"/>
                      </a:moveTo>
                      <a:cubicBezTo>
                        <a:pt x="154" y="14"/>
                        <a:pt x="111" y="21"/>
                        <a:pt x="68" y="21"/>
                      </a:cubicBezTo>
                      <a:cubicBezTo>
                        <a:pt x="45" y="21"/>
                        <a:pt x="23" y="19"/>
                        <a:pt x="0" y="15"/>
                      </a:cubicBezTo>
                      <a:cubicBezTo>
                        <a:pt x="34" y="120"/>
                        <a:pt x="92" y="219"/>
                        <a:pt x="176" y="303"/>
                      </a:cubicBezTo>
                      <a:cubicBezTo>
                        <a:pt x="256" y="383"/>
                        <a:pt x="350" y="440"/>
                        <a:pt x="451" y="475"/>
                      </a:cubicBezTo>
                      <a:cubicBezTo>
                        <a:pt x="479" y="419"/>
                        <a:pt x="498" y="359"/>
                        <a:pt x="505" y="294"/>
                      </a:cubicBezTo>
                      <a:cubicBezTo>
                        <a:pt x="433" y="269"/>
                        <a:pt x="367" y="227"/>
                        <a:pt x="309" y="170"/>
                      </a:cubicBezTo>
                      <a:cubicBezTo>
                        <a:pt x="259" y="120"/>
                        <a:pt x="221" y="62"/>
                        <a:pt x="19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49"/>
                <p:cNvSpPr>
                  <a:spLocks/>
                </p:cNvSpPr>
                <p:nvPr userDrawn="1"/>
              </p:nvSpPr>
              <p:spPr bwMode="auto">
                <a:xfrm>
                  <a:off x="9323185" y="5274912"/>
                  <a:ext cx="265401" cy="311692"/>
                </a:xfrm>
                <a:custGeom>
                  <a:avLst/>
                  <a:gdLst>
                    <a:gd name="T0" fmla="*/ 98 w 210"/>
                    <a:gd name="T1" fmla="*/ 0 h 247"/>
                    <a:gd name="T2" fmla="*/ 0 w 210"/>
                    <a:gd name="T3" fmla="*/ 47 h 247"/>
                    <a:gd name="T4" fmla="*/ 38 w 210"/>
                    <a:gd name="T5" fmla="*/ 247 h 247"/>
                    <a:gd name="T6" fmla="*/ 210 w 210"/>
                    <a:gd name="T7" fmla="*/ 161 h 247"/>
                    <a:gd name="T8" fmla="*/ 190 w 210"/>
                    <a:gd name="T9" fmla="*/ 19 h 247"/>
                    <a:gd name="T10" fmla="*/ 98 w 210"/>
                    <a:gd name="T11" fmla="*/ 0 h 247"/>
                  </a:gdLst>
                  <a:ahLst/>
                  <a:cxnLst>
                    <a:cxn ang="0">
                      <a:pos x="T0" y="T1"/>
                    </a:cxn>
                    <a:cxn ang="0">
                      <a:pos x="T2" y="T3"/>
                    </a:cxn>
                    <a:cxn ang="0">
                      <a:pos x="T4" y="T5"/>
                    </a:cxn>
                    <a:cxn ang="0">
                      <a:pos x="T6" y="T7"/>
                    </a:cxn>
                    <a:cxn ang="0">
                      <a:pos x="T8" y="T9"/>
                    </a:cxn>
                    <a:cxn ang="0">
                      <a:pos x="T10" y="T11"/>
                    </a:cxn>
                  </a:cxnLst>
                  <a:rect l="0" t="0" r="r" b="b"/>
                  <a:pathLst>
                    <a:path w="210" h="247">
                      <a:moveTo>
                        <a:pt x="98" y="0"/>
                      </a:moveTo>
                      <a:cubicBezTo>
                        <a:pt x="65" y="13"/>
                        <a:pt x="32" y="29"/>
                        <a:pt x="0" y="47"/>
                      </a:cubicBezTo>
                      <a:cubicBezTo>
                        <a:pt x="3" y="114"/>
                        <a:pt x="16" y="182"/>
                        <a:pt x="38" y="247"/>
                      </a:cubicBezTo>
                      <a:cubicBezTo>
                        <a:pt x="91" y="207"/>
                        <a:pt x="149" y="179"/>
                        <a:pt x="210" y="161"/>
                      </a:cubicBezTo>
                      <a:cubicBezTo>
                        <a:pt x="197" y="115"/>
                        <a:pt x="190" y="67"/>
                        <a:pt x="190" y="19"/>
                      </a:cubicBezTo>
                      <a:cubicBezTo>
                        <a:pt x="159" y="16"/>
                        <a:pt x="128" y="10"/>
                        <a:pt x="9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72"/>
                <p:cNvSpPr>
                  <a:spLocks noEditPoints="1"/>
                </p:cNvSpPr>
                <p:nvPr userDrawn="1"/>
              </p:nvSpPr>
              <p:spPr bwMode="auto">
                <a:xfrm>
                  <a:off x="9360217" y="2252886"/>
                  <a:ext cx="620298" cy="633414"/>
                </a:xfrm>
                <a:custGeom>
                  <a:avLst/>
                  <a:gdLst>
                    <a:gd name="T0" fmla="*/ 55 w 492"/>
                    <a:gd name="T1" fmla="*/ 362 h 503"/>
                    <a:gd name="T2" fmla="*/ 54 w 492"/>
                    <a:gd name="T3" fmla="*/ 362 h 503"/>
                    <a:gd name="T4" fmla="*/ 54 w 492"/>
                    <a:gd name="T5" fmla="*/ 363 h 503"/>
                    <a:gd name="T6" fmla="*/ 0 w 492"/>
                    <a:gd name="T7" fmla="*/ 417 h 503"/>
                    <a:gd name="T8" fmla="*/ 200 w 492"/>
                    <a:gd name="T9" fmla="*/ 503 h 503"/>
                    <a:gd name="T10" fmla="*/ 227 w 492"/>
                    <a:gd name="T11" fmla="*/ 425 h 503"/>
                    <a:gd name="T12" fmla="*/ 208 w 492"/>
                    <a:gd name="T13" fmla="*/ 426 h 503"/>
                    <a:gd name="T14" fmla="*/ 55 w 492"/>
                    <a:gd name="T15" fmla="*/ 362 h 503"/>
                    <a:gd name="T16" fmla="*/ 475 w 492"/>
                    <a:gd name="T17" fmla="*/ 333 h 503"/>
                    <a:gd name="T18" fmla="*/ 394 w 492"/>
                    <a:gd name="T19" fmla="*/ 437 h 503"/>
                    <a:gd name="T20" fmla="*/ 417 w 492"/>
                    <a:gd name="T21" fmla="*/ 417 h 503"/>
                    <a:gd name="T22" fmla="*/ 475 w 492"/>
                    <a:gd name="T23" fmla="*/ 333 h 503"/>
                    <a:gd name="T24" fmla="*/ 417 w 492"/>
                    <a:gd name="T25" fmla="*/ 0 h 503"/>
                    <a:gd name="T26" fmla="*/ 416 w 492"/>
                    <a:gd name="T27" fmla="*/ 1 h 503"/>
                    <a:gd name="T28" fmla="*/ 416 w 492"/>
                    <a:gd name="T29" fmla="*/ 1 h 503"/>
                    <a:gd name="T30" fmla="*/ 362 w 492"/>
                    <a:gd name="T31" fmla="*/ 55 h 503"/>
                    <a:gd name="T32" fmla="*/ 423 w 492"/>
                    <a:gd name="T33" fmla="*/ 174 h 503"/>
                    <a:gd name="T34" fmla="*/ 492 w 492"/>
                    <a:gd name="T35" fmla="*/ 129 h 503"/>
                    <a:gd name="T36" fmla="*/ 417 w 492"/>
                    <a:gd name="T37"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2" h="503">
                      <a:moveTo>
                        <a:pt x="55" y="362"/>
                      </a:moveTo>
                      <a:cubicBezTo>
                        <a:pt x="54" y="362"/>
                        <a:pt x="54" y="362"/>
                        <a:pt x="54" y="362"/>
                      </a:cubicBezTo>
                      <a:cubicBezTo>
                        <a:pt x="54" y="363"/>
                        <a:pt x="54" y="363"/>
                        <a:pt x="54" y="363"/>
                      </a:cubicBezTo>
                      <a:cubicBezTo>
                        <a:pt x="0" y="417"/>
                        <a:pt x="0" y="417"/>
                        <a:pt x="0" y="417"/>
                      </a:cubicBezTo>
                      <a:cubicBezTo>
                        <a:pt x="56" y="472"/>
                        <a:pt x="128" y="501"/>
                        <a:pt x="200" y="503"/>
                      </a:cubicBezTo>
                      <a:cubicBezTo>
                        <a:pt x="207" y="476"/>
                        <a:pt x="216" y="450"/>
                        <a:pt x="227" y="425"/>
                      </a:cubicBezTo>
                      <a:cubicBezTo>
                        <a:pt x="220" y="426"/>
                        <a:pt x="214" y="426"/>
                        <a:pt x="208" y="426"/>
                      </a:cubicBezTo>
                      <a:cubicBezTo>
                        <a:pt x="153" y="426"/>
                        <a:pt x="97" y="405"/>
                        <a:pt x="55" y="362"/>
                      </a:cubicBezTo>
                      <a:moveTo>
                        <a:pt x="475" y="333"/>
                      </a:moveTo>
                      <a:cubicBezTo>
                        <a:pt x="443" y="364"/>
                        <a:pt x="416" y="399"/>
                        <a:pt x="394" y="437"/>
                      </a:cubicBezTo>
                      <a:cubicBezTo>
                        <a:pt x="402" y="431"/>
                        <a:pt x="409" y="424"/>
                        <a:pt x="417" y="417"/>
                      </a:cubicBezTo>
                      <a:cubicBezTo>
                        <a:pt x="441" y="392"/>
                        <a:pt x="461" y="364"/>
                        <a:pt x="475" y="333"/>
                      </a:cubicBezTo>
                      <a:moveTo>
                        <a:pt x="417" y="0"/>
                      </a:moveTo>
                      <a:cubicBezTo>
                        <a:pt x="416" y="1"/>
                        <a:pt x="416" y="1"/>
                        <a:pt x="416" y="1"/>
                      </a:cubicBezTo>
                      <a:cubicBezTo>
                        <a:pt x="416" y="1"/>
                        <a:pt x="416" y="1"/>
                        <a:pt x="416" y="1"/>
                      </a:cubicBezTo>
                      <a:cubicBezTo>
                        <a:pt x="362" y="55"/>
                        <a:pt x="362" y="55"/>
                        <a:pt x="362" y="55"/>
                      </a:cubicBezTo>
                      <a:cubicBezTo>
                        <a:pt x="396" y="88"/>
                        <a:pt x="416" y="130"/>
                        <a:pt x="423" y="174"/>
                      </a:cubicBezTo>
                      <a:cubicBezTo>
                        <a:pt x="445" y="157"/>
                        <a:pt x="468" y="142"/>
                        <a:pt x="492" y="129"/>
                      </a:cubicBezTo>
                      <a:cubicBezTo>
                        <a:pt x="479" y="82"/>
                        <a:pt x="454" y="37"/>
                        <a:pt x="41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75"/>
                <p:cNvSpPr>
                  <a:spLocks/>
                </p:cNvSpPr>
                <p:nvPr userDrawn="1"/>
              </p:nvSpPr>
              <p:spPr bwMode="auto">
                <a:xfrm>
                  <a:off x="11074525" y="2205052"/>
                  <a:ext cx="855611" cy="810091"/>
                </a:xfrm>
                <a:custGeom>
                  <a:avLst/>
                  <a:gdLst>
                    <a:gd name="T0" fmla="*/ 532 w 679"/>
                    <a:gd name="T1" fmla="*/ 0 h 643"/>
                    <a:gd name="T2" fmla="*/ 532 w 679"/>
                    <a:gd name="T3" fmla="*/ 0 h 643"/>
                    <a:gd name="T4" fmla="*/ 532 w 679"/>
                    <a:gd name="T5" fmla="*/ 0 h 643"/>
                    <a:gd name="T6" fmla="*/ 463 w 679"/>
                    <a:gd name="T7" fmla="*/ 70 h 643"/>
                    <a:gd name="T8" fmla="*/ 463 w 679"/>
                    <a:gd name="T9" fmla="*/ 463 h 643"/>
                    <a:gd name="T10" fmla="*/ 266 w 679"/>
                    <a:gd name="T11" fmla="*/ 544 h 643"/>
                    <a:gd name="T12" fmla="*/ 69 w 679"/>
                    <a:gd name="T13" fmla="*/ 463 h 643"/>
                    <a:gd name="T14" fmla="*/ 69 w 679"/>
                    <a:gd name="T15" fmla="*/ 463 h 643"/>
                    <a:gd name="T16" fmla="*/ 69 w 679"/>
                    <a:gd name="T17" fmla="*/ 463 h 643"/>
                    <a:gd name="T18" fmla="*/ 0 w 679"/>
                    <a:gd name="T19" fmla="*/ 533 h 643"/>
                    <a:gd name="T20" fmla="*/ 266 w 679"/>
                    <a:gd name="T21" fmla="*/ 643 h 643"/>
                    <a:gd name="T22" fmla="*/ 532 w 679"/>
                    <a:gd name="T23" fmla="*/ 533 h 643"/>
                    <a:gd name="T24" fmla="*/ 532 w 679"/>
                    <a:gd name="T25"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9" h="643">
                      <a:moveTo>
                        <a:pt x="532" y="0"/>
                      </a:moveTo>
                      <a:cubicBezTo>
                        <a:pt x="532" y="0"/>
                        <a:pt x="532" y="0"/>
                        <a:pt x="532" y="0"/>
                      </a:cubicBezTo>
                      <a:cubicBezTo>
                        <a:pt x="532" y="0"/>
                        <a:pt x="532" y="0"/>
                        <a:pt x="532" y="0"/>
                      </a:cubicBezTo>
                      <a:cubicBezTo>
                        <a:pt x="463" y="70"/>
                        <a:pt x="463" y="70"/>
                        <a:pt x="463" y="70"/>
                      </a:cubicBezTo>
                      <a:cubicBezTo>
                        <a:pt x="571" y="178"/>
                        <a:pt x="571" y="354"/>
                        <a:pt x="463" y="463"/>
                      </a:cubicBezTo>
                      <a:cubicBezTo>
                        <a:pt x="408" y="517"/>
                        <a:pt x="337" y="544"/>
                        <a:pt x="266" y="544"/>
                      </a:cubicBezTo>
                      <a:cubicBezTo>
                        <a:pt x="195" y="544"/>
                        <a:pt x="124" y="517"/>
                        <a:pt x="69" y="463"/>
                      </a:cubicBezTo>
                      <a:cubicBezTo>
                        <a:pt x="69" y="463"/>
                        <a:pt x="69" y="463"/>
                        <a:pt x="69" y="463"/>
                      </a:cubicBezTo>
                      <a:cubicBezTo>
                        <a:pt x="69" y="463"/>
                        <a:pt x="69" y="463"/>
                        <a:pt x="69" y="463"/>
                      </a:cubicBezTo>
                      <a:cubicBezTo>
                        <a:pt x="0" y="533"/>
                        <a:pt x="0" y="533"/>
                        <a:pt x="0" y="533"/>
                      </a:cubicBezTo>
                      <a:cubicBezTo>
                        <a:pt x="73" y="606"/>
                        <a:pt x="170" y="643"/>
                        <a:pt x="266" y="643"/>
                      </a:cubicBezTo>
                      <a:cubicBezTo>
                        <a:pt x="362" y="643"/>
                        <a:pt x="459" y="606"/>
                        <a:pt x="532" y="533"/>
                      </a:cubicBezTo>
                      <a:cubicBezTo>
                        <a:pt x="679" y="386"/>
                        <a:pt x="679" y="147"/>
                        <a:pt x="53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91"/>
                <p:cNvSpPr>
                  <a:spLocks/>
                </p:cNvSpPr>
                <p:nvPr userDrawn="1"/>
              </p:nvSpPr>
              <p:spPr bwMode="auto">
                <a:xfrm>
                  <a:off x="12022717" y="3186419"/>
                  <a:ext cx="306292" cy="300120"/>
                </a:xfrm>
                <a:custGeom>
                  <a:avLst/>
                  <a:gdLst>
                    <a:gd name="T0" fmla="*/ 47 w 243"/>
                    <a:gd name="T1" fmla="*/ 0 h 238"/>
                    <a:gd name="T2" fmla="*/ 0 w 243"/>
                    <a:gd name="T3" fmla="*/ 51 h 238"/>
                    <a:gd name="T4" fmla="*/ 1 w 243"/>
                    <a:gd name="T5" fmla="*/ 52 h 238"/>
                    <a:gd name="T6" fmla="*/ 1 w 243"/>
                    <a:gd name="T7" fmla="*/ 52 h 238"/>
                    <a:gd name="T8" fmla="*/ 187 w 243"/>
                    <a:gd name="T9" fmla="*/ 238 h 238"/>
                    <a:gd name="T10" fmla="*/ 243 w 243"/>
                    <a:gd name="T11" fmla="*/ 177 h 238"/>
                    <a:gd name="T12" fmla="*/ 47 w 243"/>
                    <a:gd name="T13" fmla="*/ 0 h 238"/>
                  </a:gdLst>
                  <a:ahLst/>
                  <a:cxnLst>
                    <a:cxn ang="0">
                      <a:pos x="T0" y="T1"/>
                    </a:cxn>
                    <a:cxn ang="0">
                      <a:pos x="T2" y="T3"/>
                    </a:cxn>
                    <a:cxn ang="0">
                      <a:pos x="T4" y="T5"/>
                    </a:cxn>
                    <a:cxn ang="0">
                      <a:pos x="T6" y="T7"/>
                    </a:cxn>
                    <a:cxn ang="0">
                      <a:pos x="T8" y="T9"/>
                    </a:cxn>
                    <a:cxn ang="0">
                      <a:pos x="T10" y="T11"/>
                    </a:cxn>
                    <a:cxn ang="0">
                      <a:pos x="T12" y="T13"/>
                    </a:cxn>
                  </a:cxnLst>
                  <a:rect l="0" t="0" r="r" b="b"/>
                  <a:pathLst>
                    <a:path w="243" h="238">
                      <a:moveTo>
                        <a:pt x="47" y="0"/>
                      </a:moveTo>
                      <a:cubicBezTo>
                        <a:pt x="33" y="18"/>
                        <a:pt x="17" y="35"/>
                        <a:pt x="0" y="51"/>
                      </a:cubicBezTo>
                      <a:cubicBezTo>
                        <a:pt x="1" y="52"/>
                        <a:pt x="1" y="52"/>
                        <a:pt x="1" y="52"/>
                      </a:cubicBezTo>
                      <a:cubicBezTo>
                        <a:pt x="1" y="52"/>
                        <a:pt x="1" y="52"/>
                        <a:pt x="1" y="52"/>
                      </a:cubicBezTo>
                      <a:cubicBezTo>
                        <a:pt x="187" y="238"/>
                        <a:pt x="187" y="238"/>
                        <a:pt x="187" y="238"/>
                      </a:cubicBezTo>
                      <a:cubicBezTo>
                        <a:pt x="206" y="218"/>
                        <a:pt x="225" y="198"/>
                        <a:pt x="243" y="177"/>
                      </a:cubicBezTo>
                      <a:cubicBezTo>
                        <a:pt x="189" y="107"/>
                        <a:pt x="123" y="47"/>
                        <a:pt x="4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94"/>
                <p:cNvSpPr>
                  <a:spLocks noEditPoints="1"/>
                </p:cNvSpPr>
                <p:nvPr userDrawn="1"/>
              </p:nvSpPr>
              <p:spPr bwMode="auto">
                <a:xfrm>
                  <a:off x="10340814" y="2323094"/>
                  <a:ext cx="544690" cy="1366354"/>
                </a:xfrm>
                <a:custGeom>
                  <a:avLst/>
                  <a:gdLst>
                    <a:gd name="T0" fmla="*/ 381 w 432"/>
                    <a:gd name="T1" fmla="*/ 818 h 1084"/>
                    <a:gd name="T2" fmla="*/ 182 w 432"/>
                    <a:gd name="T3" fmla="*/ 998 h 1084"/>
                    <a:gd name="T4" fmla="*/ 308 w 432"/>
                    <a:gd name="T5" fmla="*/ 1084 h 1084"/>
                    <a:gd name="T6" fmla="*/ 432 w 432"/>
                    <a:gd name="T7" fmla="*/ 851 h 1084"/>
                    <a:gd name="T8" fmla="*/ 381 w 432"/>
                    <a:gd name="T9" fmla="*/ 818 h 1084"/>
                    <a:gd name="T10" fmla="*/ 0 w 432"/>
                    <a:gd name="T11" fmla="*/ 0 h 1084"/>
                    <a:gd name="T12" fmla="*/ 0 w 432"/>
                    <a:gd name="T13" fmla="*/ 0 h 1084"/>
                    <a:gd name="T14" fmla="*/ 0 w 432"/>
                    <a:gd name="T15" fmla="*/ 0 h 1084"/>
                    <a:gd name="T16" fmla="*/ 0 w 432"/>
                    <a:gd name="T17" fmla="*/ 156 h 1084"/>
                    <a:gd name="T18" fmla="*/ 69 w 432"/>
                    <a:gd name="T19" fmla="*/ 161 h 1084"/>
                    <a:gd name="T20" fmla="*/ 96 w 432"/>
                    <a:gd name="T21" fmla="*/ 7 h 1084"/>
                    <a:gd name="T22" fmla="*/ 0 w 432"/>
                    <a:gd name="T23" fmla="*/ 0 h 1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1084">
                      <a:moveTo>
                        <a:pt x="381" y="818"/>
                      </a:moveTo>
                      <a:cubicBezTo>
                        <a:pt x="335" y="897"/>
                        <a:pt x="265" y="960"/>
                        <a:pt x="182" y="998"/>
                      </a:cubicBezTo>
                      <a:cubicBezTo>
                        <a:pt x="222" y="1030"/>
                        <a:pt x="264" y="1059"/>
                        <a:pt x="308" y="1084"/>
                      </a:cubicBezTo>
                      <a:cubicBezTo>
                        <a:pt x="335" y="998"/>
                        <a:pt x="377" y="920"/>
                        <a:pt x="432" y="851"/>
                      </a:cubicBezTo>
                      <a:cubicBezTo>
                        <a:pt x="414" y="841"/>
                        <a:pt x="398" y="830"/>
                        <a:pt x="381" y="818"/>
                      </a:cubicBezTo>
                      <a:moveTo>
                        <a:pt x="0" y="0"/>
                      </a:moveTo>
                      <a:cubicBezTo>
                        <a:pt x="0" y="0"/>
                        <a:pt x="0" y="0"/>
                        <a:pt x="0" y="0"/>
                      </a:cubicBezTo>
                      <a:cubicBezTo>
                        <a:pt x="0" y="0"/>
                        <a:pt x="0" y="0"/>
                        <a:pt x="0" y="0"/>
                      </a:cubicBezTo>
                      <a:cubicBezTo>
                        <a:pt x="0" y="156"/>
                        <a:pt x="0" y="156"/>
                        <a:pt x="0" y="156"/>
                      </a:cubicBezTo>
                      <a:cubicBezTo>
                        <a:pt x="24" y="156"/>
                        <a:pt x="46" y="158"/>
                        <a:pt x="69" y="161"/>
                      </a:cubicBezTo>
                      <a:cubicBezTo>
                        <a:pt x="72" y="109"/>
                        <a:pt x="81" y="58"/>
                        <a:pt x="96" y="7"/>
                      </a:cubicBezTo>
                      <a:cubicBezTo>
                        <a:pt x="65" y="2"/>
                        <a:pt x="33"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grpSp>
          <p:nvGrpSpPr>
            <p:cNvPr id="88" name="Group 87"/>
            <p:cNvGrpSpPr/>
            <p:nvPr userDrawn="1"/>
          </p:nvGrpSpPr>
          <p:grpSpPr>
            <a:xfrm>
              <a:off x="8427719" y="2737650"/>
              <a:ext cx="4066591" cy="4639149"/>
              <a:chOff x="7650539" y="1692765"/>
              <a:chExt cx="4865949" cy="5551054"/>
            </a:xfrm>
            <a:solidFill>
              <a:schemeClr val="tx2">
                <a:lumMod val="20000"/>
                <a:lumOff val="80000"/>
                <a:alpha val="15000"/>
              </a:schemeClr>
            </a:solidFill>
          </p:grpSpPr>
          <p:sp>
            <p:nvSpPr>
              <p:cNvPr id="89" name="Freeform 7"/>
              <p:cNvSpPr>
                <a:spLocks noEditPoints="1"/>
              </p:cNvSpPr>
              <p:nvPr userDrawn="1"/>
            </p:nvSpPr>
            <p:spPr bwMode="auto">
              <a:xfrm>
                <a:off x="9591672" y="4647669"/>
                <a:ext cx="1293832" cy="1293060"/>
              </a:xfrm>
              <a:custGeom>
                <a:avLst/>
                <a:gdLst>
                  <a:gd name="T0" fmla="*/ 134 w 1026"/>
                  <a:gd name="T1" fmla="*/ 892 h 1026"/>
                  <a:gd name="T2" fmla="*/ 0 w 1026"/>
                  <a:gd name="T3" fmla="*/ 1026 h 1026"/>
                  <a:gd name="T4" fmla="*/ 0 w 1026"/>
                  <a:gd name="T5" fmla="*/ 1026 h 1026"/>
                  <a:gd name="T6" fmla="*/ 134 w 1026"/>
                  <a:gd name="T7" fmla="*/ 892 h 1026"/>
                  <a:gd name="T8" fmla="*/ 134 w 1026"/>
                  <a:gd name="T9" fmla="*/ 892 h 1026"/>
                  <a:gd name="T10" fmla="*/ 1026 w 1026"/>
                  <a:gd name="T11" fmla="*/ 0 h 1026"/>
                  <a:gd name="T12" fmla="*/ 892 w 1026"/>
                  <a:gd name="T13" fmla="*/ 134 h 1026"/>
                  <a:gd name="T14" fmla="*/ 892 w 1026"/>
                  <a:gd name="T15" fmla="*/ 134 h 1026"/>
                  <a:gd name="T16" fmla="*/ 1026 w 1026"/>
                  <a:gd name="T17" fmla="*/ 0 h 1026"/>
                  <a:gd name="T18" fmla="*/ 1026 w 1026"/>
                  <a:gd name="T19" fmla="*/ 0 h 1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6" h="1026">
                    <a:moveTo>
                      <a:pt x="134" y="892"/>
                    </a:moveTo>
                    <a:cubicBezTo>
                      <a:pt x="0" y="1026"/>
                      <a:pt x="0" y="1026"/>
                      <a:pt x="0" y="1026"/>
                    </a:cubicBezTo>
                    <a:cubicBezTo>
                      <a:pt x="0" y="1026"/>
                      <a:pt x="0" y="1026"/>
                      <a:pt x="0" y="1026"/>
                    </a:cubicBezTo>
                    <a:cubicBezTo>
                      <a:pt x="134" y="892"/>
                      <a:pt x="134" y="892"/>
                      <a:pt x="134" y="892"/>
                    </a:cubicBezTo>
                    <a:cubicBezTo>
                      <a:pt x="134" y="892"/>
                      <a:pt x="134" y="892"/>
                      <a:pt x="134" y="892"/>
                    </a:cubicBezTo>
                    <a:moveTo>
                      <a:pt x="1026" y="0"/>
                    </a:moveTo>
                    <a:cubicBezTo>
                      <a:pt x="892" y="134"/>
                      <a:pt x="892" y="134"/>
                      <a:pt x="892" y="134"/>
                    </a:cubicBezTo>
                    <a:cubicBezTo>
                      <a:pt x="892" y="134"/>
                      <a:pt x="892" y="134"/>
                      <a:pt x="892" y="134"/>
                    </a:cubicBezTo>
                    <a:cubicBezTo>
                      <a:pt x="1026" y="0"/>
                      <a:pt x="1026" y="0"/>
                      <a:pt x="1026" y="0"/>
                    </a:cubicBezTo>
                    <a:cubicBezTo>
                      <a:pt x="1026" y="0"/>
                      <a:pt x="1026" y="0"/>
                      <a:pt x="10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9"/>
              <p:cNvSpPr>
                <a:spLocks noEditPoints="1"/>
              </p:cNvSpPr>
              <p:nvPr userDrawn="1"/>
            </p:nvSpPr>
            <p:spPr bwMode="auto">
              <a:xfrm>
                <a:off x="10860043" y="4998709"/>
                <a:ext cx="293948" cy="320179"/>
              </a:xfrm>
              <a:custGeom>
                <a:avLst/>
                <a:gdLst>
                  <a:gd name="T0" fmla="*/ 227 w 233"/>
                  <a:gd name="T1" fmla="*/ 145 h 254"/>
                  <a:gd name="T2" fmla="*/ 41 w 233"/>
                  <a:gd name="T3" fmla="*/ 186 h 254"/>
                  <a:gd name="T4" fmla="*/ 42 w 233"/>
                  <a:gd name="T5" fmla="*/ 254 h 254"/>
                  <a:gd name="T6" fmla="*/ 205 w 233"/>
                  <a:gd name="T7" fmla="*/ 234 h 254"/>
                  <a:gd name="T8" fmla="*/ 233 w 233"/>
                  <a:gd name="T9" fmla="*/ 234 h 254"/>
                  <a:gd name="T10" fmla="*/ 227 w 233"/>
                  <a:gd name="T11" fmla="*/ 145 h 254"/>
                  <a:gd name="T12" fmla="*/ 195 w 233"/>
                  <a:gd name="T13" fmla="*/ 0 h 254"/>
                  <a:gd name="T14" fmla="*/ 0 w 233"/>
                  <a:gd name="T15" fmla="*/ 24 h 254"/>
                  <a:gd name="T16" fmla="*/ 14 w 233"/>
                  <a:gd name="T17" fmla="*/ 60 h 254"/>
                  <a:gd name="T18" fmla="*/ 34 w 233"/>
                  <a:gd name="T19" fmla="*/ 61 h 254"/>
                  <a:gd name="T20" fmla="*/ 201 w 233"/>
                  <a:gd name="T21" fmla="*/ 19 h 254"/>
                  <a:gd name="T22" fmla="*/ 195 w 233"/>
                  <a:gd name="T23"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3" h="254">
                    <a:moveTo>
                      <a:pt x="227" y="145"/>
                    </a:moveTo>
                    <a:cubicBezTo>
                      <a:pt x="168" y="172"/>
                      <a:pt x="104" y="185"/>
                      <a:pt x="41" y="186"/>
                    </a:cubicBezTo>
                    <a:cubicBezTo>
                      <a:pt x="43" y="209"/>
                      <a:pt x="43" y="231"/>
                      <a:pt x="42" y="254"/>
                    </a:cubicBezTo>
                    <a:cubicBezTo>
                      <a:pt x="96" y="240"/>
                      <a:pt x="150" y="234"/>
                      <a:pt x="205" y="234"/>
                    </a:cubicBezTo>
                    <a:cubicBezTo>
                      <a:pt x="214" y="234"/>
                      <a:pt x="223" y="234"/>
                      <a:pt x="233" y="234"/>
                    </a:cubicBezTo>
                    <a:cubicBezTo>
                      <a:pt x="233" y="205"/>
                      <a:pt x="231" y="175"/>
                      <a:pt x="227" y="145"/>
                    </a:cubicBezTo>
                    <a:moveTo>
                      <a:pt x="195" y="0"/>
                    </a:moveTo>
                    <a:cubicBezTo>
                      <a:pt x="129" y="1"/>
                      <a:pt x="64" y="9"/>
                      <a:pt x="0" y="24"/>
                    </a:cubicBezTo>
                    <a:cubicBezTo>
                      <a:pt x="5" y="36"/>
                      <a:pt x="10" y="48"/>
                      <a:pt x="14" y="60"/>
                    </a:cubicBezTo>
                    <a:cubicBezTo>
                      <a:pt x="21" y="60"/>
                      <a:pt x="27" y="61"/>
                      <a:pt x="34" y="61"/>
                    </a:cubicBezTo>
                    <a:cubicBezTo>
                      <a:pt x="91" y="61"/>
                      <a:pt x="149" y="47"/>
                      <a:pt x="201" y="19"/>
                    </a:cubicBezTo>
                    <a:cubicBezTo>
                      <a:pt x="199" y="13"/>
                      <a:pt x="197" y="7"/>
                      <a:pt x="19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0"/>
              <p:cNvSpPr>
                <a:spLocks noEditPoints="1"/>
              </p:cNvSpPr>
              <p:nvPr userDrawn="1"/>
            </p:nvSpPr>
            <p:spPr bwMode="auto">
              <a:xfrm>
                <a:off x="9998261" y="5329689"/>
                <a:ext cx="1914901" cy="1914130"/>
              </a:xfrm>
              <a:custGeom>
                <a:avLst/>
                <a:gdLst>
                  <a:gd name="T0" fmla="*/ 395 w 1519"/>
                  <a:gd name="T1" fmla="*/ 1062 h 1519"/>
                  <a:gd name="T2" fmla="*/ 330 w 1519"/>
                  <a:gd name="T3" fmla="*/ 1137 h 1519"/>
                  <a:gd name="T4" fmla="*/ 330 w 1519"/>
                  <a:gd name="T5" fmla="*/ 1137 h 1519"/>
                  <a:gd name="T6" fmla="*/ 226 w 1519"/>
                  <a:gd name="T7" fmla="*/ 1223 h 1519"/>
                  <a:gd name="T8" fmla="*/ 260 w 1519"/>
                  <a:gd name="T9" fmla="*/ 1258 h 1519"/>
                  <a:gd name="T10" fmla="*/ 889 w 1519"/>
                  <a:gd name="T11" fmla="*/ 1519 h 1519"/>
                  <a:gd name="T12" fmla="*/ 1519 w 1519"/>
                  <a:gd name="T13" fmla="*/ 1258 h 1519"/>
                  <a:gd name="T14" fmla="*/ 1518 w 1519"/>
                  <a:gd name="T15" fmla="*/ 1258 h 1519"/>
                  <a:gd name="T16" fmla="*/ 1518 w 1519"/>
                  <a:gd name="T17" fmla="*/ 1258 h 1519"/>
                  <a:gd name="T18" fmla="*/ 1354 w 1519"/>
                  <a:gd name="T19" fmla="*/ 1094 h 1519"/>
                  <a:gd name="T20" fmla="*/ 889 w 1519"/>
                  <a:gd name="T21" fmla="*/ 1286 h 1519"/>
                  <a:gd name="T22" fmla="*/ 425 w 1519"/>
                  <a:gd name="T23" fmla="*/ 1093 h 1519"/>
                  <a:gd name="T24" fmla="*/ 395 w 1519"/>
                  <a:gd name="T25" fmla="*/ 1062 h 1519"/>
                  <a:gd name="T26" fmla="*/ 0 w 1519"/>
                  <a:gd name="T27" fmla="*/ 672 h 1519"/>
                  <a:gd name="T28" fmla="*/ 116 w 1519"/>
                  <a:gd name="T29" fmla="*/ 1070 h 1519"/>
                  <a:gd name="T30" fmla="*/ 197 w 1519"/>
                  <a:gd name="T31" fmla="*/ 1004 h 1519"/>
                  <a:gd name="T32" fmla="*/ 196 w 1519"/>
                  <a:gd name="T33" fmla="*/ 1004 h 1519"/>
                  <a:gd name="T34" fmla="*/ 285 w 1519"/>
                  <a:gd name="T35" fmla="*/ 887 h 1519"/>
                  <a:gd name="T36" fmla="*/ 236 w 1519"/>
                  <a:gd name="T37" fmla="*/ 696 h 1519"/>
                  <a:gd name="T38" fmla="*/ 191 w 1519"/>
                  <a:gd name="T39" fmla="*/ 697 h 1519"/>
                  <a:gd name="T40" fmla="*/ 0 w 1519"/>
                  <a:gd name="T41" fmla="*/ 672 h 1519"/>
                  <a:gd name="T42" fmla="*/ 116 w 1519"/>
                  <a:gd name="T43" fmla="*/ 187 h 1519"/>
                  <a:gd name="T44" fmla="*/ 12 w 1519"/>
                  <a:gd name="T45" fmla="*/ 477 h 1519"/>
                  <a:gd name="T46" fmla="*/ 191 w 1519"/>
                  <a:gd name="T47" fmla="*/ 507 h 1519"/>
                  <a:gd name="T48" fmla="*/ 244 w 1519"/>
                  <a:gd name="T49" fmla="*/ 505 h 1519"/>
                  <a:gd name="T50" fmla="*/ 285 w 1519"/>
                  <a:gd name="T51" fmla="*/ 371 h 1519"/>
                  <a:gd name="T52" fmla="*/ 196 w 1519"/>
                  <a:gd name="T53" fmla="*/ 253 h 1519"/>
                  <a:gd name="T54" fmla="*/ 116 w 1519"/>
                  <a:gd name="T55" fmla="*/ 187 h 1519"/>
                  <a:gd name="T56" fmla="*/ 260 w 1519"/>
                  <a:gd name="T57" fmla="*/ 0 h 1519"/>
                  <a:gd name="T58" fmla="*/ 226 w 1519"/>
                  <a:gd name="T59" fmla="*/ 35 h 1519"/>
                  <a:gd name="T60" fmla="*/ 329 w 1519"/>
                  <a:gd name="T61" fmla="*/ 120 h 1519"/>
                  <a:gd name="T62" fmla="*/ 395 w 1519"/>
                  <a:gd name="T63" fmla="*/ 196 h 1519"/>
                  <a:gd name="T64" fmla="*/ 425 w 1519"/>
                  <a:gd name="T65" fmla="*/ 164 h 1519"/>
                  <a:gd name="T66" fmla="*/ 424 w 1519"/>
                  <a:gd name="T67" fmla="*/ 164 h 1519"/>
                  <a:gd name="T68" fmla="*/ 424 w 1519"/>
                  <a:gd name="T69" fmla="*/ 164 h 1519"/>
                  <a:gd name="T70" fmla="*/ 260 w 1519"/>
                  <a:gd name="T71"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9" h="1519">
                    <a:moveTo>
                      <a:pt x="395" y="1062"/>
                    </a:moveTo>
                    <a:cubicBezTo>
                      <a:pt x="375" y="1088"/>
                      <a:pt x="353" y="1113"/>
                      <a:pt x="330" y="1137"/>
                    </a:cubicBezTo>
                    <a:cubicBezTo>
                      <a:pt x="330" y="1137"/>
                      <a:pt x="330" y="1137"/>
                      <a:pt x="330" y="1137"/>
                    </a:cubicBezTo>
                    <a:cubicBezTo>
                      <a:pt x="298" y="1170"/>
                      <a:pt x="263" y="1198"/>
                      <a:pt x="226" y="1223"/>
                    </a:cubicBezTo>
                    <a:cubicBezTo>
                      <a:pt x="237" y="1235"/>
                      <a:pt x="248" y="1247"/>
                      <a:pt x="260" y="1258"/>
                    </a:cubicBezTo>
                    <a:cubicBezTo>
                      <a:pt x="434" y="1432"/>
                      <a:pt x="661" y="1519"/>
                      <a:pt x="889" y="1519"/>
                    </a:cubicBezTo>
                    <a:cubicBezTo>
                      <a:pt x="1117" y="1519"/>
                      <a:pt x="1345" y="1432"/>
                      <a:pt x="1519" y="1258"/>
                    </a:cubicBezTo>
                    <a:cubicBezTo>
                      <a:pt x="1518" y="1258"/>
                      <a:pt x="1518" y="1258"/>
                      <a:pt x="1518" y="1258"/>
                    </a:cubicBezTo>
                    <a:cubicBezTo>
                      <a:pt x="1518" y="1258"/>
                      <a:pt x="1518" y="1258"/>
                      <a:pt x="1518" y="1258"/>
                    </a:cubicBezTo>
                    <a:cubicBezTo>
                      <a:pt x="1354" y="1094"/>
                      <a:pt x="1354" y="1094"/>
                      <a:pt x="1354" y="1094"/>
                    </a:cubicBezTo>
                    <a:cubicBezTo>
                      <a:pt x="1225" y="1222"/>
                      <a:pt x="1057" y="1286"/>
                      <a:pt x="889" y="1286"/>
                    </a:cubicBezTo>
                    <a:cubicBezTo>
                      <a:pt x="721" y="1286"/>
                      <a:pt x="553" y="1222"/>
                      <a:pt x="425" y="1093"/>
                    </a:cubicBezTo>
                    <a:cubicBezTo>
                      <a:pt x="414" y="1083"/>
                      <a:pt x="404" y="1073"/>
                      <a:pt x="395" y="1062"/>
                    </a:cubicBezTo>
                    <a:moveTo>
                      <a:pt x="0" y="672"/>
                    </a:moveTo>
                    <a:cubicBezTo>
                      <a:pt x="7" y="810"/>
                      <a:pt x="45" y="947"/>
                      <a:pt x="116" y="1070"/>
                    </a:cubicBezTo>
                    <a:cubicBezTo>
                      <a:pt x="144" y="1051"/>
                      <a:pt x="172" y="1029"/>
                      <a:pt x="197" y="1004"/>
                    </a:cubicBezTo>
                    <a:cubicBezTo>
                      <a:pt x="196" y="1004"/>
                      <a:pt x="196" y="1004"/>
                      <a:pt x="196" y="1004"/>
                    </a:cubicBezTo>
                    <a:cubicBezTo>
                      <a:pt x="232" y="968"/>
                      <a:pt x="261" y="929"/>
                      <a:pt x="285" y="887"/>
                    </a:cubicBezTo>
                    <a:cubicBezTo>
                      <a:pt x="259" y="826"/>
                      <a:pt x="242" y="761"/>
                      <a:pt x="236" y="696"/>
                    </a:cubicBezTo>
                    <a:cubicBezTo>
                      <a:pt x="221" y="697"/>
                      <a:pt x="206" y="697"/>
                      <a:pt x="191" y="697"/>
                    </a:cubicBezTo>
                    <a:cubicBezTo>
                      <a:pt x="127" y="697"/>
                      <a:pt x="62" y="689"/>
                      <a:pt x="0" y="672"/>
                    </a:cubicBezTo>
                    <a:moveTo>
                      <a:pt x="116" y="187"/>
                    </a:moveTo>
                    <a:cubicBezTo>
                      <a:pt x="64" y="278"/>
                      <a:pt x="29" y="376"/>
                      <a:pt x="12" y="477"/>
                    </a:cubicBezTo>
                    <a:cubicBezTo>
                      <a:pt x="70" y="497"/>
                      <a:pt x="130" y="507"/>
                      <a:pt x="191" y="507"/>
                    </a:cubicBezTo>
                    <a:cubicBezTo>
                      <a:pt x="209" y="507"/>
                      <a:pt x="226" y="506"/>
                      <a:pt x="244" y="505"/>
                    </a:cubicBezTo>
                    <a:cubicBezTo>
                      <a:pt x="253" y="459"/>
                      <a:pt x="266" y="414"/>
                      <a:pt x="285" y="371"/>
                    </a:cubicBezTo>
                    <a:cubicBezTo>
                      <a:pt x="262" y="329"/>
                      <a:pt x="232" y="289"/>
                      <a:pt x="196" y="253"/>
                    </a:cubicBezTo>
                    <a:cubicBezTo>
                      <a:pt x="171" y="228"/>
                      <a:pt x="144" y="206"/>
                      <a:pt x="116" y="187"/>
                    </a:cubicBezTo>
                    <a:moveTo>
                      <a:pt x="260" y="0"/>
                    </a:moveTo>
                    <a:cubicBezTo>
                      <a:pt x="248" y="11"/>
                      <a:pt x="237" y="23"/>
                      <a:pt x="226" y="35"/>
                    </a:cubicBezTo>
                    <a:cubicBezTo>
                      <a:pt x="263" y="59"/>
                      <a:pt x="297" y="88"/>
                      <a:pt x="329" y="120"/>
                    </a:cubicBezTo>
                    <a:cubicBezTo>
                      <a:pt x="353" y="144"/>
                      <a:pt x="375" y="169"/>
                      <a:pt x="395" y="196"/>
                    </a:cubicBezTo>
                    <a:cubicBezTo>
                      <a:pt x="405" y="185"/>
                      <a:pt x="414" y="175"/>
                      <a:pt x="425" y="164"/>
                    </a:cubicBezTo>
                    <a:cubicBezTo>
                      <a:pt x="424" y="164"/>
                      <a:pt x="424" y="164"/>
                      <a:pt x="424" y="164"/>
                    </a:cubicBezTo>
                    <a:cubicBezTo>
                      <a:pt x="424" y="164"/>
                      <a:pt x="424" y="164"/>
                      <a:pt x="424" y="164"/>
                    </a:cubicBezTo>
                    <a:cubicBezTo>
                      <a:pt x="260" y="0"/>
                      <a:pt x="260" y="0"/>
                      <a:pt x="26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1"/>
              <p:cNvSpPr>
                <a:spLocks/>
              </p:cNvSpPr>
              <p:nvPr userDrawn="1"/>
            </p:nvSpPr>
            <p:spPr bwMode="auto">
              <a:xfrm>
                <a:off x="9994403" y="5930700"/>
                <a:ext cx="310921" cy="276974"/>
              </a:xfrm>
              <a:custGeom>
                <a:avLst/>
                <a:gdLst>
                  <a:gd name="T0" fmla="*/ 15 w 247"/>
                  <a:gd name="T1" fmla="*/ 0 h 220"/>
                  <a:gd name="T2" fmla="*/ 3 w 247"/>
                  <a:gd name="T3" fmla="*/ 195 h 220"/>
                  <a:gd name="T4" fmla="*/ 194 w 247"/>
                  <a:gd name="T5" fmla="*/ 220 h 220"/>
                  <a:gd name="T6" fmla="*/ 239 w 247"/>
                  <a:gd name="T7" fmla="*/ 219 h 220"/>
                  <a:gd name="T8" fmla="*/ 247 w 247"/>
                  <a:gd name="T9" fmla="*/ 28 h 220"/>
                  <a:gd name="T10" fmla="*/ 194 w 247"/>
                  <a:gd name="T11" fmla="*/ 30 h 220"/>
                  <a:gd name="T12" fmla="*/ 15 w 247"/>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247" h="220">
                    <a:moveTo>
                      <a:pt x="15" y="0"/>
                    </a:moveTo>
                    <a:cubicBezTo>
                      <a:pt x="4" y="64"/>
                      <a:pt x="0" y="130"/>
                      <a:pt x="3" y="195"/>
                    </a:cubicBezTo>
                    <a:cubicBezTo>
                      <a:pt x="65" y="212"/>
                      <a:pt x="130" y="220"/>
                      <a:pt x="194" y="220"/>
                    </a:cubicBezTo>
                    <a:cubicBezTo>
                      <a:pt x="209" y="220"/>
                      <a:pt x="224" y="220"/>
                      <a:pt x="239" y="219"/>
                    </a:cubicBezTo>
                    <a:cubicBezTo>
                      <a:pt x="232" y="155"/>
                      <a:pt x="235" y="91"/>
                      <a:pt x="247" y="28"/>
                    </a:cubicBezTo>
                    <a:cubicBezTo>
                      <a:pt x="229" y="29"/>
                      <a:pt x="212" y="30"/>
                      <a:pt x="194" y="30"/>
                    </a:cubicBezTo>
                    <a:cubicBezTo>
                      <a:pt x="133" y="30"/>
                      <a:pt x="73" y="20"/>
                      <a:pt x="1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2"/>
              <p:cNvSpPr>
                <a:spLocks noEditPoints="1"/>
              </p:cNvSpPr>
              <p:nvPr userDrawn="1"/>
            </p:nvSpPr>
            <p:spPr bwMode="auto">
              <a:xfrm>
                <a:off x="10325383" y="5329689"/>
                <a:ext cx="1586236" cy="1585464"/>
              </a:xfrm>
              <a:custGeom>
                <a:avLst/>
                <a:gdLst>
                  <a:gd name="T0" fmla="*/ 1094 w 1258"/>
                  <a:gd name="T1" fmla="*/ 1093 h 1258"/>
                  <a:gd name="T2" fmla="*/ 1094 w 1258"/>
                  <a:gd name="T3" fmla="*/ 1094 h 1258"/>
                  <a:gd name="T4" fmla="*/ 1258 w 1258"/>
                  <a:gd name="T5" fmla="*/ 1258 h 1258"/>
                  <a:gd name="T6" fmla="*/ 1258 w 1258"/>
                  <a:gd name="T7" fmla="*/ 1258 h 1258"/>
                  <a:gd name="T8" fmla="*/ 1094 w 1258"/>
                  <a:gd name="T9" fmla="*/ 1093 h 1258"/>
                  <a:gd name="T10" fmla="*/ 0 w 1258"/>
                  <a:gd name="T11" fmla="*/ 0 h 1258"/>
                  <a:gd name="T12" fmla="*/ 0 w 1258"/>
                  <a:gd name="T13" fmla="*/ 0 h 1258"/>
                  <a:gd name="T14" fmla="*/ 164 w 1258"/>
                  <a:gd name="T15" fmla="*/ 164 h 1258"/>
                  <a:gd name="T16" fmla="*/ 164 w 1258"/>
                  <a:gd name="T17" fmla="*/ 164 h 1258"/>
                  <a:gd name="T18" fmla="*/ 0 w 1258"/>
                  <a:gd name="T19" fmla="*/ 0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8" h="1258">
                    <a:moveTo>
                      <a:pt x="1094" y="1093"/>
                    </a:moveTo>
                    <a:cubicBezTo>
                      <a:pt x="1094" y="1093"/>
                      <a:pt x="1094" y="1093"/>
                      <a:pt x="1094" y="1094"/>
                    </a:cubicBezTo>
                    <a:cubicBezTo>
                      <a:pt x="1258" y="1258"/>
                      <a:pt x="1258" y="1258"/>
                      <a:pt x="1258" y="1258"/>
                    </a:cubicBezTo>
                    <a:cubicBezTo>
                      <a:pt x="1258" y="1258"/>
                      <a:pt x="1258" y="1258"/>
                      <a:pt x="1258" y="1258"/>
                    </a:cubicBezTo>
                    <a:cubicBezTo>
                      <a:pt x="1094" y="1093"/>
                      <a:pt x="1094" y="1093"/>
                      <a:pt x="1094" y="1093"/>
                    </a:cubicBezTo>
                    <a:moveTo>
                      <a:pt x="0" y="0"/>
                    </a:moveTo>
                    <a:cubicBezTo>
                      <a:pt x="0" y="0"/>
                      <a:pt x="0" y="0"/>
                      <a:pt x="0" y="0"/>
                    </a:cubicBezTo>
                    <a:cubicBezTo>
                      <a:pt x="164" y="164"/>
                      <a:pt x="164" y="164"/>
                      <a:pt x="164" y="164"/>
                    </a:cubicBezTo>
                    <a:cubicBezTo>
                      <a:pt x="164" y="164"/>
                      <a:pt x="164" y="164"/>
                      <a:pt x="164" y="164"/>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3"/>
              <p:cNvSpPr>
                <a:spLocks noEditPoints="1"/>
              </p:cNvSpPr>
              <p:nvPr userDrawn="1"/>
            </p:nvSpPr>
            <p:spPr bwMode="auto">
              <a:xfrm>
                <a:off x="7959145" y="5759423"/>
                <a:ext cx="1830806" cy="915017"/>
              </a:xfrm>
              <a:custGeom>
                <a:avLst/>
                <a:gdLst>
                  <a:gd name="T0" fmla="*/ 1208 w 1452"/>
                  <a:gd name="T1" fmla="*/ 183 h 726"/>
                  <a:gd name="T2" fmla="*/ 1126 w 1452"/>
                  <a:gd name="T3" fmla="*/ 369 h 726"/>
                  <a:gd name="T4" fmla="*/ 1262 w 1452"/>
                  <a:gd name="T5" fmla="*/ 726 h 726"/>
                  <a:gd name="T6" fmla="*/ 1262 w 1452"/>
                  <a:gd name="T7" fmla="*/ 726 h 726"/>
                  <a:gd name="T8" fmla="*/ 1262 w 1452"/>
                  <a:gd name="T9" fmla="*/ 726 h 726"/>
                  <a:gd name="T10" fmla="*/ 1452 w 1452"/>
                  <a:gd name="T11" fmla="*/ 726 h 726"/>
                  <a:gd name="T12" fmla="*/ 1208 w 1452"/>
                  <a:gd name="T13" fmla="*/ 183 h 726"/>
                  <a:gd name="T14" fmla="*/ 322 w 1452"/>
                  <a:gd name="T15" fmla="*/ 122 h 726"/>
                  <a:gd name="T16" fmla="*/ 133 w 1452"/>
                  <a:gd name="T17" fmla="*/ 307 h 726"/>
                  <a:gd name="T18" fmla="*/ 263 w 1452"/>
                  <a:gd name="T19" fmla="*/ 239 h 726"/>
                  <a:gd name="T20" fmla="*/ 263 w 1452"/>
                  <a:gd name="T21" fmla="*/ 239 h 726"/>
                  <a:gd name="T22" fmla="*/ 322 w 1452"/>
                  <a:gd name="T23" fmla="*/ 122 h 726"/>
                  <a:gd name="T24" fmla="*/ 437 w 1452"/>
                  <a:gd name="T25" fmla="*/ 60 h 726"/>
                  <a:gd name="T26" fmla="*/ 407 w 1452"/>
                  <a:gd name="T27" fmla="*/ 73 h 726"/>
                  <a:gd name="T28" fmla="*/ 322 w 1452"/>
                  <a:gd name="T29" fmla="*/ 295 h 726"/>
                  <a:gd name="T30" fmla="*/ 322 w 1452"/>
                  <a:gd name="T31" fmla="*/ 295 h 726"/>
                  <a:gd name="T32" fmla="*/ 97 w 1452"/>
                  <a:gd name="T33" fmla="*/ 391 h 726"/>
                  <a:gd name="T34" fmla="*/ 82 w 1452"/>
                  <a:gd name="T35" fmla="*/ 390 h 726"/>
                  <a:gd name="T36" fmla="*/ 0 w 1452"/>
                  <a:gd name="T37" fmla="*/ 726 h 726"/>
                  <a:gd name="T38" fmla="*/ 1 w 1452"/>
                  <a:gd name="T39" fmla="*/ 726 h 726"/>
                  <a:gd name="T40" fmla="*/ 1 w 1452"/>
                  <a:gd name="T41" fmla="*/ 726 h 726"/>
                  <a:gd name="T42" fmla="*/ 190 w 1452"/>
                  <a:gd name="T43" fmla="*/ 726 h 726"/>
                  <a:gd name="T44" fmla="*/ 457 w 1452"/>
                  <a:gd name="T45" fmla="*/ 262 h 726"/>
                  <a:gd name="T46" fmla="*/ 437 w 1452"/>
                  <a:gd name="T47" fmla="*/ 60 h 726"/>
                  <a:gd name="T48" fmla="*/ 968 w 1452"/>
                  <a:gd name="T49" fmla="*/ 41 h 726"/>
                  <a:gd name="T50" fmla="*/ 912 w 1452"/>
                  <a:gd name="T51" fmla="*/ 223 h 726"/>
                  <a:gd name="T52" fmla="*/ 1051 w 1452"/>
                  <a:gd name="T53" fmla="*/ 299 h 726"/>
                  <a:gd name="T54" fmla="*/ 1110 w 1452"/>
                  <a:gd name="T55" fmla="*/ 110 h 726"/>
                  <a:gd name="T56" fmla="*/ 968 w 1452"/>
                  <a:gd name="T57" fmla="*/ 41 h 726"/>
                  <a:gd name="T58" fmla="*/ 726 w 1452"/>
                  <a:gd name="T59" fmla="*/ 0 h 726"/>
                  <a:gd name="T60" fmla="*/ 726 w 1452"/>
                  <a:gd name="T61" fmla="*/ 0 h 726"/>
                  <a:gd name="T62" fmla="*/ 553 w 1452"/>
                  <a:gd name="T63" fmla="*/ 21 h 726"/>
                  <a:gd name="T64" fmla="*/ 550 w 1452"/>
                  <a:gd name="T65" fmla="*/ 220 h 726"/>
                  <a:gd name="T66" fmla="*/ 726 w 1452"/>
                  <a:gd name="T67" fmla="*/ 190 h 726"/>
                  <a:gd name="T68" fmla="*/ 726 w 1452"/>
                  <a:gd name="T69" fmla="*/ 190 h 726"/>
                  <a:gd name="T70" fmla="*/ 779 w 1452"/>
                  <a:gd name="T71" fmla="*/ 2 h 726"/>
                  <a:gd name="T72" fmla="*/ 726 w 1452"/>
                  <a:gd name="T7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52" h="726">
                    <a:moveTo>
                      <a:pt x="1208" y="183"/>
                    </a:moveTo>
                    <a:cubicBezTo>
                      <a:pt x="1198" y="250"/>
                      <a:pt x="1170" y="314"/>
                      <a:pt x="1126" y="369"/>
                    </a:cubicBezTo>
                    <a:cubicBezTo>
                      <a:pt x="1210" y="464"/>
                      <a:pt x="1262" y="589"/>
                      <a:pt x="1262" y="726"/>
                    </a:cubicBezTo>
                    <a:cubicBezTo>
                      <a:pt x="1262" y="726"/>
                      <a:pt x="1262" y="726"/>
                      <a:pt x="1262" y="726"/>
                    </a:cubicBezTo>
                    <a:cubicBezTo>
                      <a:pt x="1262" y="726"/>
                      <a:pt x="1262" y="726"/>
                      <a:pt x="1262" y="726"/>
                    </a:cubicBezTo>
                    <a:cubicBezTo>
                      <a:pt x="1452" y="726"/>
                      <a:pt x="1452" y="726"/>
                      <a:pt x="1452" y="726"/>
                    </a:cubicBezTo>
                    <a:cubicBezTo>
                      <a:pt x="1452" y="510"/>
                      <a:pt x="1358" y="316"/>
                      <a:pt x="1208" y="183"/>
                    </a:cubicBezTo>
                    <a:moveTo>
                      <a:pt x="322" y="122"/>
                    </a:moveTo>
                    <a:cubicBezTo>
                      <a:pt x="249" y="172"/>
                      <a:pt x="185" y="234"/>
                      <a:pt x="133" y="307"/>
                    </a:cubicBezTo>
                    <a:cubicBezTo>
                      <a:pt x="181" y="299"/>
                      <a:pt x="227" y="276"/>
                      <a:pt x="263" y="239"/>
                    </a:cubicBezTo>
                    <a:cubicBezTo>
                      <a:pt x="263" y="239"/>
                      <a:pt x="263" y="239"/>
                      <a:pt x="263" y="239"/>
                    </a:cubicBezTo>
                    <a:cubicBezTo>
                      <a:pt x="295" y="205"/>
                      <a:pt x="315" y="165"/>
                      <a:pt x="322" y="122"/>
                    </a:cubicBezTo>
                    <a:moveTo>
                      <a:pt x="437" y="60"/>
                    </a:moveTo>
                    <a:cubicBezTo>
                      <a:pt x="427" y="64"/>
                      <a:pt x="417" y="69"/>
                      <a:pt x="407" y="73"/>
                    </a:cubicBezTo>
                    <a:cubicBezTo>
                      <a:pt x="409" y="153"/>
                      <a:pt x="381" y="233"/>
                      <a:pt x="322" y="295"/>
                    </a:cubicBezTo>
                    <a:cubicBezTo>
                      <a:pt x="322" y="295"/>
                      <a:pt x="322" y="295"/>
                      <a:pt x="322" y="295"/>
                    </a:cubicBezTo>
                    <a:cubicBezTo>
                      <a:pt x="261" y="359"/>
                      <a:pt x="179" y="391"/>
                      <a:pt x="97" y="391"/>
                    </a:cubicBezTo>
                    <a:cubicBezTo>
                      <a:pt x="92" y="391"/>
                      <a:pt x="87" y="391"/>
                      <a:pt x="82" y="390"/>
                    </a:cubicBezTo>
                    <a:cubicBezTo>
                      <a:pt x="30" y="491"/>
                      <a:pt x="0" y="605"/>
                      <a:pt x="0" y="726"/>
                    </a:cubicBezTo>
                    <a:cubicBezTo>
                      <a:pt x="1" y="726"/>
                      <a:pt x="1" y="726"/>
                      <a:pt x="1" y="726"/>
                    </a:cubicBezTo>
                    <a:cubicBezTo>
                      <a:pt x="1" y="726"/>
                      <a:pt x="1" y="726"/>
                      <a:pt x="1" y="726"/>
                    </a:cubicBezTo>
                    <a:cubicBezTo>
                      <a:pt x="190" y="726"/>
                      <a:pt x="190" y="726"/>
                      <a:pt x="190" y="726"/>
                    </a:cubicBezTo>
                    <a:cubicBezTo>
                      <a:pt x="190" y="528"/>
                      <a:pt x="298" y="355"/>
                      <a:pt x="457" y="262"/>
                    </a:cubicBezTo>
                    <a:cubicBezTo>
                      <a:pt x="433" y="198"/>
                      <a:pt x="426" y="127"/>
                      <a:pt x="437" y="60"/>
                    </a:cubicBezTo>
                    <a:moveTo>
                      <a:pt x="968" y="41"/>
                    </a:moveTo>
                    <a:cubicBezTo>
                      <a:pt x="938" y="99"/>
                      <a:pt x="920" y="160"/>
                      <a:pt x="912" y="223"/>
                    </a:cubicBezTo>
                    <a:cubicBezTo>
                      <a:pt x="962" y="242"/>
                      <a:pt x="1009" y="268"/>
                      <a:pt x="1051" y="299"/>
                    </a:cubicBezTo>
                    <a:cubicBezTo>
                      <a:pt x="1093" y="244"/>
                      <a:pt x="1113" y="176"/>
                      <a:pt x="1110" y="110"/>
                    </a:cubicBezTo>
                    <a:cubicBezTo>
                      <a:pt x="1066" y="82"/>
                      <a:pt x="1018" y="59"/>
                      <a:pt x="968" y="41"/>
                    </a:cubicBezTo>
                    <a:moveTo>
                      <a:pt x="726" y="0"/>
                    </a:moveTo>
                    <a:cubicBezTo>
                      <a:pt x="726" y="0"/>
                      <a:pt x="726" y="0"/>
                      <a:pt x="726" y="0"/>
                    </a:cubicBezTo>
                    <a:cubicBezTo>
                      <a:pt x="666" y="0"/>
                      <a:pt x="608" y="7"/>
                      <a:pt x="553" y="21"/>
                    </a:cubicBezTo>
                    <a:cubicBezTo>
                      <a:pt x="529" y="85"/>
                      <a:pt x="528" y="155"/>
                      <a:pt x="550" y="220"/>
                    </a:cubicBezTo>
                    <a:cubicBezTo>
                      <a:pt x="605" y="200"/>
                      <a:pt x="665" y="190"/>
                      <a:pt x="726" y="190"/>
                    </a:cubicBezTo>
                    <a:cubicBezTo>
                      <a:pt x="726" y="190"/>
                      <a:pt x="726" y="190"/>
                      <a:pt x="726" y="190"/>
                    </a:cubicBezTo>
                    <a:cubicBezTo>
                      <a:pt x="735" y="126"/>
                      <a:pt x="753" y="62"/>
                      <a:pt x="779" y="2"/>
                    </a:cubicBezTo>
                    <a:cubicBezTo>
                      <a:pt x="761" y="1"/>
                      <a:pt x="744" y="0"/>
                      <a:pt x="7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5"/>
              <p:cNvSpPr>
                <a:spLocks noEditPoints="1"/>
              </p:cNvSpPr>
              <p:nvPr userDrawn="1"/>
            </p:nvSpPr>
            <p:spPr bwMode="auto">
              <a:xfrm>
                <a:off x="7960688" y="6674441"/>
                <a:ext cx="1829263" cy="0"/>
              </a:xfrm>
              <a:custGeom>
                <a:avLst/>
                <a:gdLst>
                  <a:gd name="T0" fmla="*/ 1451 w 1451"/>
                  <a:gd name="T1" fmla="*/ 1261 w 1451"/>
                  <a:gd name="T2" fmla="*/ 1261 w 1451"/>
                  <a:gd name="T3" fmla="*/ 1451 w 1451"/>
                  <a:gd name="T4" fmla="*/ 1451 w 1451"/>
                  <a:gd name="T5" fmla="*/ 189 w 1451"/>
                  <a:gd name="T6" fmla="*/ 0 w 1451"/>
                  <a:gd name="T7" fmla="*/ 0 w 1451"/>
                  <a:gd name="T8" fmla="*/ 189 w 1451"/>
                  <a:gd name="T9" fmla="*/ 189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moveTo>
                      <a:pt x="189" y="0"/>
                    </a:moveTo>
                    <a:cubicBezTo>
                      <a:pt x="0" y="0"/>
                      <a:pt x="0" y="0"/>
                      <a:pt x="0" y="0"/>
                    </a:cubicBezTo>
                    <a:cubicBezTo>
                      <a:pt x="0" y="0"/>
                      <a:pt x="0" y="0"/>
                      <a:pt x="0" y="0"/>
                    </a:cubicBezTo>
                    <a:cubicBezTo>
                      <a:pt x="189" y="0"/>
                      <a:pt x="189" y="0"/>
                      <a:pt x="189" y="0"/>
                    </a:cubicBezTo>
                    <a:cubicBezTo>
                      <a:pt x="189" y="0"/>
                      <a:pt x="189" y="0"/>
                      <a:pt x="18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p:cNvSpPr>
                <a:spLocks noEditPoints="1"/>
              </p:cNvSpPr>
              <p:nvPr userDrawn="1"/>
            </p:nvSpPr>
            <p:spPr bwMode="auto">
              <a:xfrm>
                <a:off x="9702770" y="3395500"/>
                <a:ext cx="829379" cy="413532"/>
              </a:xfrm>
              <a:custGeom>
                <a:avLst/>
                <a:gdLst>
                  <a:gd name="T0" fmla="*/ 658 w 658"/>
                  <a:gd name="T1" fmla="*/ 323 h 328"/>
                  <a:gd name="T2" fmla="*/ 635 w 658"/>
                  <a:gd name="T3" fmla="*/ 328 h 328"/>
                  <a:gd name="T4" fmla="*/ 658 w 658"/>
                  <a:gd name="T5" fmla="*/ 328 h 328"/>
                  <a:gd name="T6" fmla="*/ 658 w 658"/>
                  <a:gd name="T7" fmla="*/ 323 h 328"/>
                  <a:gd name="T8" fmla="*/ 59 w 658"/>
                  <a:gd name="T9" fmla="*/ 141 h 328"/>
                  <a:gd name="T10" fmla="*/ 0 w 658"/>
                  <a:gd name="T11" fmla="*/ 328 h 328"/>
                  <a:gd name="T12" fmla="*/ 0 w 658"/>
                  <a:gd name="T13" fmla="*/ 328 h 328"/>
                  <a:gd name="T14" fmla="*/ 0 w 658"/>
                  <a:gd name="T15" fmla="*/ 328 h 328"/>
                  <a:gd name="T16" fmla="*/ 86 w 658"/>
                  <a:gd name="T17" fmla="*/ 328 h 328"/>
                  <a:gd name="T18" fmla="*/ 121 w 658"/>
                  <a:gd name="T19" fmla="*/ 202 h 328"/>
                  <a:gd name="T20" fmla="*/ 59 w 658"/>
                  <a:gd name="T21" fmla="*/ 141 h 328"/>
                  <a:gd name="T22" fmla="*/ 329 w 658"/>
                  <a:gd name="T23" fmla="*/ 0 h 328"/>
                  <a:gd name="T24" fmla="*/ 329 w 658"/>
                  <a:gd name="T25" fmla="*/ 0 h 328"/>
                  <a:gd name="T26" fmla="*/ 176 w 658"/>
                  <a:gd name="T27" fmla="*/ 37 h 328"/>
                  <a:gd name="T28" fmla="*/ 245 w 658"/>
                  <a:gd name="T29" fmla="*/ 101 h 328"/>
                  <a:gd name="T30" fmla="*/ 329 w 658"/>
                  <a:gd name="T31" fmla="*/ 86 h 328"/>
                  <a:gd name="T32" fmla="*/ 525 w 658"/>
                  <a:gd name="T33" fmla="*/ 186 h 328"/>
                  <a:gd name="T34" fmla="*/ 618 w 658"/>
                  <a:gd name="T35" fmla="*/ 172 h 328"/>
                  <a:gd name="T36" fmla="*/ 329 w 658"/>
                  <a:gd name="T37" fmla="*/ 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58" h="328">
                    <a:moveTo>
                      <a:pt x="658" y="323"/>
                    </a:moveTo>
                    <a:cubicBezTo>
                      <a:pt x="650" y="325"/>
                      <a:pt x="643" y="327"/>
                      <a:pt x="635" y="328"/>
                    </a:cubicBezTo>
                    <a:cubicBezTo>
                      <a:pt x="658" y="328"/>
                      <a:pt x="658" y="328"/>
                      <a:pt x="658" y="328"/>
                    </a:cubicBezTo>
                    <a:cubicBezTo>
                      <a:pt x="658" y="327"/>
                      <a:pt x="658" y="325"/>
                      <a:pt x="658" y="323"/>
                    </a:cubicBezTo>
                    <a:moveTo>
                      <a:pt x="59" y="141"/>
                    </a:moveTo>
                    <a:cubicBezTo>
                      <a:pt x="22" y="194"/>
                      <a:pt x="0" y="259"/>
                      <a:pt x="0" y="328"/>
                    </a:cubicBezTo>
                    <a:cubicBezTo>
                      <a:pt x="0" y="328"/>
                      <a:pt x="0" y="328"/>
                      <a:pt x="0" y="328"/>
                    </a:cubicBezTo>
                    <a:cubicBezTo>
                      <a:pt x="0" y="328"/>
                      <a:pt x="0" y="328"/>
                      <a:pt x="0" y="328"/>
                    </a:cubicBezTo>
                    <a:cubicBezTo>
                      <a:pt x="86" y="328"/>
                      <a:pt x="86" y="328"/>
                      <a:pt x="86" y="328"/>
                    </a:cubicBezTo>
                    <a:cubicBezTo>
                      <a:pt x="86" y="282"/>
                      <a:pt x="99" y="239"/>
                      <a:pt x="121" y="202"/>
                    </a:cubicBezTo>
                    <a:cubicBezTo>
                      <a:pt x="99" y="183"/>
                      <a:pt x="78" y="163"/>
                      <a:pt x="59" y="141"/>
                    </a:cubicBezTo>
                    <a:moveTo>
                      <a:pt x="329" y="0"/>
                    </a:moveTo>
                    <a:cubicBezTo>
                      <a:pt x="329" y="0"/>
                      <a:pt x="329" y="0"/>
                      <a:pt x="329" y="0"/>
                    </a:cubicBezTo>
                    <a:cubicBezTo>
                      <a:pt x="274" y="0"/>
                      <a:pt x="222" y="13"/>
                      <a:pt x="176" y="37"/>
                    </a:cubicBezTo>
                    <a:cubicBezTo>
                      <a:pt x="197" y="61"/>
                      <a:pt x="220" y="82"/>
                      <a:pt x="245" y="101"/>
                    </a:cubicBezTo>
                    <a:cubicBezTo>
                      <a:pt x="271" y="91"/>
                      <a:pt x="299" y="86"/>
                      <a:pt x="329" y="86"/>
                    </a:cubicBezTo>
                    <a:cubicBezTo>
                      <a:pt x="410" y="86"/>
                      <a:pt x="481" y="125"/>
                      <a:pt x="525" y="186"/>
                    </a:cubicBezTo>
                    <a:cubicBezTo>
                      <a:pt x="557" y="184"/>
                      <a:pt x="588" y="180"/>
                      <a:pt x="618" y="172"/>
                    </a:cubicBezTo>
                    <a:cubicBezTo>
                      <a:pt x="562" y="69"/>
                      <a:pt x="454" y="0"/>
                      <a:pt x="32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8"/>
              <p:cNvSpPr>
                <a:spLocks noEditPoints="1"/>
              </p:cNvSpPr>
              <p:nvPr userDrawn="1"/>
            </p:nvSpPr>
            <p:spPr bwMode="auto">
              <a:xfrm>
                <a:off x="9702770" y="3809032"/>
                <a:ext cx="829379" cy="0"/>
              </a:xfrm>
              <a:custGeom>
                <a:avLst/>
                <a:gdLst>
                  <a:gd name="T0" fmla="*/ 658 w 658"/>
                  <a:gd name="T1" fmla="*/ 635 w 658"/>
                  <a:gd name="T2" fmla="*/ 635 w 658"/>
                  <a:gd name="T3" fmla="*/ 658 w 658"/>
                  <a:gd name="T4" fmla="*/ 658 w 658"/>
                  <a:gd name="T5" fmla="*/ 86 w 658"/>
                  <a:gd name="T6" fmla="*/ 0 w 658"/>
                  <a:gd name="T7" fmla="*/ 0 w 658"/>
                  <a:gd name="T8" fmla="*/ 86 w 658"/>
                  <a:gd name="T9" fmla="*/ 86 w 658"/>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658">
                    <a:moveTo>
                      <a:pt x="658" y="0"/>
                    </a:moveTo>
                    <a:cubicBezTo>
                      <a:pt x="635" y="0"/>
                      <a:pt x="635" y="0"/>
                      <a:pt x="635" y="0"/>
                    </a:cubicBezTo>
                    <a:cubicBezTo>
                      <a:pt x="635" y="0"/>
                      <a:pt x="635" y="0"/>
                      <a:pt x="635" y="0"/>
                    </a:cubicBezTo>
                    <a:cubicBezTo>
                      <a:pt x="658" y="0"/>
                      <a:pt x="658" y="0"/>
                      <a:pt x="658" y="0"/>
                    </a:cubicBezTo>
                    <a:cubicBezTo>
                      <a:pt x="658" y="0"/>
                      <a:pt x="658" y="0"/>
                      <a:pt x="658" y="0"/>
                    </a:cubicBezTo>
                    <a:moveTo>
                      <a:pt x="86" y="0"/>
                    </a:moveTo>
                    <a:cubicBezTo>
                      <a:pt x="0" y="0"/>
                      <a:pt x="0" y="0"/>
                      <a:pt x="0" y="0"/>
                    </a:cubicBezTo>
                    <a:cubicBezTo>
                      <a:pt x="0" y="0"/>
                      <a:pt x="0" y="0"/>
                      <a:pt x="0" y="0"/>
                    </a:cubicBezTo>
                    <a:cubicBezTo>
                      <a:pt x="86" y="0"/>
                      <a:pt x="86" y="0"/>
                      <a:pt x="86" y="0"/>
                    </a:cubicBezTo>
                    <a:cubicBezTo>
                      <a:pt x="86" y="0"/>
                      <a:pt x="86" y="0"/>
                      <a:pt x="8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9"/>
              <p:cNvSpPr>
                <a:spLocks noEditPoints="1"/>
              </p:cNvSpPr>
              <p:nvPr userDrawn="1"/>
            </p:nvSpPr>
            <p:spPr bwMode="auto">
              <a:xfrm>
                <a:off x="10686453" y="3050633"/>
                <a:ext cx="1830035" cy="915017"/>
              </a:xfrm>
              <a:custGeom>
                <a:avLst/>
                <a:gdLst>
                  <a:gd name="T0" fmla="*/ 54 w 1452"/>
                  <a:gd name="T1" fmla="*/ 518 h 726"/>
                  <a:gd name="T2" fmla="*/ 25 w 1452"/>
                  <a:gd name="T3" fmla="*/ 536 h 726"/>
                  <a:gd name="T4" fmla="*/ 0 w 1452"/>
                  <a:gd name="T5" fmla="*/ 726 h 726"/>
                  <a:gd name="T6" fmla="*/ 1 w 1452"/>
                  <a:gd name="T7" fmla="*/ 726 h 726"/>
                  <a:gd name="T8" fmla="*/ 1 w 1452"/>
                  <a:gd name="T9" fmla="*/ 726 h 726"/>
                  <a:gd name="T10" fmla="*/ 190 w 1452"/>
                  <a:gd name="T11" fmla="*/ 726 h 726"/>
                  <a:gd name="T12" fmla="*/ 209 w 1452"/>
                  <a:gd name="T13" fmla="*/ 586 h 726"/>
                  <a:gd name="T14" fmla="*/ 54 w 1452"/>
                  <a:gd name="T15" fmla="*/ 518 h 726"/>
                  <a:gd name="T16" fmla="*/ 1303 w 1452"/>
                  <a:gd name="T17" fmla="*/ 285 h 726"/>
                  <a:gd name="T18" fmla="*/ 1247 w 1452"/>
                  <a:gd name="T19" fmla="*/ 346 h 726"/>
                  <a:gd name="T20" fmla="*/ 1247 w 1452"/>
                  <a:gd name="T21" fmla="*/ 346 h 726"/>
                  <a:gd name="T22" fmla="*/ 1166 w 1452"/>
                  <a:gd name="T23" fmla="*/ 419 h 726"/>
                  <a:gd name="T24" fmla="*/ 1262 w 1452"/>
                  <a:gd name="T25" fmla="*/ 726 h 726"/>
                  <a:gd name="T26" fmla="*/ 1262 w 1452"/>
                  <a:gd name="T27" fmla="*/ 726 h 726"/>
                  <a:gd name="T28" fmla="*/ 1262 w 1452"/>
                  <a:gd name="T29" fmla="*/ 726 h 726"/>
                  <a:gd name="T30" fmla="*/ 1452 w 1452"/>
                  <a:gd name="T31" fmla="*/ 726 h 726"/>
                  <a:gd name="T32" fmla="*/ 1303 w 1452"/>
                  <a:gd name="T33" fmla="*/ 285 h 726"/>
                  <a:gd name="T34" fmla="*/ 726 w 1452"/>
                  <a:gd name="T35" fmla="*/ 0 h 726"/>
                  <a:gd name="T36" fmla="*/ 726 w 1452"/>
                  <a:gd name="T37" fmla="*/ 0 h 726"/>
                  <a:gd name="T38" fmla="*/ 313 w 1452"/>
                  <a:gd name="T39" fmla="*/ 129 h 726"/>
                  <a:gd name="T40" fmla="*/ 243 w 1452"/>
                  <a:gd name="T41" fmla="*/ 317 h 726"/>
                  <a:gd name="T42" fmla="*/ 342 w 1452"/>
                  <a:gd name="T43" fmla="*/ 352 h 726"/>
                  <a:gd name="T44" fmla="*/ 726 w 1452"/>
                  <a:gd name="T45" fmla="*/ 190 h 726"/>
                  <a:gd name="T46" fmla="*/ 961 w 1452"/>
                  <a:gd name="T47" fmla="*/ 244 h 726"/>
                  <a:gd name="T48" fmla="*/ 1061 w 1452"/>
                  <a:gd name="T49" fmla="*/ 160 h 726"/>
                  <a:gd name="T50" fmla="*/ 1060 w 1452"/>
                  <a:gd name="T51" fmla="*/ 159 h 726"/>
                  <a:gd name="T52" fmla="*/ 1107 w 1452"/>
                  <a:gd name="T53" fmla="*/ 108 h 726"/>
                  <a:gd name="T54" fmla="*/ 726 w 1452"/>
                  <a:gd name="T55"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52" h="726">
                    <a:moveTo>
                      <a:pt x="54" y="518"/>
                    </a:moveTo>
                    <a:cubicBezTo>
                      <a:pt x="45" y="525"/>
                      <a:pt x="35" y="531"/>
                      <a:pt x="25" y="536"/>
                    </a:cubicBezTo>
                    <a:cubicBezTo>
                      <a:pt x="9" y="597"/>
                      <a:pt x="0" y="660"/>
                      <a:pt x="0" y="726"/>
                    </a:cubicBezTo>
                    <a:cubicBezTo>
                      <a:pt x="1" y="726"/>
                      <a:pt x="1" y="726"/>
                      <a:pt x="1" y="726"/>
                    </a:cubicBezTo>
                    <a:cubicBezTo>
                      <a:pt x="1" y="726"/>
                      <a:pt x="1" y="726"/>
                      <a:pt x="1" y="726"/>
                    </a:cubicBezTo>
                    <a:cubicBezTo>
                      <a:pt x="190" y="726"/>
                      <a:pt x="190" y="726"/>
                      <a:pt x="190" y="726"/>
                    </a:cubicBezTo>
                    <a:cubicBezTo>
                      <a:pt x="190" y="677"/>
                      <a:pt x="197" y="631"/>
                      <a:pt x="209" y="586"/>
                    </a:cubicBezTo>
                    <a:cubicBezTo>
                      <a:pt x="156" y="568"/>
                      <a:pt x="104" y="545"/>
                      <a:pt x="54" y="518"/>
                    </a:cubicBezTo>
                    <a:moveTo>
                      <a:pt x="1303" y="285"/>
                    </a:moveTo>
                    <a:cubicBezTo>
                      <a:pt x="1285" y="306"/>
                      <a:pt x="1266" y="326"/>
                      <a:pt x="1247" y="346"/>
                    </a:cubicBezTo>
                    <a:cubicBezTo>
                      <a:pt x="1247" y="346"/>
                      <a:pt x="1247" y="346"/>
                      <a:pt x="1247" y="346"/>
                    </a:cubicBezTo>
                    <a:cubicBezTo>
                      <a:pt x="1221" y="372"/>
                      <a:pt x="1194" y="397"/>
                      <a:pt x="1166" y="419"/>
                    </a:cubicBezTo>
                    <a:cubicBezTo>
                      <a:pt x="1226" y="506"/>
                      <a:pt x="1262" y="612"/>
                      <a:pt x="1262" y="726"/>
                    </a:cubicBezTo>
                    <a:cubicBezTo>
                      <a:pt x="1262" y="726"/>
                      <a:pt x="1262" y="726"/>
                      <a:pt x="1262" y="726"/>
                    </a:cubicBezTo>
                    <a:cubicBezTo>
                      <a:pt x="1262" y="726"/>
                      <a:pt x="1262" y="726"/>
                      <a:pt x="1262" y="726"/>
                    </a:cubicBezTo>
                    <a:cubicBezTo>
                      <a:pt x="1452" y="726"/>
                      <a:pt x="1452" y="726"/>
                      <a:pt x="1452" y="726"/>
                    </a:cubicBezTo>
                    <a:cubicBezTo>
                      <a:pt x="1452" y="560"/>
                      <a:pt x="1396" y="407"/>
                      <a:pt x="1303" y="285"/>
                    </a:cubicBezTo>
                    <a:moveTo>
                      <a:pt x="726" y="0"/>
                    </a:moveTo>
                    <a:cubicBezTo>
                      <a:pt x="726" y="0"/>
                      <a:pt x="726" y="0"/>
                      <a:pt x="726" y="0"/>
                    </a:cubicBezTo>
                    <a:cubicBezTo>
                      <a:pt x="573" y="0"/>
                      <a:pt x="430" y="47"/>
                      <a:pt x="313" y="129"/>
                    </a:cubicBezTo>
                    <a:cubicBezTo>
                      <a:pt x="301" y="196"/>
                      <a:pt x="277" y="260"/>
                      <a:pt x="243" y="317"/>
                    </a:cubicBezTo>
                    <a:cubicBezTo>
                      <a:pt x="276" y="331"/>
                      <a:pt x="309" y="343"/>
                      <a:pt x="342" y="352"/>
                    </a:cubicBezTo>
                    <a:cubicBezTo>
                      <a:pt x="440" y="252"/>
                      <a:pt x="576" y="190"/>
                      <a:pt x="726" y="190"/>
                    </a:cubicBezTo>
                    <a:cubicBezTo>
                      <a:pt x="810" y="190"/>
                      <a:pt x="890" y="209"/>
                      <a:pt x="961" y="244"/>
                    </a:cubicBezTo>
                    <a:cubicBezTo>
                      <a:pt x="996" y="219"/>
                      <a:pt x="1029" y="191"/>
                      <a:pt x="1061" y="160"/>
                    </a:cubicBezTo>
                    <a:cubicBezTo>
                      <a:pt x="1060" y="159"/>
                      <a:pt x="1060" y="159"/>
                      <a:pt x="1060" y="159"/>
                    </a:cubicBezTo>
                    <a:cubicBezTo>
                      <a:pt x="1077" y="143"/>
                      <a:pt x="1093" y="126"/>
                      <a:pt x="1107" y="108"/>
                    </a:cubicBezTo>
                    <a:cubicBezTo>
                      <a:pt x="996" y="39"/>
                      <a:pt x="866" y="0"/>
                      <a:pt x="7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1"/>
              <p:cNvSpPr>
                <a:spLocks noEditPoints="1"/>
              </p:cNvSpPr>
              <p:nvPr userDrawn="1"/>
            </p:nvSpPr>
            <p:spPr bwMode="auto">
              <a:xfrm>
                <a:off x="10687224" y="3965650"/>
                <a:ext cx="1829263" cy="0"/>
              </a:xfrm>
              <a:custGeom>
                <a:avLst/>
                <a:gdLst>
                  <a:gd name="T0" fmla="*/ 189 w 1451"/>
                  <a:gd name="T1" fmla="*/ 0 w 1451"/>
                  <a:gd name="T2" fmla="*/ 0 w 1451"/>
                  <a:gd name="T3" fmla="*/ 189 w 1451"/>
                  <a:gd name="T4" fmla="*/ 189 w 1451"/>
                  <a:gd name="T5" fmla="*/ 1451 w 1451"/>
                  <a:gd name="T6" fmla="*/ 1261 w 1451"/>
                  <a:gd name="T7" fmla="*/ 1261 w 1451"/>
                  <a:gd name="T8" fmla="*/ 1451 w 1451"/>
                  <a:gd name="T9" fmla="*/ 1451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89" y="0"/>
                    </a:moveTo>
                    <a:cubicBezTo>
                      <a:pt x="0" y="0"/>
                      <a:pt x="0" y="0"/>
                      <a:pt x="0" y="0"/>
                    </a:cubicBezTo>
                    <a:cubicBezTo>
                      <a:pt x="0" y="0"/>
                      <a:pt x="0" y="0"/>
                      <a:pt x="0" y="0"/>
                    </a:cubicBezTo>
                    <a:cubicBezTo>
                      <a:pt x="189" y="0"/>
                      <a:pt x="189" y="0"/>
                      <a:pt x="189" y="0"/>
                    </a:cubicBezTo>
                    <a:cubicBezTo>
                      <a:pt x="189" y="0"/>
                      <a:pt x="189" y="0"/>
                      <a:pt x="189" y="0"/>
                    </a:cubicBezTo>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2"/>
              <p:cNvSpPr>
                <a:spLocks noEditPoints="1"/>
              </p:cNvSpPr>
              <p:nvPr userDrawn="1"/>
            </p:nvSpPr>
            <p:spPr bwMode="auto">
              <a:xfrm>
                <a:off x="10296837" y="4202505"/>
                <a:ext cx="989855" cy="935077"/>
              </a:xfrm>
              <a:custGeom>
                <a:avLst/>
                <a:gdLst>
                  <a:gd name="T0" fmla="*/ 731 w 785"/>
                  <a:gd name="T1" fmla="*/ 589 h 742"/>
                  <a:gd name="T2" fmla="*/ 678 w 785"/>
                  <a:gd name="T3" fmla="*/ 633 h 742"/>
                  <a:gd name="T4" fmla="*/ 785 w 785"/>
                  <a:gd name="T5" fmla="*/ 642 h 742"/>
                  <a:gd name="T6" fmla="*/ 731 w 785"/>
                  <a:gd name="T7" fmla="*/ 589 h 742"/>
                  <a:gd name="T8" fmla="*/ 2 w 785"/>
                  <a:gd name="T9" fmla="*/ 332 h 742"/>
                  <a:gd name="T10" fmla="*/ 142 w 785"/>
                  <a:gd name="T11" fmla="*/ 678 h 742"/>
                  <a:gd name="T12" fmla="*/ 222 w 785"/>
                  <a:gd name="T13" fmla="*/ 742 h 742"/>
                  <a:gd name="T14" fmla="*/ 375 w 785"/>
                  <a:gd name="T15" fmla="*/ 676 h 742"/>
                  <a:gd name="T16" fmla="*/ 231 w 785"/>
                  <a:gd name="T17" fmla="*/ 589 h 742"/>
                  <a:gd name="T18" fmla="*/ 128 w 785"/>
                  <a:gd name="T19" fmla="*/ 359 h 742"/>
                  <a:gd name="T20" fmla="*/ 2 w 785"/>
                  <a:gd name="T21" fmla="*/ 332 h 742"/>
                  <a:gd name="T22" fmla="*/ 142 w 785"/>
                  <a:gd name="T23" fmla="*/ 0 h 742"/>
                  <a:gd name="T24" fmla="*/ 42 w 785"/>
                  <a:gd name="T25" fmla="*/ 145 h 742"/>
                  <a:gd name="T26" fmla="*/ 169 w 785"/>
                  <a:gd name="T27" fmla="*/ 172 h 742"/>
                  <a:gd name="T28" fmla="*/ 231 w 785"/>
                  <a:gd name="T29" fmla="*/ 89 h 742"/>
                  <a:gd name="T30" fmla="*/ 231 w 785"/>
                  <a:gd name="T31" fmla="*/ 88 h 742"/>
                  <a:gd name="T32" fmla="*/ 231 w 785"/>
                  <a:gd name="T33" fmla="*/ 88 h 742"/>
                  <a:gd name="T34" fmla="*/ 142 w 785"/>
                  <a:gd name="T35"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5" h="742">
                    <a:moveTo>
                      <a:pt x="731" y="589"/>
                    </a:moveTo>
                    <a:cubicBezTo>
                      <a:pt x="715" y="606"/>
                      <a:pt x="697" y="620"/>
                      <a:pt x="678" y="633"/>
                    </a:cubicBezTo>
                    <a:cubicBezTo>
                      <a:pt x="714" y="634"/>
                      <a:pt x="749" y="637"/>
                      <a:pt x="785" y="642"/>
                    </a:cubicBezTo>
                    <a:cubicBezTo>
                      <a:pt x="731" y="589"/>
                      <a:pt x="731" y="589"/>
                      <a:pt x="731" y="589"/>
                    </a:cubicBezTo>
                    <a:moveTo>
                      <a:pt x="2" y="332"/>
                    </a:moveTo>
                    <a:cubicBezTo>
                      <a:pt x="0" y="457"/>
                      <a:pt x="47" y="582"/>
                      <a:pt x="142" y="678"/>
                    </a:cubicBezTo>
                    <a:cubicBezTo>
                      <a:pt x="167" y="703"/>
                      <a:pt x="194" y="724"/>
                      <a:pt x="222" y="742"/>
                    </a:cubicBezTo>
                    <a:cubicBezTo>
                      <a:pt x="271" y="715"/>
                      <a:pt x="323" y="693"/>
                      <a:pt x="375" y="676"/>
                    </a:cubicBezTo>
                    <a:cubicBezTo>
                      <a:pt x="322" y="660"/>
                      <a:pt x="273" y="631"/>
                      <a:pt x="231" y="589"/>
                    </a:cubicBezTo>
                    <a:cubicBezTo>
                      <a:pt x="167" y="525"/>
                      <a:pt x="133" y="443"/>
                      <a:pt x="128" y="359"/>
                    </a:cubicBezTo>
                    <a:cubicBezTo>
                      <a:pt x="87" y="345"/>
                      <a:pt x="44" y="336"/>
                      <a:pt x="2" y="332"/>
                    </a:cubicBezTo>
                    <a:moveTo>
                      <a:pt x="142" y="0"/>
                    </a:moveTo>
                    <a:cubicBezTo>
                      <a:pt x="99" y="43"/>
                      <a:pt x="65" y="93"/>
                      <a:pt x="42" y="145"/>
                    </a:cubicBezTo>
                    <a:cubicBezTo>
                      <a:pt x="85" y="151"/>
                      <a:pt x="127" y="160"/>
                      <a:pt x="169" y="172"/>
                    </a:cubicBezTo>
                    <a:cubicBezTo>
                      <a:pt x="185" y="142"/>
                      <a:pt x="205" y="114"/>
                      <a:pt x="231" y="89"/>
                    </a:cubicBezTo>
                    <a:cubicBezTo>
                      <a:pt x="231" y="88"/>
                      <a:pt x="231" y="88"/>
                      <a:pt x="231" y="88"/>
                    </a:cubicBezTo>
                    <a:cubicBezTo>
                      <a:pt x="231" y="88"/>
                      <a:pt x="231" y="88"/>
                      <a:pt x="231" y="88"/>
                    </a:cubicBezTo>
                    <a:cubicBezTo>
                      <a:pt x="142" y="0"/>
                      <a:pt x="142" y="0"/>
                      <a:pt x="14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23"/>
              <p:cNvSpPr>
                <a:spLocks/>
              </p:cNvSpPr>
              <p:nvPr userDrawn="1"/>
            </p:nvSpPr>
            <p:spPr bwMode="auto">
              <a:xfrm>
                <a:off x="10299152" y="4385354"/>
                <a:ext cx="210624" cy="269259"/>
              </a:xfrm>
              <a:custGeom>
                <a:avLst/>
                <a:gdLst>
                  <a:gd name="T0" fmla="*/ 40 w 167"/>
                  <a:gd name="T1" fmla="*/ 0 h 214"/>
                  <a:gd name="T2" fmla="*/ 0 w 167"/>
                  <a:gd name="T3" fmla="*/ 187 h 214"/>
                  <a:gd name="T4" fmla="*/ 126 w 167"/>
                  <a:gd name="T5" fmla="*/ 214 h 214"/>
                  <a:gd name="T6" fmla="*/ 167 w 167"/>
                  <a:gd name="T7" fmla="*/ 27 h 214"/>
                  <a:gd name="T8" fmla="*/ 40 w 167"/>
                  <a:gd name="T9" fmla="*/ 0 h 214"/>
                </a:gdLst>
                <a:ahLst/>
                <a:cxnLst>
                  <a:cxn ang="0">
                    <a:pos x="T0" y="T1"/>
                  </a:cxn>
                  <a:cxn ang="0">
                    <a:pos x="T2" y="T3"/>
                  </a:cxn>
                  <a:cxn ang="0">
                    <a:pos x="T4" y="T5"/>
                  </a:cxn>
                  <a:cxn ang="0">
                    <a:pos x="T6" y="T7"/>
                  </a:cxn>
                  <a:cxn ang="0">
                    <a:pos x="T8" y="T9"/>
                  </a:cxn>
                </a:cxnLst>
                <a:rect l="0" t="0" r="r" b="b"/>
                <a:pathLst>
                  <a:path w="167" h="214">
                    <a:moveTo>
                      <a:pt x="40" y="0"/>
                    </a:moveTo>
                    <a:cubicBezTo>
                      <a:pt x="14" y="60"/>
                      <a:pt x="1" y="123"/>
                      <a:pt x="0" y="187"/>
                    </a:cubicBezTo>
                    <a:cubicBezTo>
                      <a:pt x="42" y="191"/>
                      <a:pt x="85" y="200"/>
                      <a:pt x="126" y="214"/>
                    </a:cubicBezTo>
                    <a:cubicBezTo>
                      <a:pt x="122" y="150"/>
                      <a:pt x="136" y="85"/>
                      <a:pt x="167" y="27"/>
                    </a:cubicBezTo>
                    <a:cubicBezTo>
                      <a:pt x="125" y="15"/>
                      <a:pt x="83" y="6"/>
                      <a:pt x="4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7"/>
              <p:cNvSpPr>
                <a:spLocks/>
              </p:cNvSpPr>
              <p:nvPr userDrawn="1"/>
            </p:nvSpPr>
            <p:spPr bwMode="auto">
              <a:xfrm>
                <a:off x="11286692" y="5011825"/>
                <a:ext cx="71751" cy="43977"/>
              </a:xfrm>
              <a:custGeom>
                <a:avLst/>
                <a:gdLst>
                  <a:gd name="T0" fmla="*/ 0 w 57"/>
                  <a:gd name="T1" fmla="*/ 0 h 35"/>
                  <a:gd name="T2" fmla="*/ 35 w 57"/>
                  <a:gd name="T3" fmla="*/ 35 h 35"/>
                  <a:gd name="T4" fmla="*/ 57 w 57"/>
                  <a:gd name="T5" fmla="*/ 11 h 35"/>
                  <a:gd name="T6" fmla="*/ 0 w 57"/>
                  <a:gd name="T7" fmla="*/ 0 h 35"/>
                </a:gdLst>
                <a:ahLst/>
                <a:cxnLst>
                  <a:cxn ang="0">
                    <a:pos x="T0" y="T1"/>
                  </a:cxn>
                  <a:cxn ang="0">
                    <a:pos x="T2" y="T3"/>
                  </a:cxn>
                  <a:cxn ang="0">
                    <a:pos x="T4" y="T5"/>
                  </a:cxn>
                  <a:cxn ang="0">
                    <a:pos x="T6" y="T7"/>
                  </a:cxn>
                </a:cxnLst>
                <a:rect l="0" t="0" r="r" b="b"/>
                <a:pathLst>
                  <a:path w="57" h="35">
                    <a:moveTo>
                      <a:pt x="0" y="0"/>
                    </a:moveTo>
                    <a:cubicBezTo>
                      <a:pt x="35" y="35"/>
                      <a:pt x="35" y="35"/>
                      <a:pt x="35" y="35"/>
                    </a:cubicBezTo>
                    <a:cubicBezTo>
                      <a:pt x="43" y="27"/>
                      <a:pt x="50" y="19"/>
                      <a:pt x="57" y="11"/>
                    </a:cubicBezTo>
                    <a:cubicBezTo>
                      <a:pt x="38" y="7"/>
                      <a:pt x="19" y="3"/>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8"/>
              <p:cNvSpPr>
                <a:spLocks noEditPoints="1"/>
              </p:cNvSpPr>
              <p:nvPr userDrawn="1"/>
            </p:nvSpPr>
            <p:spPr bwMode="auto">
              <a:xfrm>
                <a:off x="10692625" y="4025057"/>
                <a:ext cx="813949" cy="843267"/>
              </a:xfrm>
              <a:custGeom>
                <a:avLst/>
                <a:gdLst>
                  <a:gd name="T0" fmla="*/ 519 w 646"/>
                  <a:gd name="T1" fmla="*/ 449 h 669"/>
                  <a:gd name="T2" fmla="*/ 483 w 646"/>
                  <a:gd name="T3" fmla="*/ 638 h 669"/>
                  <a:gd name="T4" fmla="*/ 607 w 646"/>
                  <a:gd name="T5" fmla="*/ 669 h 669"/>
                  <a:gd name="T6" fmla="*/ 646 w 646"/>
                  <a:gd name="T7" fmla="*/ 483 h 669"/>
                  <a:gd name="T8" fmla="*/ 519 w 646"/>
                  <a:gd name="T9" fmla="*/ 449 h 669"/>
                  <a:gd name="T10" fmla="*/ 167 w 646"/>
                  <a:gd name="T11" fmla="*/ 0 h 669"/>
                  <a:gd name="T12" fmla="*/ 0 w 646"/>
                  <a:gd name="T13" fmla="*/ 30 h 669"/>
                  <a:gd name="T14" fmla="*/ 24 w 646"/>
                  <a:gd name="T15" fmla="*/ 155 h 669"/>
                  <a:gd name="T16" fmla="*/ 167 w 646"/>
                  <a:gd name="T17" fmla="*/ 126 h 669"/>
                  <a:gd name="T18" fmla="*/ 216 w 646"/>
                  <a:gd name="T19" fmla="*/ 129 h 669"/>
                  <a:gd name="T20" fmla="*/ 188 w 646"/>
                  <a:gd name="T21" fmla="*/ 1 h 669"/>
                  <a:gd name="T22" fmla="*/ 167 w 646"/>
                  <a:gd name="T23" fmla="*/ 0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6" h="669">
                    <a:moveTo>
                      <a:pt x="519" y="449"/>
                    </a:moveTo>
                    <a:cubicBezTo>
                      <a:pt x="525" y="513"/>
                      <a:pt x="513" y="579"/>
                      <a:pt x="483" y="638"/>
                    </a:cubicBezTo>
                    <a:cubicBezTo>
                      <a:pt x="523" y="652"/>
                      <a:pt x="564" y="663"/>
                      <a:pt x="607" y="669"/>
                    </a:cubicBezTo>
                    <a:cubicBezTo>
                      <a:pt x="633" y="610"/>
                      <a:pt x="646" y="547"/>
                      <a:pt x="646" y="483"/>
                    </a:cubicBezTo>
                    <a:cubicBezTo>
                      <a:pt x="602" y="477"/>
                      <a:pt x="559" y="465"/>
                      <a:pt x="519" y="449"/>
                    </a:cubicBezTo>
                    <a:moveTo>
                      <a:pt x="167" y="0"/>
                    </a:moveTo>
                    <a:cubicBezTo>
                      <a:pt x="110" y="0"/>
                      <a:pt x="54" y="10"/>
                      <a:pt x="0" y="30"/>
                    </a:cubicBezTo>
                    <a:cubicBezTo>
                      <a:pt x="4" y="73"/>
                      <a:pt x="13" y="115"/>
                      <a:pt x="24" y="155"/>
                    </a:cubicBezTo>
                    <a:cubicBezTo>
                      <a:pt x="70" y="136"/>
                      <a:pt x="118" y="126"/>
                      <a:pt x="167" y="126"/>
                    </a:cubicBezTo>
                    <a:cubicBezTo>
                      <a:pt x="183" y="126"/>
                      <a:pt x="199" y="127"/>
                      <a:pt x="216" y="129"/>
                    </a:cubicBezTo>
                    <a:cubicBezTo>
                      <a:pt x="201" y="88"/>
                      <a:pt x="192" y="45"/>
                      <a:pt x="188" y="1"/>
                    </a:cubicBezTo>
                    <a:cubicBezTo>
                      <a:pt x="181" y="0"/>
                      <a:pt x="174" y="0"/>
                      <a:pt x="16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29"/>
              <p:cNvSpPr>
                <a:spLocks noEditPoints="1"/>
              </p:cNvSpPr>
              <p:nvPr userDrawn="1"/>
            </p:nvSpPr>
            <p:spPr bwMode="auto">
              <a:xfrm>
                <a:off x="10475829" y="4202505"/>
                <a:ext cx="810863" cy="809320"/>
              </a:xfrm>
              <a:custGeom>
                <a:avLst/>
                <a:gdLst>
                  <a:gd name="T0" fmla="*/ 589 w 643"/>
                  <a:gd name="T1" fmla="*/ 589 h 642"/>
                  <a:gd name="T2" fmla="*/ 589 w 643"/>
                  <a:gd name="T3" fmla="*/ 589 h 642"/>
                  <a:gd name="T4" fmla="*/ 643 w 643"/>
                  <a:gd name="T5" fmla="*/ 642 h 642"/>
                  <a:gd name="T6" fmla="*/ 643 w 643"/>
                  <a:gd name="T7" fmla="*/ 642 h 642"/>
                  <a:gd name="T8" fmla="*/ 589 w 643"/>
                  <a:gd name="T9" fmla="*/ 589 h 642"/>
                  <a:gd name="T10" fmla="*/ 0 w 643"/>
                  <a:gd name="T11" fmla="*/ 0 h 642"/>
                  <a:gd name="T12" fmla="*/ 0 w 643"/>
                  <a:gd name="T13" fmla="*/ 0 h 642"/>
                  <a:gd name="T14" fmla="*/ 89 w 643"/>
                  <a:gd name="T15" fmla="*/ 88 h 642"/>
                  <a:gd name="T16" fmla="*/ 89 w 643"/>
                  <a:gd name="T17" fmla="*/ 88 h 642"/>
                  <a:gd name="T18" fmla="*/ 0 w 643"/>
                  <a:gd name="T19"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3" h="642">
                    <a:moveTo>
                      <a:pt x="589" y="589"/>
                    </a:moveTo>
                    <a:cubicBezTo>
                      <a:pt x="589" y="589"/>
                      <a:pt x="589" y="589"/>
                      <a:pt x="589" y="589"/>
                    </a:cubicBezTo>
                    <a:cubicBezTo>
                      <a:pt x="643" y="642"/>
                      <a:pt x="643" y="642"/>
                      <a:pt x="643" y="642"/>
                    </a:cubicBezTo>
                    <a:cubicBezTo>
                      <a:pt x="643" y="642"/>
                      <a:pt x="643" y="642"/>
                      <a:pt x="643" y="642"/>
                    </a:cubicBezTo>
                    <a:cubicBezTo>
                      <a:pt x="589" y="589"/>
                      <a:pt x="589" y="589"/>
                      <a:pt x="589" y="589"/>
                    </a:cubicBezTo>
                    <a:moveTo>
                      <a:pt x="0" y="0"/>
                    </a:moveTo>
                    <a:cubicBezTo>
                      <a:pt x="0" y="0"/>
                      <a:pt x="0" y="0"/>
                      <a:pt x="0" y="0"/>
                    </a:cubicBezTo>
                    <a:cubicBezTo>
                      <a:pt x="89" y="88"/>
                      <a:pt x="89" y="88"/>
                      <a:pt x="89" y="88"/>
                    </a:cubicBezTo>
                    <a:cubicBezTo>
                      <a:pt x="89" y="88"/>
                      <a:pt x="89" y="88"/>
                      <a:pt x="89" y="88"/>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30"/>
              <p:cNvSpPr>
                <a:spLocks/>
              </p:cNvSpPr>
              <p:nvPr userDrawn="1"/>
            </p:nvSpPr>
            <p:spPr bwMode="auto">
              <a:xfrm>
                <a:off x="11286692" y="5011825"/>
                <a:ext cx="43977" cy="43977"/>
              </a:xfrm>
              <a:custGeom>
                <a:avLst/>
                <a:gdLst>
                  <a:gd name="T0" fmla="*/ 0 w 35"/>
                  <a:gd name="T1" fmla="*/ 0 h 35"/>
                  <a:gd name="T2" fmla="*/ 35 w 35"/>
                  <a:gd name="T3" fmla="*/ 35 h 35"/>
                  <a:gd name="T4" fmla="*/ 35 w 35"/>
                  <a:gd name="T5" fmla="*/ 35 h 35"/>
                  <a:gd name="T6" fmla="*/ 0 w 35"/>
                  <a:gd name="T7" fmla="*/ 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cubicBezTo>
                      <a:pt x="35" y="35"/>
                      <a:pt x="35" y="35"/>
                      <a:pt x="35" y="35"/>
                    </a:cubicBezTo>
                    <a:cubicBezTo>
                      <a:pt x="35" y="35"/>
                      <a:pt x="35" y="35"/>
                      <a:pt x="35" y="35"/>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31"/>
              <p:cNvSpPr>
                <a:spLocks noEditPoints="1"/>
              </p:cNvSpPr>
              <p:nvPr userDrawn="1"/>
            </p:nvSpPr>
            <p:spPr bwMode="auto">
              <a:xfrm>
                <a:off x="8962887" y="4271942"/>
                <a:ext cx="1090152" cy="968252"/>
              </a:xfrm>
              <a:custGeom>
                <a:avLst/>
                <a:gdLst>
                  <a:gd name="T0" fmla="*/ 776 w 865"/>
                  <a:gd name="T1" fmla="*/ 589 h 768"/>
                  <a:gd name="T2" fmla="*/ 526 w 865"/>
                  <a:gd name="T3" fmla="*/ 692 h 768"/>
                  <a:gd name="T4" fmla="*/ 490 w 865"/>
                  <a:gd name="T5" fmla="*/ 690 h 768"/>
                  <a:gd name="T6" fmla="*/ 478 w 865"/>
                  <a:gd name="T7" fmla="*/ 768 h 768"/>
                  <a:gd name="T8" fmla="*/ 642 w 865"/>
                  <a:gd name="T9" fmla="*/ 749 h 768"/>
                  <a:gd name="T10" fmla="*/ 758 w 865"/>
                  <a:gd name="T11" fmla="*/ 758 h 768"/>
                  <a:gd name="T12" fmla="*/ 865 w 865"/>
                  <a:gd name="T13" fmla="*/ 677 h 768"/>
                  <a:gd name="T14" fmla="*/ 865 w 865"/>
                  <a:gd name="T15" fmla="*/ 677 h 768"/>
                  <a:gd name="T16" fmla="*/ 865 w 865"/>
                  <a:gd name="T17" fmla="*/ 677 h 768"/>
                  <a:gd name="T18" fmla="*/ 776 w 865"/>
                  <a:gd name="T19" fmla="*/ 589 h 768"/>
                  <a:gd name="T20" fmla="*/ 187 w 865"/>
                  <a:gd name="T21" fmla="*/ 0 h 768"/>
                  <a:gd name="T22" fmla="*/ 187 w 865"/>
                  <a:gd name="T23" fmla="*/ 677 h 768"/>
                  <a:gd name="T24" fmla="*/ 288 w 865"/>
                  <a:gd name="T25" fmla="*/ 755 h 768"/>
                  <a:gd name="T26" fmla="*/ 311 w 865"/>
                  <a:gd name="T27" fmla="*/ 620 h 768"/>
                  <a:gd name="T28" fmla="*/ 276 w 865"/>
                  <a:gd name="T29" fmla="*/ 589 h 768"/>
                  <a:gd name="T30" fmla="*/ 276 w 865"/>
                  <a:gd name="T31" fmla="*/ 88 h 768"/>
                  <a:gd name="T32" fmla="*/ 276 w 865"/>
                  <a:gd name="T33" fmla="*/ 88 h 768"/>
                  <a:gd name="T34" fmla="*/ 276 w 865"/>
                  <a:gd name="T35" fmla="*/ 88 h 768"/>
                  <a:gd name="T36" fmla="*/ 187 w 865"/>
                  <a:gd name="T37"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5" h="768">
                    <a:moveTo>
                      <a:pt x="776" y="589"/>
                    </a:moveTo>
                    <a:cubicBezTo>
                      <a:pt x="707" y="658"/>
                      <a:pt x="617" y="692"/>
                      <a:pt x="526" y="692"/>
                    </a:cubicBezTo>
                    <a:cubicBezTo>
                      <a:pt x="514" y="692"/>
                      <a:pt x="502" y="692"/>
                      <a:pt x="490" y="690"/>
                    </a:cubicBezTo>
                    <a:cubicBezTo>
                      <a:pt x="484" y="716"/>
                      <a:pt x="480" y="742"/>
                      <a:pt x="478" y="768"/>
                    </a:cubicBezTo>
                    <a:cubicBezTo>
                      <a:pt x="532" y="755"/>
                      <a:pt x="587" y="749"/>
                      <a:pt x="642" y="749"/>
                    </a:cubicBezTo>
                    <a:cubicBezTo>
                      <a:pt x="681" y="749"/>
                      <a:pt x="720" y="752"/>
                      <a:pt x="758" y="758"/>
                    </a:cubicBezTo>
                    <a:cubicBezTo>
                      <a:pt x="796" y="737"/>
                      <a:pt x="832" y="710"/>
                      <a:pt x="865" y="677"/>
                    </a:cubicBezTo>
                    <a:cubicBezTo>
                      <a:pt x="865" y="677"/>
                      <a:pt x="865" y="677"/>
                      <a:pt x="865" y="677"/>
                    </a:cubicBezTo>
                    <a:cubicBezTo>
                      <a:pt x="865" y="677"/>
                      <a:pt x="865" y="677"/>
                      <a:pt x="865" y="677"/>
                    </a:cubicBezTo>
                    <a:cubicBezTo>
                      <a:pt x="776" y="589"/>
                      <a:pt x="776" y="589"/>
                      <a:pt x="776" y="589"/>
                    </a:cubicBezTo>
                    <a:moveTo>
                      <a:pt x="187" y="0"/>
                    </a:moveTo>
                    <a:cubicBezTo>
                      <a:pt x="0" y="187"/>
                      <a:pt x="0" y="490"/>
                      <a:pt x="187" y="677"/>
                    </a:cubicBezTo>
                    <a:cubicBezTo>
                      <a:pt x="218" y="708"/>
                      <a:pt x="252" y="734"/>
                      <a:pt x="288" y="755"/>
                    </a:cubicBezTo>
                    <a:cubicBezTo>
                      <a:pt x="291" y="709"/>
                      <a:pt x="299" y="664"/>
                      <a:pt x="311" y="620"/>
                    </a:cubicBezTo>
                    <a:cubicBezTo>
                      <a:pt x="299" y="610"/>
                      <a:pt x="287" y="600"/>
                      <a:pt x="276" y="589"/>
                    </a:cubicBezTo>
                    <a:cubicBezTo>
                      <a:pt x="138" y="450"/>
                      <a:pt x="138" y="226"/>
                      <a:pt x="276" y="88"/>
                    </a:cubicBezTo>
                    <a:cubicBezTo>
                      <a:pt x="276" y="88"/>
                      <a:pt x="276" y="88"/>
                      <a:pt x="276" y="88"/>
                    </a:cubicBezTo>
                    <a:cubicBezTo>
                      <a:pt x="276" y="88"/>
                      <a:pt x="276" y="88"/>
                      <a:pt x="276" y="88"/>
                    </a:cubicBezTo>
                    <a:cubicBezTo>
                      <a:pt x="187" y="0"/>
                      <a:pt x="187" y="0"/>
                      <a:pt x="18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35"/>
              <p:cNvSpPr>
                <a:spLocks/>
              </p:cNvSpPr>
              <p:nvPr userDrawn="1"/>
            </p:nvSpPr>
            <p:spPr bwMode="auto">
              <a:xfrm>
                <a:off x="9883305" y="4150814"/>
                <a:ext cx="69436" cy="39348"/>
              </a:xfrm>
              <a:custGeom>
                <a:avLst/>
                <a:gdLst>
                  <a:gd name="T0" fmla="*/ 0 w 55"/>
                  <a:gd name="T1" fmla="*/ 0 h 31"/>
                  <a:gd name="T2" fmla="*/ 55 w 55"/>
                  <a:gd name="T3" fmla="*/ 31 h 31"/>
                  <a:gd name="T4" fmla="*/ 0 w 55"/>
                  <a:gd name="T5" fmla="*/ 0 h 31"/>
                </a:gdLst>
                <a:ahLst/>
                <a:cxnLst>
                  <a:cxn ang="0">
                    <a:pos x="T0" y="T1"/>
                  </a:cxn>
                  <a:cxn ang="0">
                    <a:pos x="T2" y="T3"/>
                  </a:cxn>
                  <a:cxn ang="0">
                    <a:pos x="T4" y="T5"/>
                  </a:cxn>
                </a:cxnLst>
                <a:rect l="0" t="0" r="r" b="b"/>
                <a:pathLst>
                  <a:path w="55" h="31">
                    <a:moveTo>
                      <a:pt x="0" y="0"/>
                    </a:moveTo>
                    <a:cubicBezTo>
                      <a:pt x="17" y="12"/>
                      <a:pt x="36" y="23"/>
                      <a:pt x="55" y="31"/>
                    </a:cubicBezTo>
                    <a:cubicBezTo>
                      <a:pt x="37" y="20"/>
                      <a:pt x="19" y="9"/>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36"/>
              <p:cNvSpPr>
                <a:spLocks noEditPoints="1"/>
              </p:cNvSpPr>
              <p:nvPr userDrawn="1"/>
            </p:nvSpPr>
            <p:spPr bwMode="auto">
              <a:xfrm>
                <a:off x="9198971" y="4270399"/>
                <a:ext cx="854068" cy="854839"/>
              </a:xfrm>
              <a:custGeom>
                <a:avLst/>
                <a:gdLst>
                  <a:gd name="T0" fmla="*/ 589 w 678"/>
                  <a:gd name="T1" fmla="*/ 590 h 678"/>
                  <a:gd name="T2" fmla="*/ 589 w 678"/>
                  <a:gd name="T3" fmla="*/ 590 h 678"/>
                  <a:gd name="T4" fmla="*/ 678 w 678"/>
                  <a:gd name="T5" fmla="*/ 678 h 678"/>
                  <a:gd name="T6" fmla="*/ 678 w 678"/>
                  <a:gd name="T7" fmla="*/ 678 h 678"/>
                  <a:gd name="T8" fmla="*/ 589 w 678"/>
                  <a:gd name="T9" fmla="*/ 590 h 678"/>
                  <a:gd name="T10" fmla="*/ 0 w 678"/>
                  <a:gd name="T11" fmla="*/ 0 h 678"/>
                  <a:gd name="T12" fmla="*/ 0 w 678"/>
                  <a:gd name="T13" fmla="*/ 1 h 678"/>
                  <a:gd name="T14" fmla="*/ 89 w 678"/>
                  <a:gd name="T15" fmla="*/ 89 h 678"/>
                  <a:gd name="T16" fmla="*/ 89 w 678"/>
                  <a:gd name="T17" fmla="*/ 89 h 678"/>
                  <a:gd name="T18" fmla="*/ 0 w 678"/>
                  <a:gd name="T19" fmla="*/ 0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8" h="678">
                    <a:moveTo>
                      <a:pt x="589" y="590"/>
                    </a:moveTo>
                    <a:cubicBezTo>
                      <a:pt x="589" y="590"/>
                      <a:pt x="589" y="590"/>
                      <a:pt x="589" y="590"/>
                    </a:cubicBezTo>
                    <a:cubicBezTo>
                      <a:pt x="678" y="678"/>
                      <a:pt x="678" y="678"/>
                      <a:pt x="678" y="678"/>
                    </a:cubicBezTo>
                    <a:cubicBezTo>
                      <a:pt x="678" y="678"/>
                      <a:pt x="678" y="678"/>
                      <a:pt x="678" y="678"/>
                    </a:cubicBezTo>
                    <a:cubicBezTo>
                      <a:pt x="589" y="590"/>
                      <a:pt x="589" y="590"/>
                      <a:pt x="589" y="590"/>
                    </a:cubicBezTo>
                    <a:moveTo>
                      <a:pt x="0" y="0"/>
                    </a:moveTo>
                    <a:cubicBezTo>
                      <a:pt x="0" y="0"/>
                      <a:pt x="0" y="1"/>
                      <a:pt x="0" y="1"/>
                    </a:cubicBezTo>
                    <a:cubicBezTo>
                      <a:pt x="89" y="89"/>
                      <a:pt x="89" y="89"/>
                      <a:pt x="89" y="89"/>
                    </a:cubicBezTo>
                    <a:cubicBezTo>
                      <a:pt x="89" y="89"/>
                      <a:pt x="89" y="89"/>
                      <a:pt x="89" y="89"/>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37"/>
              <p:cNvSpPr>
                <a:spLocks/>
              </p:cNvSpPr>
              <p:nvPr userDrawn="1"/>
            </p:nvSpPr>
            <p:spPr bwMode="auto">
              <a:xfrm>
                <a:off x="7650539" y="5590461"/>
                <a:ext cx="476797" cy="660417"/>
              </a:xfrm>
              <a:custGeom>
                <a:avLst/>
                <a:gdLst>
                  <a:gd name="T0" fmla="*/ 118 w 378"/>
                  <a:gd name="T1" fmla="*/ 0 h 524"/>
                  <a:gd name="T2" fmla="*/ 128 w 378"/>
                  <a:gd name="T3" fmla="*/ 439 h 524"/>
                  <a:gd name="T4" fmla="*/ 327 w 378"/>
                  <a:gd name="T5" fmla="*/ 524 h 524"/>
                  <a:gd name="T6" fmla="*/ 378 w 378"/>
                  <a:gd name="T7" fmla="*/ 441 h 524"/>
                  <a:gd name="T8" fmla="*/ 342 w 378"/>
                  <a:gd name="T9" fmla="*/ 444 h 524"/>
                  <a:gd name="T10" fmla="*/ 184 w 378"/>
                  <a:gd name="T11" fmla="*/ 380 h 524"/>
                  <a:gd name="T12" fmla="*/ 177 w 378"/>
                  <a:gd name="T13" fmla="*/ 56 h 524"/>
                  <a:gd name="T14" fmla="*/ 177 w 378"/>
                  <a:gd name="T15" fmla="*/ 56 h 524"/>
                  <a:gd name="T16" fmla="*/ 177 w 378"/>
                  <a:gd name="T17" fmla="*/ 56 h 524"/>
                  <a:gd name="T18" fmla="*/ 118 w 378"/>
                  <a:gd name="T19"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8" h="524">
                    <a:moveTo>
                      <a:pt x="118" y="0"/>
                    </a:moveTo>
                    <a:cubicBezTo>
                      <a:pt x="0" y="124"/>
                      <a:pt x="4" y="321"/>
                      <a:pt x="128" y="439"/>
                    </a:cubicBezTo>
                    <a:cubicBezTo>
                      <a:pt x="184" y="492"/>
                      <a:pt x="255" y="521"/>
                      <a:pt x="327" y="524"/>
                    </a:cubicBezTo>
                    <a:cubicBezTo>
                      <a:pt x="342" y="495"/>
                      <a:pt x="360" y="467"/>
                      <a:pt x="378" y="441"/>
                    </a:cubicBezTo>
                    <a:cubicBezTo>
                      <a:pt x="367" y="443"/>
                      <a:pt x="355" y="444"/>
                      <a:pt x="342" y="444"/>
                    </a:cubicBezTo>
                    <a:cubicBezTo>
                      <a:pt x="286" y="444"/>
                      <a:pt x="229" y="422"/>
                      <a:pt x="184" y="380"/>
                    </a:cubicBezTo>
                    <a:cubicBezTo>
                      <a:pt x="93" y="293"/>
                      <a:pt x="90" y="148"/>
                      <a:pt x="177" y="56"/>
                    </a:cubicBezTo>
                    <a:cubicBezTo>
                      <a:pt x="177" y="56"/>
                      <a:pt x="177" y="56"/>
                      <a:pt x="177" y="56"/>
                    </a:cubicBezTo>
                    <a:cubicBezTo>
                      <a:pt x="177" y="56"/>
                      <a:pt x="177" y="56"/>
                      <a:pt x="177" y="56"/>
                    </a:cubicBezTo>
                    <a:cubicBezTo>
                      <a:pt x="118" y="0"/>
                      <a:pt x="118" y="0"/>
                      <a:pt x="11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38"/>
              <p:cNvSpPr>
                <a:spLocks/>
              </p:cNvSpPr>
              <p:nvPr userDrawn="1"/>
            </p:nvSpPr>
            <p:spPr bwMode="auto">
              <a:xfrm>
                <a:off x="8062528" y="6060314"/>
                <a:ext cx="303206" cy="191336"/>
              </a:xfrm>
              <a:custGeom>
                <a:avLst/>
                <a:gdLst>
                  <a:gd name="T0" fmla="*/ 181 w 240"/>
                  <a:gd name="T1" fmla="*/ 0 h 152"/>
                  <a:gd name="T2" fmla="*/ 51 w 240"/>
                  <a:gd name="T3" fmla="*/ 68 h 152"/>
                  <a:gd name="T4" fmla="*/ 0 w 240"/>
                  <a:gd name="T5" fmla="*/ 151 h 152"/>
                  <a:gd name="T6" fmla="*/ 15 w 240"/>
                  <a:gd name="T7" fmla="*/ 152 h 152"/>
                  <a:gd name="T8" fmla="*/ 240 w 240"/>
                  <a:gd name="T9" fmla="*/ 56 h 152"/>
                  <a:gd name="T10" fmla="*/ 240 w 240"/>
                  <a:gd name="T11" fmla="*/ 56 h 152"/>
                  <a:gd name="T12" fmla="*/ 240 w 240"/>
                  <a:gd name="T13" fmla="*/ 56 h 152"/>
                  <a:gd name="T14" fmla="*/ 181 w 240"/>
                  <a:gd name="T15" fmla="*/ 0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152">
                    <a:moveTo>
                      <a:pt x="181" y="0"/>
                    </a:moveTo>
                    <a:cubicBezTo>
                      <a:pt x="145" y="37"/>
                      <a:pt x="99" y="60"/>
                      <a:pt x="51" y="68"/>
                    </a:cubicBezTo>
                    <a:cubicBezTo>
                      <a:pt x="33" y="94"/>
                      <a:pt x="15" y="122"/>
                      <a:pt x="0" y="151"/>
                    </a:cubicBezTo>
                    <a:cubicBezTo>
                      <a:pt x="5" y="152"/>
                      <a:pt x="10" y="152"/>
                      <a:pt x="15" y="152"/>
                    </a:cubicBezTo>
                    <a:cubicBezTo>
                      <a:pt x="97" y="152"/>
                      <a:pt x="179" y="120"/>
                      <a:pt x="240" y="56"/>
                    </a:cubicBezTo>
                    <a:cubicBezTo>
                      <a:pt x="240" y="56"/>
                      <a:pt x="240" y="56"/>
                      <a:pt x="240" y="56"/>
                    </a:cubicBezTo>
                    <a:cubicBezTo>
                      <a:pt x="240" y="56"/>
                      <a:pt x="240" y="56"/>
                      <a:pt x="240" y="56"/>
                    </a:cubicBezTo>
                    <a:cubicBezTo>
                      <a:pt x="181" y="0"/>
                      <a:pt x="181" y="0"/>
                      <a:pt x="18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39"/>
              <p:cNvSpPr>
                <a:spLocks/>
              </p:cNvSpPr>
              <p:nvPr userDrawn="1"/>
            </p:nvSpPr>
            <p:spPr bwMode="auto">
              <a:xfrm>
                <a:off x="7799442" y="5469334"/>
                <a:ext cx="672761" cy="443622"/>
              </a:xfrm>
              <a:custGeom>
                <a:avLst/>
                <a:gdLst>
                  <a:gd name="T0" fmla="*/ 224 w 534"/>
                  <a:gd name="T1" fmla="*/ 0 h 352"/>
                  <a:gd name="T2" fmla="*/ 0 w 534"/>
                  <a:gd name="T3" fmla="*/ 96 h 352"/>
                  <a:gd name="T4" fmla="*/ 0 w 534"/>
                  <a:gd name="T5" fmla="*/ 96 h 352"/>
                  <a:gd name="T6" fmla="*/ 0 w 534"/>
                  <a:gd name="T7" fmla="*/ 96 h 352"/>
                  <a:gd name="T8" fmla="*/ 59 w 534"/>
                  <a:gd name="T9" fmla="*/ 152 h 352"/>
                  <a:gd name="T10" fmla="*/ 224 w 534"/>
                  <a:gd name="T11" fmla="*/ 81 h 352"/>
                  <a:gd name="T12" fmla="*/ 382 w 534"/>
                  <a:gd name="T13" fmla="*/ 145 h 352"/>
                  <a:gd name="T14" fmla="*/ 449 w 534"/>
                  <a:gd name="T15" fmla="*/ 352 h 352"/>
                  <a:gd name="T16" fmla="*/ 534 w 534"/>
                  <a:gd name="T17" fmla="*/ 303 h 352"/>
                  <a:gd name="T18" fmla="*/ 439 w 534"/>
                  <a:gd name="T19" fmla="*/ 86 h 352"/>
                  <a:gd name="T20" fmla="*/ 224 w 534"/>
                  <a:gd name="T21"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4" h="352">
                    <a:moveTo>
                      <a:pt x="224" y="0"/>
                    </a:moveTo>
                    <a:cubicBezTo>
                      <a:pt x="143" y="0"/>
                      <a:pt x="61" y="32"/>
                      <a:pt x="0" y="96"/>
                    </a:cubicBezTo>
                    <a:cubicBezTo>
                      <a:pt x="0" y="96"/>
                      <a:pt x="0" y="96"/>
                      <a:pt x="0" y="96"/>
                    </a:cubicBezTo>
                    <a:cubicBezTo>
                      <a:pt x="0" y="96"/>
                      <a:pt x="0" y="96"/>
                      <a:pt x="0" y="96"/>
                    </a:cubicBezTo>
                    <a:cubicBezTo>
                      <a:pt x="59" y="152"/>
                      <a:pt x="59" y="152"/>
                      <a:pt x="59" y="152"/>
                    </a:cubicBezTo>
                    <a:cubicBezTo>
                      <a:pt x="104" y="105"/>
                      <a:pt x="164" y="81"/>
                      <a:pt x="224" y="81"/>
                    </a:cubicBezTo>
                    <a:cubicBezTo>
                      <a:pt x="281" y="81"/>
                      <a:pt x="338" y="103"/>
                      <a:pt x="382" y="145"/>
                    </a:cubicBezTo>
                    <a:cubicBezTo>
                      <a:pt x="441" y="200"/>
                      <a:pt x="463" y="279"/>
                      <a:pt x="449" y="352"/>
                    </a:cubicBezTo>
                    <a:cubicBezTo>
                      <a:pt x="477" y="334"/>
                      <a:pt x="505" y="318"/>
                      <a:pt x="534" y="303"/>
                    </a:cubicBezTo>
                    <a:cubicBezTo>
                      <a:pt x="533" y="224"/>
                      <a:pt x="501" y="145"/>
                      <a:pt x="439" y="86"/>
                    </a:cubicBezTo>
                    <a:cubicBezTo>
                      <a:pt x="379" y="29"/>
                      <a:pt x="301" y="0"/>
                      <a:pt x="2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41"/>
              <p:cNvSpPr>
                <a:spLocks/>
              </p:cNvSpPr>
              <p:nvPr userDrawn="1"/>
            </p:nvSpPr>
            <p:spPr bwMode="auto">
              <a:xfrm>
                <a:off x="7799442" y="5590461"/>
                <a:ext cx="74065" cy="70208"/>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42"/>
              <p:cNvSpPr>
                <a:spLocks/>
              </p:cNvSpPr>
              <p:nvPr userDrawn="1"/>
            </p:nvSpPr>
            <p:spPr bwMode="auto">
              <a:xfrm>
                <a:off x="8290897" y="6060314"/>
                <a:ext cx="74837" cy="70979"/>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43"/>
              <p:cNvSpPr>
                <a:spLocks noEditPoints="1"/>
              </p:cNvSpPr>
              <p:nvPr userDrawn="1"/>
            </p:nvSpPr>
            <p:spPr bwMode="auto">
              <a:xfrm>
                <a:off x="8863361" y="5557286"/>
                <a:ext cx="408132" cy="721367"/>
              </a:xfrm>
              <a:custGeom>
                <a:avLst/>
                <a:gdLst>
                  <a:gd name="T0" fmla="*/ 9 w 324"/>
                  <a:gd name="T1" fmla="*/ 350 h 572"/>
                  <a:gd name="T2" fmla="*/ 11 w 324"/>
                  <a:gd name="T3" fmla="*/ 556 h 572"/>
                  <a:gd name="T4" fmla="*/ 105 w 324"/>
                  <a:gd name="T5" fmla="*/ 572 h 572"/>
                  <a:gd name="T6" fmla="*/ 202 w 324"/>
                  <a:gd name="T7" fmla="*/ 555 h 572"/>
                  <a:gd name="T8" fmla="*/ 195 w 324"/>
                  <a:gd name="T9" fmla="*/ 383 h 572"/>
                  <a:gd name="T10" fmla="*/ 9 w 324"/>
                  <a:gd name="T11" fmla="*/ 350 h 572"/>
                  <a:gd name="T12" fmla="*/ 159 w 324"/>
                  <a:gd name="T13" fmla="*/ 0 h 572"/>
                  <a:gd name="T14" fmla="*/ 62 w 324"/>
                  <a:gd name="T15" fmla="*/ 162 h 572"/>
                  <a:gd name="T16" fmla="*/ 251 w 324"/>
                  <a:gd name="T17" fmla="*/ 201 h 572"/>
                  <a:gd name="T18" fmla="*/ 324 w 324"/>
                  <a:gd name="T19" fmla="*/ 96 h 572"/>
                  <a:gd name="T20" fmla="*/ 309 w 324"/>
                  <a:gd name="T21" fmla="*/ 80 h 572"/>
                  <a:gd name="T22" fmla="*/ 309 w 324"/>
                  <a:gd name="T23" fmla="*/ 80 h 572"/>
                  <a:gd name="T24" fmla="*/ 159 w 324"/>
                  <a:gd name="T25" fmla="*/ 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572">
                    <a:moveTo>
                      <a:pt x="9" y="350"/>
                    </a:moveTo>
                    <a:cubicBezTo>
                      <a:pt x="0" y="418"/>
                      <a:pt x="0" y="488"/>
                      <a:pt x="11" y="556"/>
                    </a:cubicBezTo>
                    <a:cubicBezTo>
                      <a:pt x="41" y="566"/>
                      <a:pt x="73" y="572"/>
                      <a:pt x="105" y="572"/>
                    </a:cubicBezTo>
                    <a:cubicBezTo>
                      <a:pt x="138" y="572"/>
                      <a:pt x="171" y="566"/>
                      <a:pt x="202" y="555"/>
                    </a:cubicBezTo>
                    <a:cubicBezTo>
                      <a:pt x="190" y="498"/>
                      <a:pt x="188" y="440"/>
                      <a:pt x="195" y="383"/>
                    </a:cubicBezTo>
                    <a:cubicBezTo>
                      <a:pt x="137" y="362"/>
                      <a:pt x="75" y="350"/>
                      <a:pt x="9" y="350"/>
                    </a:cubicBezTo>
                    <a:moveTo>
                      <a:pt x="159" y="0"/>
                    </a:moveTo>
                    <a:cubicBezTo>
                      <a:pt x="119" y="51"/>
                      <a:pt x="86" y="105"/>
                      <a:pt x="62" y="162"/>
                    </a:cubicBezTo>
                    <a:cubicBezTo>
                      <a:pt x="128" y="167"/>
                      <a:pt x="191" y="180"/>
                      <a:pt x="251" y="201"/>
                    </a:cubicBezTo>
                    <a:cubicBezTo>
                      <a:pt x="271" y="164"/>
                      <a:pt x="295" y="129"/>
                      <a:pt x="324" y="96"/>
                    </a:cubicBezTo>
                    <a:cubicBezTo>
                      <a:pt x="320" y="90"/>
                      <a:pt x="314" y="85"/>
                      <a:pt x="309" y="80"/>
                    </a:cubicBezTo>
                    <a:cubicBezTo>
                      <a:pt x="309" y="80"/>
                      <a:pt x="309" y="80"/>
                      <a:pt x="309" y="80"/>
                    </a:cubicBezTo>
                    <a:cubicBezTo>
                      <a:pt x="266" y="37"/>
                      <a:pt x="214" y="11"/>
                      <a:pt x="15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46"/>
              <p:cNvSpPr>
                <a:spLocks/>
              </p:cNvSpPr>
              <p:nvPr userDrawn="1"/>
            </p:nvSpPr>
            <p:spPr bwMode="auto">
              <a:xfrm>
                <a:off x="10144077" y="6594974"/>
                <a:ext cx="270030" cy="275431"/>
              </a:xfrm>
              <a:custGeom>
                <a:avLst/>
                <a:gdLst>
                  <a:gd name="T0" fmla="*/ 81 w 214"/>
                  <a:gd name="T1" fmla="*/ 0 h 219"/>
                  <a:gd name="T2" fmla="*/ 0 w 214"/>
                  <a:gd name="T3" fmla="*/ 66 h 219"/>
                  <a:gd name="T4" fmla="*/ 110 w 214"/>
                  <a:gd name="T5" fmla="*/ 219 h 219"/>
                  <a:gd name="T6" fmla="*/ 214 w 214"/>
                  <a:gd name="T7" fmla="*/ 133 h 219"/>
                  <a:gd name="T8" fmla="*/ 214 w 214"/>
                  <a:gd name="T9" fmla="*/ 133 h 219"/>
                  <a:gd name="T10" fmla="*/ 213 w 214"/>
                  <a:gd name="T11" fmla="*/ 133 h 219"/>
                  <a:gd name="T12" fmla="*/ 81 w 214"/>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214" h="219">
                    <a:moveTo>
                      <a:pt x="81" y="0"/>
                    </a:moveTo>
                    <a:cubicBezTo>
                      <a:pt x="56" y="25"/>
                      <a:pt x="28" y="47"/>
                      <a:pt x="0" y="66"/>
                    </a:cubicBezTo>
                    <a:cubicBezTo>
                      <a:pt x="31" y="120"/>
                      <a:pt x="68" y="171"/>
                      <a:pt x="110" y="219"/>
                    </a:cubicBezTo>
                    <a:cubicBezTo>
                      <a:pt x="147" y="194"/>
                      <a:pt x="182" y="166"/>
                      <a:pt x="214" y="133"/>
                    </a:cubicBezTo>
                    <a:cubicBezTo>
                      <a:pt x="214" y="133"/>
                      <a:pt x="214" y="133"/>
                      <a:pt x="214" y="133"/>
                    </a:cubicBezTo>
                    <a:cubicBezTo>
                      <a:pt x="213" y="133"/>
                      <a:pt x="213" y="133"/>
                      <a:pt x="213" y="133"/>
                    </a:cubicBezTo>
                    <a:cubicBezTo>
                      <a:pt x="81" y="0"/>
                      <a:pt x="81" y="0"/>
                      <a:pt x="8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47"/>
              <p:cNvSpPr>
                <a:spLocks/>
              </p:cNvSpPr>
              <p:nvPr userDrawn="1"/>
            </p:nvSpPr>
            <p:spPr bwMode="auto">
              <a:xfrm>
                <a:off x="9478259" y="6750820"/>
                <a:ext cx="305520" cy="276203"/>
              </a:xfrm>
              <a:custGeom>
                <a:avLst/>
                <a:gdLst>
                  <a:gd name="T0" fmla="*/ 54 w 242"/>
                  <a:gd name="T1" fmla="*/ 0 h 219"/>
                  <a:gd name="T2" fmla="*/ 0 w 242"/>
                  <a:gd name="T3" fmla="*/ 181 h 219"/>
                  <a:gd name="T4" fmla="*/ 192 w 242"/>
                  <a:gd name="T5" fmla="*/ 219 h 219"/>
                  <a:gd name="T6" fmla="*/ 242 w 242"/>
                  <a:gd name="T7" fmla="*/ 31 h 219"/>
                  <a:gd name="T8" fmla="*/ 234 w 242"/>
                  <a:gd name="T9" fmla="*/ 31 h 219"/>
                  <a:gd name="T10" fmla="*/ 54 w 242"/>
                  <a:gd name="T11" fmla="*/ 0 h 219"/>
                </a:gdLst>
                <a:ahLst/>
                <a:cxnLst>
                  <a:cxn ang="0">
                    <a:pos x="T0" y="T1"/>
                  </a:cxn>
                  <a:cxn ang="0">
                    <a:pos x="T2" y="T3"/>
                  </a:cxn>
                  <a:cxn ang="0">
                    <a:pos x="T4" y="T5"/>
                  </a:cxn>
                  <a:cxn ang="0">
                    <a:pos x="T6" y="T7"/>
                  </a:cxn>
                  <a:cxn ang="0">
                    <a:pos x="T8" y="T9"/>
                  </a:cxn>
                  <a:cxn ang="0">
                    <a:pos x="T10" y="T11"/>
                  </a:cxn>
                </a:cxnLst>
                <a:rect l="0" t="0" r="r" b="b"/>
                <a:pathLst>
                  <a:path w="242" h="219">
                    <a:moveTo>
                      <a:pt x="54" y="0"/>
                    </a:moveTo>
                    <a:cubicBezTo>
                      <a:pt x="47" y="65"/>
                      <a:pt x="28" y="125"/>
                      <a:pt x="0" y="181"/>
                    </a:cubicBezTo>
                    <a:cubicBezTo>
                      <a:pt x="62" y="202"/>
                      <a:pt x="127" y="215"/>
                      <a:pt x="192" y="219"/>
                    </a:cubicBezTo>
                    <a:cubicBezTo>
                      <a:pt x="216" y="160"/>
                      <a:pt x="233" y="97"/>
                      <a:pt x="242" y="31"/>
                    </a:cubicBezTo>
                    <a:cubicBezTo>
                      <a:pt x="239" y="31"/>
                      <a:pt x="236" y="31"/>
                      <a:pt x="234" y="31"/>
                    </a:cubicBezTo>
                    <a:cubicBezTo>
                      <a:pt x="173" y="31"/>
                      <a:pt x="112" y="21"/>
                      <a:pt x="5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50"/>
              <p:cNvSpPr>
                <a:spLocks/>
              </p:cNvSpPr>
              <p:nvPr userDrawn="1"/>
            </p:nvSpPr>
            <p:spPr bwMode="auto">
              <a:xfrm>
                <a:off x="10417965" y="5841204"/>
                <a:ext cx="260772" cy="344868"/>
              </a:xfrm>
              <a:custGeom>
                <a:avLst/>
                <a:gdLst>
                  <a:gd name="T0" fmla="*/ 172 w 207"/>
                  <a:gd name="T1" fmla="*/ 0 h 274"/>
                  <a:gd name="T2" fmla="*/ 0 w 207"/>
                  <a:gd name="T3" fmla="*/ 82 h 274"/>
                  <a:gd name="T4" fmla="*/ 16 w 207"/>
                  <a:gd name="T5" fmla="*/ 274 h 274"/>
                  <a:gd name="T6" fmla="*/ 207 w 207"/>
                  <a:gd name="T7" fmla="*/ 202 h 274"/>
                  <a:gd name="T8" fmla="*/ 172 w 207"/>
                  <a:gd name="T9" fmla="*/ 0 h 274"/>
                </a:gdLst>
                <a:ahLst/>
                <a:cxnLst>
                  <a:cxn ang="0">
                    <a:pos x="T0" y="T1"/>
                  </a:cxn>
                  <a:cxn ang="0">
                    <a:pos x="T2" y="T3"/>
                  </a:cxn>
                  <a:cxn ang="0">
                    <a:pos x="T4" y="T5"/>
                  </a:cxn>
                  <a:cxn ang="0">
                    <a:pos x="T6" y="T7"/>
                  </a:cxn>
                  <a:cxn ang="0">
                    <a:pos x="T8" y="T9"/>
                  </a:cxn>
                </a:cxnLst>
                <a:rect l="0" t="0" r="r" b="b"/>
                <a:pathLst>
                  <a:path w="207" h="274">
                    <a:moveTo>
                      <a:pt x="172" y="0"/>
                    </a:moveTo>
                    <a:cubicBezTo>
                      <a:pt x="119" y="38"/>
                      <a:pt x="61" y="66"/>
                      <a:pt x="0" y="82"/>
                    </a:cubicBezTo>
                    <a:cubicBezTo>
                      <a:pt x="17" y="145"/>
                      <a:pt x="22" y="210"/>
                      <a:pt x="16" y="274"/>
                    </a:cubicBezTo>
                    <a:cubicBezTo>
                      <a:pt x="82" y="259"/>
                      <a:pt x="146" y="235"/>
                      <a:pt x="207" y="202"/>
                    </a:cubicBezTo>
                    <a:cubicBezTo>
                      <a:pt x="205" y="134"/>
                      <a:pt x="193" y="66"/>
                      <a:pt x="17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51"/>
              <p:cNvSpPr>
                <a:spLocks noEditPoints="1"/>
              </p:cNvSpPr>
              <p:nvPr userDrawn="1"/>
            </p:nvSpPr>
            <p:spPr bwMode="auto">
              <a:xfrm>
                <a:off x="10144077" y="5373666"/>
                <a:ext cx="351811" cy="1388728"/>
              </a:xfrm>
              <a:custGeom>
                <a:avLst/>
                <a:gdLst>
                  <a:gd name="T0" fmla="*/ 169 w 279"/>
                  <a:gd name="T1" fmla="*/ 852 h 1102"/>
                  <a:gd name="T2" fmla="*/ 80 w 279"/>
                  <a:gd name="T3" fmla="*/ 969 h 1102"/>
                  <a:gd name="T4" fmla="*/ 81 w 279"/>
                  <a:gd name="T5" fmla="*/ 969 h 1102"/>
                  <a:gd name="T6" fmla="*/ 81 w 279"/>
                  <a:gd name="T7" fmla="*/ 969 h 1102"/>
                  <a:gd name="T8" fmla="*/ 214 w 279"/>
                  <a:gd name="T9" fmla="*/ 1102 h 1102"/>
                  <a:gd name="T10" fmla="*/ 279 w 279"/>
                  <a:gd name="T11" fmla="*/ 1027 h 1102"/>
                  <a:gd name="T12" fmla="*/ 169 w 279"/>
                  <a:gd name="T13" fmla="*/ 852 h 1102"/>
                  <a:gd name="T14" fmla="*/ 110 w 279"/>
                  <a:gd name="T15" fmla="*/ 0 h 1102"/>
                  <a:gd name="T16" fmla="*/ 0 w 279"/>
                  <a:gd name="T17" fmla="*/ 152 h 1102"/>
                  <a:gd name="T18" fmla="*/ 80 w 279"/>
                  <a:gd name="T19" fmla="*/ 218 h 1102"/>
                  <a:gd name="T20" fmla="*/ 169 w 279"/>
                  <a:gd name="T21" fmla="*/ 336 h 1102"/>
                  <a:gd name="T22" fmla="*/ 279 w 279"/>
                  <a:gd name="T23" fmla="*/ 161 h 1102"/>
                  <a:gd name="T24" fmla="*/ 213 w 279"/>
                  <a:gd name="T25" fmla="*/ 85 h 1102"/>
                  <a:gd name="T26" fmla="*/ 110 w 279"/>
                  <a:gd name="T27" fmla="*/ 0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1102">
                    <a:moveTo>
                      <a:pt x="169" y="852"/>
                    </a:moveTo>
                    <a:cubicBezTo>
                      <a:pt x="145" y="894"/>
                      <a:pt x="116" y="933"/>
                      <a:pt x="80" y="969"/>
                    </a:cubicBezTo>
                    <a:cubicBezTo>
                      <a:pt x="81" y="969"/>
                      <a:pt x="81" y="969"/>
                      <a:pt x="81" y="969"/>
                    </a:cubicBezTo>
                    <a:cubicBezTo>
                      <a:pt x="81" y="969"/>
                      <a:pt x="81" y="969"/>
                      <a:pt x="81" y="969"/>
                    </a:cubicBezTo>
                    <a:cubicBezTo>
                      <a:pt x="214" y="1102"/>
                      <a:pt x="214" y="1102"/>
                      <a:pt x="214" y="1102"/>
                    </a:cubicBezTo>
                    <a:cubicBezTo>
                      <a:pt x="237" y="1078"/>
                      <a:pt x="259" y="1053"/>
                      <a:pt x="279" y="1027"/>
                    </a:cubicBezTo>
                    <a:cubicBezTo>
                      <a:pt x="232" y="973"/>
                      <a:pt x="195" y="914"/>
                      <a:pt x="169" y="852"/>
                    </a:cubicBezTo>
                    <a:moveTo>
                      <a:pt x="110" y="0"/>
                    </a:moveTo>
                    <a:cubicBezTo>
                      <a:pt x="68" y="47"/>
                      <a:pt x="31" y="99"/>
                      <a:pt x="0" y="152"/>
                    </a:cubicBezTo>
                    <a:cubicBezTo>
                      <a:pt x="28" y="171"/>
                      <a:pt x="55" y="193"/>
                      <a:pt x="80" y="218"/>
                    </a:cubicBezTo>
                    <a:cubicBezTo>
                      <a:pt x="116" y="254"/>
                      <a:pt x="146" y="294"/>
                      <a:pt x="169" y="336"/>
                    </a:cubicBezTo>
                    <a:cubicBezTo>
                      <a:pt x="196" y="273"/>
                      <a:pt x="232" y="214"/>
                      <a:pt x="279" y="161"/>
                    </a:cubicBezTo>
                    <a:cubicBezTo>
                      <a:pt x="259" y="134"/>
                      <a:pt x="237" y="109"/>
                      <a:pt x="213" y="85"/>
                    </a:cubicBezTo>
                    <a:cubicBezTo>
                      <a:pt x="181" y="53"/>
                      <a:pt x="147" y="24"/>
                      <a:pt x="11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52"/>
              <p:cNvSpPr>
                <a:spLocks/>
              </p:cNvSpPr>
              <p:nvPr userDrawn="1"/>
            </p:nvSpPr>
            <p:spPr bwMode="auto">
              <a:xfrm>
                <a:off x="9563126" y="5215505"/>
                <a:ext cx="355669" cy="87181"/>
              </a:xfrm>
              <a:custGeom>
                <a:avLst/>
                <a:gdLst>
                  <a:gd name="T0" fmla="*/ 166 w 282"/>
                  <a:gd name="T1" fmla="*/ 0 h 69"/>
                  <a:gd name="T2" fmla="*/ 2 w 282"/>
                  <a:gd name="T3" fmla="*/ 19 h 69"/>
                  <a:gd name="T4" fmla="*/ 0 w 282"/>
                  <a:gd name="T5" fmla="*/ 66 h 69"/>
                  <a:gd name="T6" fmla="*/ 50 w 282"/>
                  <a:gd name="T7" fmla="*/ 69 h 69"/>
                  <a:gd name="T8" fmla="*/ 282 w 282"/>
                  <a:gd name="T9" fmla="*/ 9 h 69"/>
                  <a:gd name="T10" fmla="*/ 166 w 282"/>
                  <a:gd name="T11" fmla="*/ 0 h 69"/>
                </a:gdLst>
                <a:ahLst/>
                <a:cxnLst>
                  <a:cxn ang="0">
                    <a:pos x="T0" y="T1"/>
                  </a:cxn>
                  <a:cxn ang="0">
                    <a:pos x="T2" y="T3"/>
                  </a:cxn>
                  <a:cxn ang="0">
                    <a:pos x="T4" y="T5"/>
                  </a:cxn>
                  <a:cxn ang="0">
                    <a:pos x="T6" y="T7"/>
                  </a:cxn>
                  <a:cxn ang="0">
                    <a:pos x="T8" y="T9"/>
                  </a:cxn>
                  <a:cxn ang="0">
                    <a:pos x="T10" y="T11"/>
                  </a:cxn>
                </a:cxnLst>
                <a:rect l="0" t="0" r="r" b="b"/>
                <a:pathLst>
                  <a:path w="282" h="69">
                    <a:moveTo>
                      <a:pt x="166" y="0"/>
                    </a:moveTo>
                    <a:cubicBezTo>
                      <a:pt x="111" y="0"/>
                      <a:pt x="56" y="6"/>
                      <a:pt x="2" y="19"/>
                    </a:cubicBezTo>
                    <a:cubicBezTo>
                      <a:pt x="0" y="34"/>
                      <a:pt x="0" y="50"/>
                      <a:pt x="0" y="66"/>
                    </a:cubicBezTo>
                    <a:cubicBezTo>
                      <a:pt x="17" y="68"/>
                      <a:pt x="33" y="69"/>
                      <a:pt x="50" y="69"/>
                    </a:cubicBezTo>
                    <a:cubicBezTo>
                      <a:pt x="130" y="69"/>
                      <a:pt x="210" y="49"/>
                      <a:pt x="282" y="9"/>
                    </a:cubicBezTo>
                    <a:cubicBezTo>
                      <a:pt x="244" y="3"/>
                      <a:pt x="205" y="0"/>
                      <a:pt x="16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53"/>
              <p:cNvSpPr>
                <a:spLocks/>
              </p:cNvSpPr>
              <p:nvPr userDrawn="1"/>
            </p:nvSpPr>
            <p:spPr bwMode="auto">
              <a:xfrm>
                <a:off x="9447399" y="5240193"/>
                <a:ext cx="118042" cy="58635"/>
              </a:xfrm>
              <a:custGeom>
                <a:avLst/>
                <a:gdLst>
                  <a:gd name="T0" fmla="*/ 94 w 94"/>
                  <a:gd name="T1" fmla="*/ 0 h 47"/>
                  <a:gd name="T2" fmla="*/ 0 w 94"/>
                  <a:gd name="T3" fmla="*/ 28 h 47"/>
                  <a:gd name="T4" fmla="*/ 92 w 94"/>
                  <a:gd name="T5" fmla="*/ 47 h 47"/>
                  <a:gd name="T6" fmla="*/ 94 w 94"/>
                  <a:gd name="T7" fmla="*/ 0 h 47"/>
                </a:gdLst>
                <a:ahLst/>
                <a:cxnLst>
                  <a:cxn ang="0">
                    <a:pos x="T0" y="T1"/>
                  </a:cxn>
                  <a:cxn ang="0">
                    <a:pos x="T2" y="T3"/>
                  </a:cxn>
                  <a:cxn ang="0">
                    <a:pos x="T4" y="T5"/>
                  </a:cxn>
                  <a:cxn ang="0">
                    <a:pos x="T6" y="T7"/>
                  </a:cxn>
                </a:cxnLst>
                <a:rect l="0" t="0" r="r" b="b"/>
                <a:pathLst>
                  <a:path w="94" h="47">
                    <a:moveTo>
                      <a:pt x="94" y="0"/>
                    </a:moveTo>
                    <a:cubicBezTo>
                      <a:pt x="62" y="7"/>
                      <a:pt x="31" y="17"/>
                      <a:pt x="0" y="28"/>
                    </a:cubicBezTo>
                    <a:cubicBezTo>
                      <a:pt x="30" y="38"/>
                      <a:pt x="61" y="44"/>
                      <a:pt x="92" y="47"/>
                    </a:cubicBezTo>
                    <a:cubicBezTo>
                      <a:pt x="92" y="31"/>
                      <a:pt x="92" y="15"/>
                      <a:pt x="9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54"/>
              <p:cNvSpPr>
                <a:spLocks/>
              </p:cNvSpPr>
              <p:nvPr userDrawn="1"/>
            </p:nvSpPr>
            <p:spPr bwMode="auto">
              <a:xfrm>
                <a:off x="10245917" y="6594974"/>
                <a:ext cx="168190" cy="167419"/>
              </a:xfrm>
              <a:custGeom>
                <a:avLst/>
                <a:gdLst>
                  <a:gd name="T0" fmla="*/ 0 w 133"/>
                  <a:gd name="T1" fmla="*/ 0 h 133"/>
                  <a:gd name="T2" fmla="*/ 0 w 133"/>
                  <a:gd name="T3" fmla="*/ 0 h 133"/>
                  <a:gd name="T4" fmla="*/ 132 w 133"/>
                  <a:gd name="T5" fmla="*/ 133 h 133"/>
                  <a:gd name="T6" fmla="*/ 133 w 133"/>
                  <a:gd name="T7" fmla="*/ 133 h 133"/>
                  <a:gd name="T8" fmla="*/ 0 w 133"/>
                  <a:gd name="T9" fmla="*/ 0 h 133"/>
                </a:gdLst>
                <a:ahLst/>
                <a:cxnLst>
                  <a:cxn ang="0">
                    <a:pos x="T0" y="T1"/>
                  </a:cxn>
                  <a:cxn ang="0">
                    <a:pos x="T2" y="T3"/>
                  </a:cxn>
                  <a:cxn ang="0">
                    <a:pos x="T4" y="T5"/>
                  </a:cxn>
                  <a:cxn ang="0">
                    <a:pos x="T6" y="T7"/>
                  </a:cxn>
                  <a:cxn ang="0">
                    <a:pos x="T8" y="T9"/>
                  </a:cxn>
                </a:cxnLst>
                <a:rect l="0" t="0" r="r" b="b"/>
                <a:pathLst>
                  <a:path w="133" h="133">
                    <a:moveTo>
                      <a:pt x="0" y="0"/>
                    </a:moveTo>
                    <a:cubicBezTo>
                      <a:pt x="0" y="0"/>
                      <a:pt x="0" y="0"/>
                      <a:pt x="0" y="0"/>
                    </a:cubicBezTo>
                    <a:cubicBezTo>
                      <a:pt x="132" y="133"/>
                      <a:pt x="132" y="133"/>
                      <a:pt x="132" y="133"/>
                    </a:cubicBezTo>
                    <a:cubicBezTo>
                      <a:pt x="132" y="133"/>
                      <a:pt x="132" y="133"/>
                      <a:pt x="133" y="133"/>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55"/>
              <p:cNvSpPr>
                <a:spLocks noEditPoints="1"/>
              </p:cNvSpPr>
              <p:nvPr userDrawn="1"/>
            </p:nvSpPr>
            <p:spPr bwMode="auto">
              <a:xfrm>
                <a:off x="9117961" y="5590461"/>
                <a:ext cx="374185" cy="790032"/>
              </a:xfrm>
              <a:custGeom>
                <a:avLst/>
                <a:gdLst>
                  <a:gd name="T0" fmla="*/ 132 w 297"/>
                  <a:gd name="T1" fmla="*/ 433 h 627"/>
                  <a:gd name="T2" fmla="*/ 107 w 297"/>
                  <a:gd name="T3" fmla="*/ 461 h 627"/>
                  <a:gd name="T4" fmla="*/ 0 w 297"/>
                  <a:gd name="T5" fmla="*/ 529 h 627"/>
                  <a:gd name="T6" fmla="*/ 30 w 297"/>
                  <a:gd name="T7" fmla="*/ 627 h 627"/>
                  <a:gd name="T8" fmla="*/ 179 w 297"/>
                  <a:gd name="T9" fmla="*/ 533 h 627"/>
                  <a:gd name="T10" fmla="*/ 207 w 297"/>
                  <a:gd name="T11" fmla="*/ 503 h 627"/>
                  <a:gd name="T12" fmla="*/ 132 w 297"/>
                  <a:gd name="T13" fmla="*/ 433 h 627"/>
                  <a:gd name="T14" fmla="*/ 197 w 297"/>
                  <a:gd name="T15" fmla="*/ 0 h 627"/>
                  <a:gd name="T16" fmla="*/ 144 w 297"/>
                  <a:gd name="T17" fmla="*/ 46 h 627"/>
                  <a:gd name="T18" fmla="*/ 144 w 297"/>
                  <a:gd name="T19" fmla="*/ 47 h 627"/>
                  <a:gd name="T20" fmla="*/ 122 w 297"/>
                  <a:gd name="T21" fmla="*/ 70 h 627"/>
                  <a:gd name="T22" fmla="*/ 191 w 297"/>
                  <a:gd name="T23" fmla="*/ 244 h 627"/>
                  <a:gd name="T24" fmla="*/ 289 w 297"/>
                  <a:gd name="T25" fmla="*/ 317 h 627"/>
                  <a:gd name="T26" fmla="*/ 283 w 297"/>
                  <a:gd name="T27" fmla="*/ 165 h 627"/>
                  <a:gd name="T28" fmla="*/ 205 w 297"/>
                  <a:gd name="T29" fmla="*/ 10 h 627"/>
                  <a:gd name="T30" fmla="*/ 197 w 297"/>
                  <a:gd name="T31" fmla="*/ 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627">
                    <a:moveTo>
                      <a:pt x="132" y="433"/>
                    </a:moveTo>
                    <a:cubicBezTo>
                      <a:pt x="124" y="443"/>
                      <a:pt x="116" y="452"/>
                      <a:pt x="107" y="461"/>
                    </a:cubicBezTo>
                    <a:cubicBezTo>
                      <a:pt x="76" y="492"/>
                      <a:pt x="39" y="515"/>
                      <a:pt x="0" y="529"/>
                    </a:cubicBezTo>
                    <a:cubicBezTo>
                      <a:pt x="7" y="562"/>
                      <a:pt x="17" y="595"/>
                      <a:pt x="30" y="627"/>
                    </a:cubicBezTo>
                    <a:cubicBezTo>
                      <a:pt x="85" y="608"/>
                      <a:pt x="136" y="577"/>
                      <a:pt x="179" y="533"/>
                    </a:cubicBezTo>
                    <a:cubicBezTo>
                      <a:pt x="189" y="524"/>
                      <a:pt x="198" y="514"/>
                      <a:pt x="207" y="503"/>
                    </a:cubicBezTo>
                    <a:cubicBezTo>
                      <a:pt x="184" y="478"/>
                      <a:pt x="159" y="454"/>
                      <a:pt x="132" y="433"/>
                    </a:cubicBezTo>
                    <a:moveTo>
                      <a:pt x="197" y="0"/>
                    </a:moveTo>
                    <a:cubicBezTo>
                      <a:pt x="179" y="14"/>
                      <a:pt x="161" y="29"/>
                      <a:pt x="144" y="46"/>
                    </a:cubicBezTo>
                    <a:cubicBezTo>
                      <a:pt x="144" y="47"/>
                      <a:pt x="144" y="47"/>
                      <a:pt x="144" y="47"/>
                    </a:cubicBezTo>
                    <a:cubicBezTo>
                      <a:pt x="137" y="54"/>
                      <a:pt x="129" y="62"/>
                      <a:pt x="122" y="70"/>
                    </a:cubicBezTo>
                    <a:cubicBezTo>
                      <a:pt x="165" y="120"/>
                      <a:pt x="188" y="182"/>
                      <a:pt x="191" y="244"/>
                    </a:cubicBezTo>
                    <a:cubicBezTo>
                      <a:pt x="226" y="266"/>
                      <a:pt x="259" y="290"/>
                      <a:pt x="289" y="317"/>
                    </a:cubicBezTo>
                    <a:cubicBezTo>
                      <a:pt x="297" y="267"/>
                      <a:pt x="295" y="215"/>
                      <a:pt x="283" y="165"/>
                    </a:cubicBezTo>
                    <a:cubicBezTo>
                      <a:pt x="250" y="116"/>
                      <a:pt x="224" y="64"/>
                      <a:pt x="205" y="10"/>
                    </a:cubicBezTo>
                    <a:cubicBezTo>
                      <a:pt x="202" y="6"/>
                      <a:pt x="200" y="3"/>
                      <a:pt x="19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56"/>
              <p:cNvSpPr>
                <a:spLocks/>
              </p:cNvSpPr>
              <p:nvPr userDrawn="1"/>
            </p:nvSpPr>
            <p:spPr bwMode="auto">
              <a:xfrm>
                <a:off x="9376419" y="5602806"/>
                <a:ext cx="97983" cy="195194"/>
              </a:xfrm>
              <a:custGeom>
                <a:avLst/>
                <a:gdLst>
                  <a:gd name="T0" fmla="*/ 0 w 78"/>
                  <a:gd name="T1" fmla="*/ 0 h 155"/>
                  <a:gd name="T2" fmla="*/ 78 w 78"/>
                  <a:gd name="T3" fmla="*/ 155 h 155"/>
                  <a:gd name="T4" fmla="*/ 0 w 78"/>
                  <a:gd name="T5" fmla="*/ 0 h 155"/>
                </a:gdLst>
                <a:ahLst/>
                <a:cxnLst>
                  <a:cxn ang="0">
                    <a:pos x="T0" y="T1"/>
                  </a:cxn>
                  <a:cxn ang="0">
                    <a:pos x="T2" y="T3"/>
                  </a:cxn>
                  <a:cxn ang="0">
                    <a:pos x="T4" y="T5"/>
                  </a:cxn>
                </a:cxnLst>
                <a:rect l="0" t="0" r="r" b="b"/>
                <a:pathLst>
                  <a:path w="78" h="155">
                    <a:moveTo>
                      <a:pt x="0" y="0"/>
                    </a:moveTo>
                    <a:cubicBezTo>
                      <a:pt x="19" y="54"/>
                      <a:pt x="45" y="106"/>
                      <a:pt x="78" y="155"/>
                    </a:cubicBezTo>
                    <a:cubicBezTo>
                      <a:pt x="64" y="99"/>
                      <a:pt x="38" y="46"/>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57"/>
              <p:cNvSpPr>
                <a:spLocks/>
              </p:cNvSpPr>
              <p:nvPr userDrawn="1"/>
            </p:nvSpPr>
            <p:spPr bwMode="auto">
              <a:xfrm>
                <a:off x="9284609" y="5897524"/>
                <a:ext cx="197508" cy="326351"/>
              </a:xfrm>
              <a:custGeom>
                <a:avLst/>
                <a:gdLst>
                  <a:gd name="T0" fmla="*/ 59 w 157"/>
                  <a:gd name="T1" fmla="*/ 0 h 259"/>
                  <a:gd name="T2" fmla="*/ 0 w 157"/>
                  <a:gd name="T3" fmla="*/ 189 h 259"/>
                  <a:gd name="T4" fmla="*/ 75 w 157"/>
                  <a:gd name="T5" fmla="*/ 259 h 259"/>
                  <a:gd name="T6" fmla="*/ 157 w 157"/>
                  <a:gd name="T7" fmla="*/ 73 h 259"/>
                  <a:gd name="T8" fmla="*/ 59 w 157"/>
                  <a:gd name="T9" fmla="*/ 0 h 259"/>
                </a:gdLst>
                <a:ahLst/>
                <a:cxnLst>
                  <a:cxn ang="0">
                    <a:pos x="T0" y="T1"/>
                  </a:cxn>
                  <a:cxn ang="0">
                    <a:pos x="T2" y="T3"/>
                  </a:cxn>
                  <a:cxn ang="0">
                    <a:pos x="T4" y="T5"/>
                  </a:cxn>
                  <a:cxn ang="0">
                    <a:pos x="T6" y="T7"/>
                  </a:cxn>
                  <a:cxn ang="0">
                    <a:pos x="T8" y="T9"/>
                  </a:cxn>
                </a:cxnLst>
                <a:rect l="0" t="0" r="r" b="b"/>
                <a:pathLst>
                  <a:path w="157" h="259">
                    <a:moveTo>
                      <a:pt x="59" y="0"/>
                    </a:moveTo>
                    <a:cubicBezTo>
                      <a:pt x="62" y="66"/>
                      <a:pt x="42" y="134"/>
                      <a:pt x="0" y="189"/>
                    </a:cubicBezTo>
                    <a:cubicBezTo>
                      <a:pt x="27" y="210"/>
                      <a:pt x="52" y="234"/>
                      <a:pt x="75" y="259"/>
                    </a:cubicBezTo>
                    <a:cubicBezTo>
                      <a:pt x="119" y="204"/>
                      <a:pt x="147" y="140"/>
                      <a:pt x="157" y="73"/>
                    </a:cubicBezTo>
                    <a:cubicBezTo>
                      <a:pt x="127" y="46"/>
                      <a:pt x="94" y="22"/>
                      <a:pt x="5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58"/>
              <p:cNvSpPr>
                <a:spLocks/>
              </p:cNvSpPr>
              <p:nvPr userDrawn="1"/>
            </p:nvSpPr>
            <p:spPr bwMode="auto">
              <a:xfrm>
                <a:off x="8648109" y="6171413"/>
                <a:ext cx="261544" cy="227597"/>
              </a:xfrm>
              <a:custGeom>
                <a:avLst/>
                <a:gdLst>
                  <a:gd name="T0" fmla="*/ 73 w 208"/>
                  <a:gd name="T1" fmla="*/ 0 h 181"/>
                  <a:gd name="T2" fmla="*/ 72 w 208"/>
                  <a:gd name="T3" fmla="*/ 0 h 181"/>
                  <a:gd name="T4" fmla="*/ 72 w 208"/>
                  <a:gd name="T5" fmla="*/ 0 h 181"/>
                  <a:gd name="T6" fmla="*/ 0 w 208"/>
                  <a:gd name="T7" fmla="*/ 72 h 181"/>
                  <a:gd name="T8" fmla="*/ 208 w 208"/>
                  <a:gd name="T9" fmla="*/ 181 h 181"/>
                  <a:gd name="T10" fmla="*/ 182 w 208"/>
                  <a:gd name="T11" fmla="*/ 69 h 181"/>
                  <a:gd name="T12" fmla="*/ 73 w 208"/>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08" h="181">
                    <a:moveTo>
                      <a:pt x="73" y="0"/>
                    </a:moveTo>
                    <a:cubicBezTo>
                      <a:pt x="72" y="0"/>
                      <a:pt x="72" y="0"/>
                      <a:pt x="72" y="0"/>
                    </a:cubicBezTo>
                    <a:cubicBezTo>
                      <a:pt x="72" y="0"/>
                      <a:pt x="72" y="0"/>
                      <a:pt x="72" y="0"/>
                    </a:cubicBezTo>
                    <a:cubicBezTo>
                      <a:pt x="0" y="72"/>
                      <a:pt x="0" y="72"/>
                      <a:pt x="0" y="72"/>
                    </a:cubicBezTo>
                    <a:cubicBezTo>
                      <a:pt x="59" y="131"/>
                      <a:pt x="132" y="167"/>
                      <a:pt x="208" y="181"/>
                    </a:cubicBezTo>
                    <a:cubicBezTo>
                      <a:pt x="196" y="144"/>
                      <a:pt x="187" y="106"/>
                      <a:pt x="182" y="69"/>
                    </a:cubicBezTo>
                    <a:cubicBezTo>
                      <a:pt x="142" y="55"/>
                      <a:pt x="104" y="32"/>
                      <a:pt x="7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60"/>
              <p:cNvSpPr>
                <a:spLocks/>
              </p:cNvSpPr>
              <p:nvPr userDrawn="1"/>
            </p:nvSpPr>
            <p:spPr bwMode="auto">
              <a:xfrm>
                <a:off x="9280751" y="5566545"/>
                <a:ext cx="85638" cy="81781"/>
              </a:xfrm>
              <a:custGeom>
                <a:avLst/>
                <a:gdLst>
                  <a:gd name="T0" fmla="*/ 50 w 68"/>
                  <a:gd name="T1" fmla="*/ 0 h 65"/>
                  <a:gd name="T2" fmla="*/ 50 w 68"/>
                  <a:gd name="T3" fmla="*/ 0 h 65"/>
                  <a:gd name="T4" fmla="*/ 50 w 68"/>
                  <a:gd name="T5" fmla="*/ 1 h 65"/>
                  <a:gd name="T6" fmla="*/ 0 w 68"/>
                  <a:gd name="T7" fmla="*/ 51 h 65"/>
                  <a:gd name="T8" fmla="*/ 15 w 68"/>
                  <a:gd name="T9" fmla="*/ 65 h 65"/>
                  <a:gd name="T10" fmla="*/ 68 w 68"/>
                  <a:gd name="T11" fmla="*/ 19 h 65"/>
                  <a:gd name="T12" fmla="*/ 50 w 68"/>
                  <a:gd name="T13" fmla="*/ 0 h 65"/>
                </a:gdLst>
                <a:ahLst/>
                <a:cxnLst>
                  <a:cxn ang="0">
                    <a:pos x="T0" y="T1"/>
                  </a:cxn>
                  <a:cxn ang="0">
                    <a:pos x="T2" y="T3"/>
                  </a:cxn>
                  <a:cxn ang="0">
                    <a:pos x="T4" y="T5"/>
                  </a:cxn>
                  <a:cxn ang="0">
                    <a:pos x="T6" y="T7"/>
                  </a:cxn>
                  <a:cxn ang="0">
                    <a:pos x="T8" y="T9"/>
                  </a:cxn>
                  <a:cxn ang="0">
                    <a:pos x="T10" y="T11"/>
                  </a:cxn>
                  <a:cxn ang="0">
                    <a:pos x="T12" y="T13"/>
                  </a:cxn>
                </a:cxnLst>
                <a:rect l="0" t="0" r="r" b="b"/>
                <a:pathLst>
                  <a:path w="68" h="65">
                    <a:moveTo>
                      <a:pt x="50" y="0"/>
                    </a:moveTo>
                    <a:cubicBezTo>
                      <a:pt x="50" y="0"/>
                      <a:pt x="50" y="0"/>
                      <a:pt x="50" y="0"/>
                    </a:cubicBezTo>
                    <a:cubicBezTo>
                      <a:pt x="50" y="0"/>
                      <a:pt x="50" y="0"/>
                      <a:pt x="50" y="1"/>
                    </a:cubicBezTo>
                    <a:cubicBezTo>
                      <a:pt x="0" y="51"/>
                      <a:pt x="0" y="51"/>
                      <a:pt x="0" y="51"/>
                    </a:cubicBezTo>
                    <a:cubicBezTo>
                      <a:pt x="15" y="65"/>
                      <a:pt x="15" y="65"/>
                      <a:pt x="15" y="65"/>
                    </a:cubicBezTo>
                    <a:cubicBezTo>
                      <a:pt x="32" y="48"/>
                      <a:pt x="50" y="33"/>
                      <a:pt x="68" y="19"/>
                    </a:cubicBezTo>
                    <a:cubicBezTo>
                      <a:pt x="62" y="13"/>
                      <a:pt x="57" y="6"/>
                      <a:pt x="5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61"/>
              <p:cNvSpPr>
                <a:spLocks/>
              </p:cNvSpPr>
              <p:nvPr userDrawn="1"/>
            </p:nvSpPr>
            <p:spPr bwMode="auto">
              <a:xfrm>
                <a:off x="9280751" y="5630580"/>
                <a:ext cx="18516" cy="17745"/>
              </a:xfrm>
              <a:custGeom>
                <a:avLst/>
                <a:gdLst>
                  <a:gd name="T0" fmla="*/ 0 w 15"/>
                  <a:gd name="T1" fmla="*/ 0 h 14"/>
                  <a:gd name="T2" fmla="*/ 0 w 15"/>
                  <a:gd name="T3" fmla="*/ 0 h 14"/>
                  <a:gd name="T4" fmla="*/ 15 w 15"/>
                  <a:gd name="T5" fmla="*/ 14 h 14"/>
                  <a:gd name="T6" fmla="*/ 15 w 15"/>
                  <a:gd name="T7" fmla="*/ 14 h 14"/>
                  <a:gd name="T8" fmla="*/ 0 w 15"/>
                  <a:gd name="T9" fmla="*/ 0 h 14"/>
                </a:gdLst>
                <a:ahLst/>
                <a:cxnLst>
                  <a:cxn ang="0">
                    <a:pos x="T0" y="T1"/>
                  </a:cxn>
                  <a:cxn ang="0">
                    <a:pos x="T2" y="T3"/>
                  </a:cxn>
                  <a:cxn ang="0">
                    <a:pos x="T4" y="T5"/>
                  </a:cxn>
                  <a:cxn ang="0">
                    <a:pos x="T6" y="T7"/>
                  </a:cxn>
                  <a:cxn ang="0">
                    <a:pos x="T8" y="T9"/>
                  </a:cxn>
                </a:cxnLst>
                <a:rect l="0" t="0" r="r" b="b"/>
                <a:pathLst>
                  <a:path w="15" h="14">
                    <a:moveTo>
                      <a:pt x="0" y="0"/>
                    </a:moveTo>
                    <a:cubicBezTo>
                      <a:pt x="0" y="0"/>
                      <a:pt x="0" y="0"/>
                      <a:pt x="0" y="0"/>
                    </a:cubicBezTo>
                    <a:cubicBezTo>
                      <a:pt x="15" y="14"/>
                      <a:pt x="15" y="14"/>
                      <a:pt x="15" y="14"/>
                    </a:cubicBezTo>
                    <a:cubicBezTo>
                      <a:pt x="15" y="14"/>
                      <a:pt x="15" y="14"/>
                      <a:pt x="15" y="14"/>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63"/>
              <p:cNvSpPr>
                <a:spLocks/>
              </p:cNvSpPr>
              <p:nvPr userDrawn="1"/>
            </p:nvSpPr>
            <p:spPr bwMode="auto">
              <a:xfrm>
                <a:off x="8496892" y="5785655"/>
                <a:ext cx="159704" cy="303977"/>
              </a:xfrm>
              <a:custGeom>
                <a:avLst/>
                <a:gdLst>
                  <a:gd name="T0" fmla="*/ 127 w 127"/>
                  <a:gd name="T1" fmla="*/ 0 h 241"/>
                  <a:gd name="T2" fmla="*/ 11 w 127"/>
                  <a:gd name="T3" fmla="*/ 39 h 241"/>
                  <a:gd name="T4" fmla="*/ 31 w 127"/>
                  <a:gd name="T5" fmla="*/ 241 h 241"/>
                  <a:gd name="T6" fmla="*/ 124 w 127"/>
                  <a:gd name="T7" fmla="*/ 199 h 241"/>
                  <a:gd name="T8" fmla="*/ 127 w 127"/>
                  <a:gd name="T9" fmla="*/ 0 h 241"/>
                </a:gdLst>
                <a:ahLst/>
                <a:cxnLst>
                  <a:cxn ang="0">
                    <a:pos x="T0" y="T1"/>
                  </a:cxn>
                  <a:cxn ang="0">
                    <a:pos x="T2" y="T3"/>
                  </a:cxn>
                  <a:cxn ang="0">
                    <a:pos x="T4" y="T5"/>
                  </a:cxn>
                  <a:cxn ang="0">
                    <a:pos x="T6" y="T7"/>
                  </a:cxn>
                  <a:cxn ang="0">
                    <a:pos x="T8" y="T9"/>
                  </a:cxn>
                </a:cxnLst>
                <a:rect l="0" t="0" r="r" b="b"/>
                <a:pathLst>
                  <a:path w="127" h="241">
                    <a:moveTo>
                      <a:pt x="127" y="0"/>
                    </a:moveTo>
                    <a:cubicBezTo>
                      <a:pt x="87" y="10"/>
                      <a:pt x="48" y="23"/>
                      <a:pt x="11" y="39"/>
                    </a:cubicBezTo>
                    <a:cubicBezTo>
                      <a:pt x="0" y="106"/>
                      <a:pt x="7" y="177"/>
                      <a:pt x="31" y="241"/>
                    </a:cubicBezTo>
                    <a:cubicBezTo>
                      <a:pt x="61" y="224"/>
                      <a:pt x="92" y="210"/>
                      <a:pt x="124" y="199"/>
                    </a:cubicBezTo>
                    <a:cubicBezTo>
                      <a:pt x="102" y="134"/>
                      <a:pt x="103" y="64"/>
                      <a:pt x="1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64"/>
              <p:cNvSpPr>
                <a:spLocks/>
              </p:cNvSpPr>
              <p:nvPr userDrawn="1"/>
            </p:nvSpPr>
            <p:spPr bwMode="auto">
              <a:xfrm>
                <a:off x="9063955" y="5481678"/>
                <a:ext cx="216796" cy="176677"/>
              </a:xfrm>
              <a:custGeom>
                <a:avLst/>
                <a:gdLst>
                  <a:gd name="T0" fmla="*/ 54 w 172"/>
                  <a:gd name="T1" fmla="*/ 0 h 140"/>
                  <a:gd name="T2" fmla="*/ 0 w 172"/>
                  <a:gd name="T3" fmla="*/ 60 h 140"/>
                  <a:gd name="T4" fmla="*/ 150 w 172"/>
                  <a:gd name="T5" fmla="*/ 140 h 140"/>
                  <a:gd name="T6" fmla="*/ 150 w 172"/>
                  <a:gd name="T7" fmla="*/ 140 h 140"/>
                  <a:gd name="T8" fmla="*/ 150 w 172"/>
                  <a:gd name="T9" fmla="*/ 140 h 140"/>
                  <a:gd name="T10" fmla="*/ 172 w 172"/>
                  <a:gd name="T11" fmla="*/ 118 h 140"/>
                  <a:gd name="T12" fmla="*/ 54 w 172"/>
                  <a:gd name="T13" fmla="*/ 0 h 140"/>
                </a:gdLst>
                <a:ahLst/>
                <a:cxnLst>
                  <a:cxn ang="0">
                    <a:pos x="T0" y="T1"/>
                  </a:cxn>
                  <a:cxn ang="0">
                    <a:pos x="T2" y="T3"/>
                  </a:cxn>
                  <a:cxn ang="0">
                    <a:pos x="T4" y="T5"/>
                  </a:cxn>
                  <a:cxn ang="0">
                    <a:pos x="T6" y="T7"/>
                  </a:cxn>
                  <a:cxn ang="0">
                    <a:pos x="T8" y="T9"/>
                  </a:cxn>
                  <a:cxn ang="0">
                    <a:pos x="T10" y="T11"/>
                  </a:cxn>
                  <a:cxn ang="0">
                    <a:pos x="T12" y="T13"/>
                  </a:cxn>
                </a:cxnLst>
                <a:rect l="0" t="0" r="r" b="b"/>
                <a:pathLst>
                  <a:path w="172" h="140">
                    <a:moveTo>
                      <a:pt x="54" y="0"/>
                    </a:moveTo>
                    <a:cubicBezTo>
                      <a:pt x="35" y="19"/>
                      <a:pt x="17" y="39"/>
                      <a:pt x="0" y="60"/>
                    </a:cubicBezTo>
                    <a:cubicBezTo>
                      <a:pt x="55" y="71"/>
                      <a:pt x="107" y="97"/>
                      <a:pt x="150" y="140"/>
                    </a:cubicBezTo>
                    <a:cubicBezTo>
                      <a:pt x="150" y="140"/>
                      <a:pt x="150" y="140"/>
                      <a:pt x="150" y="140"/>
                    </a:cubicBezTo>
                    <a:cubicBezTo>
                      <a:pt x="150" y="140"/>
                      <a:pt x="150" y="140"/>
                      <a:pt x="150" y="140"/>
                    </a:cubicBezTo>
                    <a:cubicBezTo>
                      <a:pt x="172" y="118"/>
                      <a:pt x="172" y="118"/>
                      <a:pt x="172" y="118"/>
                    </a:cubicBezTo>
                    <a:cubicBezTo>
                      <a:pt x="54" y="0"/>
                      <a:pt x="54" y="0"/>
                      <a:pt x="5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65"/>
              <p:cNvSpPr>
                <a:spLocks/>
              </p:cNvSpPr>
              <p:nvPr userDrawn="1"/>
            </p:nvSpPr>
            <p:spPr bwMode="auto">
              <a:xfrm>
                <a:off x="9131849" y="5451589"/>
                <a:ext cx="212167" cy="178992"/>
              </a:xfrm>
              <a:custGeom>
                <a:avLst/>
                <a:gdLst>
                  <a:gd name="T0" fmla="*/ 24 w 168"/>
                  <a:gd name="T1" fmla="*/ 0 h 142"/>
                  <a:gd name="T2" fmla="*/ 0 w 168"/>
                  <a:gd name="T3" fmla="*/ 23 h 142"/>
                  <a:gd name="T4" fmla="*/ 0 w 168"/>
                  <a:gd name="T5" fmla="*/ 24 h 142"/>
                  <a:gd name="T6" fmla="*/ 0 w 168"/>
                  <a:gd name="T7" fmla="*/ 24 h 142"/>
                  <a:gd name="T8" fmla="*/ 118 w 168"/>
                  <a:gd name="T9" fmla="*/ 142 h 142"/>
                  <a:gd name="T10" fmla="*/ 168 w 168"/>
                  <a:gd name="T11" fmla="*/ 91 h 142"/>
                  <a:gd name="T12" fmla="*/ 24 w 168"/>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168" h="142">
                    <a:moveTo>
                      <a:pt x="24" y="0"/>
                    </a:moveTo>
                    <a:cubicBezTo>
                      <a:pt x="16" y="8"/>
                      <a:pt x="8" y="15"/>
                      <a:pt x="0" y="23"/>
                    </a:cubicBezTo>
                    <a:cubicBezTo>
                      <a:pt x="0" y="24"/>
                      <a:pt x="0" y="24"/>
                      <a:pt x="0" y="24"/>
                    </a:cubicBezTo>
                    <a:cubicBezTo>
                      <a:pt x="0" y="24"/>
                      <a:pt x="0" y="24"/>
                      <a:pt x="0" y="24"/>
                    </a:cubicBezTo>
                    <a:cubicBezTo>
                      <a:pt x="118" y="142"/>
                      <a:pt x="118" y="142"/>
                      <a:pt x="118" y="142"/>
                    </a:cubicBezTo>
                    <a:cubicBezTo>
                      <a:pt x="168" y="91"/>
                      <a:pt x="168" y="91"/>
                      <a:pt x="168" y="91"/>
                    </a:cubicBezTo>
                    <a:cubicBezTo>
                      <a:pt x="126" y="49"/>
                      <a:pt x="77" y="19"/>
                      <a:pt x="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66"/>
              <p:cNvSpPr>
                <a:spLocks/>
              </p:cNvSpPr>
              <p:nvPr userDrawn="1"/>
            </p:nvSpPr>
            <p:spPr bwMode="auto">
              <a:xfrm>
                <a:off x="9131849" y="5481678"/>
                <a:ext cx="148903" cy="148903"/>
              </a:xfrm>
              <a:custGeom>
                <a:avLst/>
                <a:gdLst>
                  <a:gd name="T0" fmla="*/ 0 w 118"/>
                  <a:gd name="T1" fmla="*/ 0 h 118"/>
                  <a:gd name="T2" fmla="*/ 0 w 118"/>
                  <a:gd name="T3" fmla="*/ 0 h 118"/>
                  <a:gd name="T4" fmla="*/ 118 w 118"/>
                  <a:gd name="T5" fmla="*/ 118 h 118"/>
                  <a:gd name="T6" fmla="*/ 118 w 118"/>
                  <a:gd name="T7" fmla="*/ 118 h 118"/>
                  <a:gd name="T8" fmla="*/ 0 w 118"/>
                  <a:gd name="T9" fmla="*/ 0 h 118"/>
                </a:gdLst>
                <a:ahLst/>
                <a:cxnLst>
                  <a:cxn ang="0">
                    <a:pos x="T0" y="T1"/>
                  </a:cxn>
                  <a:cxn ang="0">
                    <a:pos x="T2" y="T3"/>
                  </a:cxn>
                  <a:cxn ang="0">
                    <a:pos x="T4" y="T5"/>
                  </a:cxn>
                  <a:cxn ang="0">
                    <a:pos x="T6" y="T7"/>
                  </a:cxn>
                  <a:cxn ang="0">
                    <a:pos x="T8" y="T9"/>
                  </a:cxn>
                </a:cxnLst>
                <a:rect l="0" t="0" r="r" b="b"/>
                <a:pathLst>
                  <a:path w="118" h="118">
                    <a:moveTo>
                      <a:pt x="0" y="0"/>
                    </a:moveTo>
                    <a:cubicBezTo>
                      <a:pt x="0" y="0"/>
                      <a:pt x="0" y="0"/>
                      <a:pt x="0" y="0"/>
                    </a:cubicBezTo>
                    <a:cubicBezTo>
                      <a:pt x="118" y="118"/>
                      <a:pt x="118" y="118"/>
                      <a:pt x="118" y="118"/>
                    </a:cubicBezTo>
                    <a:cubicBezTo>
                      <a:pt x="118" y="118"/>
                      <a:pt x="118" y="118"/>
                      <a:pt x="118" y="118"/>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67"/>
              <p:cNvSpPr>
                <a:spLocks/>
              </p:cNvSpPr>
              <p:nvPr userDrawn="1"/>
            </p:nvSpPr>
            <p:spPr bwMode="auto">
              <a:xfrm>
                <a:off x="9252977" y="5630580"/>
                <a:ext cx="27775" cy="27775"/>
              </a:xfrm>
              <a:custGeom>
                <a:avLst/>
                <a:gdLst>
                  <a:gd name="T0" fmla="*/ 22 w 22"/>
                  <a:gd name="T1" fmla="*/ 0 h 22"/>
                  <a:gd name="T2" fmla="*/ 0 w 22"/>
                  <a:gd name="T3" fmla="*/ 22 h 22"/>
                  <a:gd name="T4" fmla="*/ 0 w 22"/>
                  <a:gd name="T5" fmla="*/ 22 h 22"/>
                  <a:gd name="T6" fmla="*/ 22 w 22"/>
                  <a:gd name="T7" fmla="*/ 0 h 22"/>
                  <a:gd name="T8" fmla="*/ 22 w 22"/>
                  <a:gd name="T9" fmla="*/ 0 h 22"/>
                </a:gdLst>
                <a:ahLst/>
                <a:cxnLst>
                  <a:cxn ang="0">
                    <a:pos x="T0" y="T1"/>
                  </a:cxn>
                  <a:cxn ang="0">
                    <a:pos x="T2" y="T3"/>
                  </a:cxn>
                  <a:cxn ang="0">
                    <a:pos x="T4" y="T5"/>
                  </a:cxn>
                  <a:cxn ang="0">
                    <a:pos x="T6" y="T7"/>
                  </a:cxn>
                  <a:cxn ang="0">
                    <a:pos x="T8" y="T9"/>
                  </a:cxn>
                </a:cxnLst>
                <a:rect l="0" t="0" r="r" b="b"/>
                <a:pathLst>
                  <a:path w="22" h="22">
                    <a:moveTo>
                      <a:pt x="22" y="0"/>
                    </a:moveTo>
                    <a:cubicBezTo>
                      <a:pt x="0" y="22"/>
                      <a:pt x="0" y="22"/>
                      <a:pt x="0" y="22"/>
                    </a:cubicBezTo>
                    <a:cubicBezTo>
                      <a:pt x="0" y="22"/>
                      <a:pt x="0" y="22"/>
                      <a:pt x="0" y="22"/>
                    </a:cubicBezTo>
                    <a:cubicBezTo>
                      <a:pt x="22" y="0"/>
                      <a:pt x="22" y="0"/>
                      <a:pt x="22" y="0"/>
                    </a:cubicBezTo>
                    <a:cubicBezTo>
                      <a:pt x="22" y="0"/>
                      <a:pt x="22" y="0"/>
                      <a:pt x="2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68"/>
              <p:cNvSpPr>
                <a:spLocks/>
              </p:cNvSpPr>
              <p:nvPr userDrawn="1"/>
            </p:nvSpPr>
            <p:spPr bwMode="auto">
              <a:xfrm>
                <a:off x="9280751" y="5566545"/>
                <a:ext cx="63264" cy="64036"/>
              </a:xfrm>
              <a:custGeom>
                <a:avLst/>
                <a:gdLst>
                  <a:gd name="T0" fmla="*/ 50 w 50"/>
                  <a:gd name="T1" fmla="*/ 0 h 51"/>
                  <a:gd name="T2" fmla="*/ 0 w 50"/>
                  <a:gd name="T3" fmla="*/ 51 h 51"/>
                  <a:gd name="T4" fmla="*/ 0 w 50"/>
                  <a:gd name="T5" fmla="*/ 51 h 51"/>
                  <a:gd name="T6" fmla="*/ 50 w 50"/>
                  <a:gd name="T7" fmla="*/ 1 h 51"/>
                  <a:gd name="T8" fmla="*/ 50 w 50"/>
                  <a:gd name="T9" fmla="*/ 0 h 51"/>
                </a:gdLst>
                <a:ahLst/>
                <a:cxnLst>
                  <a:cxn ang="0">
                    <a:pos x="T0" y="T1"/>
                  </a:cxn>
                  <a:cxn ang="0">
                    <a:pos x="T2" y="T3"/>
                  </a:cxn>
                  <a:cxn ang="0">
                    <a:pos x="T4" y="T5"/>
                  </a:cxn>
                  <a:cxn ang="0">
                    <a:pos x="T6" y="T7"/>
                  </a:cxn>
                  <a:cxn ang="0">
                    <a:pos x="T8" y="T9"/>
                  </a:cxn>
                </a:cxnLst>
                <a:rect l="0" t="0" r="r" b="b"/>
                <a:pathLst>
                  <a:path w="50" h="51">
                    <a:moveTo>
                      <a:pt x="50" y="0"/>
                    </a:moveTo>
                    <a:cubicBezTo>
                      <a:pt x="0" y="51"/>
                      <a:pt x="0" y="51"/>
                      <a:pt x="0" y="51"/>
                    </a:cubicBezTo>
                    <a:cubicBezTo>
                      <a:pt x="0" y="51"/>
                      <a:pt x="0" y="51"/>
                      <a:pt x="0" y="51"/>
                    </a:cubicBezTo>
                    <a:cubicBezTo>
                      <a:pt x="50" y="1"/>
                      <a:pt x="50" y="1"/>
                      <a:pt x="50" y="1"/>
                    </a:cubicBezTo>
                    <a:cubicBezTo>
                      <a:pt x="50" y="0"/>
                      <a:pt x="50" y="0"/>
                      <a:pt x="5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4" name="Rectangle 69"/>
              <p:cNvSpPr>
                <a:spLocks noChangeArrowheads="1"/>
              </p:cNvSpPr>
              <p:nvPr userDrawn="1"/>
            </p:nvSpPr>
            <p:spPr bwMode="auto">
              <a:xfrm>
                <a:off x="9280751" y="5630580"/>
                <a:ext cx="772" cy="772"/>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5" name="Rectangle 70"/>
              <p:cNvSpPr>
                <a:spLocks noChangeArrowheads="1"/>
              </p:cNvSpPr>
              <p:nvPr userDrawn="1"/>
            </p:nvSpPr>
            <p:spPr bwMode="auto">
              <a:xfrm>
                <a:off x="9280751" y="5630580"/>
                <a:ext cx="772" cy="772"/>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71"/>
              <p:cNvSpPr>
                <a:spLocks/>
              </p:cNvSpPr>
              <p:nvPr userDrawn="1"/>
            </p:nvSpPr>
            <p:spPr bwMode="auto">
              <a:xfrm>
                <a:off x="8648109" y="6171413"/>
                <a:ext cx="90268" cy="90268"/>
              </a:xfrm>
              <a:custGeom>
                <a:avLst/>
                <a:gdLst>
                  <a:gd name="T0" fmla="*/ 72 w 72"/>
                  <a:gd name="T1" fmla="*/ 0 h 72"/>
                  <a:gd name="T2" fmla="*/ 0 w 72"/>
                  <a:gd name="T3" fmla="*/ 72 h 72"/>
                  <a:gd name="T4" fmla="*/ 0 w 72"/>
                  <a:gd name="T5" fmla="*/ 72 h 72"/>
                  <a:gd name="T6" fmla="*/ 72 w 72"/>
                  <a:gd name="T7" fmla="*/ 0 h 72"/>
                  <a:gd name="T8" fmla="*/ 72 w 72"/>
                  <a:gd name="T9" fmla="*/ 0 h 72"/>
                </a:gdLst>
                <a:ahLst/>
                <a:cxnLst>
                  <a:cxn ang="0">
                    <a:pos x="T0" y="T1"/>
                  </a:cxn>
                  <a:cxn ang="0">
                    <a:pos x="T2" y="T3"/>
                  </a:cxn>
                  <a:cxn ang="0">
                    <a:pos x="T4" y="T5"/>
                  </a:cxn>
                  <a:cxn ang="0">
                    <a:pos x="T6" y="T7"/>
                  </a:cxn>
                  <a:cxn ang="0">
                    <a:pos x="T8" y="T9"/>
                  </a:cxn>
                </a:cxnLst>
                <a:rect l="0" t="0" r="r" b="b"/>
                <a:pathLst>
                  <a:path w="72" h="72">
                    <a:moveTo>
                      <a:pt x="72" y="0"/>
                    </a:moveTo>
                    <a:cubicBezTo>
                      <a:pt x="0" y="72"/>
                      <a:pt x="0" y="72"/>
                      <a:pt x="0" y="72"/>
                    </a:cubicBezTo>
                    <a:cubicBezTo>
                      <a:pt x="0" y="72"/>
                      <a:pt x="0" y="72"/>
                      <a:pt x="0" y="72"/>
                    </a:cubicBezTo>
                    <a:cubicBezTo>
                      <a:pt x="72" y="0"/>
                      <a:pt x="72" y="0"/>
                      <a:pt x="72" y="0"/>
                    </a:cubicBezTo>
                    <a:cubicBezTo>
                      <a:pt x="72" y="0"/>
                      <a:pt x="72" y="0"/>
                      <a:pt x="7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74"/>
              <p:cNvSpPr>
                <a:spLocks noEditPoints="1"/>
              </p:cNvSpPr>
              <p:nvPr userDrawn="1"/>
            </p:nvSpPr>
            <p:spPr bwMode="auto">
              <a:xfrm>
                <a:off x="9360217" y="2253657"/>
                <a:ext cx="524631" cy="524630"/>
              </a:xfrm>
              <a:custGeom>
                <a:avLst/>
                <a:gdLst>
                  <a:gd name="T0" fmla="*/ 54 w 416"/>
                  <a:gd name="T1" fmla="*/ 361 h 416"/>
                  <a:gd name="T2" fmla="*/ 0 w 416"/>
                  <a:gd name="T3" fmla="*/ 416 h 416"/>
                  <a:gd name="T4" fmla="*/ 0 w 416"/>
                  <a:gd name="T5" fmla="*/ 416 h 416"/>
                  <a:gd name="T6" fmla="*/ 54 w 416"/>
                  <a:gd name="T7" fmla="*/ 362 h 416"/>
                  <a:gd name="T8" fmla="*/ 54 w 416"/>
                  <a:gd name="T9" fmla="*/ 361 h 416"/>
                  <a:gd name="T10" fmla="*/ 416 w 416"/>
                  <a:gd name="T11" fmla="*/ 0 h 416"/>
                  <a:gd name="T12" fmla="*/ 362 w 416"/>
                  <a:gd name="T13" fmla="*/ 54 h 416"/>
                  <a:gd name="T14" fmla="*/ 362 w 416"/>
                  <a:gd name="T15" fmla="*/ 54 h 416"/>
                  <a:gd name="T16" fmla="*/ 416 w 416"/>
                  <a:gd name="T17" fmla="*/ 0 h 416"/>
                  <a:gd name="T18" fmla="*/ 416 w 416"/>
                  <a:gd name="T19"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6" h="416">
                    <a:moveTo>
                      <a:pt x="54" y="361"/>
                    </a:moveTo>
                    <a:cubicBezTo>
                      <a:pt x="0" y="416"/>
                      <a:pt x="0" y="416"/>
                      <a:pt x="0" y="416"/>
                    </a:cubicBezTo>
                    <a:cubicBezTo>
                      <a:pt x="0" y="416"/>
                      <a:pt x="0" y="416"/>
                      <a:pt x="0" y="416"/>
                    </a:cubicBezTo>
                    <a:cubicBezTo>
                      <a:pt x="54" y="362"/>
                      <a:pt x="54" y="362"/>
                      <a:pt x="54" y="362"/>
                    </a:cubicBezTo>
                    <a:cubicBezTo>
                      <a:pt x="54" y="362"/>
                      <a:pt x="54" y="362"/>
                      <a:pt x="54" y="361"/>
                    </a:cubicBezTo>
                    <a:moveTo>
                      <a:pt x="416" y="0"/>
                    </a:moveTo>
                    <a:cubicBezTo>
                      <a:pt x="362" y="54"/>
                      <a:pt x="362" y="54"/>
                      <a:pt x="362" y="54"/>
                    </a:cubicBezTo>
                    <a:cubicBezTo>
                      <a:pt x="362" y="54"/>
                      <a:pt x="362" y="54"/>
                      <a:pt x="362" y="54"/>
                    </a:cubicBezTo>
                    <a:cubicBezTo>
                      <a:pt x="416" y="0"/>
                      <a:pt x="416" y="0"/>
                      <a:pt x="416" y="0"/>
                    </a:cubicBezTo>
                    <a:cubicBezTo>
                      <a:pt x="416" y="0"/>
                      <a:pt x="416" y="0"/>
                      <a:pt x="41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76"/>
              <p:cNvSpPr>
                <a:spLocks/>
              </p:cNvSpPr>
              <p:nvPr userDrawn="1"/>
            </p:nvSpPr>
            <p:spPr bwMode="auto">
              <a:xfrm>
                <a:off x="10915592" y="2066179"/>
                <a:ext cx="829379" cy="810091"/>
              </a:xfrm>
              <a:custGeom>
                <a:avLst/>
                <a:gdLst>
                  <a:gd name="T0" fmla="*/ 392 w 658"/>
                  <a:gd name="T1" fmla="*/ 0 h 643"/>
                  <a:gd name="T2" fmla="*/ 125 w 658"/>
                  <a:gd name="T3" fmla="*/ 110 h 643"/>
                  <a:gd name="T4" fmla="*/ 21 w 658"/>
                  <a:gd name="T5" fmla="*/ 441 h 643"/>
                  <a:gd name="T6" fmla="*/ 118 w 658"/>
                  <a:gd name="T7" fmla="*/ 635 h 643"/>
                  <a:gd name="T8" fmla="*/ 125 w 658"/>
                  <a:gd name="T9" fmla="*/ 643 h 643"/>
                  <a:gd name="T10" fmla="*/ 126 w 658"/>
                  <a:gd name="T11" fmla="*/ 643 h 643"/>
                  <a:gd name="T12" fmla="*/ 126 w 658"/>
                  <a:gd name="T13" fmla="*/ 643 h 643"/>
                  <a:gd name="T14" fmla="*/ 195 w 658"/>
                  <a:gd name="T15" fmla="*/ 573 h 643"/>
                  <a:gd name="T16" fmla="*/ 195 w 658"/>
                  <a:gd name="T17" fmla="*/ 180 h 643"/>
                  <a:gd name="T18" fmla="*/ 392 w 658"/>
                  <a:gd name="T19" fmla="*/ 98 h 643"/>
                  <a:gd name="T20" fmla="*/ 588 w 658"/>
                  <a:gd name="T21" fmla="*/ 180 h 643"/>
                  <a:gd name="T22" fmla="*/ 589 w 658"/>
                  <a:gd name="T23" fmla="*/ 180 h 643"/>
                  <a:gd name="T24" fmla="*/ 589 w 658"/>
                  <a:gd name="T25" fmla="*/ 180 h 643"/>
                  <a:gd name="T26" fmla="*/ 658 w 658"/>
                  <a:gd name="T27" fmla="*/ 110 h 643"/>
                  <a:gd name="T28" fmla="*/ 392 w 658"/>
                  <a:gd name="T29"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8" h="643">
                    <a:moveTo>
                      <a:pt x="392" y="0"/>
                    </a:moveTo>
                    <a:cubicBezTo>
                      <a:pt x="295" y="0"/>
                      <a:pt x="199" y="37"/>
                      <a:pt x="125" y="110"/>
                    </a:cubicBezTo>
                    <a:cubicBezTo>
                      <a:pt x="35" y="200"/>
                      <a:pt x="0" y="325"/>
                      <a:pt x="21" y="441"/>
                    </a:cubicBezTo>
                    <a:cubicBezTo>
                      <a:pt x="64" y="499"/>
                      <a:pt x="97" y="564"/>
                      <a:pt x="118" y="635"/>
                    </a:cubicBezTo>
                    <a:cubicBezTo>
                      <a:pt x="120" y="638"/>
                      <a:pt x="123" y="640"/>
                      <a:pt x="125" y="643"/>
                    </a:cubicBezTo>
                    <a:cubicBezTo>
                      <a:pt x="126" y="643"/>
                      <a:pt x="126" y="643"/>
                      <a:pt x="126" y="643"/>
                    </a:cubicBezTo>
                    <a:cubicBezTo>
                      <a:pt x="126" y="643"/>
                      <a:pt x="126" y="643"/>
                      <a:pt x="126" y="643"/>
                    </a:cubicBezTo>
                    <a:cubicBezTo>
                      <a:pt x="195" y="573"/>
                      <a:pt x="195" y="573"/>
                      <a:pt x="195" y="573"/>
                    </a:cubicBezTo>
                    <a:cubicBezTo>
                      <a:pt x="87" y="465"/>
                      <a:pt x="87" y="288"/>
                      <a:pt x="195" y="180"/>
                    </a:cubicBezTo>
                    <a:cubicBezTo>
                      <a:pt x="249" y="126"/>
                      <a:pt x="321" y="98"/>
                      <a:pt x="392" y="98"/>
                    </a:cubicBezTo>
                    <a:cubicBezTo>
                      <a:pt x="463" y="98"/>
                      <a:pt x="534" y="126"/>
                      <a:pt x="588" y="180"/>
                    </a:cubicBezTo>
                    <a:cubicBezTo>
                      <a:pt x="589" y="180"/>
                      <a:pt x="589" y="180"/>
                      <a:pt x="589" y="180"/>
                    </a:cubicBezTo>
                    <a:cubicBezTo>
                      <a:pt x="589" y="180"/>
                      <a:pt x="589" y="180"/>
                      <a:pt x="589" y="180"/>
                    </a:cubicBezTo>
                    <a:cubicBezTo>
                      <a:pt x="658" y="110"/>
                      <a:pt x="658" y="110"/>
                      <a:pt x="658" y="110"/>
                    </a:cubicBezTo>
                    <a:cubicBezTo>
                      <a:pt x="585" y="37"/>
                      <a:pt x="488" y="0"/>
                      <a:pt x="39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77"/>
              <p:cNvSpPr>
                <a:spLocks noEditPoints="1"/>
              </p:cNvSpPr>
              <p:nvPr userDrawn="1"/>
            </p:nvSpPr>
            <p:spPr bwMode="auto">
              <a:xfrm>
                <a:off x="11074525" y="2205052"/>
                <a:ext cx="670447" cy="671218"/>
              </a:xfrm>
              <a:custGeom>
                <a:avLst/>
                <a:gdLst>
                  <a:gd name="T0" fmla="*/ 69 w 532"/>
                  <a:gd name="T1" fmla="*/ 463 h 533"/>
                  <a:gd name="T2" fmla="*/ 0 w 532"/>
                  <a:gd name="T3" fmla="*/ 533 h 533"/>
                  <a:gd name="T4" fmla="*/ 0 w 532"/>
                  <a:gd name="T5" fmla="*/ 533 h 533"/>
                  <a:gd name="T6" fmla="*/ 69 w 532"/>
                  <a:gd name="T7" fmla="*/ 463 h 533"/>
                  <a:gd name="T8" fmla="*/ 69 w 532"/>
                  <a:gd name="T9" fmla="*/ 463 h 533"/>
                  <a:gd name="T10" fmla="*/ 532 w 532"/>
                  <a:gd name="T11" fmla="*/ 0 h 533"/>
                  <a:gd name="T12" fmla="*/ 463 w 532"/>
                  <a:gd name="T13" fmla="*/ 70 h 533"/>
                  <a:gd name="T14" fmla="*/ 463 w 532"/>
                  <a:gd name="T15" fmla="*/ 70 h 533"/>
                  <a:gd name="T16" fmla="*/ 532 w 532"/>
                  <a:gd name="T17" fmla="*/ 0 h 533"/>
                  <a:gd name="T18" fmla="*/ 532 w 532"/>
                  <a:gd name="T19" fmla="*/ 0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2" h="533">
                    <a:moveTo>
                      <a:pt x="69" y="463"/>
                    </a:moveTo>
                    <a:cubicBezTo>
                      <a:pt x="0" y="533"/>
                      <a:pt x="0" y="533"/>
                      <a:pt x="0" y="533"/>
                    </a:cubicBezTo>
                    <a:cubicBezTo>
                      <a:pt x="0" y="533"/>
                      <a:pt x="0" y="533"/>
                      <a:pt x="0" y="533"/>
                    </a:cubicBezTo>
                    <a:cubicBezTo>
                      <a:pt x="69" y="463"/>
                      <a:pt x="69" y="463"/>
                      <a:pt x="69" y="463"/>
                    </a:cubicBezTo>
                    <a:cubicBezTo>
                      <a:pt x="69" y="463"/>
                      <a:pt x="69" y="463"/>
                      <a:pt x="69" y="463"/>
                    </a:cubicBezTo>
                    <a:moveTo>
                      <a:pt x="532" y="0"/>
                    </a:moveTo>
                    <a:cubicBezTo>
                      <a:pt x="463" y="70"/>
                      <a:pt x="463" y="70"/>
                      <a:pt x="463" y="70"/>
                    </a:cubicBezTo>
                    <a:cubicBezTo>
                      <a:pt x="463" y="70"/>
                      <a:pt x="463" y="70"/>
                      <a:pt x="463" y="70"/>
                    </a:cubicBezTo>
                    <a:cubicBezTo>
                      <a:pt x="532" y="0"/>
                      <a:pt x="532" y="0"/>
                      <a:pt x="532" y="0"/>
                    </a:cubicBezTo>
                    <a:cubicBezTo>
                      <a:pt x="532" y="0"/>
                      <a:pt x="532" y="0"/>
                      <a:pt x="53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78"/>
              <p:cNvSpPr>
                <a:spLocks/>
              </p:cNvSpPr>
              <p:nvPr userDrawn="1"/>
            </p:nvSpPr>
            <p:spPr bwMode="auto">
              <a:xfrm>
                <a:off x="10427995" y="2332352"/>
                <a:ext cx="665818" cy="1063148"/>
              </a:xfrm>
              <a:custGeom>
                <a:avLst/>
                <a:gdLst>
                  <a:gd name="T0" fmla="*/ 27 w 528"/>
                  <a:gd name="T1" fmla="*/ 0 h 844"/>
                  <a:gd name="T2" fmla="*/ 0 w 528"/>
                  <a:gd name="T3" fmla="*/ 154 h 844"/>
                  <a:gd name="T4" fmla="*/ 372 w 528"/>
                  <a:gd name="T5" fmla="*/ 590 h 844"/>
                  <a:gd name="T6" fmla="*/ 312 w 528"/>
                  <a:gd name="T7" fmla="*/ 811 h 844"/>
                  <a:gd name="T8" fmla="*/ 363 w 528"/>
                  <a:gd name="T9" fmla="*/ 844 h 844"/>
                  <a:gd name="T10" fmla="*/ 518 w 528"/>
                  <a:gd name="T11" fmla="*/ 699 h 844"/>
                  <a:gd name="T12" fmla="*/ 528 w 528"/>
                  <a:gd name="T13" fmla="*/ 590 h 844"/>
                  <a:gd name="T14" fmla="*/ 505 w 528"/>
                  <a:gd name="T15" fmla="*/ 424 h 844"/>
                  <a:gd name="T16" fmla="*/ 408 w 528"/>
                  <a:gd name="T17" fmla="*/ 230 h 844"/>
                  <a:gd name="T18" fmla="*/ 27 w 528"/>
                  <a:gd name="T19" fmla="*/ 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8" h="844">
                    <a:moveTo>
                      <a:pt x="27" y="0"/>
                    </a:moveTo>
                    <a:cubicBezTo>
                      <a:pt x="12" y="51"/>
                      <a:pt x="3" y="102"/>
                      <a:pt x="0" y="154"/>
                    </a:cubicBezTo>
                    <a:cubicBezTo>
                      <a:pt x="210" y="187"/>
                      <a:pt x="372" y="370"/>
                      <a:pt x="372" y="590"/>
                    </a:cubicBezTo>
                    <a:cubicBezTo>
                      <a:pt x="372" y="670"/>
                      <a:pt x="350" y="746"/>
                      <a:pt x="312" y="811"/>
                    </a:cubicBezTo>
                    <a:cubicBezTo>
                      <a:pt x="329" y="823"/>
                      <a:pt x="345" y="834"/>
                      <a:pt x="363" y="844"/>
                    </a:cubicBezTo>
                    <a:cubicBezTo>
                      <a:pt x="407" y="788"/>
                      <a:pt x="459" y="739"/>
                      <a:pt x="518" y="699"/>
                    </a:cubicBezTo>
                    <a:cubicBezTo>
                      <a:pt x="525" y="663"/>
                      <a:pt x="528" y="627"/>
                      <a:pt x="528" y="590"/>
                    </a:cubicBezTo>
                    <a:cubicBezTo>
                      <a:pt x="528" y="532"/>
                      <a:pt x="520" y="477"/>
                      <a:pt x="505" y="424"/>
                    </a:cubicBezTo>
                    <a:cubicBezTo>
                      <a:pt x="452" y="368"/>
                      <a:pt x="420" y="301"/>
                      <a:pt x="408" y="230"/>
                    </a:cubicBezTo>
                    <a:cubicBezTo>
                      <a:pt x="317" y="110"/>
                      <a:pt x="182" y="25"/>
                      <a:pt x="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79"/>
              <p:cNvSpPr>
                <a:spLocks/>
              </p:cNvSpPr>
              <p:nvPr userDrawn="1"/>
            </p:nvSpPr>
            <p:spPr bwMode="auto">
              <a:xfrm>
                <a:off x="10885504" y="3213423"/>
                <a:ext cx="195194" cy="236855"/>
              </a:xfrm>
              <a:custGeom>
                <a:avLst/>
                <a:gdLst>
                  <a:gd name="T0" fmla="*/ 155 w 155"/>
                  <a:gd name="T1" fmla="*/ 0 h 188"/>
                  <a:gd name="T2" fmla="*/ 0 w 155"/>
                  <a:gd name="T3" fmla="*/ 145 h 188"/>
                  <a:gd name="T4" fmla="*/ 85 w 155"/>
                  <a:gd name="T5" fmla="*/ 188 h 188"/>
                  <a:gd name="T6" fmla="*/ 155 w 155"/>
                  <a:gd name="T7" fmla="*/ 0 h 188"/>
                </a:gdLst>
                <a:ahLst/>
                <a:cxnLst>
                  <a:cxn ang="0">
                    <a:pos x="T0" y="T1"/>
                  </a:cxn>
                  <a:cxn ang="0">
                    <a:pos x="T2" y="T3"/>
                  </a:cxn>
                  <a:cxn ang="0">
                    <a:pos x="T4" y="T5"/>
                  </a:cxn>
                  <a:cxn ang="0">
                    <a:pos x="T6" y="T7"/>
                  </a:cxn>
                </a:cxnLst>
                <a:rect l="0" t="0" r="r" b="b"/>
                <a:pathLst>
                  <a:path w="155" h="188">
                    <a:moveTo>
                      <a:pt x="155" y="0"/>
                    </a:moveTo>
                    <a:cubicBezTo>
                      <a:pt x="96" y="40"/>
                      <a:pt x="44" y="89"/>
                      <a:pt x="0" y="145"/>
                    </a:cubicBezTo>
                    <a:cubicBezTo>
                      <a:pt x="27" y="161"/>
                      <a:pt x="56" y="176"/>
                      <a:pt x="85" y="188"/>
                    </a:cubicBezTo>
                    <a:cubicBezTo>
                      <a:pt x="119" y="131"/>
                      <a:pt x="143" y="67"/>
                      <a:pt x="15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80"/>
              <p:cNvSpPr>
                <a:spLocks/>
              </p:cNvSpPr>
              <p:nvPr userDrawn="1"/>
            </p:nvSpPr>
            <p:spPr bwMode="auto">
              <a:xfrm>
                <a:off x="10941824" y="2621670"/>
                <a:ext cx="122671" cy="244571"/>
              </a:xfrm>
              <a:custGeom>
                <a:avLst/>
                <a:gdLst>
                  <a:gd name="T0" fmla="*/ 0 w 97"/>
                  <a:gd name="T1" fmla="*/ 0 h 194"/>
                  <a:gd name="T2" fmla="*/ 97 w 97"/>
                  <a:gd name="T3" fmla="*/ 194 h 194"/>
                  <a:gd name="T4" fmla="*/ 0 w 97"/>
                  <a:gd name="T5" fmla="*/ 0 h 194"/>
                </a:gdLst>
                <a:ahLst/>
                <a:cxnLst>
                  <a:cxn ang="0">
                    <a:pos x="T0" y="T1"/>
                  </a:cxn>
                  <a:cxn ang="0">
                    <a:pos x="T2" y="T3"/>
                  </a:cxn>
                  <a:cxn ang="0">
                    <a:pos x="T4" y="T5"/>
                  </a:cxn>
                </a:cxnLst>
                <a:rect l="0" t="0" r="r" b="b"/>
                <a:pathLst>
                  <a:path w="97" h="194">
                    <a:moveTo>
                      <a:pt x="0" y="0"/>
                    </a:moveTo>
                    <a:cubicBezTo>
                      <a:pt x="12" y="71"/>
                      <a:pt x="44" y="138"/>
                      <a:pt x="97" y="194"/>
                    </a:cubicBezTo>
                    <a:cubicBezTo>
                      <a:pt x="76" y="123"/>
                      <a:pt x="43" y="58"/>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81"/>
              <p:cNvSpPr>
                <a:spLocks noEditPoints="1"/>
              </p:cNvSpPr>
              <p:nvPr userDrawn="1"/>
            </p:nvSpPr>
            <p:spPr bwMode="auto">
              <a:xfrm>
                <a:off x="10340814" y="3581435"/>
                <a:ext cx="388073" cy="245342"/>
              </a:xfrm>
              <a:custGeom>
                <a:avLst/>
                <a:gdLst>
                  <a:gd name="T0" fmla="*/ 19 w 308"/>
                  <a:gd name="T1" fmla="*/ 39 h 195"/>
                  <a:gd name="T2" fmla="*/ 0 w 308"/>
                  <a:gd name="T3" fmla="*/ 39 h 195"/>
                  <a:gd name="T4" fmla="*/ 0 w 308"/>
                  <a:gd name="T5" fmla="*/ 39 h 195"/>
                  <a:gd name="T6" fmla="*/ 0 w 308"/>
                  <a:gd name="T7" fmla="*/ 39 h 195"/>
                  <a:gd name="T8" fmla="*/ 0 w 308"/>
                  <a:gd name="T9" fmla="*/ 195 h 195"/>
                  <a:gd name="T10" fmla="*/ 66 w 308"/>
                  <a:gd name="T11" fmla="*/ 192 h 195"/>
                  <a:gd name="T12" fmla="*/ 66 w 308"/>
                  <a:gd name="T13" fmla="*/ 181 h 195"/>
                  <a:gd name="T14" fmla="*/ 66 w 308"/>
                  <a:gd name="T15" fmla="*/ 181 h 195"/>
                  <a:gd name="T16" fmla="*/ 19 w 308"/>
                  <a:gd name="T17" fmla="*/ 39 h 195"/>
                  <a:gd name="T18" fmla="*/ 182 w 308"/>
                  <a:gd name="T19" fmla="*/ 0 h 195"/>
                  <a:gd name="T20" fmla="*/ 112 w 308"/>
                  <a:gd name="T21" fmla="*/ 25 h 195"/>
                  <a:gd name="T22" fmla="*/ 152 w 308"/>
                  <a:gd name="T23" fmla="*/ 176 h 195"/>
                  <a:gd name="T24" fmla="*/ 299 w 308"/>
                  <a:gd name="T25" fmla="*/ 115 h 195"/>
                  <a:gd name="T26" fmla="*/ 308 w 308"/>
                  <a:gd name="T27" fmla="*/ 86 h 195"/>
                  <a:gd name="T28" fmla="*/ 182 w 308"/>
                  <a:gd name="T29"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8" h="195">
                    <a:moveTo>
                      <a:pt x="19" y="39"/>
                    </a:moveTo>
                    <a:cubicBezTo>
                      <a:pt x="13" y="39"/>
                      <a:pt x="7" y="39"/>
                      <a:pt x="0" y="39"/>
                    </a:cubicBezTo>
                    <a:cubicBezTo>
                      <a:pt x="0" y="39"/>
                      <a:pt x="0" y="39"/>
                      <a:pt x="0" y="39"/>
                    </a:cubicBezTo>
                    <a:cubicBezTo>
                      <a:pt x="0" y="39"/>
                      <a:pt x="0" y="39"/>
                      <a:pt x="0" y="39"/>
                    </a:cubicBezTo>
                    <a:cubicBezTo>
                      <a:pt x="0" y="195"/>
                      <a:pt x="0" y="195"/>
                      <a:pt x="0" y="195"/>
                    </a:cubicBezTo>
                    <a:cubicBezTo>
                      <a:pt x="22" y="195"/>
                      <a:pt x="44" y="194"/>
                      <a:pt x="66" y="192"/>
                    </a:cubicBezTo>
                    <a:cubicBezTo>
                      <a:pt x="66" y="188"/>
                      <a:pt x="66" y="185"/>
                      <a:pt x="66" y="181"/>
                    </a:cubicBezTo>
                    <a:cubicBezTo>
                      <a:pt x="66" y="181"/>
                      <a:pt x="66" y="181"/>
                      <a:pt x="66" y="181"/>
                    </a:cubicBezTo>
                    <a:cubicBezTo>
                      <a:pt x="66" y="128"/>
                      <a:pt x="48" y="79"/>
                      <a:pt x="19" y="39"/>
                    </a:cubicBezTo>
                    <a:moveTo>
                      <a:pt x="182" y="0"/>
                    </a:moveTo>
                    <a:cubicBezTo>
                      <a:pt x="160" y="10"/>
                      <a:pt x="136" y="18"/>
                      <a:pt x="112" y="25"/>
                    </a:cubicBezTo>
                    <a:cubicBezTo>
                      <a:pt x="137" y="70"/>
                      <a:pt x="151" y="121"/>
                      <a:pt x="152" y="176"/>
                    </a:cubicBezTo>
                    <a:cubicBezTo>
                      <a:pt x="204" y="162"/>
                      <a:pt x="253" y="142"/>
                      <a:pt x="299" y="115"/>
                    </a:cubicBezTo>
                    <a:cubicBezTo>
                      <a:pt x="302" y="105"/>
                      <a:pt x="305" y="96"/>
                      <a:pt x="308" y="86"/>
                    </a:cubicBezTo>
                    <a:cubicBezTo>
                      <a:pt x="264" y="61"/>
                      <a:pt x="222" y="32"/>
                      <a:pt x="18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82"/>
              <p:cNvSpPr>
                <a:spLocks/>
              </p:cNvSpPr>
              <p:nvPr userDrawn="1"/>
            </p:nvSpPr>
            <p:spPr bwMode="auto">
              <a:xfrm>
                <a:off x="10364730" y="3612296"/>
                <a:ext cx="167419" cy="196737"/>
              </a:xfrm>
              <a:custGeom>
                <a:avLst/>
                <a:gdLst>
                  <a:gd name="T0" fmla="*/ 93 w 133"/>
                  <a:gd name="T1" fmla="*/ 0 h 156"/>
                  <a:gd name="T2" fmla="*/ 0 w 133"/>
                  <a:gd name="T3" fmla="*/ 14 h 156"/>
                  <a:gd name="T4" fmla="*/ 47 w 133"/>
                  <a:gd name="T5" fmla="*/ 156 h 156"/>
                  <a:gd name="T6" fmla="*/ 47 w 133"/>
                  <a:gd name="T7" fmla="*/ 156 h 156"/>
                  <a:gd name="T8" fmla="*/ 47 w 133"/>
                  <a:gd name="T9" fmla="*/ 156 h 156"/>
                  <a:gd name="T10" fmla="*/ 110 w 133"/>
                  <a:gd name="T11" fmla="*/ 156 h 156"/>
                  <a:gd name="T12" fmla="*/ 133 w 133"/>
                  <a:gd name="T13" fmla="*/ 151 h 156"/>
                  <a:gd name="T14" fmla="*/ 93 w 133"/>
                  <a:gd name="T15" fmla="*/ 0 h 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56">
                    <a:moveTo>
                      <a:pt x="93" y="0"/>
                    </a:moveTo>
                    <a:cubicBezTo>
                      <a:pt x="63" y="8"/>
                      <a:pt x="32" y="12"/>
                      <a:pt x="0" y="14"/>
                    </a:cubicBezTo>
                    <a:cubicBezTo>
                      <a:pt x="29" y="54"/>
                      <a:pt x="47" y="103"/>
                      <a:pt x="47" y="156"/>
                    </a:cubicBezTo>
                    <a:cubicBezTo>
                      <a:pt x="47" y="156"/>
                      <a:pt x="47" y="156"/>
                      <a:pt x="47" y="156"/>
                    </a:cubicBezTo>
                    <a:cubicBezTo>
                      <a:pt x="47" y="156"/>
                      <a:pt x="47" y="156"/>
                      <a:pt x="47" y="156"/>
                    </a:cubicBezTo>
                    <a:cubicBezTo>
                      <a:pt x="110" y="156"/>
                      <a:pt x="110" y="156"/>
                      <a:pt x="110" y="156"/>
                    </a:cubicBezTo>
                    <a:cubicBezTo>
                      <a:pt x="118" y="155"/>
                      <a:pt x="125" y="153"/>
                      <a:pt x="133" y="151"/>
                    </a:cubicBezTo>
                    <a:cubicBezTo>
                      <a:pt x="132" y="96"/>
                      <a:pt x="118" y="45"/>
                      <a:pt x="9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83"/>
              <p:cNvSpPr>
                <a:spLocks/>
              </p:cNvSpPr>
              <p:nvPr userDrawn="1"/>
            </p:nvSpPr>
            <p:spPr bwMode="auto">
              <a:xfrm>
                <a:off x="10424137" y="3809032"/>
                <a:ext cx="79466" cy="13887"/>
              </a:xfrm>
              <a:custGeom>
                <a:avLst/>
                <a:gdLst>
                  <a:gd name="T0" fmla="*/ 63 w 63"/>
                  <a:gd name="T1" fmla="*/ 0 h 11"/>
                  <a:gd name="T2" fmla="*/ 0 w 63"/>
                  <a:gd name="T3" fmla="*/ 0 h 11"/>
                  <a:gd name="T4" fmla="*/ 0 w 63"/>
                  <a:gd name="T5" fmla="*/ 11 h 11"/>
                  <a:gd name="T6" fmla="*/ 63 w 63"/>
                  <a:gd name="T7" fmla="*/ 0 h 11"/>
                </a:gdLst>
                <a:ahLst/>
                <a:cxnLst>
                  <a:cxn ang="0">
                    <a:pos x="T0" y="T1"/>
                  </a:cxn>
                  <a:cxn ang="0">
                    <a:pos x="T2" y="T3"/>
                  </a:cxn>
                  <a:cxn ang="0">
                    <a:pos x="T4" y="T5"/>
                  </a:cxn>
                  <a:cxn ang="0">
                    <a:pos x="T6" y="T7"/>
                  </a:cxn>
                </a:cxnLst>
                <a:rect l="0" t="0" r="r" b="b"/>
                <a:pathLst>
                  <a:path w="63" h="11">
                    <a:moveTo>
                      <a:pt x="63" y="0"/>
                    </a:moveTo>
                    <a:cubicBezTo>
                      <a:pt x="0" y="0"/>
                      <a:pt x="0" y="0"/>
                      <a:pt x="0" y="0"/>
                    </a:cubicBezTo>
                    <a:cubicBezTo>
                      <a:pt x="0" y="4"/>
                      <a:pt x="0" y="7"/>
                      <a:pt x="0" y="11"/>
                    </a:cubicBezTo>
                    <a:cubicBezTo>
                      <a:pt x="21" y="8"/>
                      <a:pt x="42" y="5"/>
                      <a:pt x="6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84"/>
              <p:cNvSpPr>
                <a:spLocks/>
              </p:cNvSpPr>
              <p:nvPr userDrawn="1"/>
            </p:nvSpPr>
            <p:spPr bwMode="auto">
              <a:xfrm>
                <a:off x="10424137" y="3809032"/>
                <a:ext cx="79466" cy="0"/>
              </a:xfrm>
              <a:custGeom>
                <a:avLst/>
                <a:gdLst>
                  <a:gd name="T0" fmla="*/ 63 w 63"/>
                  <a:gd name="T1" fmla="*/ 0 w 63"/>
                  <a:gd name="T2" fmla="*/ 0 w 63"/>
                  <a:gd name="T3" fmla="*/ 63 w 63"/>
                  <a:gd name="T4" fmla="*/ 63 w 63"/>
                </a:gdLst>
                <a:ahLst/>
                <a:cxnLst>
                  <a:cxn ang="0">
                    <a:pos x="T0" y="0"/>
                  </a:cxn>
                  <a:cxn ang="0">
                    <a:pos x="T1" y="0"/>
                  </a:cxn>
                  <a:cxn ang="0">
                    <a:pos x="T2" y="0"/>
                  </a:cxn>
                  <a:cxn ang="0">
                    <a:pos x="T3" y="0"/>
                  </a:cxn>
                  <a:cxn ang="0">
                    <a:pos x="T4" y="0"/>
                  </a:cxn>
                </a:cxnLst>
                <a:rect l="0" t="0" r="r" b="b"/>
                <a:pathLst>
                  <a:path w="63">
                    <a:moveTo>
                      <a:pt x="63" y="0"/>
                    </a:moveTo>
                    <a:cubicBezTo>
                      <a:pt x="0" y="0"/>
                      <a:pt x="0" y="0"/>
                      <a:pt x="0" y="0"/>
                    </a:cubicBezTo>
                    <a:cubicBezTo>
                      <a:pt x="0" y="0"/>
                      <a:pt x="0" y="0"/>
                      <a:pt x="0" y="0"/>
                    </a:cubicBezTo>
                    <a:cubicBezTo>
                      <a:pt x="63" y="0"/>
                      <a:pt x="63" y="0"/>
                      <a:pt x="63" y="0"/>
                    </a:cubicBezTo>
                    <a:cubicBezTo>
                      <a:pt x="63" y="0"/>
                      <a:pt x="63" y="0"/>
                      <a:pt x="6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85"/>
              <p:cNvSpPr>
                <a:spLocks/>
              </p:cNvSpPr>
              <p:nvPr userDrawn="1"/>
            </p:nvSpPr>
            <p:spPr bwMode="auto">
              <a:xfrm>
                <a:off x="10718084" y="3689447"/>
                <a:ext cx="36261" cy="36261"/>
              </a:xfrm>
              <a:custGeom>
                <a:avLst/>
                <a:gdLst>
                  <a:gd name="T0" fmla="*/ 9 w 29"/>
                  <a:gd name="T1" fmla="*/ 0 h 29"/>
                  <a:gd name="T2" fmla="*/ 0 w 29"/>
                  <a:gd name="T3" fmla="*/ 29 h 29"/>
                  <a:gd name="T4" fmla="*/ 29 w 29"/>
                  <a:gd name="T5" fmla="*/ 11 h 29"/>
                  <a:gd name="T6" fmla="*/ 9 w 29"/>
                  <a:gd name="T7" fmla="*/ 0 h 29"/>
                </a:gdLst>
                <a:ahLst/>
                <a:cxnLst>
                  <a:cxn ang="0">
                    <a:pos x="T0" y="T1"/>
                  </a:cxn>
                  <a:cxn ang="0">
                    <a:pos x="T2" y="T3"/>
                  </a:cxn>
                  <a:cxn ang="0">
                    <a:pos x="T4" y="T5"/>
                  </a:cxn>
                  <a:cxn ang="0">
                    <a:pos x="T6" y="T7"/>
                  </a:cxn>
                </a:cxnLst>
                <a:rect l="0" t="0" r="r" b="b"/>
                <a:pathLst>
                  <a:path w="29" h="29">
                    <a:moveTo>
                      <a:pt x="9" y="0"/>
                    </a:moveTo>
                    <a:cubicBezTo>
                      <a:pt x="6" y="10"/>
                      <a:pt x="3" y="19"/>
                      <a:pt x="0" y="29"/>
                    </a:cubicBezTo>
                    <a:cubicBezTo>
                      <a:pt x="10" y="24"/>
                      <a:pt x="20" y="18"/>
                      <a:pt x="29" y="11"/>
                    </a:cubicBezTo>
                    <a:cubicBezTo>
                      <a:pt x="22" y="8"/>
                      <a:pt x="15" y="4"/>
                      <a:pt x="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87"/>
              <p:cNvSpPr>
                <a:spLocks/>
              </p:cNvSpPr>
              <p:nvPr userDrawn="1"/>
            </p:nvSpPr>
            <p:spPr bwMode="auto">
              <a:xfrm>
                <a:off x="9777607" y="3442562"/>
                <a:ext cx="234541" cy="207538"/>
              </a:xfrm>
              <a:custGeom>
                <a:avLst/>
                <a:gdLst>
                  <a:gd name="T0" fmla="*/ 117 w 186"/>
                  <a:gd name="T1" fmla="*/ 0 h 165"/>
                  <a:gd name="T2" fmla="*/ 0 w 186"/>
                  <a:gd name="T3" fmla="*/ 104 h 165"/>
                  <a:gd name="T4" fmla="*/ 62 w 186"/>
                  <a:gd name="T5" fmla="*/ 165 h 165"/>
                  <a:gd name="T6" fmla="*/ 186 w 186"/>
                  <a:gd name="T7" fmla="*/ 64 h 165"/>
                  <a:gd name="T8" fmla="*/ 117 w 186"/>
                  <a:gd name="T9" fmla="*/ 0 h 165"/>
                </a:gdLst>
                <a:ahLst/>
                <a:cxnLst>
                  <a:cxn ang="0">
                    <a:pos x="T0" y="T1"/>
                  </a:cxn>
                  <a:cxn ang="0">
                    <a:pos x="T2" y="T3"/>
                  </a:cxn>
                  <a:cxn ang="0">
                    <a:pos x="T4" y="T5"/>
                  </a:cxn>
                  <a:cxn ang="0">
                    <a:pos x="T6" y="T7"/>
                  </a:cxn>
                  <a:cxn ang="0">
                    <a:pos x="T8" y="T9"/>
                  </a:cxn>
                </a:cxnLst>
                <a:rect l="0" t="0" r="r" b="b"/>
                <a:pathLst>
                  <a:path w="186" h="165">
                    <a:moveTo>
                      <a:pt x="117" y="0"/>
                    </a:moveTo>
                    <a:cubicBezTo>
                      <a:pt x="70" y="25"/>
                      <a:pt x="30" y="61"/>
                      <a:pt x="0" y="104"/>
                    </a:cubicBezTo>
                    <a:cubicBezTo>
                      <a:pt x="19" y="126"/>
                      <a:pt x="40" y="146"/>
                      <a:pt x="62" y="165"/>
                    </a:cubicBezTo>
                    <a:cubicBezTo>
                      <a:pt x="91" y="119"/>
                      <a:pt x="134" y="83"/>
                      <a:pt x="186" y="64"/>
                    </a:cubicBezTo>
                    <a:cubicBezTo>
                      <a:pt x="161" y="45"/>
                      <a:pt x="138" y="24"/>
                      <a:pt x="11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88"/>
              <p:cNvSpPr>
                <a:spLocks/>
              </p:cNvSpPr>
              <p:nvPr userDrawn="1"/>
            </p:nvSpPr>
            <p:spPr bwMode="auto">
              <a:xfrm>
                <a:off x="9612503" y="2414904"/>
                <a:ext cx="391930" cy="471396"/>
              </a:xfrm>
              <a:custGeom>
                <a:avLst/>
                <a:gdLst>
                  <a:gd name="T0" fmla="*/ 292 w 311"/>
                  <a:gd name="T1" fmla="*/ 0 h 374"/>
                  <a:gd name="T2" fmla="*/ 223 w 311"/>
                  <a:gd name="T3" fmla="*/ 45 h 374"/>
                  <a:gd name="T4" fmla="*/ 162 w 311"/>
                  <a:gd name="T5" fmla="*/ 233 h 374"/>
                  <a:gd name="T6" fmla="*/ 27 w 311"/>
                  <a:gd name="T7" fmla="*/ 296 h 374"/>
                  <a:gd name="T8" fmla="*/ 0 w 311"/>
                  <a:gd name="T9" fmla="*/ 374 h 374"/>
                  <a:gd name="T10" fmla="*/ 8 w 311"/>
                  <a:gd name="T11" fmla="*/ 374 h 374"/>
                  <a:gd name="T12" fmla="*/ 194 w 311"/>
                  <a:gd name="T13" fmla="*/ 308 h 374"/>
                  <a:gd name="T14" fmla="*/ 275 w 311"/>
                  <a:gd name="T15" fmla="*/ 204 h 374"/>
                  <a:gd name="T16" fmla="*/ 292 w 311"/>
                  <a:gd name="T17" fmla="*/ 0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1" h="374">
                    <a:moveTo>
                      <a:pt x="292" y="0"/>
                    </a:moveTo>
                    <a:cubicBezTo>
                      <a:pt x="268" y="13"/>
                      <a:pt x="245" y="28"/>
                      <a:pt x="223" y="45"/>
                    </a:cubicBezTo>
                    <a:cubicBezTo>
                      <a:pt x="234" y="111"/>
                      <a:pt x="213" y="182"/>
                      <a:pt x="162" y="233"/>
                    </a:cubicBezTo>
                    <a:cubicBezTo>
                      <a:pt x="124" y="271"/>
                      <a:pt x="76" y="292"/>
                      <a:pt x="27" y="296"/>
                    </a:cubicBezTo>
                    <a:cubicBezTo>
                      <a:pt x="16" y="321"/>
                      <a:pt x="7" y="347"/>
                      <a:pt x="0" y="374"/>
                    </a:cubicBezTo>
                    <a:cubicBezTo>
                      <a:pt x="3" y="374"/>
                      <a:pt x="6" y="374"/>
                      <a:pt x="8" y="374"/>
                    </a:cubicBezTo>
                    <a:cubicBezTo>
                      <a:pt x="74" y="374"/>
                      <a:pt x="140" y="352"/>
                      <a:pt x="194" y="308"/>
                    </a:cubicBezTo>
                    <a:cubicBezTo>
                      <a:pt x="216" y="270"/>
                      <a:pt x="243" y="235"/>
                      <a:pt x="275" y="204"/>
                    </a:cubicBezTo>
                    <a:cubicBezTo>
                      <a:pt x="305" y="140"/>
                      <a:pt x="311" y="68"/>
                      <a:pt x="29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89"/>
              <p:cNvSpPr>
                <a:spLocks/>
              </p:cNvSpPr>
              <p:nvPr userDrawn="1"/>
            </p:nvSpPr>
            <p:spPr bwMode="auto">
              <a:xfrm>
                <a:off x="10340814" y="3630041"/>
                <a:ext cx="0" cy="196737"/>
              </a:xfrm>
              <a:custGeom>
                <a:avLst/>
                <a:gdLst>
                  <a:gd name="T0" fmla="*/ 0 h 156"/>
                  <a:gd name="T1" fmla="*/ 156 h 156"/>
                  <a:gd name="T2" fmla="*/ 156 h 156"/>
                  <a:gd name="T3" fmla="*/ 0 h 156"/>
                  <a:gd name="T4" fmla="*/ 0 h 156"/>
                </a:gdLst>
                <a:ahLst/>
                <a:cxnLst>
                  <a:cxn ang="0">
                    <a:pos x="0" y="T0"/>
                  </a:cxn>
                  <a:cxn ang="0">
                    <a:pos x="0" y="T1"/>
                  </a:cxn>
                  <a:cxn ang="0">
                    <a:pos x="0" y="T2"/>
                  </a:cxn>
                  <a:cxn ang="0">
                    <a:pos x="0" y="T3"/>
                  </a:cxn>
                  <a:cxn ang="0">
                    <a:pos x="0" y="T4"/>
                  </a:cxn>
                </a:cxnLst>
                <a:rect l="0" t="0" r="r" b="b"/>
                <a:pathLst>
                  <a:path h="156">
                    <a:moveTo>
                      <a:pt x="0" y="0"/>
                    </a:moveTo>
                    <a:cubicBezTo>
                      <a:pt x="0" y="156"/>
                      <a:pt x="0" y="156"/>
                      <a:pt x="0" y="156"/>
                    </a:cubicBezTo>
                    <a:cubicBezTo>
                      <a:pt x="0" y="156"/>
                      <a:pt x="0" y="156"/>
                      <a:pt x="0" y="156"/>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92"/>
              <p:cNvSpPr>
                <a:spLocks noEditPoints="1"/>
              </p:cNvSpPr>
              <p:nvPr userDrawn="1"/>
            </p:nvSpPr>
            <p:spPr bwMode="auto">
              <a:xfrm>
                <a:off x="10090071" y="1692765"/>
                <a:ext cx="2066118" cy="2165644"/>
              </a:xfrm>
              <a:custGeom>
                <a:avLst/>
                <a:gdLst>
                  <a:gd name="T0" fmla="*/ 1434 w 1639"/>
                  <a:gd name="T1" fmla="*/ 1321 h 1718"/>
                  <a:gd name="T2" fmla="*/ 1009 w 1639"/>
                  <a:gd name="T3" fmla="*/ 1454 h 1718"/>
                  <a:gd name="T4" fmla="*/ 815 w 1639"/>
                  <a:gd name="T5" fmla="*/ 1429 h 1718"/>
                  <a:gd name="T6" fmla="*/ 682 w 1639"/>
                  <a:gd name="T7" fmla="*/ 1663 h 1718"/>
                  <a:gd name="T8" fmla="*/ 1009 w 1639"/>
                  <a:gd name="T9" fmla="*/ 1718 h 1718"/>
                  <a:gd name="T10" fmla="*/ 1639 w 1639"/>
                  <a:gd name="T11" fmla="*/ 1496 h 1718"/>
                  <a:gd name="T12" fmla="*/ 1434 w 1639"/>
                  <a:gd name="T13" fmla="*/ 1321 h 1718"/>
                  <a:gd name="T14" fmla="*/ 199 w 1639"/>
                  <a:gd name="T15" fmla="*/ 656 h 1718"/>
                  <a:gd name="T16" fmla="*/ 199 w 1639"/>
                  <a:gd name="T17" fmla="*/ 657 h 1718"/>
                  <a:gd name="T18" fmla="*/ 3 w 1639"/>
                  <a:gd name="T19" fmla="*/ 703 h 1718"/>
                  <a:gd name="T20" fmla="*/ 297 w 1639"/>
                  <a:gd name="T21" fmla="*/ 1423 h 1718"/>
                  <a:gd name="T22" fmla="*/ 381 w 1639"/>
                  <a:gd name="T23" fmla="*/ 1498 h 1718"/>
                  <a:gd name="T24" fmla="*/ 580 w 1639"/>
                  <a:gd name="T25" fmla="*/ 1318 h 1718"/>
                  <a:gd name="T26" fmla="*/ 484 w 1639"/>
                  <a:gd name="T27" fmla="*/ 1237 h 1718"/>
                  <a:gd name="T28" fmla="*/ 268 w 1639"/>
                  <a:gd name="T29" fmla="*/ 661 h 1718"/>
                  <a:gd name="T30" fmla="*/ 199 w 1639"/>
                  <a:gd name="T31" fmla="*/ 656 h 1718"/>
                  <a:gd name="T32" fmla="*/ 297 w 1639"/>
                  <a:gd name="T33" fmla="*/ 0 h 1718"/>
                  <a:gd name="T34" fmla="*/ 19 w 1639"/>
                  <a:gd name="T35" fmla="*/ 528 h 1718"/>
                  <a:gd name="T36" fmla="*/ 199 w 1639"/>
                  <a:gd name="T37" fmla="*/ 500 h 1718"/>
                  <a:gd name="T38" fmla="*/ 199 w 1639"/>
                  <a:gd name="T39" fmla="*/ 500 h 1718"/>
                  <a:gd name="T40" fmla="*/ 295 w 1639"/>
                  <a:gd name="T41" fmla="*/ 507 h 1718"/>
                  <a:gd name="T42" fmla="*/ 484 w 1639"/>
                  <a:gd name="T43" fmla="*/ 186 h 1718"/>
                  <a:gd name="T44" fmla="*/ 483 w 1639"/>
                  <a:gd name="T45" fmla="*/ 186 h 1718"/>
                  <a:gd name="T46" fmla="*/ 483 w 1639"/>
                  <a:gd name="T47" fmla="*/ 186 h 1718"/>
                  <a:gd name="T48" fmla="*/ 297 w 1639"/>
                  <a:gd name="T49" fmla="*/ 0 h 1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9" h="1718">
                    <a:moveTo>
                      <a:pt x="1434" y="1321"/>
                    </a:moveTo>
                    <a:cubicBezTo>
                      <a:pt x="1306" y="1410"/>
                      <a:pt x="1158" y="1454"/>
                      <a:pt x="1009" y="1454"/>
                    </a:cubicBezTo>
                    <a:cubicBezTo>
                      <a:pt x="944" y="1454"/>
                      <a:pt x="879" y="1446"/>
                      <a:pt x="815" y="1429"/>
                    </a:cubicBezTo>
                    <a:cubicBezTo>
                      <a:pt x="752" y="1493"/>
                      <a:pt x="706" y="1574"/>
                      <a:pt x="682" y="1663"/>
                    </a:cubicBezTo>
                    <a:cubicBezTo>
                      <a:pt x="787" y="1700"/>
                      <a:pt x="898" y="1718"/>
                      <a:pt x="1009" y="1718"/>
                    </a:cubicBezTo>
                    <a:cubicBezTo>
                      <a:pt x="1232" y="1718"/>
                      <a:pt x="1455" y="1644"/>
                      <a:pt x="1639" y="1496"/>
                    </a:cubicBezTo>
                    <a:cubicBezTo>
                      <a:pt x="1587" y="1422"/>
                      <a:pt x="1516" y="1361"/>
                      <a:pt x="1434" y="1321"/>
                    </a:cubicBezTo>
                    <a:moveTo>
                      <a:pt x="199" y="656"/>
                    </a:moveTo>
                    <a:cubicBezTo>
                      <a:pt x="199" y="657"/>
                      <a:pt x="199" y="657"/>
                      <a:pt x="199" y="657"/>
                    </a:cubicBezTo>
                    <a:cubicBezTo>
                      <a:pt x="129" y="657"/>
                      <a:pt x="62" y="673"/>
                      <a:pt x="3" y="703"/>
                    </a:cubicBezTo>
                    <a:cubicBezTo>
                      <a:pt x="0" y="963"/>
                      <a:pt x="99" y="1224"/>
                      <a:pt x="297" y="1423"/>
                    </a:cubicBezTo>
                    <a:cubicBezTo>
                      <a:pt x="324" y="1450"/>
                      <a:pt x="352" y="1475"/>
                      <a:pt x="381" y="1498"/>
                    </a:cubicBezTo>
                    <a:cubicBezTo>
                      <a:pt x="464" y="1460"/>
                      <a:pt x="534" y="1397"/>
                      <a:pt x="580" y="1318"/>
                    </a:cubicBezTo>
                    <a:cubicBezTo>
                      <a:pt x="546" y="1294"/>
                      <a:pt x="514" y="1267"/>
                      <a:pt x="484" y="1237"/>
                    </a:cubicBezTo>
                    <a:cubicBezTo>
                      <a:pt x="326" y="1079"/>
                      <a:pt x="254" y="868"/>
                      <a:pt x="268" y="661"/>
                    </a:cubicBezTo>
                    <a:cubicBezTo>
                      <a:pt x="245" y="658"/>
                      <a:pt x="223" y="656"/>
                      <a:pt x="199" y="656"/>
                    </a:cubicBezTo>
                    <a:moveTo>
                      <a:pt x="297" y="0"/>
                    </a:moveTo>
                    <a:cubicBezTo>
                      <a:pt x="148" y="150"/>
                      <a:pt x="55" y="335"/>
                      <a:pt x="19" y="528"/>
                    </a:cubicBezTo>
                    <a:cubicBezTo>
                      <a:pt x="76" y="510"/>
                      <a:pt x="137" y="500"/>
                      <a:pt x="199" y="500"/>
                    </a:cubicBezTo>
                    <a:cubicBezTo>
                      <a:pt x="199" y="500"/>
                      <a:pt x="199" y="500"/>
                      <a:pt x="199" y="500"/>
                    </a:cubicBezTo>
                    <a:cubicBezTo>
                      <a:pt x="232" y="500"/>
                      <a:pt x="264" y="502"/>
                      <a:pt x="295" y="507"/>
                    </a:cubicBezTo>
                    <a:cubicBezTo>
                      <a:pt x="328" y="390"/>
                      <a:pt x="391" y="279"/>
                      <a:pt x="484" y="186"/>
                    </a:cubicBezTo>
                    <a:cubicBezTo>
                      <a:pt x="483" y="186"/>
                      <a:pt x="483" y="186"/>
                      <a:pt x="483" y="186"/>
                    </a:cubicBezTo>
                    <a:cubicBezTo>
                      <a:pt x="483" y="186"/>
                      <a:pt x="483" y="186"/>
                      <a:pt x="483" y="186"/>
                    </a:cubicBezTo>
                    <a:cubicBezTo>
                      <a:pt x="297" y="0"/>
                      <a:pt x="297" y="0"/>
                      <a:pt x="29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95"/>
              <p:cNvSpPr>
                <a:spLocks/>
              </p:cNvSpPr>
              <p:nvPr userDrawn="1"/>
            </p:nvSpPr>
            <p:spPr bwMode="auto">
              <a:xfrm>
                <a:off x="10728886" y="3395500"/>
                <a:ext cx="263858" cy="307835"/>
              </a:xfrm>
              <a:custGeom>
                <a:avLst/>
                <a:gdLst>
                  <a:gd name="T0" fmla="*/ 124 w 209"/>
                  <a:gd name="T1" fmla="*/ 0 h 244"/>
                  <a:gd name="T2" fmla="*/ 0 w 209"/>
                  <a:gd name="T3" fmla="*/ 233 h 244"/>
                  <a:gd name="T4" fmla="*/ 20 w 209"/>
                  <a:gd name="T5" fmla="*/ 244 h 244"/>
                  <a:gd name="T6" fmla="*/ 209 w 209"/>
                  <a:gd name="T7" fmla="*/ 43 h 244"/>
                  <a:gd name="T8" fmla="*/ 124 w 209"/>
                  <a:gd name="T9" fmla="*/ 0 h 244"/>
                </a:gdLst>
                <a:ahLst/>
                <a:cxnLst>
                  <a:cxn ang="0">
                    <a:pos x="T0" y="T1"/>
                  </a:cxn>
                  <a:cxn ang="0">
                    <a:pos x="T2" y="T3"/>
                  </a:cxn>
                  <a:cxn ang="0">
                    <a:pos x="T4" y="T5"/>
                  </a:cxn>
                  <a:cxn ang="0">
                    <a:pos x="T6" y="T7"/>
                  </a:cxn>
                  <a:cxn ang="0">
                    <a:pos x="T8" y="T9"/>
                  </a:cxn>
                </a:cxnLst>
                <a:rect l="0" t="0" r="r" b="b"/>
                <a:pathLst>
                  <a:path w="209" h="244">
                    <a:moveTo>
                      <a:pt x="124" y="0"/>
                    </a:moveTo>
                    <a:cubicBezTo>
                      <a:pt x="69" y="69"/>
                      <a:pt x="27" y="147"/>
                      <a:pt x="0" y="233"/>
                    </a:cubicBezTo>
                    <a:cubicBezTo>
                      <a:pt x="6" y="237"/>
                      <a:pt x="13" y="241"/>
                      <a:pt x="20" y="244"/>
                    </a:cubicBezTo>
                    <a:cubicBezTo>
                      <a:pt x="98" y="193"/>
                      <a:pt x="163" y="124"/>
                      <a:pt x="209" y="43"/>
                    </a:cubicBezTo>
                    <a:cubicBezTo>
                      <a:pt x="180" y="31"/>
                      <a:pt x="151" y="16"/>
                      <a:pt x="1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96"/>
              <p:cNvSpPr>
                <a:spLocks/>
              </p:cNvSpPr>
              <p:nvPr userDrawn="1"/>
            </p:nvSpPr>
            <p:spPr bwMode="auto">
              <a:xfrm>
                <a:off x="10093929" y="2323094"/>
                <a:ext cx="246885" cy="256143"/>
              </a:xfrm>
              <a:custGeom>
                <a:avLst/>
                <a:gdLst>
                  <a:gd name="T0" fmla="*/ 196 w 196"/>
                  <a:gd name="T1" fmla="*/ 0 h 203"/>
                  <a:gd name="T2" fmla="*/ 16 w 196"/>
                  <a:gd name="T3" fmla="*/ 28 h 203"/>
                  <a:gd name="T4" fmla="*/ 0 w 196"/>
                  <a:gd name="T5" fmla="*/ 203 h 203"/>
                  <a:gd name="T6" fmla="*/ 196 w 196"/>
                  <a:gd name="T7" fmla="*/ 157 h 203"/>
                  <a:gd name="T8" fmla="*/ 196 w 196"/>
                  <a:gd name="T9" fmla="*/ 156 h 203"/>
                  <a:gd name="T10" fmla="*/ 196 w 196"/>
                  <a:gd name="T11" fmla="*/ 156 h 203"/>
                  <a:gd name="T12" fmla="*/ 196 w 196"/>
                  <a:gd name="T13" fmla="*/ 0 h 203"/>
                </a:gdLst>
                <a:ahLst/>
                <a:cxnLst>
                  <a:cxn ang="0">
                    <a:pos x="T0" y="T1"/>
                  </a:cxn>
                  <a:cxn ang="0">
                    <a:pos x="T2" y="T3"/>
                  </a:cxn>
                  <a:cxn ang="0">
                    <a:pos x="T4" y="T5"/>
                  </a:cxn>
                  <a:cxn ang="0">
                    <a:pos x="T6" y="T7"/>
                  </a:cxn>
                  <a:cxn ang="0">
                    <a:pos x="T8" y="T9"/>
                  </a:cxn>
                  <a:cxn ang="0">
                    <a:pos x="T10" y="T11"/>
                  </a:cxn>
                  <a:cxn ang="0">
                    <a:pos x="T12" y="T13"/>
                  </a:cxn>
                </a:cxnLst>
                <a:rect l="0" t="0" r="r" b="b"/>
                <a:pathLst>
                  <a:path w="196" h="203">
                    <a:moveTo>
                      <a:pt x="196" y="0"/>
                    </a:moveTo>
                    <a:cubicBezTo>
                      <a:pt x="134" y="0"/>
                      <a:pt x="73" y="10"/>
                      <a:pt x="16" y="28"/>
                    </a:cubicBezTo>
                    <a:cubicBezTo>
                      <a:pt x="6" y="86"/>
                      <a:pt x="0" y="144"/>
                      <a:pt x="0" y="203"/>
                    </a:cubicBezTo>
                    <a:cubicBezTo>
                      <a:pt x="59" y="173"/>
                      <a:pt x="126" y="157"/>
                      <a:pt x="196" y="157"/>
                    </a:cubicBezTo>
                    <a:cubicBezTo>
                      <a:pt x="196" y="156"/>
                      <a:pt x="196" y="156"/>
                      <a:pt x="196" y="156"/>
                    </a:cubicBezTo>
                    <a:cubicBezTo>
                      <a:pt x="196" y="156"/>
                      <a:pt x="196" y="156"/>
                      <a:pt x="196" y="156"/>
                    </a:cubicBezTo>
                    <a:cubicBezTo>
                      <a:pt x="196" y="0"/>
                      <a:pt x="196" y="0"/>
                      <a:pt x="19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97"/>
              <p:cNvSpPr>
                <a:spLocks/>
              </p:cNvSpPr>
              <p:nvPr userDrawn="1"/>
            </p:nvSpPr>
            <p:spPr bwMode="auto">
              <a:xfrm>
                <a:off x="10340814" y="2323094"/>
                <a:ext cx="0" cy="196737"/>
              </a:xfrm>
              <a:custGeom>
                <a:avLst/>
                <a:gdLst>
                  <a:gd name="T0" fmla="*/ 0 h 156"/>
                  <a:gd name="T1" fmla="*/ 0 h 156"/>
                  <a:gd name="T2" fmla="*/ 156 h 156"/>
                  <a:gd name="T3" fmla="*/ 156 h 156"/>
                  <a:gd name="T4" fmla="*/ 0 h 156"/>
                </a:gdLst>
                <a:ahLst/>
                <a:cxnLst>
                  <a:cxn ang="0">
                    <a:pos x="0" y="T0"/>
                  </a:cxn>
                  <a:cxn ang="0">
                    <a:pos x="0" y="T1"/>
                  </a:cxn>
                  <a:cxn ang="0">
                    <a:pos x="0" y="T2"/>
                  </a:cxn>
                  <a:cxn ang="0">
                    <a:pos x="0" y="T3"/>
                  </a:cxn>
                  <a:cxn ang="0">
                    <a:pos x="0" y="T4"/>
                  </a:cxn>
                </a:cxnLst>
                <a:rect l="0" t="0" r="r" b="b"/>
                <a:pathLst>
                  <a:path h="156">
                    <a:moveTo>
                      <a:pt x="0" y="0"/>
                    </a:moveTo>
                    <a:cubicBezTo>
                      <a:pt x="0" y="0"/>
                      <a:pt x="0" y="0"/>
                      <a:pt x="0" y="0"/>
                    </a:cubicBezTo>
                    <a:cubicBezTo>
                      <a:pt x="0" y="156"/>
                      <a:pt x="0" y="156"/>
                      <a:pt x="0" y="156"/>
                    </a:cubicBezTo>
                    <a:cubicBezTo>
                      <a:pt x="0" y="156"/>
                      <a:pt x="0" y="156"/>
                      <a:pt x="0" y="1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98"/>
              <p:cNvSpPr>
                <a:spLocks/>
              </p:cNvSpPr>
              <p:nvPr userDrawn="1"/>
            </p:nvSpPr>
            <p:spPr bwMode="auto">
              <a:xfrm>
                <a:off x="10464256" y="1692765"/>
                <a:ext cx="234541" cy="234541"/>
              </a:xfrm>
              <a:custGeom>
                <a:avLst/>
                <a:gdLst>
                  <a:gd name="T0" fmla="*/ 0 w 186"/>
                  <a:gd name="T1" fmla="*/ 0 h 186"/>
                  <a:gd name="T2" fmla="*/ 0 w 186"/>
                  <a:gd name="T3" fmla="*/ 0 h 186"/>
                  <a:gd name="T4" fmla="*/ 186 w 186"/>
                  <a:gd name="T5" fmla="*/ 186 h 186"/>
                  <a:gd name="T6" fmla="*/ 186 w 186"/>
                  <a:gd name="T7" fmla="*/ 186 h 186"/>
                  <a:gd name="T8" fmla="*/ 0 w 186"/>
                  <a:gd name="T9" fmla="*/ 0 h 186"/>
                </a:gdLst>
                <a:ahLst/>
                <a:cxnLst>
                  <a:cxn ang="0">
                    <a:pos x="T0" y="T1"/>
                  </a:cxn>
                  <a:cxn ang="0">
                    <a:pos x="T2" y="T3"/>
                  </a:cxn>
                  <a:cxn ang="0">
                    <a:pos x="T4" y="T5"/>
                  </a:cxn>
                  <a:cxn ang="0">
                    <a:pos x="T6" y="T7"/>
                  </a:cxn>
                  <a:cxn ang="0">
                    <a:pos x="T8" y="T9"/>
                  </a:cxn>
                </a:cxnLst>
                <a:rect l="0" t="0" r="r" b="b"/>
                <a:pathLst>
                  <a:path w="186" h="186">
                    <a:moveTo>
                      <a:pt x="0" y="0"/>
                    </a:moveTo>
                    <a:cubicBezTo>
                      <a:pt x="0" y="0"/>
                      <a:pt x="0" y="0"/>
                      <a:pt x="0" y="0"/>
                    </a:cubicBezTo>
                    <a:cubicBezTo>
                      <a:pt x="186" y="186"/>
                      <a:pt x="186" y="186"/>
                      <a:pt x="186" y="186"/>
                    </a:cubicBezTo>
                    <a:cubicBezTo>
                      <a:pt x="186" y="186"/>
                      <a:pt x="186" y="186"/>
                      <a:pt x="186" y="18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99"/>
              <p:cNvSpPr>
                <a:spLocks/>
              </p:cNvSpPr>
              <p:nvPr userDrawn="1"/>
            </p:nvSpPr>
            <p:spPr bwMode="auto">
              <a:xfrm>
                <a:off x="12023489" y="3251998"/>
                <a:ext cx="234541" cy="234541"/>
              </a:xfrm>
              <a:custGeom>
                <a:avLst/>
                <a:gdLst>
                  <a:gd name="T0" fmla="*/ 0 w 186"/>
                  <a:gd name="T1" fmla="*/ 0 h 186"/>
                  <a:gd name="T2" fmla="*/ 0 w 186"/>
                  <a:gd name="T3" fmla="*/ 0 h 186"/>
                  <a:gd name="T4" fmla="*/ 186 w 186"/>
                  <a:gd name="T5" fmla="*/ 186 h 186"/>
                  <a:gd name="T6" fmla="*/ 186 w 186"/>
                  <a:gd name="T7" fmla="*/ 186 h 186"/>
                  <a:gd name="T8" fmla="*/ 0 w 186"/>
                  <a:gd name="T9" fmla="*/ 0 h 186"/>
                </a:gdLst>
                <a:ahLst/>
                <a:cxnLst>
                  <a:cxn ang="0">
                    <a:pos x="T0" y="T1"/>
                  </a:cxn>
                  <a:cxn ang="0">
                    <a:pos x="T2" y="T3"/>
                  </a:cxn>
                  <a:cxn ang="0">
                    <a:pos x="T4" y="T5"/>
                  </a:cxn>
                  <a:cxn ang="0">
                    <a:pos x="T6" y="T7"/>
                  </a:cxn>
                  <a:cxn ang="0">
                    <a:pos x="T8" y="T9"/>
                  </a:cxn>
                </a:cxnLst>
                <a:rect l="0" t="0" r="r" b="b"/>
                <a:pathLst>
                  <a:path w="186" h="186">
                    <a:moveTo>
                      <a:pt x="0" y="0"/>
                    </a:moveTo>
                    <a:cubicBezTo>
                      <a:pt x="0" y="0"/>
                      <a:pt x="0" y="0"/>
                      <a:pt x="0" y="0"/>
                    </a:cubicBezTo>
                    <a:cubicBezTo>
                      <a:pt x="186" y="186"/>
                      <a:pt x="186" y="186"/>
                      <a:pt x="186" y="186"/>
                    </a:cubicBezTo>
                    <a:cubicBezTo>
                      <a:pt x="186" y="186"/>
                      <a:pt x="186" y="186"/>
                      <a:pt x="186" y="18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108883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_Standard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a:ln w="28575">
            <a:noFill/>
          </a:ln>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FFBE4F-D559-476D-AEE3-28F000B7084D}" type="slidenum">
              <a:rPr lang="en-US" smtClean="0"/>
              <a:pPr/>
              <a:t>‹#›</a:t>
            </a:fld>
            <a:endParaRPr lang="en-US"/>
          </a:p>
        </p:txBody>
      </p:sp>
      <p:sp>
        <p:nvSpPr>
          <p:cNvPr id="125" name="Title 1"/>
          <p:cNvSpPr>
            <a:spLocks noGrp="1"/>
          </p:cNvSpPr>
          <p:nvPr>
            <p:ph type="title"/>
          </p:nvPr>
        </p:nvSpPr>
        <p:spPr>
          <a:xfrm>
            <a:off x="838200" y="620541"/>
            <a:ext cx="10515600" cy="839840"/>
          </a:xfrm>
        </p:spPr>
        <p:txBody>
          <a:bodyPr>
            <a:normAutofit/>
          </a:bodyPr>
          <a:lstStyle>
            <a:lvl1pPr algn="ctr">
              <a:defRPr sz="4800"/>
            </a:lvl1pPr>
          </a:lstStyle>
          <a:p>
            <a:r>
              <a:rPr lang="en-US"/>
              <a:t>Click to edit Master title style</a:t>
            </a:r>
          </a:p>
        </p:txBody>
      </p:sp>
      <p:sp>
        <p:nvSpPr>
          <p:cNvPr id="126" name="Text Placeholder 6"/>
          <p:cNvSpPr>
            <a:spLocks noGrp="1"/>
          </p:cNvSpPr>
          <p:nvPr>
            <p:ph type="body" sz="quarter" idx="13"/>
          </p:nvPr>
        </p:nvSpPr>
        <p:spPr>
          <a:xfrm>
            <a:off x="838200" y="1413628"/>
            <a:ext cx="10515600" cy="266700"/>
          </a:xfrm>
        </p:spPr>
        <p:txBody>
          <a:bodyPr>
            <a:noAutofit/>
          </a:bodyPr>
          <a:lstStyle>
            <a:lvl1pPr marL="0" indent="0" algn="ctr">
              <a:buNone/>
              <a:defRPr sz="1400">
                <a:solidFill>
                  <a:schemeClr val="tx1">
                    <a:lumMod val="60000"/>
                    <a:lumOff val="40000"/>
                  </a:schemeClr>
                </a:solidFill>
              </a:defRPr>
            </a:lvl1pPr>
          </a:lstStyle>
          <a:p>
            <a:pPr lvl="0"/>
            <a:r>
              <a:rPr lang="en-US" dirty="0"/>
              <a:t>Edit Master text styles</a:t>
            </a:r>
          </a:p>
        </p:txBody>
      </p:sp>
      <p:grpSp>
        <p:nvGrpSpPr>
          <p:cNvPr id="127" name="Group 126"/>
          <p:cNvGrpSpPr/>
          <p:nvPr userDrawn="1"/>
        </p:nvGrpSpPr>
        <p:grpSpPr>
          <a:xfrm>
            <a:off x="5721121" y="1329545"/>
            <a:ext cx="749759" cy="88157"/>
            <a:chOff x="5833290" y="2440842"/>
            <a:chExt cx="525419" cy="61779"/>
          </a:xfrm>
        </p:grpSpPr>
        <p:sp>
          <p:nvSpPr>
            <p:cNvPr id="128" name="Oval 127"/>
            <p:cNvSpPr/>
            <p:nvPr/>
          </p:nvSpPr>
          <p:spPr>
            <a:xfrm>
              <a:off x="5910564"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5987837" y="2440842"/>
              <a:ext cx="61779" cy="617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6065111" y="2440842"/>
              <a:ext cx="61779" cy="617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142384" y="2440842"/>
              <a:ext cx="61779" cy="617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219657"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5833290" y="2440842"/>
              <a:ext cx="61779" cy="617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296930" y="2440842"/>
              <a:ext cx="61779" cy="6177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p:cNvGrpSpPr/>
          <p:nvPr userDrawn="1"/>
        </p:nvGrpSpPr>
        <p:grpSpPr>
          <a:xfrm rot="7200000">
            <a:off x="-1072093" y="4460423"/>
            <a:ext cx="3363389" cy="2837800"/>
            <a:chOff x="-367043" y="1588"/>
            <a:chExt cx="7669080" cy="6470651"/>
          </a:xfrm>
        </p:grpSpPr>
        <p:sp>
          <p:nvSpPr>
            <p:cNvPr id="196" name="Freeform 112"/>
            <p:cNvSpPr>
              <a:spLocks/>
            </p:cNvSpPr>
            <p:nvPr userDrawn="1"/>
          </p:nvSpPr>
          <p:spPr bwMode="auto">
            <a:xfrm>
              <a:off x="5135099" y="3117851"/>
              <a:ext cx="2166938" cy="2165350"/>
            </a:xfrm>
            <a:custGeom>
              <a:avLst/>
              <a:gdLst>
                <a:gd name="T0" fmla="*/ 0 w 490"/>
                <a:gd name="T1" fmla="*/ 245 h 490"/>
                <a:gd name="T2" fmla="*/ 245 w 490"/>
                <a:gd name="T3" fmla="*/ 0 h 490"/>
                <a:gd name="T4" fmla="*/ 490 w 490"/>
                <a:gd name="T5" fmla="*/ 245 h 490"/>
                <a:gd name="T6" fmla="*/ 245 w 490"/>
                <a:gd name="T7" fmla="*/ 490 h 490"/>
                <a:gd name="T8" fmla="*/ 0 w 490"/>
                <a:gd name="T9" fmla="*/ 245 h 490"/>
              </a:gdLst>
              <a:ahLst/>
              <a:cxnLst>
                <a:cxn ang="0">
                  <a:pos x="T0" y="T1"/>
                </a:cxn>
                <a:cxn ang="0">
                  <a:pos x="T2" y="T3"/>
                </a:cxn>
                <a:cxn ang="0">
                  <a:pos x="T4" y="T5"/>
                </a:cxn>
                <a:cxn ang="0">
                  <a:pos x="T6" y="T7"/>
                </a:cxn>
                <a:cxn ang="0">
                  <a:pos x="T8" y="T9"/>
                </a:cxn>
              </a:cxnLst>
              <a:rect l="0" t="0" r="r" b="b"/>
              <a:pathLst>
                <a:path w="490" h="490">
                  <a:moveTo>
                    <a:pt x="0" y="245"/>
                  </a:moveTo>
                  <a:cubicBezTo>
                    <a:pt x="0" y="110"/>
                    <a:pt x="110" y="0"/>
                    <a:pt x="245" y="0"/>
                  </a:cubicBezTo>
                  <a:cubicBezTo>
                    <a:pt x="380" y="0"/>
                    <a:pt x="490" y="109"/>
                    <a:pt x="490" y="245"/>
                  </a:cubicBezTo>
                  <a:cubicBezTo>
                    <a:pt x="490" y="380"/>
                    <a:pt x="381" y="490"/>
                    <a:pt x="245" y="490"/>
                  </a:cubicBezTo>
                  <a:cubicBezTo>
                    <a:pt x="110" y="490"/>
                    <a:pt x="0" y="380"/>
                    <a:pt x="0" y="245"/>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13"/>
            <p:cNvSpPr>
              <a:spLocks/>
            </p:cNvSpPr>
            <p:nvPr userDrawn="1"/>
          </p:nvSpPr>
          <p:spPr bwMode="auto">
            <a:xfrm>
              <a:off x="3909866" y="1220788"/>
              <a:ext cx="1193800" cy="1193800"/>
            </a:xfrm>
            <a:custGeom>
              <a:avLst/>
              <a:gdLst>
                <a:gd name="T0" fmla="*/ 0 w 270"/>
                <a:gd name="T1" fmla="*/ 135 h 270"/>
                <a:gd name="T2" fmla="*/ 134 w 270"/>
                <a:gd name="T3" fmla="*/ 0 h 270"/>
                <a:gd name="T4" fmla="*/ 270 w 270"/>
                <a:gd name="T5" fmla="*/ 135 h 270"/>
                <a:gd name="T6" fmla="*/ 135 w 270"/>
                <a:gd name="T7" fmla="*/ 270 h 270"/>
                <a:gd name="T8" fmla="*/ 0 w 270"/>
                <a:gd name="T9" fmla="*/ 135 h 270"/>
              </a:gdLst>
              <a:ahLst/>
              <a:cxnLst>
                <a:cxn ang="0">
                  <a:pos x="T0" y="T1"/>
                </a:cxn>
                <a:cxn ang="0">
                  <a:pos x="T2" y="T3"/>
                </a:cxn>
                <a:cxn ang="0">
                  <a:pos x="T4" y="T5"/>
                </a:cxn>
                <a:cxn ang="0">
                  <a:pos x="T6" y="T7"/>
                </a:cxn>
                <a:cxn ang="0">
                  <a:pos x="T8" y="T9"/>
                </a:cxn>
              </a:cxnLst>
              <a:rect l="0" t="0" r="r" b="b"/>
              <a:pathLst>
                <a:path w="270" h="270">
                  <a:moveTo>
                    <a:pt x="0" y="135"/>
                  </a:moveTo>
                  <a:cubicBezTo>
                    <a:pt x="0" y="60"/>
                    <a:pt x="60" y="0"/>
                    <a:pt x="134" y="0"/>
                  </a:cubicBezTo>
                  <a:cubicBezTo>
                    <a:pt x="209" y="0"/>
                    <a:pt x="270" y="60"/>
                    <a:pt x="270" y="135"/>
                  </a:cubicBezTo>
                  <a:cubicBezTo>
                    <a:pt x="270" y="209"/>
                    <a:pt x="209" y="270"/>
                    <a:pt x="135" y="270"/>
                  </a:cubicBezTo>
                  <a:cubicBezTo>
                    <a:pt x="60" y="270"/>
                    <a:pt x="0" y="209"/>
                    <a:pt x="0" y="135"/>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Oval 114"/>
            <p:cNvSpPr>
              <a:spLocks noChangeArrowheads="1"/>
            </p:cNvSpPr>
            <p:nvPr userDrawn="1"/>
          </p:nvSpPr>
          <p:spPr bwMode="auto">
            <a:xfrm>
              <a:off x="2331256" y="809626"/>
              <a:ext cx="920750" cy="920750"/>
            </a:xfrm>
            <a:prstGeom prst="ellipse">
              <a:avLst/>
            </a:pr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Oval 115"/>
            <p:cNvSpPr>
              <a:spLocks noChangeArrowheads="1"/>
            </p:cNvSpPr>
            <p:nvPr userDrawn="1"/>
          </p:nvSpPr>
          <p:spPr bwMode="auto">
            <a:xfrm>
              <a:off x="1667681" y="3789363"/>
              <a:ext cx="430213" cy="428625"/>
            </a:xfrm>
            <a:prstGeom prst="ellipse">
              <a:avLst/>
            </a:pr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16"/>
            <p:cNvSpPr>
              <a:spLocks/>
            </p:cNvSpPr>
            <p:nvPr userDrawn="1"/>
          </p:nvSpPr>
          <p:spPr bwMode="auto">
            <a:xfrm>
              <a:off x="1823256" y="1631951"/>
              <a:ext cx="561975" cy="566738"/>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17"/>
            <p:cNvSpPr>
              <a:spLocks/>
            </p:cNvSpPr>
            <p:nvPr userDrawn="1"/>
          </p:nvSpPr>
          <p:spPr bwMode="auto">
            <a:xfrm>
              <a:off x="2354434" y="4968876"/>
              <a:ext cx="1314450" cy="1308100"/>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Oval 118"/>
            <p:cNvSpPr>
              <a:spLocks noChangeArrowheads="1"/>
            </p:cNvSpPr>
            <p:nvPr userDrawn="1"/>
          </p:nvSpPr>
          <p:spPr bwMode="auto">
            <a:xfrm>
              <a:off x="2021694" y="2998788"/>
              <a:ext cx="279400" cy="282575"/>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Oval 119"/>
            <p:cNvSpPr>
              <a:spLocks noChangeArrowheads="1"/>
            </p:cNvSpPr>
            <p:nvPr userDrawn="1"/>
          </p:nvSpPr>
          <p:spPr bwMode="auto">
            <a:xfrm>
              <a:off x="2451589" y="3987801"/>
              <a:ext cx="473075" cy="473075"/>
            </a:xfrm>
            <a:prstGeom prst="ellipse">
              <a:avLst/>
            </a:pr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20"/>
            <p:cNvSpPr>
              <a:spLocks/>
            </p:cNvSpPr>
            <p:nvPr userDrawn="1"/>
          </p:nvSpPr>
          <p:spPr bwMode="auto">
            <a:xfrm>
              <a:off x="3856844" y="2414588"/>
              <a:ext cx="1606550" cy="1600200"/>
            </a:xfrm>
            <a:custGeom>
              <a:avLst/>
              <a:gdLst>
                <a:gd name="T0" fmla="*/ 0 w 363"/>
                <a:gd name="T1" fmla="*/ 181 h 362"/>
                <a:gd name="T2" fmla="*/ 181 w 363"/>
                <a:gd name="T3" fmla="*/ 0 h 362"/>
                <a:gd name="T4" fmla="*/ 362 w 363"/>
                <a:gd name="T5" fmla="*/ 181 h 362"/>
                <a:gd name="T6" fmla="*/ 181 w 363"/>
                <a:gd name="T7" fmla="*/ 362 h 362"/>
                <a:gd name="T8" fmla="*/ 0 w 363"/>
                <a:gd name="T9" fmla="*/ 181 h 362"/>
              </a:gdLst>
              <a:ahLst/>
              <a:cxnLst>
                <a:cxn ang="0">
                  <a:pos x="T0" y="T1"/>
                </a:cxn>
                <a:cxn ang="0">
                  <a:pos x="T2" y="T3"/>
                </a:cxn>
                <a:cxn ang="0">
                  <a:pos x="T4" y="T5"/>
                </a:cxn>
                <a:cxn ang="0">
                  <a:pos x="T6" y="T7"/>
                </a:cxn>
                <a:cxn ang="0">
                  <a:pos x="T8" y="T9"/>
                </a:cxn>
              </a:cxnLst>
              <a:rect l="0" t="0" r="r" b="b"/>
              <a:pathLst>
                <a:path w="363" h="362">
                  <a:moveTo>
                    <a:pt x="0" y="181"/>
                  </a:moveTo>
                  <a:cubicBezTo>
                    <a:pt x="0" y="81"/>
                    <a:pt x="81" y="0"/>
                    <a:pt x="181" y="0"/>
                  </a:cubicBezTo>
                  <a:cubicBezTo>
                    <a:pt x="281" y="0"/>
                    <a:pt x="362" y="81"/>
                    <a:pt x="362" y="181"/>
                  </a:cubicBezTo>
                  <a:cubicBezTo>
                    <a:pt x="363" y="281"/>
                    <a:pt x="282" y="362"/>
                    <a:pt x="181" y="362"/>
                  </a:cubicBezTo>
                  <a:cubicBezTo>
                    <a:pt x="81" y="362"/>
                    <a:pt x="0" y="281"/>
                    <a:pt x="0" y="181"/>
                  </a:cubicBezTo>
                  <a:close/>
                </a:path>
              </a:pathLst>
            </a:cu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21"/>
            <p:cNvSpPr>
              <a:spLocks/>
            </p:cNvSpPr>
            <p:nvPr userDrawn="1"/>
          </p:nvSpPr>
          <p:spPr bwMode="auto">
            <a:xfrm>
              <a:off x="5135099" y="1624013"/>
              <a:ext cx="1587500" cy="1590675"/>
            </a:xfrm>
            <a:custGeom>
              <a:avLst/>
              <a:gdLst>
                <a:gd name="T0" fmla="*/ 0 w 359"/>
                <a:gd name="T1" fmla="*/ 180 h 360"/>
                <a:gd name="T2" fmla="*/ 179 w 359"/>
                <a:gd name="T3" fmla="*/ 0 h 360"/>
                <a:gd name="T4" fmla="*/ 359 w 359"/>
                <a:gd name="T5" fmla="*/ 180 h 360"/>
                <a:gd name="T6" fmla="*/ 180 w 359"/>
                <a:gd name="T7" fmla="*/ 360 h 360"/>
                <a:gd name="T8" fmla="*/ 0 w 359"/>
                <a:gd name="T9" fmla="*/ 180 h 360"/>
              </a:gdLst>
              <a:ahLst/>
              <a:cxnLst>
                <a:cxn ang="0">
                  <a:pos x="T0" y="T1"/>
                </a:cxn>
                <a:cxn ang="0">
                  <a:pos x="T2" y="T3"/>
                </a:cxn>
                <a:cxn ang="0">
                  <a:pos x="T4" y="T5"/>
                </a:cxn>
                <a:cxn ang="0">
                  <a:pos x="T6" y="T7"/>
                </a:cxn>
                <a:cxn ang="0">
                  <a:pos x="T8" y="T9"/>
                </a:cxn>
              </a:cxnLst>
              <a:rect l="0" t="0" r="r" b="b"/>
              <a:pathLst>
                <a:path w="359" h="360">
                  <a:moveTo>
                    <a:pt x="0" y="180"/>
                  </a:moveTo>
                  <a:cubicBezTo>
                    <a:pt x="0" y="81"/>
                    <a:pt x="80" y="0"/>
                    <a:pt x="179" y="0"/>
                  </a:cubicBezTo>
                  <a:cubicBezTo>
                    <a:pt x="279" y="0"/>
                    <a:pt x="359" y="80"/>
                    <a:pt x="359" y="180"/>
                  </a:cubicBezTo>
                  <a:cubicBezTo>
                    <a:pt x="359" y="279"/>
                    <a:pt x="279" y="359"/>
                    <a:pt x="180" y="360"/>
                  </a:cubicBezTo>
                  <a:cubicBezTo>
                    <a:pt x="80" y="360"/>
                    <a:pt x="0" y="279"/>
                    <a:pt x="0" y="180"/>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22"/>
            <p:cNvSpPr>
              <a:spLocks/>
            </p:cNvSpPr>
            <p:nvPr userDrawn="1"/>
          </p:nvSpPr>
          <p:spPr bwMode="auto">
            <a:xfrm>
              <a:off x="2464289" y="2635251"/>
              <a:ext cx="1158875" cy="1158875"/>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23"/>
            <p:cNvSpPr>
              <a:spLocks/>
            </p:cNvSpPr>
            <p:nvPr userDrawn="1"/>
          </p:nvSpPr>
          <p:spPr bwMode="auto">
            <a:xfrm>
              <a:off x="3079286" y="41276"/>
              <a:ext cx="1449388" cy="1449388"/>
            </a:xfrm>
            <a:custGeom>
              <a:avLst/>
              <a:gdLst>
                <a:gd name="T0" fmla="*/ 0 w 328"/>
                <a:gd name="T1" fmla="*/ 164 h 328"/>
                <a:gd name="T2" fmla="*/ 164 w 328"/>
                <a:gd name="T3" fmla="*/ 0 h 328"/>
                <a:gd name="T4" fmla="*/ 328 w 328"/>
                <a:gd name="T5" fmla="*/ 164 h 328"/>
                <a:gd name="T6" fmla="*/ 164 w 328"/>
                <a:gd name="T7" fmla="*/ 328 h 328"/>
                <a:gd name="T8" fmla="*/ 0 w 328"/>
                <a:gd name="T9" fmla="*/ 164 h 328"/>
              </a:gdLst>
              <a:ahLst/>
              <a:cxnLst>
                <a:cxn ang="0">
                  <a:pos x="T0" y="T1"/>
                </a:cxn>
                <a:cxn ang="0">
                  <a:pos x="T2" y="T3"/>
                </a:cxn>
                <a:cxn ang="0">
                  <a:pos x="T4" y="T5"/>
                </a:cxn>
                <a:cxn ang="0">
                  <a:pos x="T6" y="T7"/>
                </a:cxn>
                <a:cxn ang="0">
                  <a:pos x="T8" y="T9"/>
                </a:cxn>
              </a:cxnLst>
              <a:rect l="0" t="0" r="r" b="b"/>
              <a:pathLst>
                <a:path w="328" h="328">
                  <a:moveTo>
                    <a:pt x="0" y="164"/>
                  </a:moveTo>
                  <a:cubicBezTo>
                    <a:pt x="0" y="74"/>
                    <a:pt x="73" y="0"/>
                    <a:pt x="164" y="0"/>
                  </a:cubicBezTo>
                  <a:cubicBezTo>
                    <a:pt x="254" y="0"/>
                    <a:pt x="328" y="74"/>
                    <a:pt x="328" y="164"/>
                  </a:cubicBezTo>
                  <a:cubicBezTo>
                    <a:pt x="328" y="255"/>
                    <a:pt x="255" y="328"/>
                    <a:pt x="164" y="328"/>
                  </a:cubicBezTo>
                  <a:cubicBezTo>
                    <a:pt x="73" y="328"/>
                    <a:pt x="0" y="255"/>
                    <a:pt x="0" y="164"/>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24"/>
            <p:cNvSpPr>
              <a:spLocks/>
            </p:cNvSpPr>
            <p:nvPr userDrawn="1"/>
          </p:nvSpPr>
          <p:spPr bwMode="auto">
            <a:xfrm>
              <a:off x="1545126" y="871538"/>
              <a:ext cx="415925" cy="42068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25"/>
            <p:cNvSpPr>
              <a:spLocks/>
            </p:cNvSpPr>
            <p:nvPr userDrawn="1"/>
          </p:nvSpPr>
          <p:spPr bwMode="auto">
            <a:xfrm>
              <a:off x="2669711" y="1463676"/>
              <a:ext cx="1362075" cy="1366838"/>
            </a:xfrm>
            <a:custGeom>
              <a:avLst/>
              <a:gdLst>
                <a:gd name="T0" fmla="*/ 0 w 308"/>
                <a:gd name="T1" fmla="*/ 155 h 309"/>
                <a:gd name="T2" fmla="*/ 154 w 308"/>
                <a:gd name="T3" fmla="*/ 0 h 309"/>
                <a:gd name="T4" fmla="*/ 308 w 308"/>
                <a:gd name="T5" fmla="*/ 154 h 309"/>
                <a:gd name="T6" fmla="*/ 154 w 308"/>
                <a:gd name="T7" fmla="*/ 309 h 309"/>
                <a:gd name="T8" fmla="*/ 0 w 308"/>
                <a:gd name="T9" fmla="*/ 155 h 309"/>
              </a:gdLst>
              <a:ahLst/>
              <a:cxnLst>
                <a:cxn ang="0">
                  <a:pos x="T0" y="T1"/>
                </a:cxn>
                <a:cxn ang="0">
                  <a:pos x="T2" y="T3"/>
                </a:cxn>
                <a:cxn ang="0">
                  <a:pos x="T4" y="T5"/>
                </a:cxn>
                <a:cxn ang="0">
                  <a:pos x="T6" y="T7"/>
                </a:cxn>
                <a:cxn ang="0">
                  <a:pos x="T8" y="T9"/>
                </a:cxn>
              </a:cxnLst>
              <a:rect l="0" t="0" r="r" b="b"/>
              <a:pathLst>
                <a:path w="308" h="309">
                  <a:moveTo>
                    <a:pt x="0" y="155"/>
                  </a:moveTo>
                  <a:cubicBezTo>
                    <a:pt x="0" y="70"/>
                    <a:pt x="69" y="1"/>
                    <a:pt x="154" y="0"/>
                  </a:cubicBezTo>
                  <a:cubicBezTo>
                    <a:pt x="239" y="0"/>
                    <a:pt x="308" y="69"/>
                    <a:pt x="308" y="154"/>
                  </a:cubicBezTo>
                  <a:cubicBezTo>
                    <a:pt x="308" y="240"/>
                    <a:pt x="239" y="309"/>
                    <a:pt x="154" y="309"/>
                  </a:cubicBezTo>
                  <a:cubicBezTo>
                    <a:pt x="69" y="309"/>
                    <a:pt x="0" y="240"/>
                    <a:pt x="0" y="15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26"/>
            <p:cNvSpPr>
              <a:spLocks/>
            </p:cNvSpPr>
            <p:nvPr userDrawn="1"/>
          </p:nvSpPr>
          <p:spPr bwMode="auto">
            <a:xfrm>
              <a:off x="4892211" y="4849813"/>
              <a:ext cx="1352550" cy="1357313"/>
            </a:xfrm>
            <a:custGeom>
              <a:avLst/>
              <a:gdLst>
                <a:gd name="T0" fmla="*/ 0 w 306"/>
                <a:gd name="T1" fmla="*/ 154 h 307"/>
                <a:gd name="T2" fmla="*/ 153 w 306"/>
                <a:gd name="T3" fmla="*/ 0 h 307"/>
                <a:gd name="T4" fmla="*/ 306 w 306"/>
                <a:gd name="T5" fmla="*/ 153 h 307"/>
                <a:gd name="T6" fmla="*/ 153 w 306"/>
                <a:gd name="T7" fmla="*/ 307 h 307"/>
                <a:gd name="T8" fmla="*/ 0 w 306"/>
                <a:gd name="T9" fmla="*/ 154 h 307"/>
              </a:gdLst>
              <a:ahLst/>
              <a:cxnLst>
                <a:cxn ang="0">
                  <a:pos x="T0" y="T1"/>
                </a:cxn>
                <a:cxn ang="0">
                  <a:pos x="T2" y="T3"/>
                </a:cxn>
                <a:cxn ang="0">
                  <a:pos x="T4" y="T5"/>
                </a:cxn>
                <a:cxn ang="0">
                  <a:pos x="T6" y="T7"/>
                </a:cxn>
                <a:cxn ang="0">
                  <a:pos x="T8" y="T9"/>
                </a:cxn>
              </a:cxnLst>
              <a:rect l="0" t="0" r="r" b="b"/>
              <a:pathLst>
                <a:path w="306" h="307">
                  <a:moveTo>
                    <a:pt x="0" y="154"/>
                  </a:moveTo>
                  <a:cubicBezTo>
                    <a:pt x="0" y="69"/>
                    <a:pt x="68" y="1"/>
                    <a:pt x="153" y="0"/>
                  </a:cubicBezTo>
                  <a:cubicBezTo>
                    <a:pt x="237" y="0"/>
                    <a:pt x="306" y="69"/>
                    <a:pt x="306" y="153"/>
                  </a:cubicBezTo>
                  <a:cubicBezTo>
                    <a:pt x="306" y="238"/>
                    <a:pt x="238" y="307"/>
                    <a:pt x="153" y="307"/>
                  </a:cubicBezTo>
                  <a:cubicBezTo>
                    <a:pt x="69" y="307"/>
                    <a:pt x="0" y="238"/>
                    <a:pt x="0" y="154"/>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28"/>
            <p:cNvSpPr>
              <a:spLocks/>
            </p:cNvSpPr>
            <p:nvPr userDrawn="1"/>
          </p:nvSpPr>
          <p:spPr bwMode="auto">
            <a:xfrm>
              <a:off x="5635161" y="5803901"/>
              <a:ext cx="666750" cy="668338"/>
            </a:xfrm>
            <a:custGeom>
              <a:avLst/>
              <a:gdLst>
                <a:gd name="T0" fmla="*/ 0 w 151"/>
                <a:gd name="T1" fmla="*/ 75 h 151"/>
                <a:gd name="T2" fmla="*/ 76 w 151"/>
                <a:gd name="T3" fmla="*/ 0 h 151"/>
                <a:gd name="T4" fmla="*/ 151 w 151"/>
                <a:gd name="T5" fmla="*/ 75 h 151"/>
                <a:gd name="T6" fmla="*/ 76 w 151"/>
                <a:gd name="T7" fmla="*/ 151 h 151"/>
                <a:gd name="T8" fmla="*/ 0 w 151"/>
                <a:gd name="T9" fmla="*/ 75 h 151"/>
              </a:gdLst>
              <a:ahLst/>
              <a:cxnLst>
                <a:cxn ang="0">
                  <a:pos x="T0" y="T1"/>
                </a:cxn>
                <a:cxn ang="0">
                  <a:pos x="T2" y="T3"/>
                </a:cxn>
                <a:cxn ang="0">
                  <a:pos x="T4" y="T5"/>
                </a:cxn>
                <a:cxn ang="0">
                  <a:pos x="T6" y="T7"/>
                </a:cxn>
                <a:cxn ang="0">
                  <a:pos x="T8" y="T9"/>
                </a:cxn>
              </a:cxnLst>
              <a:rect l="0" t="0" r="r" b="b"/>
              <a:pathLst>
                <a:path w="151" h="151">
                  <a:moveTo>
                    <a:pt x="0" y="75"/>
                  </a:moveTo>
                  <a:cubicBezTo>
                    <a:pt x="0" y="33"/>
                    <a:pt x="34" y="0"/>
                    <a:pt x="76" y="0"/>
                  </a:cubicBezTo>
                  <a:cubicBezTo>
                    <a:pt x="117" y="0"/>
                    <a:pt x="151" y="33"/>
                    <a:pt x="151" y="75"/>
                  </a:cubicBezTo>
                  <a:cubicBezTo>
                    <a:pt x="151" y="117"/>
                    <a:pt x="118" y="151"/>
                    <a:pt x="76" y="151"/>
                  </a:cubicBezTo>
                  <a:cubicBezTo>
                    <a:pt x="34" y="151"/>
                    <a:pt x="0" y="117"/>
                    <a:pt x="0" y="75"/>
                  </a:cubicBezTo>
                  <a:close/>
                </a:path>
              </a:pathLst>
            </a:cu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29"/>
            <p:cNvSpPr>
              <a:spLocks/>
            </p:cNvSpPr>
            <p:nvPr userDrawn="1"/>
          </p:nvSpPr>
          <p:spPr bwMode="auto">
            <a:xfrm>
              <a:off x="2995149" y="3727451"/>
              <a:ext cx="1976438" cy="1974850"/>
            </a:xfrm>
            <a:custGeom>
              <a:avLst/>
              <a:gdLst>
                <a:gd name="T0" fmla="*/ 1 w 447"/>
                <a:gd name="T1" fmla="*/ 224 h 447"/>
                <a:gd name="T2" fmla="*/ 224 w 447"/>
                <a:gd name="T3" fmla="*/ 0 h 447"/>
                <a:gd name="T4" fmla="*/ 447 w 447"/>
                <a:gd name="T5" fmla="*/ 224 h 447"/>
                <a:gd name="T6" fmla="*/ 224 w 447"/>
                <a:gd name="T7" fmla="*/ 447 h 447"/>
                <a:gd name="T8" fmla="*/ 1 w 447"/>
                <a:gd name="T9" fmla="*/ 224 h 447"/>
              </a:gdLst>
              <a:ahLst/>
              <a:cxnLst>
                <a:cxn ang="0">
                  <a:pos x="T0" y="T1"/>
                </a:cxn>
                <a:cxn ang="0">
                  <a:pos x="T2" y="T3"/>
                </a:cxn>
                <a:cxn ang="0">
                  <a:pos x="T4" y="T5"/>
                </a:cxn>
                <a:cxn ang="0">
                  <a:pos x="T6" y="T7"/>
                </a:cxn>
                <a:cxn ang="0">
                  <a:pos x="T8" y="T9"/>
                </a:cxn>
              </a:cxnLst>
              <a:rect l="0" t="0" r="r" b="b"/>
              <a:pathLst>
                <a:path w="447" h="447">
                  <a:moveTo>
                    <a:pt x="1" y="224"/>
                  </a:moveTo>
                  <a:cubicBezTo>
                    <a:pt x="0" y="101"/>
                    <a:pt x="100" y="1"/>
                    <a:pt x="224" y="0"/>
                  </a:cubicBezTo>
                  <a:cubicBezTo>
                    <a:pt x="347" y="0"/>
                    <a:pt x="447" y="100"/>
                    <a:pt x="447" y="224"/>
                  </a:cubicBezTo>
                  <a:cubicBezTo>
                    <a:pt x="447" y="347"/>
                    <a:pt x="347" y="447"/>
                    <a:pt x="224" y="447"/>
                  </a:cubicBezTo>
                  <a:cubicBezTo>
                    <a:pt x="101" y="447"/>
                    <a:pt x="1" y="347"/>
                    <a:pt x="1" y="22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30"/>
            <p:cNvSpPr>
              <a:spLocks/>
            </p:cNvSpPr>
            <p:nvPr userDrawn="1"/>
          </p:nvSpPr>
          <p:spPr bwMode="auto">
            <a:xfrm>
              <a:off x="4498511" y="2759076"/>
              <a:ext cx="1941513" cy="1939925"/>
            </a:xfrm>
            <a:custGeom>
              <a:avLst/>
              <a:gdLst>
                <a:gd name="T0" fmla="*/ 0 w 439"/>
                <a:gd name="T1" fmla="*/ 220 h 439"/>
                <a:gd name="T2" fmla="*/ 219 w 439"/>
                <a:gd name="T3" fmla="*/ 0 h 439"/>
                <a:gd name="T4" fmla="*/ 439 w 439"/>
                <a:gd name="T5" fmla="*/ 219 h 439"/>
                <a:gd name="T6" fmla="*/ 220 w 439"/>
                <a:gd name="T7" fmla="*/ 439 h 439"/>
                <a:gd name="T8" fmla="*/ 0 w 439"/>
                <a:gd name="T9" fmla="*/ 220 h 439"/>
              </a:gdLst>
              <a:ahLst/>
              <a:cxnLst>
                <a:cxn ang="0">
                  <a:pos x="T0" y="T1"/>
                </a:cxn>
                <a:cxn ang="0">
                  <a:pos x="T2" y="T3"/>
                </a:cxn>
                <a:cxn ang="0">
                  <a:pos x="T4" y="T5"/>
                </a:cxn>
                <a:cxn ang="0">
                  <a:pos x="T6" y="T7"/>
                </a:cxn>
                <a:cxn ang="0">
                  <a:pos x="T8" y="T9"/>
                </a:cxn>
              </a:cxnLst>
              <a:rect l="0" t="0" r="r" b="b"/>
              <a:pathLst>
                <a:path w="439" h="439">
                  <a:moveTo>
                    <a:pt x="0" y="220"/>
                  </a:moveTo>
                  <a:cubicBezTo>
                    <a:pt x="0" y="99"/>
                    <a:pt x="98" y="0"/>
                    <a:pt x="219" y="0"/>
                  </a:cubicBezTo>
                  <a:cubicBezTo>
                    <a:pt x="341" y="0"/>
                    <a:pt x="439" y="98"/>
                    <a:pt x="439" y="219"/>
                  </a:cubicBezTo>
                  <a:cubicBezTo>
                    <a:pt x="439" y="341"/>
                    <a:pt x="341" y="439"/>
                    <a:pt x="220" y="439"/>
                  </a:cubicBezTo>
                  <a:cubicBezTo>
                    <a:pt x="99" y="439"/>
                    <a:pt x="0" y="341"/>
                    <a:pt x="0" y="220"/>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31"/>
            <p:cNvSpPr>
              <a:spLocks/>
            </p:cNvSpPr>
            <p:nvPr userDrawn="1"/>
          </p:nvSpPr>
          <p:spPr bwMode="auto">
            <a:xfrm>
              <a:off x="3228511" y="747713"/>
              <a:ext cx="1193800" cy="1193800"/>
            </a:xfrm>
            <a:custGeom>
              <a:avLst/>
              <a:gdLst>
                <a:gd name="T0" fmla="*/ 0 w 270"/>
                <a:gd name="T1" fmla="*/ 136 h 270"/>
                <a:gd name="T2" fmla="*/ 135 w 270"/>
                <a:gd name="T3" fmla="*/ 0 h 270"/>
                <a:gd name="T4" fmla="*/ 270 w 270"/>
                <a:gd name="T5" fmla="*/ 135 h 270"/>
                <a:gd name="T6" fmla="*/ 135 w 270"/>
                <a:gd name="T7" fmla="*/ 270 h 270"/>
                <a:gd name="T8" fmla="*/ 0 w 270"/>
                <a:gd name="T9" fmla="*/ 136 h 270"/>
              </a:gdLst>
              <a:ahLst/>
              <a:cxnLst>
                <a:cxn ang="0">
                  <a:pos x="T0" y="T1"/>
                </a:cxn>
                <a:cxn ang="0">
                  <a:pos x="T2" y="T3"/>
                </a:cxn>
                <a:cxn ang="0">
                  <a:pos x="T4" y="T5"/>
                </a:cxn>
                <a:cxn ang="0">
                  <a:pos x="T6" y="T7"/>
                </a:cxn>
                <a:cxn ang="0">
                  <a:pos x="T8" y="T9"/>
                </a:cxn>
              </a:cxnLst>
              <a:rect l="0" t="0" r="r" b="b"/>
              <a:pathLst>
                <a:path w="270" h="270">
                  <a:moveTo>
                    <a:pt x="0" y="136"/>
                  </a:moveTo>
                  <a:cubicBezTo>
                    <a:pt x="0" y="61"/>
                    <a:pt x="60" y="0"/>
                    <a:pt x="135" y="0"/>
                  </a:cubicBezTo>
                  <a:cubicBezTo>
                    <a:pt x="210" y="0"/>
                    <a:pt x="270" y="61"/>
                    <a:pt x="270" y="135"/>
                  </a:cubicBezTo>
                  <a:cubicBezTo>
                    <a:pt x="270" y="210"/>
                    <a:pt x="210" y="270"/>
                    <a:pt x="135" y="270"/>
                  </a:cubicBezTo>
                  <a:cubicBezTo>
                    <a:pt x="61" y="270"/>
                    <a:pt x="0" y="210"/>
                    <a:pt x="0" y="136"/>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32"/>
            <p:cNvSpPr>
              <a:spLocks/>
            </p:cNvSpPr>
            <p:nvPr userDrawn="1"/>
          </p:nvSpPr>
          <p:spPr bwMode="auto">
            <a:xfrm>
              <a:off x="1766106" y="4699001"/>
              <a:ext cx="565150" cy="566738"/>
            </a:xfrm>
            <a:custGeom>
              <a:avLst/>
              <a:gdLst>
                <a:gd name="T0" fmla="*/ 0 w 128"/>
                <a:gd name="T1" fmla="*/ 64 h 128"/>
                <a:gd name="T2" fmla="*/ 64 w 128"/>
                <a:gd name="T3" fmla="*/ 0 h 128"/>
                <a:gd name="T4" fmla="*/ 128 w 128"/>
                <a:gd name="T5" fmla="*/ 64 h 128"/>
                <a:gd name="T6" fmla="*/ 64 w 128"/>
                <a:gd name="T7" fmla="*/ 128 h 128"/>
                <a:gd name="T8" fmla="*/ 0 w 128"/>
                <a:gd name="T9" fmla="*/ 64 h 128"/>
              </a:gdLst>
              <a:ahLst/>
              <a:cxnLst>
                <a:cxn ang="0">
                  <a:pos x="T0" y="T1"/>
                </a:cxn>
                <a:cxn ang="0">
                  <a:pos x="T2" y="T3"/>
                </a:cxn>
                <a:cxn ang="0">
                  <a:pos x="T4" y="T5"/>
                </a:cxn>
                <a:cxn ang="0">
                  <a:pos x="T6" y="T7"/>
                </a:cxn>
                <a:cxn ang="0">
                  <a:pos x="T8" y="T9"/>
                </a:cxn>
              </a:cxnLst>
              <a:rect l="0" t="0" r="r" b="b"/>
              <a:pathLst>
                <a:path w="128" h="128">
                  <a:moveTo>
                    <a:pt x="0" y="64"/>
                  </a:moveTo>
                  <a:cubicBezTo>
                    <a:pt x="0" y="29"/>
                    <a:pt x="29" y="0"/>
                    <a:pt x="64" y="0"/>
                  </a:cubicBezTo>
                  <a:cubicBezTo>
                    <a:pt x="99" y="0"/>
                    <a:pt x="127" y="29"/>
                    <a:pt x="128" y="64"/>
                  </a:cubicBezTo>
                  <a:cubicBezTo>
                    <a:pt x="128"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Oval 133"/>
            <p:cNvSpPr>
              <a:spLocks noChangeArrowheads="1"/>
            </p:cNvSpPr>
            <p:nvPr userDrawn="1"/>
          </p:nvSpPr>
          <p:spPr bwMode="auto">
            <a:xfrm>
              <a:off x="1716894" y="4089401"/>
              <a:ext cx="260350" cy="260350"/>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34"/>
            <p:cNvSpPr>
              <a:spLocks/>
            </p:cNvSpPr>
            <p:nvPr userDrawn="1"/>
          </p:nvSpPr>
          <p:spPr bwMode="auto">
            <a:xfrm>
              <a:off x="4749336" y="73026"/>
              <a:ext cx="871538" cy="874713"/>
            </a:xfrm>
            <a:custGeom>
              <a:avLst/>
              <a:gdLst>
                <a:gd name="T0" fmla="*/ 0 w 197"/>
                <a:gd name="T1" fmla="*/ 99 h 198"/>
                <a:gd name="T2" fmla="*/ 98 w 197"/>
                <a:gd name="T3" fmla="*/ 0 h 198"/>
                <a:gd name="T4" fmla="*/ 197 w 197"/>
                <a:gd name="T5" fmla="*/ 99 h 198"/>
                <a:gd name="T6" fmla="*/ 99 w 197"/>
                <a:gd name="T7" fmla="*/ 198 h 198"/>
                <a:gd name="T8" fmla="*/ 0 w 197"/>
                <a:gd name="T9" fmla="*/ 99 h 198"/>
              </a:gdLst>
              <a:ahLst/>
              <a:cxnLst>
                <a:cxn ang="0">
                  <a:pos x="T0" y="T1"/>
                </a:cxn>
                <a:cxn ang="0">
                  <a:pos x="T2" y="T3"/>
                </a:cxn>
                <a:cxn ang="0">
                  <a:pos x="T4" y="T5"/>
                </a:cxn>
                <a:cxn ang="0">
                  <a:pos x="T6" y="T7"/>
                </a:cxn>
                <a:cxn ang="0">
                  <a:pos x="T8" y="T9"/>
                </a:cxn>
              </a:cxnLst>
              <a:rect l="0" t="0" r="r" b="b"/>
              <a:pathLst>
                <a:path w="197" h="198">
                  <a:moveTo>
                    <a:pt x="0" y="99"/>
                  </a:moveTo>
                  <a:cubicBezTo>
                    <a:pt x="0" y="45"/>
                    <a:pt x="44" y="0"/>
                    <a:pt x="98" y="0"/>
                  </a:cubicBezTo>
                  <a:cubicBezTo>
                    <a:pt x="153" y="0"/>
                    <a:pt x="197" y="45"/>
                    <a:pt x="197" y="99"/>
                  </a:cubicBezTo>
                  <a:cubicBezTo>
                    <a:pt x="197" y="154"/>
                    <a:pt x="153" y="198"/>
                    <a:pt x="99" y="198"/>
                  </a:cubicBezTo>
                  <a:cubicBezTo>
                    <a:pt x="44" y="198"/>
                    <a:pt x="0" y="154"/>
                    <a:pt x="0" y="99"/>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Oval 135"/>
            <p:cNvSpPr>
              <a:spLocks noChangeArrowheads="1"/>
            </p:cNvSpPr>
            <p:nvPr userDrawn="1"/>
          </p:nvSpPr>
          <p:spPr bwMode="auto">
            <a:xfrm>
              <a:off x="3176124" y="1849438"/>
              <a:ext cx="1600200" cy="1600200"/>
            </a:xfrm>
            <a:prstGeom prst="ellipse">
              <a:avLst/>
            </a:pr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Oval 136"/>
            <p:cNvSpPr>
              <a:spLocks noChangeArrowheads="1"/>
            </p:cNvSpPr>
            <p:nvPr userDrawn="1"/>
          </p:nvSpPr>
          <p:spPr bwMode="auto">
            <a:xfrm>
              <a:off x="1280014" y="4513263"/>
              <a:ext cx="233363" cy="239713"/>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37"/>
            <p:cNvSpPr>
              <a:spLocks/>
            </p:cNvSpPr>
            <p:nvPr userDrawn="1"/>
          </p:nvSpPr>
          <p:spPr bwMode="auto">
            <a:xfrm>
              <a:off x="4909674" y="358776"/>
              <a:ext cx="1592263" cy="1587500"/>
            </a:xfrm>
            <a:custGeom>
              <a:avLst/>
              <a:gdLst>
                <a:gd name="T0" fmla="*/ 0 w 360"/>
                <a:gd name="T1" fmla="*/ 180 h 359"/>
                <a:gd name="T2" fmla="*/ 180 w 360"/>
                <a:gd name="T3" fmla="*/ 0 h 359"/>
                <a:gd name="T4" fmla="*/ 360 w 360"/>
                <a:gd name="T5" fmla="*/ 179 h 359"/>
                <a:gd name="T6" fmla="*/ 180 w 360"/>
                <a:gd name="T7" fmla="*/ 359 h 359"/>
                <a:gd name="T8" fmla="*/ 0 w 360"/>
                <a:gd name="T9" fmla="*/ 180 h 359"/>
              </a:gdLst>
              <a:ahLst/>
              <a:cxnLst>
                <a:cxn ang="0">
                  <a:pos x="T0" y="T1"/>
                </a:cxn>
                <a:cxn ang="0">
                  <a:pos x="T2" y="T3"/>
                </a:cxn>
                <a:cxn ang="0">
                  <a:pos x="T4" y="T5"/>
                </a:cxn>
                <a:cxn ang="0">
                  <a:pos x="T6" y="T7"/>
                </a:cxn>
                <a:cxn ang="0">
                  <a:pos x="T8" y="T9"/>
                </a:cxn>
              </a:cxnLst>
              <a:rect l="0" t="0" r="r" b="b"/>
              <a:pathLst>
                <a:path w="360" h="359">
                  <a:moveTo>
                    <a:pt x="0" y="180"/>
                  </a:moveTo>
                  <a:cubicBezTo>
                    <a:pt x="0" y="80"/>
                    <a:pt x="81" y="0"/>
                    <a:pt x="180" y="0"/>
                  </a:cubicBezTo>
                  <a:cubicBezTo>
                    <a:pt x="279" y="0"/>
                    <a:pt x="360" y="80"/>
                    <a:pt x="360" y="179"/>
                  </a:cubicBezTo>
                  <a:cubicBezTo>
                    <a:pt x="360" y="279"/>
                    <a:pt x="280" y="359"/>
                    <a:pt x="180" y="359"/>
                  </a:cubicBezTo>
                  <a:cubicBezTo>
                    <a:pt x="81" y="359"/>
                    <a:pt x="1" y="279"/>
                    <a:pt x="0" y="180"/>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38"/>
            <p:cNvSpPr>
              <a:spLocks/>
            </p:cNvSpPr>
            <p:nvPr userDrawn="1"/>
          </p:nvSpPr>
          <p:spPr bwMode="auto">
            <a:xfrm>
              <a:off x="1249866" y="2762250"/>
              <a:ext cx="973138" cy="973138"/>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7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39"/>
            <p:cNvSpPr>
              <a:spLocks/>
            </p:cNvSpPr>
            <p:nvPr userDrawn="1"/>
          </p:nvSpPr>
          <p:spPr bwMode="auto">
            <a:xfrm>
              <a:off x="2296331" y="1588"/>
              <a:ext cx="1022350" cy="1020763"/>
            </a:xfrm>
            <a:custGeom>
              <a:avLst/>
              <a:gdLst>
                <a:gd name="T0" fmla="*/ 0 w 231"/>
                <a:gd name="T1" fmla="*/ 116 h 231"/>
                <a:gd name="T2" fmla="*/ 116 w 231"/>
                <a:gd name="T3" fmla="*/ 0 h 231"/>
                <a:gd name="T4" fmla="*/ 231 w 231"/>
                <a:gd name="T5" fmla="*/ 116 h 231"/>
                <a:gd name="T6" fmla="*/ 116 w 231"/>
                <a:gd name="T7" fmla="*/ 231 h 231"/>
                <a:gd name="T8" fmla="*/ 0 w 231"/>
                <a:gd name="T9" fmla="*/ 116 h 231"/>
              </a:gdLst>
              <a:ahLst/>
              <a:cxnLst>
                <a:cxn ang="0">
                  <a:pos x="T0" y="T1"/>
                </a:cxn>
                <a:cxn ang="0">
                  <a:pos x="T2" y="T3"/>
                </a:cxn>
                <a:cxn ang="0">
                  <a:pos x="T4" y="T5"/>
                </a:cxn>
                <a:cxn ang="0">
                  <a:pos x="T6" y="T7"/>
                </a:cxn>
                <a:cxn ang="0">
                  <a:pos x="T8" y="T9"/>
                </a:cxn>
              </a:cxnLst>
              <a:rect l="0" t="0" r="r" b="b"/>
              <a:pathLst>
                <a:path w="231" h="231">
                  <a:moveTo>
                    <a:pt x="0" y="116"/>
                  </a:moveTo>
                  <a:cubicBezTo>
                    <a:pt x="0" y="52"/>
                    <a:pt x="52" y="1"/>
                    <a:pt x="116" y="0"/>
                  </a:cubicBezTo>
                  <a:cubicBezTo>
                    <a:pt x="179" y="0"/>
                    <a:pt x="231" y="52"/>
                    <a:pt x="231" y="116"/>
                  </a:cubicBezTo>
                  <a:cubicBezTo>
                    <a:pt x="231" y="179"/>
                    <a:pt x="179" y="231"/>
                    <a:pt x="116" y="231"/>
                  </a:cubicBezTo>
                  <a:cubicBezTo>
                    <a:pt x="52" y="231"/>
                    <a:pt x="1" y="179"/>
                    <a:pt x="0" y="11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40"/>
            <p:cNvSpPr>
              <a:spLocks/>
            </p:cNvSpPr>
            <p:nvPr userDrawn="1"/>
          </p:nvSpPr>
          <p:spPr bwMode="auto">
            <a:xfrm>
              <a:off x="1421301" y="2184401"/>
              <a:ext cx="309563" cy="30956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41"/>
            <p:cNvSpPr>
              <a:spLocks/>
            </p:cNvSpPr>
            <p:nvPr userDrawn="1"/>
          </p:nvSpPr>
          <p:spPr bwMode="auto">
            <a:xfrm>
              <a:off x="2028996" y="1535113"/>
              <a:ext cx="1366838" cy="1362075"/>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42"/>
            <p:cNvSpPr>
              <a:spLocks/>
            </p:cNvSpPr>
            <p:nvPr userDrawn="1"/>
          </p:nvSpPr>
          <p:spPr bwMode="auto">
            <a:xfrm>
              <a:off x="3900341" y="4527551"/>
              <a:ext cx="1044575" cy="1042988"/>
            </a:xfrm>
            <a:custGeom>
              <a:avLst/>
              <a:gdLst>
                <a:gd name="T0" fmla="*/ 0 w 236"/>
                <a:gd name="T1" fmla="*/ 119 h 236"/>
                <a:gd name="T2" fmla="*/ 118 w 236"/>
                <a:gd name="T3" fmla="*/ 0 h 236"/>
                <a:gd name="T4" fmla="*/ 236 w 236"/>
                <a:gd name="T5" fmla="*/ 118 h 236"/>
                <a:gd name="T6" fmla="*/ 118 w 236"/>
                <a:gd name="T7" fmla="*/ 236 h 236"/>
                <a:gd name="T8" fmla="*/ 0 w 236"/>
                <a:gd name="T9" fmla="*/ 119 h 236"/>
              </a:gdLst>
              <a:ahLst/>
              <a:cxnLst>
                <a:cxn ang="0">
                  <a:pos x="T0" y="T1"/>
                </a:cxn>
                <a:cxn ang="0">
                  <a:pos x="T2" y="T3"/>
                </a:cxn>
                <a:cxn ang="0">
                  <a:pos x="T4" y="T5"/>
                </a:cxn>
                <a:cxn ang="0">
                  <a:pos x="T6" y="T7"/>
                </a:cxn>
                <a:cxn ang="0">
                  <a:pos x="T8" y="T9"/>
                </a:cxn>
              </a:cxnLst>
              <a:rect l="0" t="0" r="r" b="b"/>
              <a:pathLst>
                <a:path w="236" h="236">
                  <a:moveTo>
                    <a:pt x="0" y="119"/>
                  </a:moveTo>
                  <a:cubicBezTo>
                    <a:pt x="0" y="53"/>
                    <a:pt x="53" y="0"/>
                    <a:pt x="118" y="0"/>
                  </a:cubicBezTo>
                  <a:cubicBezTo>
                    <a:pt x="183" y="0"/>
                    <a:pt x="236" y="53"/>
                    <a:pt x="236" y="118"/>
                  </a:cubicBezTo>
                  <a:cubicBezTo>
                    <a:pt x="236" y="183"/>
                    <a:pt x="183" y="236"/>
                    <a:pt x="118" y="236"/>
                  </a:cubicBezTo>
                  <a:cubicBezTo>
                    <a:pt x="53" y="236"/>
                    <a:pt x="0" y="184"/>
                    <a:pt x="0" y="119"/>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Oval 143"/>
            <p:cNvSpPr>
              <a:spLocks noChangeArrowheads="1"/>
            </p:cNvSpPr>
            <p:nvPr userDrawn="1"/>
          </p:nvSpPr>
          <p:spPr bwMode="auto">
            <a:xfrm>
              <a:off x="4502321" y="5937251"/>
              <a:ext cx="446088" cy="446088"/>
            </a:xfrm>
            <a:prstGeom prst="ellipse">
              <a:avLst/>
            </a:pr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44"/>
            <p:cNvSpPr>
              <a:spLocks/>
            </p:cNvSpPr>
            <p:nvPr userDrawn="1"/>
          </p:nvSpPr>
          <p:spPr bwMode="auto">
            <a:xfrm>
              <a:off x="4887449" y="5332413"/>
              <a:ext cx="668338" cy="666750"/>
            </a:xfrm>
            <a:custGeom>
              <a:avLst/>
              <a:gdLst>
                <a:gd name="T0" fmla="*/ 0 w 151"/>
                <a:gd name="T1" fmla="*/ 76 h 151"/>
                <a:gd name="T2" fmla="*/ 75 w 151"/>
                <a:gd name="T3" fmla="*/ 0 h 151"/>
                <a:gd name="T4" fmla="*/ 151 w 151"/>
                <a:gd name="T5" fmla="*/ 76 h 151"/>
                <a:gd name="T6" fmla="*/ 75 w 151"/>
                <a:gd name="T7" fmla="*/ 151 h 151"/>
                <a:gd name="T8" fmla="*/ 0 w 151"/>
                <a:gd name="T9" fmla="*/ 76 h 151"/>
              </a:gdLst>
              <a:ahLst/>
              <a:cxnLst>
                <a:cxn ang="0">
                  <a:pos x="T0" y="T1"/>
                </a:cxn>
                <a:cxn ang="0">
                  <a:pos x="T2" y="T3"/>
                </a:cxn>
                <a:cxn ang="0">
                  <a:pos x="T4" y="T5"/>
                </a:cxn>
                <a:cxn ang="0">
                  <a:pos x="T6" y="T7"/>
                </a:cxn>
                <a:cxn ang="0">
                  <a:pos x="T8" y="T9"/>
                </a:cxn>
              </a:cxnLst>
              <a:rect l="0" t="0" r="r" b="b"/>
              <a:pathLst>
                <a:path w="151" h="151">
                  <a:moveTo>
                    <a:pt x="0" y="76"/>
                  </a:moveTo>
                  <a:cubicBezTo>
                    <a:pt x="0" y="34"/>
                    <a:pt x="33" y="0"/>
                    <a:pt x="75" y="0"/>
                  </a:cubicBezTo>
                  <a:cubicBezTo>
                    <a:pt x="117" y="0"/>
                    <a:pt x="151" y="34"/>
                    <a:pt x="151" y="76"/>
                  </a:cubicBezTo>
                  <a:cubicBezTo>
                    <a:pt x="151" y="118"/>
                    <a:pt x="117" y="151"/>
                    <a:pt x="75" y="151"/>
                  </a:cubicBezTo>
                  <a:cubicBezTo>
                    <a:pt x="34" y="151"/>
                    <a:pt x="0" y="118"/>
                    <a:pt x="0" y="76"/>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45"/>
            <p:cNvSpPr>
              <a:spLocks/>
            </p:cNvSpPr>
            <p:nvPr userDrawn="1"/>
          </p:nvSpPr>
          <p:spPr bwMode="auto">
            <a:xfrm>
              <a:off x="2547474" y="3457576"/>
              <a:ext cx="1579563" cy="1577975"/>
            </a:xfrm>
            <a:custGeom>
              <a:avLst/>
              <a:gdLst>
                <a:gd name="T0" fmla="*/ 0 w 357"/>
                <a:gd name="T1" fmla="*/ 179 h 357"/>
                <a:gd name="T2" fmla="*/ 178 w 357"/>
                <a:gd name="T3" fmla="*/ 0 h 357"/>
                <a:gd name="T4" fmla="*/ 357 w 357"/>
                <a:gd name="T5" fmla="*/ 178 h 357"/>
                <a:gd name="T6" fmla="*/ 179 w 357"/>
                <a:gd name="T7" fmla="*/ 357 h 357"/>
                <a:gd name="T8" fmla="*/ 0 w 357"/>
                <a:gd name="T9" fmla="*/ 179 h 357"/>
              </a:gdLst>
              <a:ahLst/>
              <a:cxnLst>
                <a:cxn ang="0">
                  <a:pos x="T0" y="T1"/>
                </a:cxn>
                <a:cxn ang="0">
                  <a:pos x="T2" y="T3"/>
                </a:cxn>
                <a:cxn ang="0">
                  <a:pos x="T4" y="T5"/>
                </a:cxn>
                <a:cxn ang="0">
                  <a:pos x="T6" y="T7"/>
                </a:cxn>
                <a:cxn ang="0">
                  <a:pos x="T8" y="T9"/>
                </a:cxn>
              </a:cxnLst>
              <a:rect l="0" t="0" r="r" b="b"/>
              <a:pathLst>
                <a:path w="357" h="357">
                  <a:moveTo>
                    <a:pt x="0" y="179"/>
                  </a:moveTo>
                  <a:cubicBezTo>
                    <a:pt x="0" y="80"/>
                    <a:pt x="80" y="0"/>
                    <a:pt x="178" y="0"/>
                  </a:cubicBezTo>
                  <a:cubicBezTo>
                    <a:pt x="277" y="0"/>
                    <a:pt x="357" y="80"/>
                    <a:pt x="357" y="178"/>
                  </a:cubicBezTo>
                  <a:cubicBezTo>
                    <a:pt x="357" y="277"/>
                    <a:pt x="277" y="357"/>
                    <a:pt x="179" y="357"/>
                  </a:cubicBezTo>
                  <a:cubicBezTo>
                    <a:pt x="80" y="357"/>
                    <a:pt x="0" y="277"/>
                    <a:pt x="0" y="179"/>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Oval 114"/>
            <p:cNvSpPr>
              <a:spLocks noChangeArrowheads="1"/>
            </p:cNvSpPr>
            <p:nvPr userDrawn="1"/>
          </p:nvSpPr>
          <p:spPr bwMode="auto">
            <a:xfrm>
              <a:off x="442068" y="1792827"/>
              <a:ext cx="656686" cy="656686"/>
            </a:xfrm>
            <a:prstGeom prst="ellipse">
              <a:avLst/>
            </a:pr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Oval 115"/>
            <p:cNvSpPr>
              <a:spLocks noChangeArrowheads="1"/>
            </p:cNvSpPr>
            <p:nvPr userDrawn="1"/>
          </p:nvSpPr>
          <p:spPr bwMode="auto">
            <a:xfrm>
              <a:off x="431075" y="4552050"/>
              <a:ext cx="306832" cy="305699"/>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16"/>
            <p:cNvSpPr>
              <a:spLocks/>
            </p:cNvSpPr>
            <p:nvPr userDrawn="1"/>
          </p:nvSpPr>
          <p:spPr bwMode="auto">
            <a:xfrm>
              <a:off x="-168826" y="2513624"/>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17"/>
            <p:cNvSpPr>
              <a:spLocks/>
            </p:cNvSpPr>
            <p:nvPr userDrawn="1"/>
          </p:nvSpPr>
          <p:spPr bwMode="auto">
            <a:xfrm>
              <a:off x="682885" y="947739"/>
              <a:ext cx="802131" cy="798256"/>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Oval 118"/>
            <p:cNvSpPr>
              <a:spLocks noChangeArrowheads="1"/>
            </p:cNvSpPr>
            <p:nvPr userDrawn="1"/>
          </p:nvSpPr>
          <p:spPr bwMode="auto">
            <a:xfrm>
              <a:off x="-104309" y="3449638"/>
              <a:ext cx="199271" cy="201535"/>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Oval 119"/>
            <p:cNvSpPr>
              <a:spLocks noChangeArrowheads="1"/>
            </p:cNvSpPr>
            <p:nvPr userDrawn="1"/>
          </p:nvSpPr>
          <p:spPr bwMode="auto">
            <a:xfrm>
              <a:off x="1196796" y="4763236"/>
              <a:ext cx="337401" cy="337401"/>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22"/>
            <p:cNvSpPr>
              <a:spLocks/>
            </p:cNvSpPr>
            <p:nvPr userDrawn="1"/>
          </p:nvSpPr>
          <p:spPr bwMode="auto">
            <a:xfrm>
              <a:off x="704353" y="3686744"/>
              <a:ext cx="826519" cy="826519"/>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24"/>
            <p:cNvSpPr>
              <a:spLocks/>
            </p:cNvSpPr>
            <p:nvPr userDrawn="1"/>
          </p:nvSpPr>
          <p:spPr bwMode="auto">
            <a:xfrm>
              <a:off x="-341570" y="1971151"/>
              <a:ext cx="296641" cy="30003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Oval 133"/>
            <p:cNvSpPr>
              <a:spLocks noChangeArrowheads="1"/>
            </p:cNvSpPr>
            <p:nvPr userDrawn="1"/>
          </p:nvSpPr>
          <p:spPr bwMode="auto">
            <a:xfrm>
              <a:off x="431573" y="4803828"/>
              <a:ext cx="185684" cy="185684"/>
            </a:xfrm>
            <a:prstGeom prst="ellipse">
              <a:avLst/>
            </a:prstGeom>
            <a:solidFill>
              <a:schemeClr val="tx2">
                <a:lumMod val="20000"/>
                <a:lumOff val="80000"/>
                <a:alpha val="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38"/>
            <p:cNvSpPr>
              <a:spLocks/>
            </p:cNvSpPr>
            <p:nvPr userDrawn="1"/>
          </p:nvSpPr>
          <p:spPr bwMode="auto">
            <a:xfrm>
              <a:off x="-367043" y="3733353"/>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41"/>
            <p:cNvSpPr>
              <a:spLocks/>
            </p:cNvSpPr>
            <p:nvPr userDrawn="1"/>
          </p:nvSpPr>
          <p:spPr bwMode="auto">
            <a:xfrm>
              <a:off x="277902" y="2644882"/>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Oval 115"/>
            <p:cNvSpPr>
              <a:spLocks noChangeArrowheads="1"/>
            </p:cNvSpPr>
            <p:nvPr userDrawn="1"/>
          </p:nvSpPr>
          <p:spPr bwMode="auto">
            <a:xfrm>
              <a:off x="1544588" y="4371526"/>
              <a:ext cx="306832" cy="305699"/>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16"/>
            <p:cNvSpPr>
              <a:spLocks/>
            </p:cNvSpPr>
            <p:nvPr userDrawn="1"/>
          </p:nvSpPr>
          <p:spPr bwMode="auto">
            <a:xfrm>
              <a:off x="771068" y="2243155"/>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Oval 118"/>
            <p:cNvSpPr>
              <a:spLocks noChangeArrowheads="1"/>
            </p:cNvSpPr>
            <p:nvPr userDrawn="1"/>
          </p:nvSpPr>
          <p:spPr bwMode="auto">
            <a:xfrm>
              <a:off x="835585" y="3179169"/>
              <a:ext cx="199271" cy="201535"/>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Oval 133"/>
            <p:cNvSpPr>
              <a:spLocks noChangeArrowheads="1"/>
            </p:cNvSpPr>
            <p:nvPr userDrawn="1"/>
          </p:nvSpPr>
          <p:spPr bwMode="auto">
            <a:xfrm>
              <a:off x="151477" y="2285548"/>
              <a:ext cx="185684" cy="185684"/>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38"/>
            <p:cNvSpPr>
              <a:spLocks/>
            </p:cNvSpPr>
            <p:nvPr userDrawn="1"/>
          </p:nvSpPr>
          <p:spPr bwMode="auto">
            <a:xfrm>
              <a:off x="572851" y="3462884"/>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41"/>
            <p:cNvSpPr>
              <a:spLocks/>
            </p:cNvSpPr>
            <p:nvPr userDrawn="1"/>
          </p:nvSpPr>
          <p:spPr bwMode="auto">
            <a:xfrm>
              <a:off x="1126356" y="2374413"/>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4857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6">
                                            <p:txEl>
                                              <p:pRg st="0" end="0"/>
                                            </p:txEl>
                                          </p:spTgt>
                                        </p:tgtEl>
                                        <p:attrNameLst>
                                          <p:attrName>style.visibility</p:attrName>
                                        </p:attrNameLst>
                                      </p:cBhvr>
                                      <p:to>
                                        <p:strVal val="visible"/>
                                      </p:to>
                                    </p:set>
                                    <p:animEffect transition="in" filter="fade">
                                      <p:cBhvr>
                                        <p:cTn id="12" dur="750"/>
                                        <p:tgtEl>
                                          <p:spTgt spid="126">
                                            <p:txEl>
                                              <p:pRg st="0" end="0"/>
                                            </p:txEl>
                                          </p:spTgt>
                                        </p:tgtEl>
                                      </p:cBhvr>
                                    </p:animEffect>
                                    <p:anim calcmode="lin" valueType="num">
                                      <p:cBhvr>
                                        <p:cTn id="13" dur="750" fill="hold"/>
                                        <p:tgtEl>
                                          <p:spTgt spid="126">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26">
                                            <p:txEl>
                                              <p:pRg st="0" end="0"/>
                                            </p:txEl>
                                          </p:spTgt>
                                        </p:tgtEl>
                                        <p:attrNameLst>
                                          <p:attrName>ppt_y</p:attrName>
                                        </p:attrNameLst>
                                      </p:cBhvr>
                                      <p:tavLst>
                                        <p:tav tm="0">
                                          <p:val>
                                            <p:strVal val="#ppt_y+.1"/>
                                          </p:val>
                                        </p:tav>
                                        <p:tav tm="100000">
                                          <p:val>
                                            <p:strVal val="#ppt_y"/>
                                          </p:val>
                                        </p:tav>
                                      </p:tavLst>
                                    </p:anim>
                                  </p:childTnLst>
                                </p:cTn>
                              </p:par>
                              <p:par>
                                <p:cTn id="15" presetID="16" presetClass="entr" presetSubtype="37" fill="hold" nodeType="with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barn(outVertical)">
                                      <p:cBhvr>
                                        <p:cTn id="17" dur="7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build="p">
        <p:tmplLst>
          <p:tmpl lvl="1">
            <p:tnLst>
              <p:par>
                <p:cTn presetID="42" presetClass="entr" presetSubtype="0" fill="hold" nodeType="with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fade">
                      <p:cBhvr>
                        <p:cTn dur="750"/>
                        <p:tgtEl>
                          <p:spTgt spid="126"/>
                        </p:tgtEl>
                      </p:cBhvr>
                    </p:animEffect>
                    <p:anim calcmode="lin" valueType="num">
                      <p:cBhvr>
                        <p:cTn dur="750" fill="hold"/>
                        <p:tgtEl>
                          <p:spTgt spid="126"/>
                        </p:tgtEl>
                        <p:attrNameLst>
                          <p:attrName>ppt_x</p:attrName>
                        </p:attrNameLst>
                      </p:cBhvr>
                      <p:tavLst>
                        <p:tav tm="0">
                          <p:val>
                            <p:strVal val="#ppt_x"/>
                          </p:val>
                        </p:tav>
                        <p:tav tm="100000">
                          <p:val>
                            <p:strVal val="#ppt_x"/>
                          </p:val>
                        </p:tav>
                      </p:tavLst>
                    </p:anim>
                    <p:anim calcmode="lin" valueType="num">
                      <p:cBhvr>
                        <p:cTn dur="750" fill="hold"/>
                        <p:tgtEl>
                          <p:spTgt spid="12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Freeform 113"/>
          <p:cNvSpPr>
            <a:spLocks/>
          </p:cNvSpPr>
          <p:nvPr userDrawn="1"/>
        </p:nvSpPr>
        <p:spPr bwMode="auto">
          <a:xfrm rot="10800000">
            <a:off x="8671820" y="4276941"/>
            <a:ext cx="1048920" cy="1048919"/>
          </a:xfrm>
          <a:custGeom>
            <a:avLst/>
            <a:gdLst>
              <a:gd name="T0" fmla="*/ 0 w 270"/>
              <a:gd name="T1" fmla="*/ 135 h 270"/>
              <a:gd name="T2" fmla="*/ 134 w 270"/>
              <a:gd name="T3" fmla="*/ 0 h 270"/>
              <a:gd name="T4" fmla="*/ 270 w 270"/>
              <a:gd name="T5" fmla="*/ 135 h 270"/>
              <a:gd name="T6" fmla="*/ 135 w 270"/>
              <a:gd name="T7" fmla="*/ 270 h 270"/>
              <a:gd name="T8" fmla="*/ 0 w 270"/>
              <a:gd name="T9" fmla="*/ 135 h 270"/>
            </a:gdLst>
            <a:ahLst/>
            <a:cxnLst>
              <a:cxn ang="0">
                <a:pos x="T0" y="T1"/>
              </a:cxn>
              <a:cxn ang="0">
                <a:pos x="T2" y="T3"/>
              </a:cxn>
              <a:cxn ang="0">
                <a:pos x="T4" y="T5"/>
              </a:cxn>
              <a:cxn ang="0">
                <a:pos x="T6" y="T7"/>
              </a:cxn>
              <a:cxn ang="0">
                <a:pos x="T8" y="T9"/>
              </a:cxn>
            </a:cxnLst>
            <a:rect l="0" t="0" r="r" b="b"/>
            <a:pathLst>
              <a:path w="270" h="270">
                <a:moveTo>
                  <a:pt x="0" y="135"/>
                </a:moveTo>
                <a:cubicBezTo>
                  <a:pt x="0" y="60"/>
                  <a:pt x="60" y="0"/>
                  <a:pt x="134" y="0"/>
                </a:cubicBezTo>
                <a:cubicBezTo>
                  <a:pt x="209" y="0"/>
                  <a:pt x="270" y="60"/>
                  <a:pt x="270" y="135"/>
                </a:cubicBezTo>
                <a:cubicBezTo>
                  <a:pt x="270" y="209"/>
                  <a:pt x="209" y="270"/>
                  <a:pt x="135" y="270"/>
                </a:cubicBezTo>
                <a:cubicBezTo>
                  <a:pt x="60" y="270"/>
                  <a:pt x="0" y="209"/>
                  <a:pt x="0" y="13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Oval 114"/>
          <p:cNvSpPr>
            <a:spLocks noChangeArrowheads="1"/>
          </p:cNvSpPr>
          <p:nvPr userDrawn="1"/>
        </p:nvSpPr>
        <p:spPr bwMode="auto">
          <a:xfrm rot="10800000">
            <a:off x="10432666" y="4878116"/>
            <a:ext cx="809007" cy="809007"/>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Oval 115"/>
          <p:cNvSpPr>
            <a:spLocks noChangeArrowheads="1"/>
          </p:cNvSpPr>
          <p:nvPr userDrawn="1"/>
        </p:nvSpPr>
        <p:spPr bwMode="auto">
          <a:xfrm rot="10800000">
            <a:off x="11446714" y="2692403"/>
            <a:ext cx="378002" cy="376607"/>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16"/>
          <p:cNvSpPr>
            <a:spLocks/>
          </p:cNvSpPr>
          <p:nvPr userDrawn="1"/>
        </p:nvSpPr>
        <p:spPr bwMode="auto">
          <a:xfrm rot="10800000">
            <a:off x="11194249" y="4466638"/>
            <a:ext cx="493773" cy="497958"/>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17"/>
          <p:cNvSpPr>
            <a:spLocks/>
          </p:cNvSpPr>
          <p:nvPr userDrawn="1"/>
        </p:nvSpPr>
        <p:spPr bwMode="auto">
          <a:xfrm rot="10800000">
            <a:off x="10066381" y="883295"/>
            <a:ext cx="1154927" cy="1149348"/>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Oval 118"/>
          <p:cNvSpPr>
            <a:spLocks noChangeArrowheads="1"/>
          </p:cNvSpPr>
          <p:nvPr userDrawn="1"/>
        </p:nvSpPr>
        <p:spPr bwMode="auto">
          <a:xfrm rot="10800000">
            <a:off x="11268175" y="3515358"/>
            <a:ext cx="245492" cy="248281"/>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Oval 119"/>
          <p:cNvSpPr>
            <a:spLocks noChangeArrowheads="1"/>
          </p:cNvSpPr>
          <p:nvPr userDrawn="1"/>
        </p:nvSpPr>
        <p:spPr bwMode="auto">
          <a:xfrm rot="10800000">
            <a:off x="10720282" y="2478992"/>
            <a:ext cx="415662" cy="415662"/>
          </a:xfrm>
          <a:prstGeom prst="ellipse">
            <a:avLst/>
          </a:pr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20"/>
          <p:cNvSpPr>
            <a:spLocks/>
          </p:cNvSpPr>
          <p:nvPr userDrawn="1"/>
        </p:nvSpPr>
        <p:spPr bwMode="auto">
          <a:xfrm rot="10800000">
            <a:off x="8569997" y="2870942"/>
            <a:ext cx="1411578" cy="1405998"/>
          </a:xfrm>
          <a:custGeom>
            <a:avLst/>
            <a:gdLst>
              <a:gd name="T0" fmla="*/ 0 w 363"/>
              <a:gd name="T1" fmla="*/ 181 h 362"/>
              <a:gd name="T2" fmla="*/ 181 w 363"/>
              <a:gd name="T3" fmla="*/ 0 h 362"/>
              <a:gd name="T4" fmla="*/ 362 w 363"/>
              <a:gd name="T5" fmla="*/ 181 h 362"/>
              <a:gd name="T6" fmla="*/ 181 w 363"/>
              <a:gd name="T7" fmla="*/ 362 h 362"/>
              <a:gd name="T8" fmla="*/ 0 w 363"/>
              <a:gd name="T9" fmla="*/ 181 h 362"/>
            </a:gdLst>
            <a:ahLst/>
            <a:cxnLst>
              <a:cxn ang="0">
                <a:pos x="T0" y="T1"/>
              </a:cxn>
              <a:cxn ang="0">
                <a:pos x="T2" y="T3"/>
              </a:cxn>
              <a:cxn ang="0">
                <a:pos x="T4" y="T5"/>
              </a:cxn>
              <a:cxn ang="0">
                <a:pos x="T6" y="T7"/>
              </a:cxn>
              <a:cxn ang="0">
                <a:pos x="T8" y="T9"/>
              </a:cxn>
            </a:cxnLst>
            <a:rect l="0" t="0" r="r" b="b"/>
            <a:pathLst>
              <a:path w="363" h="362">
                <a:moveTo>
                  <a:pt x="0" y="181"/>
                </a:moveTo>
                <a:cubicBezTo>
                  <a:pt x="0" y="81"/>
                  <a:pt x="81" y="0"/>
                  <a:pt x="181" y="0"/>
                </a:cubicBezTo>
                <a:cubicBezTo>
                  <a:pt x="281" y="0"/>
                  <a:pt x="362" y="81"/>
                  <a:pt x="362" y="181"/>
                </a:cubicBezTo>
                <a:cubicBezTo>
                  <a:pt x="363" y="281"/>
                  <a:pt x="282" y="362"/>
                  <a:pt x="181" y="362"/>
                </a:cubicBezTo>
                <a:cubicBezTo>
                  <a:pt x="81" y="362"/>
                  <a:pt x="0" y="281"/>
                  <a:pt x="0" y="181"/>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22"/>
          <p:cNvSpPr>
            <a:spLocks/>
          </p:cNvSpPr>
          <p:nvPr userDrawn="1"/>
        </p:nvSpPr>
        <p:spPr bwMode="auto">
          <a:xfrm rot="10800000">
            <a:off x="10106552" y="3064824"/>
            <a:ext cx="1018233" cy="1018233"/>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23"/>
          <p:cNvSpPr>
            <a:spLocks/>
          </p:cNvSpPr>
          <p:nvPr userDrawn="1"/>
        </p:nvSpPr>
        <p:spPr bwMode="auto">
          <a:xfrm rot="10800000">
            <a:off x="9310936" y="5088736"/>
            <a:ext cx="1273489" cy="1273489"/>
          </a:xfrm>
          <a:custGeom>
            <a:avLst/>
            <a:gdLst>
              <a:gd name="T0" fmla="*/ 0 w 328"/>
              <a:gd name="T1" fmla="*/ 164 h 328"/>
              <a:gd name="T2" fmla="*/ 164 w 328"/>
              <a:gd name="T3" fmla="*/ 0 h 328"/>
              <a:gd name="T4" fmla="*/ 328 w 328"/>
              <a:gd name="T5" fmla="*/ 164 h 328"/>
              <a:gd name="T6" fmla="*/ 164 w 328"/>
              <a:gd name="T7" fmla="*/ 328 h 328"/>
              <a:gd name="T8" fmla="*/ 0 w 328"/>
              <a:gd name="T9" fmla="*/ 164 h 328"/>
            </a:gdLst>
            <a:ahLst/>
            <a:cxnLst>
              <a:cxn ang="0">
                <a:pos x="T0" y="T1"/>
              </a:cxn>
              <a:cxn ang="0">
                <a:pos x="T2" y="T3"/>
              </a:cxn>
              <a:cxn ang="0">
                <a:pos x="T4" y="T5"/>
              </a:cxn>
              <a:cxn ang="0">
                <a:pos x="T6" y="T7"/>
              </a:cxn>
              <a:cxn ang="0">
                <a:pos x="T8" y="T9"/>
              </a:cxn>
            </a:cxnLst>
            <a:rect l="0" t="0" r="r" b="b"/>
            <a:pathLst>
              <a:path w="328" h="328">
                <a:moveTo>
                  <a:pt x="0" y="164"/>
                </a:moveTo>
                <a:cubicBezTo>
                  <a:pt x="0" y="74"/>
                  <a:pt x="73" y="0"/>
                  <a:pt x="164" y="0"/>
                </a:cubicBezTo>
                <a:cubicBezTo>
                  <a:pt x="254" y="0"/>
                  <a:pt x="328" y="74"/>
                  <a:pt x="328" y="164"/>
                </a:cubicBezTo>
                <a:cubicBezTo>
                  <a:pt x="328" y="255"/>
                  <a:pt x="255" y="328"/>
                  <a:pt x="164" y="328"/>
                </a:cubicBezTo>
                <a:cubicBezTo>
                  <a:pt x="73" y="328"/>
                  <a:pt x="0" y="255"/>
                  <a:pt x="0" y="16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24"/>
          <p:cNvSpPr>
            <a:spLocks/>
          </p:cNvSpPr>
          <p:nvPr userDrawn="1"/>
        </p:nvSpPr>
        <p:spPr bwMode="auto">
          <a:xfrm rot="10800000">
            <a:off x="11566950" y="5263092"/>
            <a:ext cx="365448" cy="369633"/>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25"/>
          <p:cNvSpPr>
            <a:spLocks/>
          </p:cNvSpPr>
          <p:nvPr userDrawn="1"/>
        </p:nvSpPr>
        <p:spPr bwMode="auto">
          <a:xfrm rot="10800000">
            <a:off x="9613616" y="3911492"/>
            <a:ext cx="1196773" cy="1200957"/>
          </a:xfrm>
          <a:custGeom>
            <a:avLst/>
            <a:gdLst>
              <a:gd name="T0" fmla="*/ 0 w 308"/>
              <a:gd name="T1" fmla="*/ 155 h 309"/>
              <a:gd name="T2" fmla="*/ 154 w 308"/>
              <a:gd name="T3" fmla="*/ 0 h 309"/>
              <a:gd name="T4" fmla="*/ 308 w 308"/>
              <a:gd name="T5" fmla="*/ 154 h 309"/>
              <a:gd name="T6" fmla="*/ 154 w 308"/>
              <a:gd name="T7" fmla="*/ 309 h 309"/>
              <a:gd name="T8" fmla="*/ 0 w 308"/>
              <a:gd name="T9" fmla="*/ 155 h 309"/>
            </a:gdLst>
            <a:ahLst/>
            <a:cxnLst>
              <a:cxn ang="0">
                <a:pos x="T0" y="T1"/>
              </a:cxn>
              <a:cxn ang="0">
                <a:pos x="T2" y="T3"/>
              </a:cxn>
              <a:cxn ang="0">
                <a:pos x="T4" y="T5"/>
              </a:cxn>
              <a:cxn ang="0">
                <a:pos x="T6" y="T7"/>
              </a:cxn>
              <a:cxn ang="0">
                <a:pos x="T8" y="T9"/>
              </a:cxn>
            </a:cxnLst>
            <a:rect l="0" t="0" r="r" b="b"/>
            <a:pathLst>
              <a:path w="308" h="309">
                <a:moveTo>
                  <a:pt x="0" y="155"/>
                </a:moveTo>
                <a:cubicBezTo>
                  <a:pt x="0" y="70"/>
                  <a:pt x="69" y="1"/>
                  <a:pt x="154" y="0"/>
                </a:cubicBezTo>
                <a:cubicBezTo>
                  <a:pt x="239" y="0"/>
                  <a:pt x="308" y="69"/>
                  <a:pt x="308" y="154"/>
                </a:cubicBezTo>
                <a:cubicBezTo>
                  <a:pt x="308" y="240"/>
                  <a:pt x="239" y="309"/>
                  <a:pt x="154" y="309"/>
                </a:cubicBezTo>
                <a:cubicBezTo>
                  <a:pt x="69" y="309"/>
                  <a:pt x="0" y="240"/>
                  <a:pt x="0" y="15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26"/>
          <p:cNvSpPr>
            <a:spLocks/>
          </p:cNvSpPr>
          <p:nvPr userDrawn="1"/>
        </p:nvSpPr>
        <p:spPr bwMode="auto">
          <a:xfrm rot="10800000">
            <a:off x="7883457" y="944668"/>
            <a:ext cx="1188404" cy="1192588"/>
          </a:xfrm>
          <a:custGeom>
            <a:avLst/>
            <a:gdLst>
              <a:gd name="T0" fmla="*/ 0 w 306"/>
              <a:gd name="T1" fmla="*/ 154 h 307"/>
              <a:gd name="T2" fmla="*/ 153 w 306"/>
              <a:gd name="T3" fmla="*/ 0 h 307"/>
              <a:gd name="T4" fmla="*/ 306 w 306"/>
              <a:gd name="T5" fmla="*/ 153 h 307"/>
              <a:gd name="T6" fmla="*/ 153 w 306"/>
              <a:gd name="T7" fmla="*/ 307 h 307"/>
              <a:gd name="T8" fmla="*/ 0 w 306"/>
              <a:gd name="T9" fmla="*/ 154 h 307"/>
            </a:gdLst>
            <a:ahLst/>
            <a:cxnLst>
              <a:cxn ang="0">
                <a:pos x="T0" y="T1"/>
              </a:cxn>
              <a:cxn ang="0">
                <a:pos x="T2" y="T3"/>
              </a:cxn>
              <a:cxn ang="0">
                <a:pos x="T4" y="T5"/>
              </a:cxn>
              <a:cxn ang="0">
                <a:pos x="T6" y="T7"/>
              </a:cxn>
              <a:cxn ang="0">
                <a:pos x="T8" y="T9"/>
              </a:cxn>
            </a:cxnLst>
            <a:rect l="0" t="0" r="r" b="b"/>
            <a:pathLst>
              <a:path w="306" h="307">
                <a:moveTo>
                  <a:pt x="0" y="154"/>
                </a:moveTo>
                <a:cubicBezTo>
                  <a:pt x="0" y="69"/>
                  <a:pt x="68" y="1"/>
                  <a:pt x="153" y="0"/>
                </a:cubicBezTo>
                <a:cubicBezTo>
                  <a:pt x="237" y="0"/>
                  <a:pt x="306" y="69"/>
                  <a:pt x="306" y="153"/>
                </a:cubicBezTo>
                <a:cubicBezTo>
                  <a:pt x="306" y="238"/>
                  <a:pt x="238" y="307"/>
                  <a:pt x="153" y="307"/>
                </a:cubicBezTo>
                <a:cubicBezTo>
                  <a:pt x="69" y="307"/>
                  <a:pt x="0" y="238"/>
                  <a:pt x="0" y="154"/>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Oval 127"/>
          <p:cNvSpPr>
            <a:spLocks noChangeArrowheads="1"/>
          </p:cNvSpPr>
          <p:nvPr userDrawn="1"/>
        </p:nvSpPr>
        <p:spPr bwMode="auto">
          <a:xfrm rot="10800000">
            <a:off x="8151265" y="378363"/>
            <a:ext cx="391950" cy="391950"/>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28"/>
          <p:cNvSpPr>
            <a:spLocks/>
          </p:cNvSpPr>
          <p:nvPr userDrawn="1"/>
        </p:nvSpPr>
        <p:spPr bwMode="auto">
          <a:xfrm rot="10800000">
            <a:off x="7833243" y="711729"/>
            <a:ext cx="585833" cy="587228"/>
          </a:xfrm>
          <a:custGeom>
            <a:avLst/>
            <a:gdLst>
              <a:gd name="T0" fmla="*/ 0 w 151"/>
              <a:gd name="T1" fmla="*/ 75 h 151"/>
              <a:gd name="T2" fmla="*/ 76 w 151"/>
              <a:gd name="T3" fmla="*/ 0 h 151"/>
              <a:gd name="T4" fmla="*/ 151 w 151"/>
              <a:gd name="T5" fmla="*/ 75 h 151"/>
              <a:gd name="T6" fmla="*/ 76 w 151"/>
              <a:gd name="T7" fmla="*/ 151 h 151"/>
              <a:gd name="T8" fmla="*/ 0 w 151"/>
              <a:gd name="T9" fmla="*/ 75 h 151"/>
            </a:gdLst>
            <a:ahLst/>
            <a:cxnLst>
              <a:cxn ang="0">
                <a:pos x="T0" y="T1"/>
              </a:cxn>
              <a:cxn ang="0">
                <a:pos x="T2" y="T3"/>
              </a:cxn>
              <a:cxn ang="0">
                <a:pos x="T4" y="T5"/>
              </a:cxn>
              <a:cxn ang="0">
                <a:pos x="T6" y="T7"/>
              </a:cxn>
              <a:cxn ang="0">
                <a:pos x="T8" y="T9"/>
              </a:cxn>
            </a:cxnLst>
            <a:rect l="0" t="0" r="r" b="b"/>
            <a:pathLst>
              <a:path w="151" h="151">
                <a:moveTo>
                  <a:pt x="0" y="75"/>
                </a:moveTo>
                <a:cubicBezTo>
                  <a:pt x="0" y="33"/>
                  <a:pt x="34" y="0"/>
                  <a:pt x="76" y="0"/>
                </a:cubicBezTo>
                <a:cubicBezTo>
                  <a:pt x="117" y="0"/>
                  <a:pt x="151" y="33"/>
                  <a:pt x="151" y="75"/>
                </a:cubicBezTo>
                <a:cubicBezTo>
                  <a:pt x="151" y="117"/>
                  <a:pt x="118" y="151"/>
                  <a:pt x="76" y="151"/>
                </a:cubicBezTo>
                <a:cubicBezTo>
                  <a:pt x="34" y="151"/>
                  <a:pt x="0" y="117"/>
                  <a:pt x="0" y="75"/>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29"/>
          <p:cNvSpPr>
            <a:spLocks/>
          </p:cNvSpPr>
          <p:nvPr userDrawn="1"/>
        </p:nvSpPr>
        <p:spPr bwMode="auto">
          <a:xfrm rot="10800000">
            <a:off x="8787870" y="1388227"/>
            <a:ext cx="1736576" cy="1735181"/>
          </a:xfrm>
          <a:custGeom>
            <a:avLst/>
            <a:gdLst>
              <a:gd name="T0" fmla="*/ 1 w 447"/>
              <a:gd name="T1" fmla="*/ 224 h 447"/>
              <a:gd name="T2" fmla="*/ 224 w 447"/>
              <a:gd name="T3" fmla="*/ 0 h 447"/>
              <a:gd name="T4" fmla="*/ 447 w 447"/>
              <a:gd name="T5" fmla="*/ 224 h 447"/>
              <a:gd name="T6" fmla="*/ 224 w 447"/>
              <a:gd name="T7" fmla="*/ 447 h 447"/>
              <a:gd name="T8" fmla="*/ 1 w 447"/>
              <a:gd name="T9" fmla="*/ 224 h 447"/>
            </a:gdLst>
            <a:ahLst/>
            <a:cxnLst>
              <a:cxn ang="0">
                <a:pos x="T0" y="T1"/>
              </a:cxn>
              <a:cxn ang="0">
                <a:pos x="T2" y="T3"/>
              </a:cxn>
              <a:cxn ang="0">
                <a:pos x="T4" y="T5"/>
              </a:cxn>
              <a:cxn ang="0">
                <a:pos x="T6" y="T7"/>
              </a:cxn>
              <a:cxn ang="0">
                <a:pos x="T8" y="T9"/>
              </a:cxn>
            </a:cxnLst>
            <a:rect l="0" t="0" r="r" b="b"/>
            <a:pathLst>
              <a:path w="447" h="447">
                <a:moveTo>
                  <a:pt x="1" y="224"/>
                </a:moveTo>
                <a:cubicBezTo>
                  <a:pt x="0" y="101"/>
                  <a:pt x="100" y="1"/>
                  <a:pt x="224" y="0"/>
                </a:cubicBezTo>
                <a:cubicBezTo>
                  <a:pt x="347" y="0"/>
                  <a:pt x="447" y="100"/>
                  <a:pt x="447" y="224"/>
                </a:cubicBezTo>
                <a:cubicBezTo>
                  <a:pt x="447" y="347"/>
                  <a:pt x="347" y="447"/>
                  <a:pt x="224" y="447"/>
                </a:cubicBezTo>
                <a:cubicBezTo>
                  <a:pt x="101" y="447"/>
                  <a:pt x="1" y="347"/>
                  <a:pt x="1" y="22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30"/>
          <p:cNvSpPr>
            <a:spLocks/>
          </p:cNvSpPr>
          <p:nvPr userDrawn="1"/>
        </p:nvSpPr>
        <p:spPr bwMode="auto">
          <a:xfrm rot="10800000">
            <a:off x="7711891" y="2269766"/>
            <a:ext cx="1705890" cy="1704494"/>
          </a:xfrm>
          <a:custGeom>
            <a:avLst/>
            <a:gdLst>
              <a:gd name="T0" fmla="*/ 0 w 439"/>
              <a:gd name="T1" fmla="*/ 220 h 439"/>
              <a:gd name="T2" fmla="*/ 219 w 439"/>
              <a:gd name="T3" fmla="*/ 0 h 439"/>
              <a:gd name="T4" fmla="*/ 439 w 439"/>
              <a:gd name="T5" fmla="*/ 219 h 439"/>
              <a:gd name="T6" fmla="*/ 220 w 439"/>
              <a:gd name="T7" fmla="*/ 439 h 439"/>
              <a:gd name="T8" fmla="*/ 0 w 439"/>
              <a:gd name="T9" fmla="*/ 220 h 439"/>
            </a:gdLst>
            <a:ahLst/>
            <a:cxnLst>
              <a:cxn ang="0">
                <a:pos x="T0" y="T1"/>
              </a:cxn>
              <a:cxn ang="0">
                <a:pos x="T2" y="T3"/>
              </a:cxn>
              <a:cxn ang="0">
                <a:pos x="T4" y="T5"/>
              </a:cxn>
              <a:cxn ang="0">
                <a:pos x="T6" y="T7"/>
              </a:cxn>
              <a:cxn ang="0">
                <a:pos x="T8" y="T9"/>
              </a:cxn>
            </a:cxnLst>
            <a:rect l="0" t="0" r="r" b="b"/>
            <a:pathLst>
              <a:path w="439" h="439">
                <a:moveTo>
                  <a:pt x="0" y="220"/>
                </a:moveTo>
                <a:cubicBezTo>
                  <a:pt x="0" y="99"/>
                  <a:pt x="98" y="0"/>
                  <a:pt x="219" y="0"/>
                </a:cubicBezTo>
                <a:cubicBezTo>
                  <a:pt x="341" y="0"/>
                  <a:pt x="439" y="98"/>
                  <a:pt x="439" y="219"/>
                </a:cubicBezTo>
                <a:cubicBezTo>
                  <a:pt x="439" y="341"/>
                  <a:pt x="341" y="439"/>
                  <a:pt x="220" y="439"/>
                </a:cubicBezTo>
                <a:cubicBezTo>
                  <a:pt x="99" y="439"/>
                  <a:pt x="0" y="341"/>
                  <a:pt x="0" y="220"/>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31"/>
          <p:cNvSpPr>
            <a:spLocks/>
          </p:cNvSpPr>
          <p:nvPr userDrawn="1"/>
        </p:nvSpPr>
        <p:spPr bwMode="auto">
          <a:xfrm rot="10800000">
            <a:off x="9404390" y="4692603"/>
            <a:ext cx="1048920" cy="1048919"/>
          </a:xfrm>
          <a:custGeom>
            <a:avLst/>
            <a:gdLst>
              <a:gd name="T0" fmla="*/ 0 w 270"/>
              <a:gd name="T1" fmla="*/ 136 h 270"/>
              <a:gd name="T2" fmla="*/ 135 w 270"/>
              <a:gd name="T3" fmla="*/ 0 h 270"/>
              <a:gd name="T4" fmla="*/ 270 w 270"/>
              <a:gd name="T5" fmla="*/ 135 h 270"/>
              <a:gd name="T6" fmla="*/ 135 w 270"/>
              <a:gd name="T7" fmla="*/ 270 h 270"/>
              <a:gd name="T8" fmla="*/ 0 w 270"/>
              <a:gd name="T9" fmla="*/ 136 h 270"/>
            </a:gdLst>
            <a:ahLst/>
            <a:cxnLst>
              <a:cxn ang="0">
                <a:pos x="T0" y="T1"/>
              </a:cxn>
              <a:cxn ang="0">
                <a:pos x="T2" y="T3"/>
              </a:cxn>
              <a:cxn ang="0">
                <a:pos x="T4" y="T5"/>
              </a:cxn>
              <a:cxn ang="0">
                <a:pos x="T6" y="T7"/>
              </a:cxn>
              <a:cxn ang="0">
                <a:pos x="T8" y="T9"/>
              </a:cxn>
            </a:cxnLst>
            <a:rect l="0" t="0" r="r" b="b"/>
            <a:pathLst>
              <a:path w="270" h="270">
                <a:moveTo>
                  <a:pt x="0" y="136"/>
                </a:moveTo>
                <a:cubicBezTo>
                  <a:pt x="0" y="61"/>
                  <a:pt x="60" y="0"/>
                  <a:pt x="135" y="0"/>
                </a:cubicBezTo>
                <a:cubicBezTo>
                  <a:pt x="210" y="0"/>
                  <a:pt x="270" y="61"/>
                  <a:pt x="270" y="135"/>
                </a:cubicBezTo>
                <a:cubicBezTo>
                  <a:pt x="270" y="210"/>
                  <a:pt x="210" y="270"/>
                  <a:pt x="135" y="270"/>
                </a:cubicBezTo>
                <a:cubicBezTo>
                  <a:pt x="61" y="270"/>
                  <a:pt x="0" y="210"/>
                  <a:pt x="0" y="13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32"/>
          <p:cNvSpPr>
            <a:spLocks/>
          </p:cNvSpPr>
          <p:nvPr userDrawn="1"/>
        </p:nvSpPr>
        <p:spPr bwMode="auto">
          <a:xfrm rot="10800000">
            <a:off x="11241673" y="1771807"/>
            <a:ext cx="496563" cy="497958"/>
          </a:xfrm>
          <a:custGeom>
            <a:avLst/>
            <a:gdLst>
              <a:gd name="T0" fmla="*/ 0 w 128"/>
              <a:gd name="T1" fmla="*/ 64 h 128"/>
              <a:gd name="T2" fmla="*/ 64 w 128"/>
              <a:gd name="T3" fmla="*/ 0 h 128"/>
              <a:gd name="T4" fmla="*/ 128 w 128"/>
              <a:gd name="T5" fmla="*/ 64 h 128"/>
              <a:gd name="T6" fmla="*/ 64 w 128"/>
              <a:gd name="T7" fmla="*/ 128 h 128"/>
              <a:gd name="T8" fmla="*/ 0 w 128"/>
              <a:gd name="T9" fmla="*/ 64 h 128"/>
            </a:gdLst>
            <a:ahLst/>
            <a:cxnLst>
              <a:cxn ang="0">
                <a:pos x="T0" y="T1"/>
              </a:cxn>
              <a:cxn ang="0">
                <a:pos x="T2" y="T3"/>
              </a:cxn>
              <a:cxn ang="0">
                <a:pos x="T4" y="T5"/>
              </a:cxn>
              <a:cxn ang="0">
                <a:pos x="T6" y="T7"/>
              </a:cxn>
              <a:cxn ang="0">
                <a:pos x="T8" y="T9"/>
              </a:cxn>
            </a:cxnLst>
            <a:rect l="0" t="0" r="r" b="b"/>
            <a:pathLst>
              <a:path w="128" h="128">
                <a:moveTo>
                  <a:pt x="0" y="64"/>
                </a:moveTo>
                <a:cubicBezTo>
                  <a:pt x="0" y="29"/>
                  <a:pt x="29" y="0"/>
                  <a:pt x="64" y="0"/>
                </a:cubicBezTo>
                <a:cubicBezTo>
                  <a:pt x="99" y="0"/>
                  <a:pt x="127" y="29"/>
                  <a:pt x="128" y="64"/>
                </a:cubicBezTo>
                <a:cubicBezTo>
                  <a:pt x="128"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Oval 133"/>
          <p:cNvSpPr>
            <a:spLocks noChangeArrowheads="1"/>
          </p:cNvSpPr>
          <p:nvPr userDrawn="1"/>
        </p:nvSpPr>
        <p:spPr bwMode="auto">
          <a:xfrm rot="10800000">
            <a:off x="11552722" y="2576630"/>
            <a:ext cx="228754" cy="228754"/>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34"/>
          <p:cNvSpPr>
            <a:spLocks/>
          </p:cNvSpPr>
          <p:nvPr userDrawn="1"/>
        </p:nvSpPr>
        <p:spPr bwMode="auto">
          <a:xfrm rot="10800000">
            <a:off x="8431629" y="5565772"/>
            <a:ext cx="765767" cy="768557"/>
          </a:xfrm>
          <a:custGeom>
            <a:avLst/>
            <a:gdLst>
              <a:gd name="T0" fmla="*/ 0 w 197"/>
              <a:gd name="T1" fmla="*/ 99 h 198"/>
              <a:gd name="T2" fmla="*/ 98 w 197"/>
              <a:gd name="T3" fmla="*/ 0 h 198"/>
              <a:gd name="T4" fmla="*/ 197 w 197"/>
              <a:gd name="T5" fmla="*/ 99 h 198"/>
              <a:gd name="T6" fmla="*/ 99 w 197"/>
              <a:gd name="T7" fmla="*/ 198 h 198"/>
              <a:gd name="T8" fmla="*/ 0 w 197"/>
              <a:gd name="T9" fmla="*/ 99 h 198"/>
            </a:gdLst>
            <a:ahLst/>
            <a:cxnLst>
              <a:cxn ang="0">
                <a:pos x="T0" y="T1"/>
              </a:cxn>
              <a:cxn ang="0">
                <a:pos x="T2" y="T3"/>
              </a:cxn>
              <a:cxn ang="0">
                <a:pos x="T4" y="T5"/>
              </a:cxn>
              <a:cxn ang="0">
                <a:pos x="T6" y="T7"/>
              </a:cxn>
              <a:cxn ang="0">
                <a:pos x="T8" y="T9"/>
              </a:cxn>
            </a:cxnLst>
            <a:rect l="0" t="0" r="r" b="b"/>
            <a:pathLst>
              <a:path w="197" h="198">
                <a:moveTo>
                  <a:pt x="0" y="99"/>
                </a:moveTo>
                <a:cubicBezTo>
                  <a:pt x="0" y="45"/>
                  <a:pt x="44" y="0"/>
                  <a:pt x="98" y="0"/>
                </a:cubicBezTo>
                <a:cubicBezTo>
                  <a:pt x="153" y="0"/>
                  <a:pt x="197" y="45"/>
                  <a:pt x="197" y="99"/>
                </a:cubicBezTo>
                <a:cubicBezTo>
                  <a:pt x="197" y="154"/>
                  <a:pt x="153" y="198"/>
                  <a:pt x="99" y="198"/>
                </a:cubicBezTo>
                <a:cubicBezTo>
                  <a:pt x="44" y="198"/>
                  <a:pt x="0" y="154"/>
                  <a:pt x="0" y="99"/>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Oval 135"/>
          <p:cNvSpPr>
            <a:spLocks noChangeArrowheads="1"/>
          </p:cNvSpPr>
          <p:nvPr userDrawn="1"/>
        </p:nvSpPr>
        <p:spPr bwMode="auto">
          <a:xfrm rot="10800000">
            <a:off x="8959436" y="3367505"/>
            <a:ext cx="1405999" cy="1405998"/>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136"/>
          <p:cNvSpPr>
            <a:spLocks noChangeArrowheads="1"/>
          </p:cNvSpPr>
          <p:nvPr userDrawn="1"/>
        </p:nvSpPr>
        <p:spPr bwMode="auto">
          <a:xfrm rot="10800000">
            <a:off x="11960294" y="2222341"/>
            <a:ext cx="205042" cy="210621"/>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37"/>
          <p:cNvSpPr>
            <a:spLocks/>
          </p:cNvSpPr>
          <p:nvPr userDrawn="1"/>
        </p:nvSpPr>
        <p:spPr bwMode="auto">
          <a:xfrm rot="10800000">
            <a:off x="7657492" y="4688418"/>
            <a:ext cx="1399025" cy="1394840"/>
          </a:xfrm>
          <a:custGeom>
            <a:avLst/>
            <a:gdLst>
              <a:gd name="T0" fmla="*/ 0 w 360"/>
              <a:gd name="T1" fmla="*/ 180 h 359"/>
              <a:gd name="T2" fmla="*/ 180 w 360"/>
              <a:gd name="T3" fmla="*/ 0 h 359"/>
              <a:gd name="T4" fmla="*/ 360 w 360"/>
              <a:gd name="T5" fmla="*/ 179 h 359"/>
              <a:gd name="T6" fmla="*/ 180 w 360"/>
              <a:gd name="T7" fmla="*/ 359 h 359"/>
              <a:gd name="T8" fmla="*/ 0 w 360"/>
              <a:gd name="T9" fmla="*/ 180 h 359"/>
            </a:gdLst>
            <a:ahLst/>
            <a:cxnLst>
              <a:cxn ang="0">
                <a:pos x="T0" y="T1"/>
              </a:cxn>
              <a:cxn ang="0">
                <a:pos x="T2" y="T3"/>
              </a:cxn>
              <a:cxn ang="0">
                <a:pos x="T4" y="T5"/>
              </a:cxn>
              <a:cxn ang="0">
                <a:pos x="T6" y="T7"/>
              </a:cxn>
              <a:cxn ang="0">
                <a:pos x="T8" y="T9"/>
              </a:cxn>
            </a:cxnLst>
            <a:rect l="0" t="0" r="r" b="b"/>
            <a:pathLst>
              <a:path w="360" h="359">
                <a:moveTo>
                  <a:pt x="0" y="180"/>
                </a:moveTo>
                <a:cubicBezTo>
                  <a:pt x="0" y="80"/>
                  <a:pt x="81" y="0"/>
                  <a:pt x="180" y="0"/>
                </a:cubicBezTo>
                <a:cubicBezTo>
                  <a:pt x="279" y="0"/>
                  <a:pt x="360" y="80"/>
                  <a:pt x="360" y="179"/>
                </a:cubicBezTo>
                <a:cubicBezTo>
                  <a:pt x="360" y="279"/>
                  <a:pt x="280" y="359"/>
                  <a:pt x="180" y="359"/>
                </a:cubicBezTo>
                <a:cubicBezTo>
                  <a:pt x="81" y="359"/>
                  <a:pt x="1" y="279"/>
                  <a:pt x="0" y="180"/>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38"/>
          <p:cNvSpPr>
            <a:spLocks/>
          </p:cNvSpPr>
          <p:nvPr userDrawn="1"/>
        </p:nvSpPr>
        <p:spPr bwMode="auto">
          <a:xfrm rot="10800000">
            <a:off x="11336788" y="3116434"/>
            <a:ext cx="855037" cy="855037"/>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39"/>
          <p:cNvSpPr>
            <a:spLocks/>
          </p:cNvSpPr>
          <p:nvPr userDrawn="1"/>
        </p:nvSpPr>
        <p:spPr bwMode="auto">
          <a:xfrm rot="10800000">
            <a:off x="10374083" y="5500215"/>
            <a:ext cx="898277" cy="896882"/>
          </a:xfrm>
          <a:custGeom>
            <a:avLst/>
            <a:gdLst>
              <a:gd name="T0" fmla="*/ 0 w 231"/>
              <a:gd name="T1" fmla="*/ 116 h 231"/>
              <a:gd name="T2" fmla="*/ 116 w 231"/>
              <a:gd name="T3" fmla="*/ 0 h 231"/>
              <a:gd name="T4" fmla="*/ 231 w 231"/>
              <a:gd name="T5" fmla="*/ 116 h 231"/>
              <a:gd name="T6" fmla="*/ 116 w 231"/>
              <a:gd name="T7" fmla="*/ 231 h 231"/>
              <a:gd name="T8" fmla="*/ 0 w 231"/>
              <a:gd name="T9" fmla="*/ 116 h 231"/>
            </a:gdLst>
            <a:ahLst/>
            <a:cxnLst>
              <a:cxn ang="0">
                <a:pos x="T0" y="T1"/>
              </a:cxn>
              <a:cxn ang="0">
                <a:pos x="T2" y="T3"/>
              </a:cxn>
              <a:cxn ang="0">
                <a:pos x="T4" y="T5"/>
              </a:cxn>
              <a:cxn ang="0">
                <a:pos x="T6" y="T7"/>
              </a:cxn>
              <a:cxn ang="0">
                <a:pos x="T8" y="T9"/>
              </a:cxn>
            </a:cxnLst>
            <a:rect l="0" t="0" r="r" b="b"/>
            <a:pathLst>
              <a:path w="231" h="231">
                <a:moveTo>
                  <a:pt x="0" y="116"/>
                </a:moveTo>
                <a:cubicBezTo>
                  <a:pt x="0" y="52"/>
                  <a:pt x="52" y="1"/>
                  <a:pt x="116" y="0"/>
                </a:cubicBezTo>
                <a:cubicBezTo>
                  <a:pt x="179" y="0"/>
                  <a:pt x="231" y="52"/>
                  <a:pt x="231" y="116"/>
                </a:cubicBezTo>
                <a:cubicBezTo>
                  <a:pt x="231" y="179"/>
                  <a:pt x="179" y="231"/>
                  <a:pt x="116" y="231"/>
                </a:cubicBezTo>
                <a:cubicBezTo>
                  <a:pt x="52" y="231"/>
                  <a:pt x="1" y="179"/>
                  <a:pt x="0" y="11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40"/>
          <p:cNvSpPr>
            <a:spLocks/>
          </p:cNvSpPr>
          <p:nvPr userDrawn="1"/>
        </p:nvSpPr>
        <p:spPr bwMode="auto">
          <a:xfrm rot="10800000">
            <a:off x="11769201" y="4207198"/>
            <a:ext cx="271994" cy="271994"/>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41"/>
          <p:cNvSpPr>
            <a:spLocks/>
          </p:cNvSpPr>
          <p:nvPr userDrawn="1"/>
        </p:nvSpPr>
        <p:spPr bwMode="auto">
          <a:xfrm rot="10800000">
            <a:off x="10306293" y="3852909"/>
            <a:ext cx="1200958" cy="119677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42"/>
          <p:cNvSpPr>
            <a:spLocks/>
          </p:cNvSpPr>
          <p:nvPr userDrawn="1"/>
        </p:nvSpPr>
        <p:spPr bwMode="auto">
          <a:xfrm rot="10800000">
            <a:off x="8811304" y="1503998"/>
            <a:ext cx="917805" cy="916410"/>
          </a:xfrm>
          <a:custGeom>
            <a:avLst/>
            <a:gdLst>
              <a:gd name="T0" fmla="*/ 0 w 236"/>
              <a:gd name="T1" fmla="*/ 119 h 236"/>
              <a:gd name="T2" fmla="*/ 118 w 236"/>
              <a:gd name="T3" fmla="*/ 0 h 236"/>
              <a:gd name="T4" fmla="*/ 236 w 236"/>
              <a:gd name="T5" fmla="*/ 118 h 236"/>
              <a:gd name="T6" fmla="*/ 118 w 236"/>
              <a:gd name="T7" fmla="*/ 236 h 236"/>
              <a:gd name="T8" fmla="*/ 0 w 236"/>
              <a:gd name="T9" fmla="*/ 119 h 236"/>
            </a:gdLst>
            <a:ahLst/>
            <a:cxnLst>
              <a:cxn ang="0">
                <a:pos x="T0" y="T1"/>
              </a:cxn>
              <a:cxn ang="0">
                <a:pos x="T2" y="T3"/>
              </a:cxn>
              <a:cxn ang="0">
                <a:pos x="T4" y="T5"/>
              </a:cxn>
              <a:cxn ang="0">
                <a:pos x="T6" y="T7"/>
              </a:cxn>
              <a:cxn ang="0">
                <a:pos x="T8" y="T9"/>
              </a:cxn>
            </a:cxnLst>
            <a:rect l="0" t="0" r="r" b="b"/>
            <a:pathLst>
              <a:path w="236" h="236">
                <a:moveTo>
                  <a:pt x="0" y="119"/>
                </a:moveTo>
                <a:cubicBezTo>
                  <a:pt x="0" y="53"/>
                  <a:pt x="53" y="0"/>
                  <a:pt x="118" y="0"/>
                </a:cubicBezTo>
                <a:cubicBezTo>
                  <a:pt x="183" y="0"/>
                  <a:pt x="236" y="53"/>
                  <a:pt x="236" y="118"/>
                </a:cubicBezTo>
                <a:cubicBezTo>
                  <a:pt x="236" y="183"/>
                  <a:pt x="183" y="236"/>
                  <a:pt x="118" y="236"/>
                </a:cubicBezTo>
                <a:cubicBezTo>
                  <a:pt x="53" y="236"/>
                  <a:pt x="0" y="184"/>
                  <a:pt x="0" y="119"/>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Oval 143"/>
          <p:cNvSpPr>
            <a:spLocks noChangeArrowheads="1"/>
          </p:cNvSpPr>
          <p:nvPr userDrawn="1"/>
        </p:nvSpPr>
        <p:spPr bwMode="auto">
          <a:xfrm rot="10800000">
            <a:off x="8808235" y="789840"/>
            <a:ext cx="391950" cy="391950"/>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44"/>
          <p:cNvSpPr>
            <a:spLocks/>
          </p:cNvSpPr>
          <p:nvPr userDrawn="1"/>
        </p:nvSpPr>
        <p:spPr bwMode="auto">
          <a:xfrm rot="10800000">
            <a:off x="8488817" y="1127392"/>
            <a:ext cx="587228" cy="585833"/>
          </a:xfrm>
          <a:custGeom>
            <a:avLst/>
            <a:gdLst>
              <a:gd name="T0" fmla="*/ 0 w 151"/>
              <a:gd name="T1" fmla="*/ 76 h 151"/>
              <a:gd name="T2" fmla="*/ 75 w 151"/>
              <a:gd name="T3" fmla="*/ 0 h 151"/>
              <a:gd name="T4" fmla="*/ 151 w 151"/>
              <a:gd name="T5" fmla="*/ 76 h 151"/>
              <a:gd name="T6" fmla="*/ 75 w 151"/>
              <a:gd name="T7" fmla="*/ 151 h 151"/>
              <a:gd name="T8" fmla="*/ 0 w 151"/>
              <a:gd name="T9" fmla="*/ 76 h 151"/>
            </a:gdLst>
            <a:ahLst/>
            <a:cxnLst>
              <a:cxn ang="0">
                <a:pos x="T0" y="T1"/>
              </a:cxn>
              <a:cxn ang="0">
                <a:pos x="T2" y="T3"/>
              </a:cxn>
              <a:cxn ang="0">
                <a:pos x="T4" y="T5"/>
              </a:cxn>
              <a:cxn ang="0">
                <a:pos x="T6" y="T7"/>
              </a:cxn>
              <a:cxn ang="0">
                <a:pos x="T8" y="T9"/>
              </a:cxn>
            </a:cxnLst>
            <a:rect l="0" t="0" r="r" b="b"/>
            <a:pathLst>
              <a:path w="151" h="151">
                <a:moveTo>
                  <a:pt x="0" y="76"/>
                </a:moveTo>
                <a:cubicBezTo>
                  <a:pt x="0" y="34"/>
                  <a:pt x="33" y="0"/>
                  <a:pt x="75" y="0"/>
                </a:cubicBezTo>
                <a:cubicBezTo>
                  <a:pt x="117" y="0"/>
                  <a:pt x="151" y="34"/>
                  <a:pt x="151" y="76"/>
                </a:cubicBezTo>
                <a:cubicBezTo>
                  <a:pt x="151" y="118"/>
                  <a:pt x="117" y="151"/>
                  <a:pt x="75" y="151"/>
                </a:cubicBezTo>
                <a:cubicBezTo>
                  <a:pt x="34" y="151"/>
                  <a:pt x="0" y="118"/>
                  <a:pt x="0" y="76"/>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45"/>
          <p:cNvSpPr>
            <a:spLocks/>
          </p:cNvSpPr>
          <p:nvPr userDrawn="1"/>
        </p:nvSpPr>
        <p:spPr bwMode="auto">
          <a:xfrm rot="10800000">
            <a:off x="9663830" y="1974060"/>
            <a:ext cx="1387866" cy="1386471"/>
          </a:xfrm>
          <a:custGeom>
            <a:avLst/>
            <a:gdLst>
              <a:gd name="T0" fmla="*/ 0 w 357"/>
              <a:gd name="T1" fmla="*/ 179 h 357"/>
              <a:gd name="T2" fmla="*/ 178 w 357"/>
              <a:gd name="T3" fmla="*/ 0 h 357"/>
              <a:gd name="T4" fmla="*/ 357 w 357"/>
              <a:gd name="T5" fmla="*/ 178 h 357"/>
              <a:gd name="T6" fmla="*/ 179 w 357"/>
              <a:gd name="T7" fmla="*/ 357 h 357"/>
              <a:gd name="T8" fmla="*/ 0 w 357"/>
              <a:gd name="T9" fmla="*/ 179 h 357"/>
            </a:gdLst>
            <a:ahLst/>
            <a:cxnLst>
              <a:cxn ang="0">
                <a:pos x="T0" y="T1"/>
              </a:cxn>
              <a:cxn ang="0">
                <a:pos x="T2" y="T3"/>
              </a:cxn>
              <a:cxn ang="0">
                <a:pos x="T4" y="T5"/>
              </a:cxn>
              <a:cxn ang="0">
                <a:pos x="T6" y="T7"/>
              </a:cxn>
              <a:cxn ang="0">
                <a:pos x="T8" y="T9"/>
              </a:cxn>
            </a:cxnLst>
            <a:rect l="0" t="0" r="r" b="b"/>
            <a:pathLst>
              <a:path w="357" h="357">
                <a:moveTo>
                  <a:pt x="0" y="179"/>
                </a:moveTo>
                <a:cubicBezTo>
                  <a:pt x="0" y="80"/>
                  <a:pt x="80" y="0"/>
                  <a:pt x="178" y="0"/>
                </a:cubicBezTo>
                <a:cubicBezTo>
                  <a:pt x="277" y="0"/>
                  <a:pt x="357" y="80"/>
                  <a:pt x="357" y="178"/>
                </a:cubicBezTo>
                <a:cubicBezTo>
                  <a:pt x="357" y="277"/>
                  <a:pt x="277" y="357"/>
                  <a:pt x="179" y="357"/>
                </a:cubicBezTo>
                <a:cubicBezTo>
                  <a:pt x="80" y="357"/>
                  <a:pt x="0" y="277"/>
                  <a:pt x="0" y="179"/>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17"/>
          <p:cNvSpPr>
            <a:spLocks/>
          </p:cNvSpPr>
          <p:nvPr userDrawn="1"/>
        </p:nvSpPr>
        <p:spPr bwMode="auto">
          <a:xfrm rot="10800000">
            <a:off x="12065556" y="4864393"/>
            <a:ext cx="704784" cy="701379"/>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119"/>
          <p:cNvSpPr>
            <a:spLocks noChangeArrowheads="1"/>
          </p:cNvSpPr>
          <p:nvPr userDrawn="1"/>
        </p:nvSpPr>
        <p:spPr bwMode="auto">
          <a:xfrm rot="10800000">
            <a:off x="11942001" y="1916873"/>
            <a:ext cx="296454" cy="296454"/>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22"/>
          <p:cNvSpPr>
            <a:spLocks/>
          </p:cNvSpPr>
          <p:nvPr userDrawn="1"/>
        </p:nvSpPr>
        <p:spPr bwMode="auto">
          <a:xfrm rot="10800000">
            <a:off x="12025265" y="2432962"/>
            <a:ext cx="726212" cy="726212"/>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Oval 115"/>
          <p:cNvSpPr>
            <a:spLocks noChangeArrowheads="1"/>
          </p:cNvSpPr>
          <p:nvPr userDrawn="1"/>
        </p:nvSpPr>
        <p:spPr bwMode="auto">
          <a:xfrm rot="10800000">
            <a:off x="11663276" y="2288899"/>
            <a:ext cx="269595" cy="268599"/>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38"/>
          <p:cNvSpPr>
            <a:spLocks/>
          </p:cNvSpPr>
          <p:nvPr userDrawn="1"/>
        </p:nvSpPr>
        <p:spPr bwMode="auto">
          <a:xfrm rot="10800000">
            <a:off x="12257200" y="2746047"/>
            <a:ext cx="609820" cy="60982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41"/>
          <p:cNvSpPr>
            <a:spLocks/>
          </p:cNvSpPr>
          <p:nvPr userDrawn="1"/>
        </p:nvSpPr>
        <p:spPr bwMode="auto">
          <a:xfrm rot="10800000">
            <a:off x="11443813" y="3458692"/>
            <a:ext cx="856533" cy="853548"/>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13"/>
          <p:cNvSpPr>
            <a:spLocks/>
          </p:cNvSpPr>
          <p:nvPr userDrawn="1"/>
        </p:nvSpPr>
        <p:spPr bwMode="auto">
          <a:xfrm>
            <a:off x="2806632" y="1451351"/>
            <a:ext cx="1047972" cy="1047972"/>
          </a:xfrm>
          <a:custGeom>
            <a:avLst/>
            <a:gdLst>
              <a:gd name="T0" fmla="*/ 0 w 270"/>
              <a:gd name="T1" fmla="*/ 135 h 270"/>
              <a:gd name="T2" fmla="*/ 134 w 270"/>
              <a:gd name="T3" fmla="*/ 0 h 270"/>
              <a:gd name="T4" fmla="*/ 270 w 270"/>
              <a:gd name="T5" fmla="*/ 135 h 270"/>
              <a:gd name="T6" fmla="*/ 135 w 270"/>
              <a:gd name="T7" fmla="*/ 270 h 270"/>
              <a:gd name="T8" fmla="*/ 0 w 270"/>
              <a:gd name="T9" fmla="*/ 135 h 270"/>
            </a:gdLst>
            <a:ahLst/>
            <a:cxnLst>
              <a:cxn ang="0">
                <a:pos x="T0" y="T1"/>
              </a:cxn>
              <a:cxn ang="0">
                <a:pos x="T2" y="T3"/>
              </a:cxn>
              <a:cxn ang="0">
                <a:pos x="T4" y="T5"/>
              </a:cxn>
              <a:cxn ang="0">
                <a:pos x="T6" y="T7"/>
              </a:cxn>
              <a:cxn ang="0">
                <a:pos x="T8" y="T9"/>
              </a:cxn>
            </a:cxnLst>
            <a:rect l="0" t="0" r="r" b="b"/>
            <a:pathLst>
              <a:path w="270" h="270">
                <a:moveTo>
                  <a:pt x="0" y="135"/>
                </a:moveTo>
                <a:cubicBezTo>
                  <a:pt x="0" y="60"/>
                  <a:pt x="60" y="0"/>
                  <a:pt x="134" y="0"/>
                </a:cubicBezTo>
                <a:cubicBezTo>
                  <a:pt x="209" y="0"/>
                  <a:pt x="270" y="60"/>
                  <a:pt x="270" y="135"/>
                </a:cubicBezTo>
                <a:cubicBezTo>
                  <a:pt x="270" y="209"/>
                  <a:pt x="209" y="270"/>
                  <a:pt x="135" y="270"/>
                </a:cubicBezTo>
                <a:cubicBezTo>
                  <a:pt x="60" y="270"/>
                  <a:pt x="0" y="209"/>
                  <a:pt x="0" y="13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Oval 114"/>
          <p:cNvSpPr>
            <a:spLocks noChangeArrowheads="1"/>
          </p:cNvSpPr>
          <p:nvPr userDrawn="1"/>
        </p:nvSpPr>
        <p:spPr bwMode="auto">
          <a:xfrm>
            <a:off x="1287073" y="1090414"/>
            <a:ext cx="808276" cy="808276"/>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Oval 115"/>
          <p:cNvSpPr>
            <a:spLocks noChangeArrowheads="1"/>
          </p:cNvSpPr>
          <p:nvPr userDrawn="1"/>
        </p:nvSpPr>
        <p:spPr bwMode="auto">
          <a:xfrm>
            <a:off x="704557" y="3706163"/>
            <a:ext cx="377661" cy="376266"/>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16"/>
          <p:cNvSpPr>
            <a:spLocks/>
          </p:cNvSpPr>
          <p:nvPr userDrawn="1"/>
        </p:nvSpPr>
        <p:spPr bwMode="auto">
          <a:xfrm>
            <a:off x="841127" y="1812289"/>
            <a:ext cx="493327" cy="497508"/>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17"/>
          <p:cNvSpPr>
            <a:spLocks/>
          </p:cNvSpPr>
          <p:nvPr userDrawn="1"/>
        </p:nvSpPr>
        <p:spPr bwMode="auto">
          <a:xfrm>
            <a:off x="1307420" y="4741593"/>
            <a:ext cx="1153884" cy="1148310"/>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Oval 118"/>
          <p:cNvSpPr>
            <a:spLocks noChangeArrowheads="1"/>
          </p:cNvSpPr>
          <p:nvPr userDrawn="1"/>
        </p:nvSpPr>
        <p:spPr bwMode="auto">
          <a:xfrm>
            <a:off x="1015325" y="3012160"/>
            <a:ext cx="245270" cy="248057"/>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119"/>
          <p:cNvSpPr>
            <a:spLocks noChangeArrowheads="1"/>
          </p:cNvSpPr>
          <p:nvPr userDrawn="1"/>
        </p:nvSpPr>
        <p:spPr bwMode="auto">
          <a:xfrm>
            <a:off x="1392707" y="3880361"/>
            <a:ext cx="415287" cy="415287"/>
          </a:xfrm>
          <a:prstGeom prst="ellipse">
            <a:avLst/>
          </a:pr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20"/>
          <p:cNvSpPr>
            <a:spLocks/>
          </p:cNvSpPr>
          <p:nvPr userDrawn="1"/>
        </p:nvSpPr>
        <p:spPr bwMode="auto">
          <a:xfrm>
            <a:off x="2546033" y="2499323"/>
            <a:ext cx="1410303" cy="1404728"/>
          </a:xfrm>
          <a:custGeom>
            <a:avLst/>
            <a:gdLst>
              <a:gd name="T0" fmla="*/ 0 w 363"/>
              <a:gd name="T1" fmla="*/ 181 h 362"/>
              <a:gd name="T2" fmla="*/ 181 w 363"/>
              <a:gd name="T3" fmla="*/ 0 h 362"/>
              <a:gd name="T4" fmla="*/ 362 w 363"/>
              <a:gd name="T5" fmla="*/ 181 h 362"/>
              <a:gd name="T6" fmla="*/ 181 w 363"/>
              <a:gd name="T7" fmla="*/ 362 h 362"/>
              <a:gd name="T8" fmla="*/ 0 w 363"/>
              <a:gd name="T9" fmla="*/ 181 h 362"/>
            </a:gdLst>
            <a:ahLst/>
            <a:cxnLst>
              <a:cxn ang="0">
                <a:pos x="T0" y="T1"/>
              </a:cxn>
              <a:cxn ang="0">
                <a:pos x="T2" y="T3"/>
              </a:cxn>
              <a:cxn ang="0">
                <a:pos x="T4" y="T5"/>
              </a:cxn>
              <a:cxn ang="0">
                <a:pos x="T6" y="T7"/>
              </a:cxn>
              <a:cxn ang="0">
                <a:pos x="T8" y="T9"/>
              </a:cxn>
            </a:cxnLst>
            <a:rect l="0" t="0" r="r" b="b"/>
            <a:pathLst>
              <a:path w="363" h="362">
                <a:moveTo>
                  <a:pt x="0" y="181"/>
                </a:moveTo>
                <a:cubicBezTo>
                  <a:pt x="0" y="81"/>
                  <a:pt x="81" y="0"/>
                  <a:pt x="181" y="0"/>
                </a:cubicBezTo>
                <a:cubicBezTo>
                  <a:pt x="281" y="0"/>
                  <a:pt x="362" y="81"/>
                  <a:pt x="362" y="181"/>
                </a:cubicBezTo>
                <a:cubicBezTo>
                  <a:pt x="363" y="281"/>
                  <a:pt x="282" y="362"/>
                  <a:pt x="181" y="362"/>
                </a:cubicBezTo>
                <a:cubicBezTo>
                  <a:pt x="81" y="362"/>
                  <a:pt x="0" y="281"/>
                  <a:pt x="0" y="181"/>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22"/>
          <p:cNvSpPr>
            <a:spLocks/>
          </p:cNvSpPr>
          <p:nvPr userDrawn="1"/>
        </p:nvSpPr>
        <p:spPr bwMode="auto">
          <a:xfrm>
            <a:off x="1403855" y="2693031"/>
            <a:ext cx="1017313" cy="1017313"/>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23"/>
          <p:cNvSpPr>
            <a:spLocks/>
          </p:cNvSpPr>
          <p:nvPr userDrawn="1"/>
        </p:nvSpPr>
        <p:spPr bwMode="auto">
          <a:xfrm>
            <a:off x="1978453" y="415922"/>
            <a:ext cx="1272339" cy="1272339"/>
          </a:xfrm>
          <a:custGeom>
            <a:avLst/>
            <a:gdLst>
              <a:gd name="T0" fmla="*/ 0 w 328"/>
              <a:gd name="T1" fmla="*/ 164 h 328"/>
              <a:gd name="T2" fmla="*/ 164 w 328"/>
              <a:gd name="T3" fmla="*/ 0 h 328"/>
              <a:gd name="T4" fmla="*/ 328 w 328"/>
              <a:gd name="T5" fmla="*/ 164 h 328"/>
              <a:gd name="T6" fmla="*/ 164 w 328"/>
              <a:gd name="T7" fmla="*/ 328 h 328"/>
              <a:gd name="T8" fmla="*/ 0 w 328"/>
              <a:gd name="T9" fmla="*/ 164 h 328"/>
            </a:gdLst>
            <a:ahLst/>
            <a:cxnLst>
              <a:cxn ang="0">
                <a:pos x="T0" y="T1"/>
              </a:cxn>
              <a:cxn ang="0">
                <a:pos x="T2" y="T3"/>
              </a:cxn>
              <a:cxn ang="0">
                <a:pos x="T4" y="T5"/>
              </a:cxn>
              <a:cxn ang="0">
                <a:pos x="T6" y="T7"/>
              </a:cxn>
              <a:cxn ang="0">
                <a:pos x="T8" y="T9"/>
              </a:cxn>
            </a:cxnLst>
            <a:rect l="0" t="0" r="r" b="b"/>
            <a:pathLst>
              <a:path w="328" h="328">
                <a:moveTo>
                  <a:pt x="0" y="164"/>
                </a:moveTo>
                <a:cubicBezTo>
                  <a:pt x="0" y="74"/>
                  <a:pt x="73" y="0"/>
                  <a:pt x="164" y="0"/>
                </a:cubicBezTo>
                <a:cubicBezTo>
                  <a:pt x="254" y="0"/>
                  <a:pt x="328" y="74"/>
                  <a:pt x="328" y="164"/>
                </a:cubicBezTo>
                <a:cubicBezTo>
                  <a:pt x="328" y="255"/>
                  <a:pt x="255" y="328"/>
                  <a:pt x="164" y="328"/>
                </a:cubicBezTo>
                <a:cubicBezTo>
                  <a:pt x="73" y="328"/>
                  <a:pt x="0" y="255"/>
                  <a:pt x="0" y="16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24"/>
          <p:cNvSpPr>
            <a:spLocks/>
          </p:cNvSpPr>
          <p:nvPr userDrawn="1"/>
        </p:nvSpPr>
        <p:spPr bwMode="auto">
          <a:xfrm>
            <a:off x="596972" y="1144764"/>
            <a:ext cx="365118" cy="369299"/>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25"/>
          <p:cNvSpPr>
            <a:spLocks/>
          </p:cNvSpPr>
          <p:nvPr userDrawn="1"/>
        </p:nvSpPr>
        <p:spPr bwMode="auto">
          <a:xfrm>
            <a:off x="1717968" y="1664569"/>
            <a:ext cx="1195691" cy="1199872"/>
          </a:xfrm>
          <a:custGeom>
            <a:avLst/>
            <a:gdLst>
              <a:gd name="T0" fmla="*/ 0 w 308"/>
              <a:gd name="T1" fmla="*/ 155 h 309"/>
              <a:gd name="T2" fmla="*/ 154 w 308"/>
              <a:gd name="T3" fmla="*/ 0 h 309"/>
              <a:gd name="T4" fmla="*/ 308 w 308"/>
              <a:gd name="T5" fmla="*/ 154 h 309"/>
              <a:gd name="T6" fmla="*/ 154 w 308"/>
              <a:gd name="T7" fmla="*/ 309 h 309"/>
              <a:gd name="T8" fmla="*/ 0 w 308"/>
              <a:gd name="T9" fmla="*/ 155 h 309"/>
            </a:gdLst>
            <a:ahLst/>
            <a:cxnLst>
              <a:cxn ang="0">
                <a:pos x="T0" y="T1"/>
              </a:cxn>
              <a:cxn ang="0">
                <a:pos x="T2" y="T3"/>
              </a:cxn>
              <a:cxn ang="0">
                <a:pos x="T4" y="T5"/>
              </a:cxn>
              <a:cxn ang="0">
                <a:pos x="T6" y="T7"/>
              </a:cxn>
              <a:cxn ang="0">
                <a:pos x="T8" y="T9"/>
              </a:cxn>
            </a:cxnLst>
            <a:rect l="0" t="0" r="r" b="b"/>
            <a:pathLst>
              <a:path w="308" h="309">
                <a:moveTo>
                  <a:pt x="0" y="155"/>
                </a:moveTo>
                <a:cubicBezTo>
                  <a:pt x="0" y="70"/>
                  <a:pt x="69" y="1"/>
                  <a:pt x="154" y="0"/>
                </a:cubicBezTo>
                <a:cubicBezTo>
                  <a:pt x="239" y="0"/>
                  <a:pt x="308" y="69"/>
                  <a:pt x="308" y="154"/>
                </a:cubicBezTo>
                <a:cubicBezTo>
                  <a:pt x="308" y="240"/>
                  <a:pt x="239" y="309"/>
                  <a:pt x="154" y="309"/>
                </a:cubicBezTo>
                <a:cubicBezTo>
                  <a:pt x="69" y="309"/>
                  <a:pt x="0" y="240"/>
                  <a:pt x="0" y="15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26"/>
          <p:cNvSpPr>
            <a:spLocks/>
          </p:cNvSpPr>
          <p:nvPr userDrawn="1"/>
        </p:nvSpPr>
        <p:spPr bwMode="auto">
          <a:xfrm>
            <a:off x="3605400" y="4637074"/>
            <a:ext cx="1187330" cy="1191511"/>
          </a:xfrm>
          <a:custGeom>
            <a:avLst/>
            <a:gdLst>
              <a:gd name="T0" fmla="*/ 0 w 306"/>
              <a:gd name="T1" fmla="*/ 154 h 307"/>
              <a:gd name="T2" fmla="*/ 153 w 306"/>
              <a:gd name="T3" fmla="*/ 0 h 307"/>
              <a:gd name="T4" fmla="*/ 306 w 306"/>
              <a:gd name="T5" fmla="*/ 153 h 307"/>
              <a:gd name="T6" fmla="*/ 153 w 306"/>
              <a:gd name="T7" fmla="*/ 307 h 307"/>
              <a:gd name="T8" fmla="*/ 0 w 306"/>
              <a:gd name="T9" fmla="*/ 154 h 307"/>
            </a:gdLst>
            <a:ahLst/>
            <a:cxnLst>
              <a:cxn ang="0">
                <a:pos x="T0" y="T1"/>
              </a:cxn>
              <a:cxn ang="0">
                <a:pos x="T2" y="T3"/>
              </a:cxn>
              <a:cxn ang="0">
                <a:pos x="T4" y="T5"/>
              </a:cxn>
              <a:cxn ang="0">
                <a:pos x="T6" y="T7"/>
              </a:cxn>
              <a:cxn ang="0">
                <a:pos x="T8" y="T9"/>
              </a:cxn>
            </a:cxnLst>
            <a:rect l="0" t="0" r="r" b="b"/>
            <a:pathLst>
              <a:path w="306" h="307">
                <a:moveTo>
                  <a:pt x="0" y="154"/>
                </a:moveTo>
                <a:cubicBezTo>
                  <a:pt x="0" y="69"/>
                  <a:pt x="68" y="1"/>
                  <a:pt x="153" y="0"/>
                </a:cubicBezTo>
                <a:cubicBezTo>
                  <a:pt x="237" y="0"/>
                  <a:pt x="306" y="69"/>
                  <a:pt x="306" y="153"/>
                </a:cubicBezTo>
                <a:cubicBezTo>
                  <a:pt x="306" y="238"/>
                  <a:pt x="238" y="307"/>
                  <a:pt x="153" y="307"/>
                </a:cubicBezTo>
                <a:cubicBezTo>
                  <a:pt x="69" y="307"/>
                  <a:pt x="0" y="238"/>
                  <a:pt x="0" y="154"/>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Oval 127"/>
          <p:cNvSpPr>
            <a:spLocks noChangeArrowheads="1"/>
          </p:cNvSpPr>
          <p:nvPr userDrawn="1"/>
        </p:nvSpPr>
        <p:spPr bwMode="auto">
          <a:xfrm>
            <a:off x="4133567" y="6002782"/>
            <a:ext cx="391596" cy="391596"/>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28"/>
          <p:cNvSpPr>
            <a:spLocks/>
          </p:cNvSpPr>
          <p:nvPr userDrawn="1"/>
        </p:nvSpPr>
        <p:spPr bwMode="auto">
          <a:xfrm>
            <a:off x="4257596" y="5474616"/>
            <a:ext cx="585303" cy="586697"/>
          </a:xfrm>
          <a:custGeom>
            <a:avLst/>
            <a:gdLst>
              <a:gd name="T0" fmla="*/ 0 w 151"/>
              <a:gd name="T1" fmla="*/ 75 h 151"/>
              <a:gd name="T2" fmla="*/ 76 w 151"/>
              <a:gd name="T3" fmla="*/ 0 h 151"/>
              <a:gd name="T4" fmla="*/ 151 w 151"/>
              <a:gd name="T5" fmla="*/ 75 h 151"/>
              <a:gd name="T6" fmla="*/ 76 w 151"/>
              <a:gd name="T7" fmla="*/ 151 h 151"/>
              <a:gd name="T8" fmla="*/ 0 w 151"/>
              <a:gd name="T9" fmla="*/ 75 h 151"/>
            </a:gdLst>
            <a:ahLst/>
            <a:cxnLst>
              <a:cxn ang="0">
                <a:pos x="T0" y="T1"/>
              </a:cxn>
              <a:cxn ang="0">
                <a:pos x="T2" y="T3"/>
              </a:cxn>
              <a:cxn ang="0">
                <a:pos x="T4" y="T5"/>
              </a:cxn>
              <a:cxn ang="0">
                <a:pos x="T6" y="T7"/>
              </a:cxn>
              <a:cxn ang="0">
                <a:pos x="T8" y="T9"/>
              </a:cxn>
            </a:cxnLst>
            <a:rect l="0" t="0" r="r" b="b"/>
            <a:pathLst>
              <a:path w="151" h="151">
                <a:moveTo>
                  <a:pt x="0" y="75"/>
                </a:moveTo>
                <a:cubicBezTo>
                  <a:pt x="0" y="33"/>
                  <a:pt x="34" y="0"/>
                  <a:pt x="76" y="0"/>
                </a:cubicBezTo>
                <a:cubicBezTo>
                  <a:pt x="117" y="0"/>
                  <a:pt x="151" y="33"/>
                  <a:pt x="151" y="75"/>
                </a:cubicBezTo>
                <a:cubicBezTo>
                  <a:pt x="151" y="117"/>
                  <a:pt x="118" y="151"/>
                  <a:pt x="76" y="151"/>
                </a:cubicBezTo>
                <a:cubicBezTo>
                  <a:pt x="34" y="151"/>
                  <a:pt x="0" y="117"/>
                  <a:pt x="0" y="75"/>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29"/>
          <p:cNvSpPr>
            <a:spLocks/>
          </p:cNvSpPr>
          <p:nvPr userDrawn="1"/>
        </p:nvSpPr>
        <p:spPr bwMode="auto">
          <a:xfrm>
            <a:off x="2003652" y="3651814"/>
            <a:ext cx="1735007" cy="1733613"/>
          </a:xfrm>
          <a:custGeom>
            <a:avLst/>
            <a:gdLst>
              <a:gd name="T0" fmla="*/ 1 w 447"/>
              <a:gd name="T1" fmla="*/ 224 h 447"/>
              <a:gd name="T2" fmla="*/ 224 w 447"/>
              <a:gd name="T3" fmla="*/ 0 h 447"/>
              <a:gd name="T4" fmla="*/ 447 w 447"/>
              <a:gd name="T5" fmla="*/ 224 h 447"/>
              <a:gd name="T6" fmla="*/ 224 w 447"/>
              <a:gd name="T7" fmla="*/ 447 h 447"/>
              <a:gd name="T8" fmla="*/ 1 w 447"/>
              <a:gd name="T9" fmla="*/ 224 h 447"/>
            </a:gdLst>
            <a:ahLst/>
            <a:cxnLst>
              <a:cxn ang="0">
                <a:pos x="T0" y="T1"/>
              </a:cxn>
              <a:cxn ang="0">
                <a:pos x="T2" y="T3"/>
              </a:cxn>
              <a:cxn ang="0">
                <a:pos x="T4" y="T5"/>
              </a:cxn>
              <a:cxn ang="0">
                <a:pos x="T6" y="T7"/>
              </a:cxn>
              <a:cxn ang="0">
                <a:pos x="T8" y="T9"/>
              </a:cxn>
            </a:cxnLst>
            <a:rect l="0" t="0" r="r" b="b"/>
            <a:pathLst>
              <a:path w="447" h="447">
                <a:moveTo>
                  <a:pt x="1" y="224"/>
                </a:moveTo>
                <a:cubicBezTo>
                  <a:pt x="0" y="101"/>
                  <a:pt x="100" y="1"/>
                  <a:pt x="224" y="0"/>
                </a:cubicBezTo>
                <a:cubicBezTo>
                  <a:pt x="347" y="0"/>
                  <a:pt x="447" y="100"/>
                  <a:pt x="447" y="224"/>
                </a:cubicBezTo>
                <a:cubicBezTo>
                  <a:pt x="447" y="347"/>
                  <a:pt x="347" y="447"/>
                  <a:pt x="224" y="447"/>
                </a:cubicBezTo>
                <a:cubicBezTo>
                  <a:pt x="101" y="447"/>
                  <a:pt x="1" y="347"/>
                  <a:pt x="1" y="22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30"/>
          <p:cNvSpPr>
            <a:spLocks/>
          </p:cNvSpPr>
          <p:nvPr userDrawn="1"/>
        </p:nvSpPr>
        <p:spPr bwMode="auto">
          <a:xfrm>
            <a:off x="3259793" y="2801730"/>
            <a:ext cx="1704348" cy="1702954"/>
          </a:xfrm>
          <a:custGeom>
            <a:avLst/>
            <a:gdLst>
              <a:gd name="T0" fmla="*/ 0 w 439"/>
              <a:gd name="T1" fmla="*/ 220 h 439"/>
              <a:gd name="T2" fmla="*/ 219 w 439"/>
              <a:gd name="T3" fmla="*/ 0 h 439"/>
              <a:gd name="T4" fmla="*/ 439 w 439"/>
              <a:gd name="T5" fmla="*/ 219 h 439"/>
              <a:gd name="T6" fmla="*/ 220 w 439"/>
              <a:gd name="T7" fmla="*/ 439 h 439"/>
              <a:gd name="T8" fmla="*/ 0 w 439"/>
              <a:gd name="T9" fmla="*/ 220 h 439"/>
            </a:gdLst>
            <a:ahLst/>
            <a:cxnLst>
              <a:cxn ang="0">
                <a:pos x="T0" y="T1"/>
              </a:cxn>
              <a:cxn ang="0">
                <a:pos x="T2" y="T3"/>
              </a:cxn>
              <a:cxn ang="0">
                <a:pos x="T4" y="T5"/>
              </a:cxn>
              <a:cxn ang="0">
                <a:pos x="T6" y="T7"/>
              </a:cxn>
              <a:cxn ang="0">
                <a:pos x="T8" y="T9"/>
              </a:cxn>
            </a:cxnLst>
            <a:rect l="0" t="0" r="r" b="b"/>
            <a:pathLst>
              <a:path w="439" h="439">
                <a:moveTo>
                  <a:pt x="0" y="220"/>
                </a:moveTo>
                <a:cubicBezTo>
                  <a:pt x="0" y="99"/>
                  <a:pt x="98" y="0"/>
                  <a:pt x="219" y="0"/>
                </a:cubicBezTo>
                <a:cubicBezTo>
                  <a:pt x="341" y="0"/>
                  <a:pt x="439" y="98"/>
                  <a:pt x="439" y="219"/>
                </a:cubicBezTo>
                <a:cubicBezTo>
                  <a:pt x="439" y="341"/>
                  <a:pt x="341" y="439"/>
                  <a:pt x="220" y="439"/>
                </a:cubicBezTo>
                <a:cubicBezTo>
                  <a:pt x="99" y="439"/>
                  <a:pt x="0" y="341"/>
                  <a:pt x="0" y="220"/>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31"/>
          <p:cNvSpPr>
            <a:spLocks/>
          </p:cNvSpPr>
          <p:nvPr userDrawn="1"/>
        </p:nvSpPr>
        <p:spPr bwMode="auto">
          <a:xfrm>
            <a:off x="2074724" y="1036064"/>
            <a:ext cx="1047972" cy="1047972"/>
          </a:xfrm>
          <a:custGeom>
            <a:avLst/>
            <a:gdLst>
              <a:gd name="T0" fmla="*/ 0 w 270"/>
              <a:gd name="T1" fmla="*/ 136 h 270"/>
              <a:gd name="T2" fmla="*/ 135 w 270"/>
              <a:gd name="T3" fmla="*/ 0 h 270"/>
              <a:gd name="T4" fmla="*/ 270 w 270"/>
              <a:gd name="T5" fmla="*/ 135 h 270"/>
              <a:gd name="T6" fmla="*/ 135 w 270"/>
              <a:gd name="T7" fmla="*/ 270 h 270"/>
              <a:gd name="T8" fmla="*/ 0 w 270"/>
              <a:gd name="T9" fmla="*/ 136 h 270"/>
            </a:gdLst>
            <a:ahLst/>
            <a:cxnLst>
              <a:cxn ang="0">
                <a:pos x="T0" y="T1"/>
              </a:cxn>
              <a:cxn ang="0">
                <a:pos x="T2" y="T3"/>
              </a:cxn>
              <a:cxn ang="0">
                <a:pos x="T4" y="T5"/>
              </a:cxn>
              <a:cxn ang="0">
                <a:pos x="T6" y="T7"/>
              </a:cxn>
              <a:cxn ang="0">
                <a:pos x="T8" y="T9"/>
              </a:cxn>
            </a:cxnLst>
            <a:rect l="0" t="0" r="r" b="b"/>
            <a:pathLst>
              <a:path w="270" h="270">
                <a:moveTo>
                  <a:pt x="0" y="136"/>
                </a:moveTo>
                <a:cubicBezTo>
                  <a:pt x="0" y="61"/>
                  <a:pt x="60" y="0"/>
                  <a:pt x="135" y="0"/>
                </a:cubicBezTo>
                <a:cubicBezTo>
                  <a:pt x="210" y="0"/>
                  <a:pt x="270" y="61"/>
                  <a:pt x="270" y="135"/>
                </a:cubicBezTo>
                <a:cubicBezTo>
                  <a:pt x="270" y="210"/>
                  <a:pt x="210" y="270"/>
                  <a:pt x="135" y="270"/>
                </a:cubicBezTo>
                <a:cubicBezTo>
                  <a:pt x="61" y="270"/>
                  <a:pt x="0" y="210"/>
                  <a:pt x="0" y="13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32"/>
          <p:cNvSpPr>
            <a:spLocks/>
          </p:cNvSpPr>
          <p:nvPr userDrawn="1"/>
        </p:nvSpPr>
        <p:spPr bwMode="auto">
          <a:xfrm>
            <a:off x="790958" y="4504684"/>
            <a:ext cx="496114" cy="497508"/>
          </a:xfrm>
          <a:custGeom>
            <a:avLst/>
            <a:gdLst>
              <a:gd name="T0" fmla="*/ 0 w 128"/>
              <a:gd name="T1" fmla="*/ 64 h 128"/>
              <a:gd name="T2" fmla="*/ 64 w 128"/>
              <a:gd name="T3" fmla="*/ 0 h 128"/>
              <a:gd name="T4" fmla="*/ 128 w 128"/>
              <a:gd name="T5" fmla="*/ 64 h 128"/>
              <a:gd name="T6" fmla="*/ 64 w 128"/>
              <a:gd name="T7" fmla="*/ 128 h 128"/>
              <a:gd name="T8" fmla="*/ 0 w 128"/>
              <a:gd name="T9" fmla="*/ 64 h 128"/>
            </a:gdLst>
            <a:ahLst/>
            <a:cxnLst>
              <a:cxn ang="0">
                <a:pos x="T0" y="T1"/>
              </a:cxn>
              <a:cxn ang="0">
                <a:pos x="T2" y="T3"/>
              </a:cxn>
              <a:cxn ang="0">
                <a:pos x="T4" y="T5"/>
              </a:cxn>
              <a:cxn ang="0">
                <a:pos x="T6" y="T7"/>
              </a:cxn>
              <a:cxn ang="0">
                <a:pos x="T8" y="T9"/>
              </a:cxn>
            </a:cxnLst>
            <a:rect l="0" t="0" r="r" b="b"/>
            <a:pathLst>
              <a:path w="128" h="128">
                <a:moveTo>
                  <a:pt x="0" y="64"/>
                </a:moveTo>
                <a:cubicBezTo>
                  <a:pt x="0" y="29"/>
                  <a:pt x="29" y="0"/>
                  <a:pt x="64" y="0"/>
                </a:cubicBezTo>
                <a:cubicBezTo>
                  <a:pt x="99" y="0"/>
                  <a:pt x="127" y="29"/>
                  <a:pt x="128" y="64"/>
                </a:cubicBezTo>
                <a:cubicBezTo>
                  <a:pt x="128"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Oval 133"/>
          <p:cNvSpPr>
            <a:spLocks noChangeArrowheads="1"/>
          </p:cNvSpPr>
          <p:nvPr userDrawn="1"/>
        </p:nvSpPr>
        <p:spPr bwMode="auto">
          <a:xfrm>
            <a:off x="747758" y="3969550"/>
            <a:ext cx="228547" cy="228547"/>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34"/>
          <p:cNvSpPr>
            <a:spLocks/>
          </p:cNvSpPr>
          <p:nvPr userDrawn="1"/>
        </p:nvSpPr>
        <p:spPr bwMode="auto">
          <a:xfrm>
            <a:off x="3364228" y="443794"/>
            <a:ext cx="765076" cy="767863"/>
          </a:xfrm>
          <a:custGeom>
            <a:avLst/>
            <a:gdLst>
              <a:gd name="T0" fmla="*/ 0 w 197"/>
              <a:gd name="T1" fmla="*/ 99 h 198"/>
              <a:gd name="T2" fmla="*/ 98 w 197"/>
              <a:gd name="T3" fmla="*/ 0 h 198"/>
              <a:gd name="T4" fmla="*/ 197 w 197"/>
              <a:gd name="T5" fmla="*/ 99 h 198"/>
              <a:gd name="T6" fmla="*/ 99 w 197"/>
              <a:gd name="T7" fmla="*/ 198 h 198"/>
              <a:gd name="T8" fmla="*/ 0 w 197"/>
              <a:gd name="T9" fmla="*/ 99 h 198"/>
            </a:gdLst>
            <a:ahLst/>
            <a:cxnLst>
              <a:cxn ang="0">
                <a:pos x="T0" y="T1"/>
              </a:cxn>
              <a:cxn ang="0">
                <a:pos x="T2" y="T3"/>
              </a:cxn>
              <a:cxn ang="0">
                <a:pos x="T4" y="T5"/>
              </a:cxn>
              <a:cxn ang="0">
                <a:pos x="T6" y="T7"/>
              </a:cxn>
              <a:cxn ang="0">
                <a:pos x="T8" y="T9"/>
              </a:cxn>
            </a:cxnLst>
            <a:rect l="0" t="0" r="r" b="b"/>
            <a:pathLst>
              <a:path w="197" h="198">
                <a:moveTo>
                  <a:pt x="0" y="99"/>
                </a:moveTo>
                <a:cubicBezTo>
                  <a:pt x="0" y="45"/>
                  <a:pt x="44" y="0"/>
                  <a:pt x="98" y="0"/>
                </a:cubicBezTo>
                <a:cubicBezTo>
                  <a:pt x="153" y="0"/>
                  <a:pt x="197" y="45"/>
                  <a:pt x="197" y="99"/>
                </a:cubicBezTo>
                <a:cubicBezTo>
                  <a:pt x="197" y="154"/>
                  <a:pt x="153" y="198"/>
                  <a:pt x="99" y="198"/>
                </a:cubicBezTo>
                <a:cubicBezTo>
                  <a:pt x="44" y="198"/>
                  <a:pt x="0" y="154"/>
                  <a:pt x="0" y="99"/>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Oval 135"/>
          <p:cNvSpPr>
            <a:spLocks noChangeArrowheads="1"/>
          </p:cNvSpPr>
          <p:nvPr userDrawn="1"/>
        </p:nvSpPr>
        <p:spPr bwMode="auto">
          <a:xfrm>
            <a:off x="2162520" y="2003209"/>
            <a:ext cx="1404728" cy="1404728"/>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Oval 136"/>
          <p:cNvSpPr>
            <a:spLocks noChangeArrowheads="1"/>
          </p:cNvSpPr>
          <p:nvPr userDrawn="1"/>
        </p:nvSpPr>
        <p:spPr bwMode="auto">
          <a:xfrm>
            <a:off x="364245" y="4341635"/>
            <a:ext cx="204857" cy="210431"/>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37"/>
          <p:cNvSpPr>
            <a:spLocks/>
          </p:cNvSpPr>
          <p:nvPr userDrawn="1"/>
        </p:nvSpPr>
        <p:spPr bwMode="auto">
          <a:xfrm>
            <a:off x="3620730" y="694638"/>
            <a:ext cx="1397761" cy="1393580"/>
          </a:xfrm>
          <a:custGeom>
            <a:avLst/>
            <a:gdLst>
              <a:gd name="T0" fmla="*/ 0 w 360"/>
              <a:gd name="T1" fmla="*/ 180 h 359"/>
              <a:gd name="T2" fmla="*/ 180 w 360"/>
              <a:gd name="T3" fmla="*/ 0 h 359"/>
              <a:gd name="T4" fmla="*/ 360 w 360"/>
              <a:gd name="T5" fmla="*/ 179 h 359"/>
              <a:gd name="T6" fmla="*/ 180 w 360"/>
              <a:gd name="T7" fmla="*/ 359 h 359"/>
              <a:gd name="T8" fmla="*/ 0 w 360"/>
              <a:gd name="T9" fmla="*/ 180 h 359"/>
            </a:gdLst>
            <a:ahLst/>
            <a:cxnLst>
              <a:cxn ang="0">
                <a:pos x="T0" y="T1"/>
              </a:cxn>
              <a:cxn ang="0">
                <a:pos x="T2" y="T3"/>
              </a:cxn>
              <a:cxn ang="0">
                <a:pos x="T4" y="T5"/>
              </a:cxn>
              <a:cxn ang="0">
                <a:pos x="T6" y="T7"/>
              </a:cxn>
              <a:cxn ang="0">
                <a:pos x="T8" y="T9"/>
              </a:cxn>
            </a:cxnLst>
            <a:rect l="0" t="0" r="r" b="b"/>
            <a:pathLst>
              <a:path w="360" h="359">
                <a:moveTo>
                  <a:pt x="0" y="180"/>
                </a:moveTo>
                <a:cubicBezTo>
                  <a:pt x="0" y="80"/>
                  <a:pt x="81" y="0"/>
                  <a:pt x="180" y="0"/>
                </a:cubicBezTo>
                <a:cubicBezTo>
                  <a:pt x="279" y="0"/>
                  <a:pt x="360" y="80"/>
                  <a:pt x="360" y="179"/>
                </a:cubicBezTo>
                <a:cubicBezTo>
                  <a:pt x="360" y="279"/>
                  <a:pt x="280" y="359"/>
                  <a:pt x="180" y="359"/>
                </a:cubicBezTo>
                <a:cubicBezTo>
                  <a:pt x="81" y="359"/>
                  <a:pt x="1" y="279"/>
                  <a:pt x="0" y="180"/>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38"/>
          <p:cNvSpPr>
            <a:spLocks/>
          </p:cNvSpPr>
          <p:nvPr userDrawn="1"/>
        </p:nvSpPr>
        <p:spPr bwMode="auto">
          <a:xfrm>
            <a:off x="337780" y="2804516"/>
            <a:ext cx="854265" cy="854265"/>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39"/>
          <p:cNvSpPr>
            <a:spLocks/>
          </p:cNvSpPr>
          <p:nvPr userDrawn="1"/>
        </p:nvSpPr>
        <p:spPr bwMode="auto">
          <a:xfrm>
            <a:off x="1291139" y="381082"/>
            <a:ext cx="897465" cy="896072"/>
          </a:xfrm>
          <a:custGeom>
            <a:avLst/>
            <a:gdLst>
              <a:gd name="T0" fmla="*/ 0 w 231"/>
              <a:gd name="T1" fmla="*/ 116 h 231"/>
              <a:gd name="T2" fmla="*/ 116 w 231"/>
              <a:gd name="T3" fmla="*/ 0 h 231"/>
              <a:gd name="T4" fmla="*/ 231 w 231"/>
              <a:gd name="T5" fmla="*/ 116 h 231"/>
              <a:gd name="T6" fmla="*/ 116 w 231"/>
              <a:gd name="T7" fmla="*/ 231 h 231"/>
              <a:gd name="T8" fmla="*/ 0 w 231"/>
              <a:gd name="T9" fmla="*/ 116 h 231"/>
            </a:gdLst>
            <a:ahLst/>
            <a:cxnLst>
              <a:cxn ang="0">
                <a:pos x="T0" y="T1"/>
              </a:cxn>
              <a:cxn ang="0">
                <a:pos x="T2" y="T3"/>
              </a:cxn>
              <a:cxn ang="0">
                <a:pos x="T4" y="T5"/>
              </a:cxn>
              <a:cxn ang="0">
                <a:pos x="T6" y="T7"/>
              </a:cxn>
              <a:cxn ang="0">
                <a:pos x="T8" y="T9"/>
              </a:cxn>
            </a:cxnLst>
            <a:rect l="0" t="0" r="r" b="b"/>
            <a:pathLst>
              <a:path w="231" h="231">
                <a:moveTo>
                  <a:pt x="0" y="116"/>
                </a:moveTo>
                <a:cubicBezTo>
                  <a:pt x="0" y="52"/>
                  <a:pt x="52" y="1"/>
                  <a:pt x="116" y="0"/>
                </a:cubicBezTo>
                <a:cubicBezTo>
                  <a:pt x="179" y="0"/>
                  <a:pt x="231" y="52"/>
                  <a:pt x="231" y="116"/>
                </a:cubicBezTo>
                <a:cubicBezTo>
                  <a:pt x="231" y="179"/>
                  <a:pt x="179" y="231"/>
                  <a:pt x="116" y="231"/>
                </a:cubicBezTo>
                <a:cubicBezTo>
                  <a:pt x="52" y="231"/>
                  <a:pt x="1" y="179"/>
                  <a:pt x="0" y="11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40"/>
          <p:cNvSpPr>
            <a:spLocks/>
          </p:cNvSpPr>
          <p:nvPr userDrawn="1"/>
        </p:nvSpPr>
        <p:spPr bwMode="auto">
          <a:xfrm>
            <a:off x="488273" y="2297254"/>
            <a:ext cx="271748" cy="271748"/>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41"/>
          <p:cNvSpPr>
            <a:spLocks/>
          </p:cNvSpPr>
          <p:nvPr userDrawn="1"/>
        </p:nvSpPr>
        <p:spPr bwMode="auto">
          <a:xfrm>
            <a:off x="1021735" y="1727280"/>
            <a:ext cx="1199873" cy="1195691"/>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42"/>
          <p:cNvSpPr>
            <a:spLocks/>
          </p:cNvSpPr>
          <p:nvPr userDrawn="1"/>
        </p:nvSpPr>
        <p:spPr bwMode="auto">
          <a:xfrm>
            <a:off x="2798271" y="4354178"/>
            <a:ext cx="916975" cy="915582"/>
          </a:xfrm>
          <a:custGeom>
            <a:avLst/>
            <a:gdLst>
              <a:gd name="T0" fmla="*/ 0 w 236"/>
              <a:gd name="T1" fmla="*/ 119 h 236"/>
              <a:gd name="T2" fmla="*/ 118 w 236"/>
              <a:gd name="T3" fmla="*/ 0 h 236"/>
              <a:gd name="T4" fmla="*/ 236 w 236"/>
              <a:gd name="T5" fmla="*/ 118 h 236"/>
              <a:gd name="T6" fmla="*/ 118 w 236"/>
              <a:gd name="T7" fmla="*/ 236 h 236"/>
              <a:gd name="T8" fmla="*/ 0 w 236"/>
              <a:gd name="T9" fmla="*/ 119 h 236"/>
            </a:gdLst>
            <a:ahLst/>
            <a:cxnLst>
              <a:cxn ang="0">
                <a:pos x="T0" y="T1"/>
              </a:cxn>
              <a:cxn ang="0">
                <a:pos x="T2" y="T3"/>
              </a:cxn>
              <a:cxn ang="0">
                <a:pos x="T4" y="T5"/>
              </a:cxn>
              <a:cxn ang="0">
                <a:pos x="T6" y="T7"/>
              </a:cxn>
              <a:cxn ang="0">
                <a:pos x="T8" y="T9"/>
              </a:cxn>
            </a:cxnLst>
            <a:rect l="0" t="0" r="r" b="b"/>
            <a:pathLst>
              <a:path w="236" h="236">
                <a:moveTo>
                  <a:pt x="0" y="119"/>
                </a:moveTo>
                <a:cubicBezTo>
                  <a:pt x="0" y="53"/>
                  <a:pt x="53" y="0"/>
                  <a:pt x="118" y="0"/>
                </a:cubicBezTo>
                <a:cubicBezTo>
                  <a:pt x="183" y="0"/>
                  <a:pt x="236" y="53"/>
                  <a:pt x="236" y="118"/>
                </a:cubicBezTo>
                <a:cubicBezTo>
                  <a:pt x="236" y="183"/>
                  <a:pt x="183" y="236"/>
                  <a:pt x="118" y="236"/>
                </a:cubicBezTo>
                <a:cubicBezTo>
                  <a:pt x="53" y="236"/>
                  <a:pt x="0" y="184"/>
                  <a:pt x="0" y="119"/>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Oval 143"/>
          <p:cNvSpPr>
            <a:spLocks noChangeArrowheads="1"/>
          </p:cNvSpPr>
          <p:nvPr userDrawn="1"/>
        </p:nvSpPr>
        <p:spPr bwMode="auto">
          <a:xfrm>
            <a:off x="3326716" y="5591676"/>
            <a:ext cx="391596" cy="391596"/>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44"/>
          <p:cNvSpPr>
            <a:spLocks/>
          </p:cNvSpPr>
          <p:nvPr userDrawn="1"/>
        </p:nvSpPr>
        <p:spPr bwMode="auto">
          <a:xfrm>
            <a:off x="3450745" y="5060722"/>
            <a:ext cx="586697" cy="585303"/>
          </a:xfrm>
          <a:custGeom>
            <a:avLst/>
            <a:gdLst>
              <a:gd name="T0" fmla="*/ 0 w 151"/>
              <a:gd name="T1" fmla="*/ 76 h 151"/>
              <a:gd name="T2" fmla="*/ 75 w 151"/>
              <a:gd name="T3" fmla="*/ 0 h 151"/>
              <a:gd name="T4" fmla="*/ 151 w 151"/>
              <a:gd name="T5" fmla="*/ 76 h 151"/>
              <a:gd name="T6" fmla="*/ 75 w 151"/>
              <a:gd name="T7" fmla="*/ 151 h 151"/>
              <a:gd name="T8" fmla="*/ 0 w 151"/>
              <a:gd name="T9" fmla="*/ 76 h 151"/>
            </a:gdLst>
            <a:ahLst/>
            <a:cxnLst>
              <a:cxn ang="0">
                <a:pos x="T0" y="T1"/>
              </a:cxn>
              <a:cxn ang="0">
                <a:pos x="T2" y="T3"/>
              </a:cxn>
              <a:cxn ang="0">
                <a:pos x="T4" y="T5"/>
              </a:cxn>
              <a:cxn ang="0">
                <a:pos x="T6" y="T7"/>
              </a:cxn>
              <a:cxn ang="0">
                <a:pos x="T8" y="T9"/>
              </a:cxn>
            </a:cxnLst>
            <a:rect l="0" t="0" r="r" b="b"/>
            <a:pathLst>
              <a:path w="151" h="151">
                <a:moveTo>
                  <a:pt x="0" y="76"/>
                </a:moveTo>
                <a:cubicBezTo>
                  <a:pt x="0" y="34"/>
                  <a:pt x="33" y="0"/>
                  <a:pt x="75" y="0"/>
                </a:cubicBezTo>
                <a:cubicBezTo>
                  <a:pt x="117" y="0"/>
                  <a:pt x="151" y="34"/>
                  <a:pt x="151" y="76"/>
                </a:cubicBezTo>
                <a:cubicBezTo>
                  <a:pt x="151" y="118"/>
                  <a:pt x="117" y="151"/>
                  <a:pt x="75" y="151"/>
                </a:cubicBezTo>
                <a:cubicBezTo>
                  <a:pt x="34" y="151"/>
                  <a:pt x="0" y="118"/>
                  <a:pt x="0" y="76"/>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45"/>
          <p:cNvSpPr>
            <a:spLocks/>
          </p:cNvSpPr>
          <p:nvPr userDrawn="1"/>
        </p:nvSpPr>
        <p:spPr bwMode="auto">
          <a:xfrm>
            <a:off x="1476879" y="3414905"/>
            <a:ext cx="1386612" cy="1385218"/>
          </a:xfrm>
          <a:custGeom>
            <a:avLst/>
            <a:gdLst>
              <a:gd name="T0" fmla="*/ 0 w 357"/>
              <a:gd name="T1" fmla="*/ 179 h 357"/>
              <a:gd name="T2" fmla="*/ 178 w 357"/>
              <a:gd name="T3" fmla="*/ 0 h 357"/>
              <a:gd name="T4" fmla="*/ 357 w 357"/>
              <a:gd name="T5" fmla="*/ 178 h 357"/>
              <a:gd name="T6" fmla="*/ 179 w 357"/>
              <a:gd name="T7" fmla="*/ 357 h 357"/>
              <a:gd name="T8" fmla="*/ 0 w 357"/>
              <a:gd name="T9" fmla="*/ 179 h 357"/>
            </a:gdLst>
            <a:ahLst/>
            <a:cxnLst>
              <a:cxn ang="0">
                <a:pos x="T0" y="T1"/>
              </a:cxn>
              <a:cxn ang="0">
                <a:pos x="T2" y="T3"/>
              </a:cxn>
              <a:cxn ang="0">
                <a:pos x="T4" y="T5"/>
              </a:cxn>
              <a:cxn ang="0">
                <a:pos x="T6" y="T7"/>
              </a:cxn>
              <a:cxn ang="0">
                <a:pos x="T8" y="T9"/>
              </a:cxn>
            </a:cxnLst>
            <a:rect l="0" t="0" r="r" b="b"/>
            <a:pathLst>
              <a:path w="357" h="357">
                <a:moveTo>
                  <a:pt x="0" y="179"/>
                </a:moveTo>
                <a:cubicBezTo>
                  <a:pt x="0" y="80"/>
                  <a:pt x="80" y="0"/>
                  <a:pt x="178" y="0"/>
                </a:cubicBezTo>
                <a:cubicBezTo>
                  <a:pt x="277" y="0"/>
                  <a:pt x="357" y="80"/>
                  <a:pt x="357" y="178"/>
                </a:cubicBezTo>
                <a:cubicBezTo>
                  <a:pt x="357" y="277"/>
                  <a:pt x="277" y="357"/>
                  <a:pt x="179" y="357"/>
                </a:cubicBezTo>
                <a:cubicBezTo>
                  <a:pt x="80" y="357"/>
                  <a:pt x="0" y="277"/>
                  <a:pt x="0" y="179"/>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Oval 114"/>
          <p:cNvSpPr>
            <a:spLocks noChangeArrowheads="1"/>
          </p:cNvSpPr>
          <p:nvPr userDrawn="1"/>
        </p:nvSpPr>
        <p:spPr bwMode="auto">
          <a:xfrm>
            <a:off x="-451612" y="1953513"/>
            <a:ext cx="576469" cy="576469"/>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17"/>
          <p:cNvSpPr>
            <a:spLocks/>
          </p:cNvSpPr>
          <p:nvPr userDrawn="1"/>
        </p:nvSpPr>
        <p:spPr bwMode="auto">
          <a:xfrm>
            <a:off x="-240212" y="1211656"/>
            <a:ext cx="704147" cy="700745"/>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Oval 119"/>
          <p:cNvSpPr>
            <a:spLocks noChangeArrowheads="1"/>
          </p:cNvSpPr>
          <p:nvPr userDrawn="1"/>
        </p:nvSpPr>
        <p:spPr bwMode="auto">
          <a:xfrm>
            <a:off x="291192" y="4561073"/>
            <a:ext cx="296186" cy="296186"/>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22"/>
          <p:cNvSpPr>
            <a:spLocks/>
          </p:cNvSpPr>
          <p:nvPr userDrawn="1"/>
        </p:nvSpPr>
        <p:spPr bwMode="auto">
          <a:xfrm>
            <a:off x="-221367" y="3616079"/>
            <a:ext cx="725556" cy="725556"/>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41"/>
          <p:cNvSpPr>
            <a:spLocks/>
          </p:cNvSpPr>
          <p:nvPr userDrawn="1"/>
        </p:nvSpPr>
        <p:spPr bwMode="auto">
          <a:xfrm>
            <a:off x="-595725" y="2701485"/>
            <a:ext cx="855759" cy="852777"/>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Oval 115"/>
          <p:cNvSpPr>
            <a:spLocks noChangeArrowheads="1"/>
          </p:cNvSpPr>
          <p:nvPr userDrawn="1"/>
        </p:nvSpPr>
        <p:spPr bwMode="auto">
          <a:xfrm>
            <a:off x="596500" y="4217212"/>
            <a:ext cx="269351" cy="268356"/>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16"/>
          <p:cNvSpPr>
            <a:spLocks/>
          </p:cNvSpPr>
          <p:nvPr userDrawn="1"/>
        </p:nvSpPr>
        <p:spPr bwMode="auto">
          <a:xfrm>
            <a:off x="-162801" y="2348831"/>
            <a:ext cx="351845" cy="354827"/>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Oval 118"/>
          <p:cNvSpPr>
            <a:spLocks noChangeArrowheads="1"/>
          </p:cNvSpPr>
          <p:nvPr userDrawn="1"/>
        </p:nvSpPr>
        <p:spPr bwMode="auto">
          <a:xfrm>
            <a:off x="-106165" y="3170507"/>
            <a:ext cx="174929" cy="176917"/>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38"/>
          <p:cNvSpPr>
            <a:spLocks/>
          </p:cNvSpPr>
          <p:nvPr userDrawn="1"/>
        </p:nvSpPr>
        <p:spPr bwMode="auto">
          <a:xfrm>
            <a:off x="-336805" y="3419565"/>
            <a:ext cx="609269" cy="609269"/>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41"/>
          <p:cNvSpPr>
            <a:spLocks/>
          </p:cNvSpPr>
          <p:nvPr userDrawn="1"/>
        </p:nvSpPr>
        <p:spPr bwMode="auto">
          <a:xfrm>
            <a:off x="229357" y="2464055"/>
            <a:ext cx="855759" cy="852777"/>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89"/>
          <p:cNvSpPr/>
          <p:nvPr userDrawn="1"/>
        </p:nvSpPr>
        <p:spPr>
          <a:xfrm>
            <a:off x="2036389" y="0"/>
            <a:ext cx="8119222" cy="6865896"/>
          </a:xfrm>
          <a:custGeom>
            <a:avLst/>
            <a:gdLst>
              <a:gd name="connsiteX0" fmla="*/ 1893065 w 8119222"/>
              <a:gd name="connsiteY0" fmla="*/ 0 h 6865896"/>
              <a:gd name="connsiteX1" fmla="*/ 6226158 w 8119222"/>
              <a:gd name="connsiteY1" fmla="*/ 0 h 6865896"/>
              <a:gd name="connsiteX2" fmla="*/ 6329378 w 8119222"/>
              <a:gd name="connsiteY2" fmla="*/ 62708 h 6865896"/>
              <a:gd name="connsiteX3" fmla="*/ 8119222 w 8119222"/>
              <a:gd name="connsiteY3" fmla="*/ 3429001 h 6865896"/>
              <a:gd name="connsiteX4" fmla="*/ 6329378 w 8119222"/>
              <a:gd name="connsiteY4" fmla="*/ 6795294 h 6865896"/>
              <a:gd name="connsiteX5" fmla="*/ 6219250 w 8119222"/>
              <a:gd name="connsiteY5" fmla="*/ 6865896 h 6865896"/>
              <a:gd name="connsiteX6" fmla="*/ 1899973 w 8119222"/>
              <a:gd name="connsiteY6" fmla="*/ 6865896 h 6865896"/>
              <a:gd name="connsiteX7" fmla="*/ 1789844 w 8119222"/>
              <a:gd name="connsiteY7" fmla="*/ 6795294 h 6865896"/>
              <a:gd name="connsiteX8" fmla="*/ 0 w 8119222"/>
              <a:gd name="connsiteY8" fmla="*/ 3429001 h 6865896"/>
              <a:gd name="connsiteX9" fmla="*/ 1789844 w 8119222"/>
              <a:gd name="connsiteY9" fmla="*/ 62708 h 68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19222" h="6865896">
                <a:moveTo>
                  <a:pt x="1893065" y="0"/>
                </a:moveTo>
                <a:lnTo>
                  <a:pt x="6226158" y="0"/>
                </a:lnTo>
                <a:lnTo>
                  <a:pt x="6329378" y="62708"/>
                </a:lnTo>
                <a:cubicBezTo>
                  <a:pt x="7409242" y="792250"/>
                  <a:pt x="8119222" y="2027713"/>
                  <a:pt x="8119222" y="3429001"/>
                </a:cubicBezTo>
                <a:cubicBezTo>
                  <a:pt x="8119222" y="4830289"/>
                  <a:pt x="7409242" y="6065753"/>
                  <a:pt x="6329378" y="6795294"/>
                </a:cubicBezTo>
                <a:lnTo>
                  <a:pt x="6219250" y="6865896"/>
                </a:lnTo>
                <a:lnTo>
                  <a:pt x="1899973" y="6865896"/>
                </a:lnTo>
                <a:lnTo>
                  <a:pt x="1789844" y="6795294"/>
                </a:lnTo>
                <a:cubicBezTo>
                  <a:pt x="709981" y="6065753"/>
                  <a:pt x="0" y="4830289"/>
                  <a:pt x="0" y="3429001"/>
                </a:cubicBezTo>
                <a:cubicBezTo>
                  <a:pt x="0" y="2027713"/>
                  <a:pt x="709981" y="792250"/>
                  <a:pt x="1789844" y="627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p:cNvSpPr>
            <a:spLocks noGrp="1"/>
          </p:cNvSpPr>
          <p:nvPr>
            <p:ph type="dt" sz="half" idx="10"/>
          </p:nvPr>
        </p:nvSpPr>
        <p:spPr/>
        <p:txBody>
          <a:bodyPr/>
          <a:lstStyle/>
          <a:p>
            <a:fld id="{32AE70DD-71B2-4EEC-99D8-3EB84E98E1C7}" type="datetime1">
              <a:rPr lang="en-US" smtClean="0"/>
              <a:t>10/25/2019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273724" y="487518"/>
            <a:ext cx="612494" cy="365125"/>
          </a:xfrm>
          <a:prstGeom prst="rect">
            <a:avLst/>
          </a:prstGeom>
        </p:spPr>
        <p:txBody>
          <a:bodyPr/>
          <a:lstStyle/>
          <a:p>
            <a:fld id="{32FFBE4F-D559-476D-AEE3-28F000B7084D}" type="slidenum">
              <a:rPr lang="en-US" smtClean="0"/>
              <a:t>‹#›</a:t>
            </a:fld>
            <a:endParaRPr lang="en-US"/>
          </a:p>
        </p:txBody>
      </p:sp>
      <p:sp>
        <p:nvSpPr>
          <p:cNvPr id="7" name="Picture Placeholder 8"/>
          <p:cNvSpPr>
            <a:spLocks noGrp="1"/>
          </p:cNvSpPr>
          <p:nvPr>
            <p:ph type="pic" sz="quarter" idx="13"/>
          </p:nvPr>
        </p:nvSpPr>
        <p:spPr>
          <a:xfrm>
            <a:off x="5210356" y="978152"/>
            <a:ext cx="1764000" cy="1764000"/>
          </a:xfrm>
          <a:prstGeom prst="ellipse">
            <a:avLst/>
          </a:prstGeom>
        </p:spPr>
      </p:sp>
    </p:spTree>
    <p:extLst>
      <p:ext uri="{BB962C8B-B14F-4D97-AF65-F5344CB8AC3E}">
        <p14:creationId xmlns:p14="http://schemas.microsoft.com/office/powerpoint/2010/main" val="17972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6"/>
                                        </p:tgtEl>
                                        <p:attrNameLst>
                                          <p:attrName>style.visibility</p:attrName>
                                        </p:attrNameLst>
                                      </p:cBhvr>
                                      <p:to>
                                        <p:strVal val="visible"/>
                                      </p:to>
                                    </p:set>
                                    <p:anim calcmode="lin" valueType="num">
                                      <p:cBhvr>
                                        <p:cTn id="13" dur="500" fill="hold"/>
                                        <p:tgtEl>
                                          <p:spTgt spid="46"/>
                                        </p:tgtEl>
                                        <p:attrNameLst>
                                          <p:attrName>ppt_w</p:attrName>
                                        </p:attrNameLst>
                                      </p:cBhvr>
                                      <p:tavLst>
                                        <p:tav tm="0">
                                          <p:val>
                                            <p:fltVal val="0"/>
                                          </p:val>
                                        </p:tav>
                                        <p:tav tm="100000">
                                          <p:val>
                                            <p:strVal val="#ppt_w"/>
                                          </p:val>
                                        </p:tav>
                                      </p:tavLst>
                                    </p:anim>
                                    <p:anim calcmode="lin" valueType="num">
                                      <p:cBhvr>
                                        <p:cTn id="14" dur="500" fill="hold"/>
                                        <p:tgtEl>
                                          <p:spTgt spid="46"/>
                                        </p:tgtEl>
                                        <p:attrNameLst>
                                          <p:attrName>ppt_h</p:attrName>
                                        </p:attrNameLst>
                                      </p:cBhvr>
                                      <p:tavLst>
                                        <p:tav tm="0">
                                          <p:val>
                                            <p:fltVal val="0"/>
                                          </p:val>
                                        </p:tav>
                                        <p:tav tm="100000">
                                          <p:val>
                                            <p:strVal val="#ppt_h"/>
                                          </p:val>
                                        </p:tav>
                                      </p:tavLst>
                                    </p:anim>
                                    <p:animEffect transition="in" filter="fade">
                                      <p:cBhvr>
                                        <p:cTn id="15" dur="500"/>
                                        <p:tgtEl>
                                          <p:spTgt spid="46"/>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 calcmode="lin" valueType="num">
                                      <p:cBhvr>
                                        <p:cTn id="18" dur="500" fill="hold"/>
                                        <p:tgtEl>
                                          <p:spTgt spid="47"/>
                                        </p:tgtEl>
                                        <p:attrNameLst>
                                          <p:attrName>ppt_w</p:attrName>
                                        </p:attrNameLst>
                                      </p:cBhvr>
                                      <p:tavLst>
                                        <p:tav tm="0">
                                          <p:val>
                                            <p:fltVal val="0"/>
                                          </p:val>
                                        </p:tav>
                                        <p:tav tm="100000">
                                          <p:val>
                                            <p:strVal val="#ppt_w"/>
                                          </p:val>
                                        </p:tav>
                                      </p:tavLst>
                                    </p:anim>
                                    <p:anim calcmode="lin" valueType="num">
                                      <p:cBhvr>
                                        <p:cTn id="19" dur="500" fill="hold"/>
                                        <p:tgtEl>
                                          <p:spTgt spid="47"/>
                                        </p:tgtEl>
                                        <p:attrNameLst>
                                          <p:attrName>ppt_h</p:attrName>
                                        </p:attrNameLst>
                                      </p:cBhvr>
                                      <p:tavLst>
                                        <p:tav tm="0">
                                          <p:val>
                                            <p:fltVal val="0"/>
                                          </p:val>
                                        </p:tav>
                                        <p:tav tm="100000">
                                          <p:val>
                                            <p:strVal val="#ppt_h"/>
                                          </p:val>
                                        </p:tav>
                                      </p:tavLst>
                                    </p:anim>
                                    <p:animEffect transition="in" filter="fade">
                                      <p:cBhvr>
                                        <p:cTn id="20" dur="500"/>
                                        <p:tgtEl>
                                          <p:spTgt spid="47"/>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p:cTn id="23" dur="500" fill="hold"/>
                                        <p:tgtEl>
                                          <p:spTgt spid="48"/>
                                        </p:tgtEl>
                                        <p:attrNameLst>
                                          <p:attrName>ppt_w</p:attrName>
                                        </p:attrNameLst>
                                      </p:cBhvr>
                                      <p:tavLst>
                                        <p:tav tm="0">
                                          <p:val>
                                            <p:fltVal val="0"/>
                                          </p:val>
                                        </p:tav>
                                        <p:tav tm="100000">
                                          <p:val>
                                            <p:strVal val="#ppt_w"/>
                                          </p:val>
                                        </p:tav>
                                      </p:tavLst>
                                    </p:anim>
                                    <p:anim calcmode="lin" valueType="num">
                                      <p:cBhvr>
                                        <p:cTn id="24" dur="500" fill="hold"/>
                                        <p:tgtEl>
                                          <p:spTgt spid="48"/>
                                        </p:tgtEl>
                                        <p:attrNameLst>
                                          <p:attrName>ppt_h</p:attrName>
                                        </p:attrNameLst>
                                      </p:cBhvr>
                                      <p:tavLst>
                                        <p:tav tm="0">
                                          <p:val>
                                            <p:fltVal val="0"/>
                                          </p:val>
                                        </p:tav>
                                        <p:tav tm="100000">
                                          <p:val>
                                            <p:strVal val="#ppt_h"/>
                                          </p:val>
                                        </p:tav>
                                      </p:tavLst>
                                    </p:anim>
                                    <p:animEffect transition="in" filter="fade">
                                      <p:cBhvr>
                                        <p:cTn id="25" dur="500"/>
                                        <p:tgtEl>
                                          <p:spTgt spid="48"/>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 calcmode="lin" valueType="num">
                                      <p:cBhvr>
                                        <p:cTn id="28" dur="500" fill="hold"/>
                                        <p:tgtEl>
                                          <p:spTgt spid="49"/>
                                        </p:tgtEl>
                                        <p:attrNameLst>
                                          <p:attrName>ppt_w</p:attrName>
                                        </p:attrNameLst>
                                      </p:cBhvr>
                                      <p:tavLst>
                                        <p:tav tm="0">
                                          <p:val>
                                            <p:fltVal val="0"/>
                                          </p:val>
                                        </p:tav>
                                        <p:tav tm="100000">
                                          <p:val>
                                            <p:strVal val="#ppt_w"/>
                                          </p:val>
                                        </p:tav>
                                      </p:tavLst>
                                    </p:anim>
                                    <p:anim calcmode="lin" valueType="num">
                                      <p:cBhvr>
                                        <p:cTn id="29" dur="500" fill="hold"/>
                                        <p:tgtEl>
                                          <p:spTgt spid="49"/>
                                        </p:tgtEl>
                                        <p:attrNameLst>
                                          <p:attrName>ppt_h</p:attrName>
                                        </p:attrNameLst>
                                      </p:cBhvr>
                                      <p:tavLst>
                                        <p:tav tm="0">
                                          <p:val>
                                            <p:fltVal val="0"/>
                                          </p:val>
                                        </p:tav>
                                        <p:tav tm="100000">
                                          <p:val>
                                            <p:strVal val="#ppt_h"/>
                                          </p:val>
                                        </p:tav>
                                      </p:tavLst>
                                    </p:anim>
                                    <p:animEffect transition="in" filter="fade">
                                      <p:cBhvr>
                                        <p:cTn id="30" dur="500"/>
                                        <p:tgtEl>
                                          <p:spTgt spid="49"/>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anim calcmode="lin" valueType="num">
                                      <p:cBhvr>
                                        <p:cTn id="33" dur="500" fill="hold"/>
                                        <p:tgtEl>
                                          <p:spTgt spid="50"/>
                                        </p:tgtEl>
                                        <p:attrNameLst>
                                          <p:attrName>ppt_w</p:attrName>
                                        </p:attrNameLst>
                                      </p:cBhvr>
                                      <p:tavLst>
                                        <p:tav tm="0">
                                          <p:val>
                                            <p:fltVal val="0"/>
                                          </p:val>
                                        </p:tav>
                                        <p:tav tm="100000">
                                          <p:val>
                                            <p:strVal val="#ppt_w"/>
                                          </p:val>
                                        </p:tav>
                                      </p:tavLst>
                                    </p:anim>
                                    <p:anim calcmode="lin" valueType="num">
                                      <p:cBhvr>
                                        <p:cTn id="34" dur="500" fill="hold"/>
                                        <p:tgtEl>
                                          <p:spTgt spid="50"/>
                                        </p:tgtEl>
                                        <p:attrNameLst>
                                          <p:attrName>ppt_h</p:attrName>
                                        </p:attrNameLst>
                                      </p:cBhvr>
                                      <p:tavLst>
                                        <p:tav tm="0">
                                          <p:val>
                                            <p:fltVal val="0"/>
                                          </p:val>
                                        </p:tav>
                                        <p:tav tm="100000">
                                          <p:val>
                                            <p:strVal val="#ppt_h"/>
                                          </p:val>
                                        </p:tav>
                                      </p:tavLst>
                                    </p:anim>
                                    <p:animEffect transition="in" filter="fade">
                                      <p:cBhvr>
                                        <p:cTn id="35" dur="500"/>
                                        <p:tgtEl>
                                          <p:spTgt spid="5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51"/>
                                        </p:tgtEl>
                                        <p:attrNameLst>
                                          <p:attrName>style.visibility</p:attrName>
                                        </p:attrNameLst>
                                      </p:cBhvr>
                                      <p:to>
                                        <p:strVal val="visible"/>
                                      </p:to>
                                    </p:set>
                                    <p:anim calcmode="lin" valueType="num">
                                      <p:cBhvr>
                                        <p:cTn id="38" dur="500" fill="hold"/>
                                        <p:tgtEl>
                                          <p:spTgt spid="51"/>
                                        </p:tgtEl>
                                        <p:attrNameLst>
                                          <p:attrName>ppt_w</p:attrName>
                                        </p:attrNameLst>
                                      </p:cBhvr>
                                      <p:tavLst>
                                        <p:tav tm="0">
                                          <p:val>
                                            <p:fltVal val="0"/>
                                          </p:val>
                                        </p:tav>
                                        <p:tav tm="100000">
                                          <p:val>
                                            <p:strVal val="#ppt_w"/>
                                          </p:val>
                                        </p:tav>
                                      </p:tavLst>
                                    </p:anim>
                                    <p:anim calcmode="lin" valueType="num">
                                      <p:cBhvr>
                                        <p:cTn id="39" dur="500" fill="hold"/>
                                        <p:tgtEl>
                                          <p:spTgt spid="51"/>
                                        </p:tgtEl>
                                        <p:attrNameLst>
                                          <p:attrName>ppt_h</p:attrName>
                                        </p:attrNameLst>
                                      </p:cBhvr>
                                      <p:tavLst>
                                        <p:tav tm="0">
                                          <p:val>
                                            <p:fltVal val="0"/>
                                          </p:val>
                                        </p:tav>
                                        <p:tav tm="100000">
                                          <p:val>
                                            <p:strVal val="#ppt_h"/>
                                          </p:val>
                                        </p:tav>
                                      </p:tavLst>
                                    </p:anim>
                                    <p:animEffect transition="in" filter="fade">
                                      <p:cBhvr>
                                        <p:cTn id="40" dur="500"/>
                                        <p:tgtEl>
                                          <p:spTgt spid="51"/>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anim calcmode="lin" valueType="num">
                                      <p:cBhvr>
                                        <p:cTn id="43" dur="500" fill="hold"/>
                                        <p:tgtEl>
                                          <p:spTgt spid="52"/>
                                        </p:tgtEl>
                                        <p:attrNameLst>
                                          <p:attrName>ppt_w</p:attrName>
                                        </p:attrNameLst>
                                      </p:cBhvr>
                                      <p:tavLst>
                                        <p:tav tm="0">
                                          <p:val>
                                            <p:fltVal val="0"/>
                                          </p:val>
                                        </p:tav>
                                        <p:tav tm="100000">
                                          <p:val>
                                            <p:strVal val="#ppt_w"/>
                                          </p:val>
                                        </p:tav>
                                      </p:tavLst>
                                    </p:anim>
                                    <p:anim calcmode="lin" valueType="num">
                                      <p:cBhvr>
                                        <p:cTn id="44" dur="500" fill="hold"/>
                                        <p:tgtEl>
                                          <p:spTgt spid="52"/>
                                        </p:tgtEl>
                                        <p:attrNameLst>
                                          <p:attrName>ppt_h</p:attrName>
                                        </p:attrNameLst>
                                      </p:cBhvr>
                                      <p:tavLst>
                                        <p:tav tm="0">
                                          <p:val>
                                            <p:fltVal val="0"/>
                                          </p:val>
                                        </p:tav>
                                        <p:tav tm="100000">
                                          <p:val>
                                            <p:strVal val="#ppt_h"/>
                                          </p:val>
                                        </p:tav>
                                      </p:tavLst>
                                    </p:anim>
                                    <p:animEffect transition="in" filter="fade">
                                      <p:cBhvr>
                                        <p:cTn id="45" dur="500"/>
                                        <p:tgtEl>
                                          <p:spTgt spid="52"/>
                                        </p:tgtEl>
                                      </p:cBhvr>
                                    </p:animEffect>
                                  </p:childTnLst>
                                </p:cTn>
                              </p:par>
                              <p:par>
                                <p:cTn id="46" presetID="53" presetClass="entr" presetSubtype="16" fill="hold" grpId="0" nodeType="withEffect">
                                  <p:stCondLst>
                                    <p:cond delay="250"/>
                                  </p:stCondLst>
                                  <p:childTnLst>
                                    <p:set>
                                      <p:cBhvr>
                                        <p:cTn id="47" dur="1" fill="hold">
                                          <p:stCondLst>
                                            <p:cond delay="0"/>
                                          </p:stCondLst>
                                        </p:cTn>
                                        <p:tgtEl>
                                          <p:spTgt spid="53"/>
                                        </p:tgtEl>
                                        <p:attrNameLst>
                                          <p:attrName>style.visibility</p:attrName>
                                        </p:attrNameLst>
                                      </p:cBhvr>
                                      <p:to>
                                        <p:strVal val="visible"/>
                                      </p:to>
                                    </p:set>
                                    <p:anim calcmode="lin" valueType="num">
                                      <p:cBhvr>
                                        <p:cTn id="48" dur="500" fill="hold"/>
                                        <p:tgtEl>
                                          <p:spTgt spid="53"/>
                                        </p:tgtEl>
                                        <p:attrNameLst>
                                          <p:attrName>ppt_w</p:attrName>
                                        </p:attrNameLst>
                                      </p:cBhvr>
                                      <p:tavLst>
                                        <p:tav tm="0">
                                          <p:val>
                                            <p:fltVal val="0"/>
                                          </p:val>
                                        </p:tav>
                                        <p:tav tm="100000">
                                          <p:val>
                                            <p:strVal val="#ppt_w"/>
                                          </p:val>
                                        </p:tav>
                                      </p:tavLst>
                                    </p:anim>
                                    <p:anim calcmode="lin" valueType="num">
                                      <p:cBhvr>
                                        <p:cTn id="49" dur="500" fill="hold"/>
                                        <p:tgtEl>
                                          <p:spTgt spid="53"/>
                                        </p:tgtEl>
                                        <p:attrNameLst>
                                          <p:attrName>ppt_h</p:attrName>
                                        </p:attrNameLst>
                                      </p:cBhvr>
                                      <p:tavLst>
                                        <p:tav tm="0">
                                          <p:val>
                                            <p:fltVal val="0"/>
                                          </p:val>
                                        </p:tav>
                                        <p:tav tm="100000">
                                          <p:val>
                                            <p:strVal val="#ppt_h"/>
                                          </p:val>
                                        </p:tav>
                                      </p:tavLst>
                                    </p:anim>
                                    <p:animEffect transition="in" filter="fade">
                                      <p:cBhvr>
                                        <p:cTn id="50" dur="500"/>
                                        <p:tgtEl>
                                          <p:spTgt spid="53"/>
                                        </p:tgtEl>
                                      </p:cBhvr>
                                    </p:animEffect>
                                  </p:childTnLst>
                                </p:cTn>
                              </p:par>
                              <p:par>
                                <p:cTn id="51" presetID="53" presetClass="entr" presetSubtype="16" fill="hold" grpId="0" nodeType="withEffect">
                                  <p:stCondLst>
                                    <p:cond delay="250"/>
                                  </p:stCondLst>
                                  <p:childTnLst>
                                    <p:set>
                                      <p:cBhvr>
                                        <p:cTn id="52" dur="1" fill="hold">
                                          <p:stCondLst>
                                            <p:cond delay="0"/>
                                          </p:stCondLst>
                                        </p:cTn>
                                        <p:tgtEl>
                                          <p:spTgt spid="54"/>
                                        </p:tgtEl>
                                        <p:attrNameLst>
                                          <p:attrName>style.visibility</p:attrName>
                                        </p:attrNameLst>
                                      </p:cBhvr>
                                      <p:to>
                                        <p:strVal val="visible"/>
                                      </p:to>
                                    </p:set>
                                    <p:anim calcmode="lin" valueType="num">
                                      <p:cBhvr>
                                        <p:cTn id="53" dur="500" fill="hold"/>
                                        <p:tgtEl>
                                          <p:spTgt spid="54"/>
                                        </p:tgtEl>
                                        <p:attrNameLst>
                                          <p:attrName>ppt_w</p:attrName>
                                        </p:attrNameLst>
                                      </p:cBhvr>
                                      <p:tavLst>
                                        <p:tav tm="0">
                                          <p:val>
                                            <p:fltVal val="0"/>
                                          </p:val>
                                        </p:tav>
                                        <p:tav tm="100000">
                                          <p:val>
                                            <p:strVal val="#ppt_w"/>
                                          </p:val>
                                        </p:tav>
                                      </p:tavLst>
                                    </p:anim>
                                    <p:anim calcmode="lin" valueType="num">
                                      <p:cBhvr>
                                        <p:cTn id="54" dur="500" fill="hold"/>
                                        <p:tgtEl>
                                          <p:spTgt spid="54"/>
                                        </p:tgtEl>
                                        <p:attrNameLst>
                                          <p:attrName>ppt_h</p:attrName>
                                        </p:attrNameLst>
                                      </p:cBhvr>
                                      <p:tavLst>
                                        <p:tav tm="0">
                                          <p:val>
                                            <p:fltVal val="0"/>
                                          </p:val>
                                        </p:tav>
                                        <p:tav tm="100000">
                                          <p:val>
                                            <p:strVal val="#ppt_h"/>
                                          </p:val>
                                        </p:tav>
                                      </p:tavLst>
                                    </p:anim>
                                    <p:animEffect transition="in" filter="fade">
                                      <p:cBhvr>
                                        <p:cTn id="55" dur="500"/>
                                        <p:tgtEl>
                                          <p:spTgt spid="54"/>
                                        </p:tgtEl>
                                      </p:cBhvr>
                                    </p:animEffect>
                                  </p:childTnLst>
                                </p:cTn>
                              </p:par>
                              <p:par>
                                <p:cTn id="56" presetID="53" presetClass="entr" presetSubtype="16" fill="hold" grpId="0" nodeType="withEffect">
                                  <p:stCondLst>
                                    <p:cond delay="250"/>
                                  </p:stCondLst>
                                  <p:childTnLst>
                                    <p:set>
                                      <p:cBhvr>
                                        <p:cTn id="57" dur="1" fill="hold">
                                          <p:stCondLst>
                                            <p:cond delay="0"/>
                                          </p:stCondLst>
                                        </p:cTn>
                                        <p:tgtEl>
                                          <p:spTgt spid="55"/>
                                        </p:tgtEl>
                                        <p:attrNameLst>
                                          <p:attrName>style.visibility</p:attrName>
                                        </p:attrNameLst>
                                      </p:cBhvr>
                                      <p:to>
                                        <p:strVal val="visible"/>
                                      </p:to>
                                    </p:set>
                                    <p:anim calcmode="lin" valueType="num">
                                      <p:cBhvr>
                                        <p:cTn id="58" dur="500" fill="hold"/>
                                        <p:tgtEl>
                                          <p:spTgt spid="55"/>
                                        </p:tgtEl>
                                        <p:attrNameLst>
                                          <p:attrName>ppt_w</p:attrName>
                                        </p:attrNameLst>
                                      </p:cBhvr>
                                      <p:tavLst>
                                        <p:tav tm="0">
                                          <p:val>
                                            <p:fltVal val="0"/>
                                          </p:val>
                                        </p:tav>
                                        <p:tav tm="100000">
                                          <p:val>
                                            <p:strVal val="#ppt_w"/>
                                          </p:val>
                                        </p:tav>
                                      </p:tavLst>
                                    </p:anim>
                                    <p:anim calcmode="lin" valueType="num">
                                      <p:cBhvr>
                                        <p:cTn id="59" dur="500" fill="hold"/>
                                        <p:tgtEl>
                                          <p:spTgt spid="55"/>
                                        </p:tgtEl>
                                        <p:attrNameLst>
                                          <p:attrName>ppt_h</p:attrName>
                                        </p:attrNameLst>
                                      </p:cBhvr>
                                      <p:tavLst>
                                        <p:tav tm="0">
                                          <p:val>
                                            <p:fltVal val="0"/>
                                          </p:val>
                                        </p:tav>
                                        <p:tav tm="100000">
                                          <p:val>
                                            <p:strVal val="#ppt_h"/>
                                          </p:val>
                                        </p:tav>
                                      </p:tavLst>
                                    </p:anim>
                                    <p:animEffect transition="in" filter="fade">
                                      <p:cBhvr>
                                        <p:cTn id="60" dur="500"/>
                                        <p:tgtEl>
                                          <p:spTgt spid="55"/>
                                        </p:tgtEl>
                                      </p:cBhvr>
                                    </p:animEffect>
                                  </p:childTnLst>
                                </p:cTn>
                              </p:par>
                              <p:par>
                                <p:cTn id="61" presetID="53" presetClass="entr" presetSubtype="16" fill="hold" grpId="0" nodeType="withEffect">
                                  <p:stCondLst>
                                    <p:cond delay="250"/>
                                  </p:stCondLst>
                                  <p:childTnLst>
                                    <p:set>
                                      <p:cBhvr>
                                        <p:cTn id="62" dur="1" fill="hold">
                                          <p:stCondLst>
                                            <p:cond delay="0"/>
                                          </p:stCondLst>
                                        </p:cTn>
                                        <p:tgtEl>
                                          <p:spTgt spid="56"/>
                                        </p:tgtEl>
                                        <p:attrNameLst>
                                          <p:attrName>style.visibility</p:attrName>
                                        </p:attrNameLst>
                                      </p:cBhvr>
                                      <p:to>
                                        <p:strVal val="visible"/>
                                      </p:to>
                                    </p:set>
                                    <p:anim calcmode="lin" valueType="num">
                                      <p:cBhvr>
                                        <p:cTn id="63" dur="500" fill="hold"/>
                                        <p:tgtEl>
                                          <p:spTgt spid="56"/>
                                        </p:tgtEl>
                                        <p:attrNameLst>
                                          <p:attrName>ppt_w</p:attrName>
                                        </p:attrNameLst>
                                      </p:cBhvr>
                                      <p:tavLst>
                                        <p:tav tm="0">
                                          <p:val>
                                            <p:fltVal val="0"/>
                                          </p:val>
                                        </p:tav>
                                        <p:tav tm="100000">
                                          <p:val>
                                            <p:strVal val="#ppt_w"/>
                                          </p:val>
                                        </p:tav>
                                      </p:tavLst>
                                    </p:anim>
                                    <p:anim calcmode="lin" valueType="num">
                                      <p:cBhvr>
                                        <p:cTn id="64" dur="500" fill="hold"/>
                                        <p:tgtEl>
                                          <p:spTgt spid="56"/>
                                        </p:tgtEl>
                                        <p:attrNameLst>
                                          <p:attrName>ppt_h</p:attrName>
                                        </p:attrNameLst>
                                      </p:cBhvr>
                                      <p:tavLst>
                                        <p:tav tm="0">
                                          <p:val>
                                            <p:fltVal val="0"/>
                                          </p:val>
                                        </p:tav>
                                        <p:tav tm="100000">
                                          <p:val>
                                            <p:strVal val="#ppt_h"/>
                                          </p:val>
                                        </p:tav>
                                      </p:tavLst>
                                    </p:anim>
                                    <p:animEffect transition="in" filter="fade">
                                      <p:cBhvr>
                                        <p:cTn id="65" dur="500"/>
                                        <p:tgtEl>
                                          <p:spTgt spid="56"/>
                                        </p:tgtEl>
                                      </p:cBhvr>
                                    </p:animEffect>
                                  </p:childTnLst>
                                </p:cTn>
                              </p:par>
                              <p:par>
                                <p:cTn id="66" presetID="53" presetClass="entr" presetSubtype="16" fill="hold" grpId="0" nodeType="withEffect">
                                  <p:stCondLst>
                                    <p:cond delay="250"/>
                                  </p:stCondLst>
                                  <p:childTnLst>
                                    <p:set>
                                      <p:cBhvr>
                                        <p:cTn id="67" dur="1" fill="hold">
                                          <p:stCondLst>
                                            <p:cond delay="0"/>
                                          </p:stCondLst>
                                        </p:cTn>
                                        <p:tgtEl>
                                          <p:spTgt spid="57"/>
                                        </p:tgtEl>
                                        <p:attrNameLst>
                                          <p:attrName>style.visibility</p:attrName>
                                        </p:attrNameLst>
                                      </p:cBhvr>
                                      <p:to>
                                        <p:strVal val="visible"/>
                                      </p:to>
                                    </p:set>
                                    <p:anim calcmode="lin" valueType="num">
                                      <p:cBhvr>
                                        <p:cTn id="68" dur="500" fill="hold"/>
                                        <p:tgtEl>
                                          <p:spTgt spid="57"/>
                                        </p:tgtEl>
                                        <p:attrNameLst>
                                          <p:attrName>ppt_w</p:attrName>
                                        </p:attrNameLst>
                                      </p:cBhvr>
                                      <p:tavLst>
                                        <p:tav tm="0">
                                          <p:val>
                                            <p:fltVal val="0"/>
                                          </p:val>
                                        </p:tav>
                                        <p:tav tm="100000">
                                          <p:val>
                                            <p:strVal val="#ppt_w"/>
                                          </p:val>
                                        </p:tav>
                                      </p:tavLst>
                                    </p:anim>
                                    <p:anim calcmode="lin" valueType="num">
                                      <p:cBhvr>
                                        <p:cTn id="69" dur="500" fill="hold"/>
                                        <p:tgtEl>
                                          <p:spTgt spid="57"/>
                                        </p:tgtEl>
                                        <p:attrNameLst>
                                          <p:attrName>ppt_h</p:attrName>
                                        </p:attrNameLst>
                                      </p:cBhvr>
                                      <p:tavLst>
                                        <p:tav tm="0">
                                          <p:val>
                                            <p:fltVal val="0"/>
                                          </p:val>
                                        </p:tav>
                                        <p:tav tm="100000">
                                          <p:val>
                                            <p:strVal val="#ppt_h"/>
                                          </p:val>
                                        </p:tav>
                                      </p:tavLst>
                                    </p:anim>
                                    <p:animEffect transition="in" filter="fade">
                                      <p:cBhvr>
                                        <p:cTn id="70" dur="500"/>
                                        <p:tgtEl>
                                          <p:spTgt spid="57"/>
                                        </p:tgtEl>
                                      </p:cBhvr>
                                    </p:animEffect>
                                  </p:childTnLst>
                                </p:cTn>
                              </p:par>
                              <p:par>
                                <p:cTn id="71" presetID="53" presetClass="entr" presetSubtype="16" fill="hold" grpId="0" nodeType="withEffect">
                                  <p:stCondLst>
                                    <p:cond delay="250"/>
                                  </p:stCondLst>
                                  <p:childTnLst>
                                    <p:set>
                                      <p:cBhvr>
                                        <p:cTn id="72" dur="1" fill="hold">
                                          <p:stCondLst>
                                            <p:cond delay="0"/>
                                          </p:stCondLst>
                                        </p:cTn>
                                        <p:tgtEl>
                                          <p:spTgt spid="61"/>
                                        </p:tgtEl>
                                        <p:attrNameLst>
                                          <p:attrName>style.visibility</p:attrName>
                                        </p:attrNameLst>
                                      </p:cBhvr>
                                      <p:to>
                                        <p:strVal val="visible"/>
                                      </p:to>
                                    </p:set>
                                    <p:anim calcmode="lin" valueType="num">
                                      <p:cBhvr>
                                        <p:cTn id="73" dur="500" fill="hold"/>
                                        <p:tgtEl>
                                          <p:spTgt spid="61"/>
                                        </p:tgtEl>
                                        <p:attrNameLst>
                                          <p:attrName>ppt_w</p:attrName>
                                        </p:attrNameLst>
                                      </p:cBhvr>
                                      <p:tavLst>
                                        <p:tav tm="0">
                                          <p:val>
                                            <p:fltVal val="0"/>
                                          </p:val>
                                        </p:tav>
                                        <p:tav tm="100000">
                                          <p:val>
                                            <p:strVal val="#ppt_w"/>
                                          </p:val>
                                        </p:tav>
                                      </p:tavLst>
                                    </p:anim>
                                    <p:anim calcmode="lin" valueType="num">
                                      <p:cBhvr>
                                        <p:cTn id="74" dur="500" fill="hold"/>
                                        <p:tgtEl>
                                          <p:spTgt spid="61"/>
                                        </p:tgtEl>
                                        <p:attrNameLst>
                                          <p:attrName>ppt_h</p:attrName>
                                        </p:attrNameLst>
                                      </p:cBhvr>
                                      <p:tavLst>
                                        <p:tav tm="0">
                                          <p:val>
                                            <p:fltVal val="0"/>
                                          </p:val>
                                        </p:tav>
                                        <p:tav tm="100000">
                                          <p:val>
                                            <p:strVal val="#ppt_h"/>
                                          </p:val>
                                        </p:tav>
                                      </p:tavLst>
                                    </p:anim>
                                    <p:animEffect transition="in" filter="fade">
                                      <p:cBhvr>
                                        <p:cTn id="75" dur="500"/>
                                        <p:tgtEl>
                                          <p:spTgt spid="61"/>
                                        </p:tgtEl>
                                      </p:cBhvr>
                                    </p:animEffect>
                                  </p:childTnLst>
                                </p:cTn>
                              </p:par>
                              <p:par>
                                <p:cTn id="76" presetID="53" presetClass="entr" presetSubtype="16" fill="hold" grpId="0" nodeType="withEffect">
                                  <p:stCondLst>
                                    <p:cond delay="250"/>
                                  </p:stCondLst>
                                  <p:childTnLst>
                                    <p:set>
                                      <p:cBhvr>
                                        <p:cTn id="77" dur="1" fill="hold">
                                          <p:stCondLst>
                                            <p:cond delay="0"/>
                                          </p:stCondLst>
                                        </p:cTn>
                                        <p:tgtEl>
                                          <p:spTgt spid="63"/>
                                        </p:tgtEl>
                                        <p:attrNameLst>
                                          <p:attrName>style.visibility</p:attrName>
                                        </p:attrNameLst>
                                      </p:cBhvr>
                                      <p:to>
                                        <p:strVal val="visible"/>
                                      </p:to>
                                    </p:set>
                                    <p:anim calcmode="lin" valueType="num">
                                      <p:cBhvr>
                                        <p:cTn id="78" dur="500" fill="hold"/>
                                        <p:tgtEl>
                                          <p:spTgt spid="63"/>
                                        </p:tgtEl>
                                        <p:attrNameLst>
                                          <p:attrName>ppt_w</p:attrName>
                                        </p:attrNameLst>
                                      </p:cBhvr>
                                      <p:tavLst>
                                        <p:tav tm="0">
                                          <p:val>
                                            <p:fltVal val="0"/>
                                          </p:val>
                                        </p:tav>
                                        <p:tav tm="100000">
                                          <p:val>
                                            <p:strVal val="#ppt_w"/>
                                          </p:val>
                                        </p:tav>
                                      </p:tavLst>
                                    </p:anim>
                                    <p:anim calcmode="lin" valueType="num">
                                      <p:cBhvr>
                                        <p:cTn id="79" dur="500" fill="hold"/>
                                        <p:tgtEl>
                                          <p:spTgt spid="63"/>
                                        </p:tgtEl>
                                        <p:attrNameLst>
                                          <p:attrName>ppt_h</p:attrName>
                                        </p:attrNameLst>
                                      </p:cBhvr>
                                      <p:tavLst>
                                        <p:tav tm="0">
                                          <p:val>
                                            <p:fltVal val="0"/>
                                          </p:val>
                                        </p:tav>
                                        <p:tav tm="100000">
                                          <p:val>
                                            <p:strVal val="#ppt_h"/>
                                          </p:val>
                                        </p:tav>
                                      </p:tavLst>
                                    </p:anim>
                                    <p:animEffect transition="in" filter="fade">
                                      <p:cBhvr>
                                        <p:cTn id="80" dur="500"/>
                                        <p:tgtEl>
                                          <p:spTgt spid="63"/>
                                        </p:tgtEl>
                                      </p:cBhvr>
                                    </p:animEffect>
                                  </p:childTnLst>
                                </p:cTn>
                              </p:par>
                              <p:par>
                                <p:cTn id="81" presetID="53" presetClass="entr" presetSubtype="16" fill="hold" grpId="0" nodeType="withEffect">
                                  <p:stCondLst>
                                    <p:cond delay="250"/>
                                  </p:stCondLst>
                                  <p:childTnLst>
                                    <p:set>
                                      <p:cBhvr>
                                        <p:cTn id="82" dur="1" fill="hold">
                                          <p:stCondLst>
                                            <p:cond delay="0"/>
                                          </p:stCondLst>
                                        </p:cTn>
                                        <p:tgtEl>
                                          <p:spTgt spid="64"/>
                                        </p:tgtEl>
                                        <p:attrNameLst>
                                          <p:attrName>style.visibility</p:attrName>
                                        </p:attrNameLst>
                                      </p:cBhvr>
                                      <p:to>
                                        <p:strVal val="visible"/>
                                      </p:to>
                                    </p:set>
                                    <p:anim calcmode="lin" valueType="num">
                                      <p:cBhvr>
                                        <p:cTn id="83" dur="500" fill="hold"/>
                                        <p:tgtEl>
                                          <p:spTgt spid="64"/>
                                        </p:tgtEl>
                                        <p:attrNameLst>
                                          <p:attrName>ppt_w</p:attrName>
                                        </p:attrNameLst>
                                      </p:cBhvr>
                                      <p:tavLst>
                                        <p:tav tm="0">
                                          <p:val>
                                            <p:fltVal val="0"/>
                                          </p:val>
                                        </p:tav>
                                        <p:tav tm="100000">
                                          <p:val>
                                            <p:strVal val="#ppt_w"/>
                                          </p:val>
                                        </p:tav>
                                      </p:tavLst>
                                    </p:anim>
                                    <p:anim calcmode="lin" valueType="num">
                                      <p:cBhvr>
                                        <p:cTn id="84" dur="500" fill="hold"/>
                                        <p:tgtEl>
                                          <p:spTgt spid="64"/>
                                        </p:tgtEl>
                                        <p:attrNameLst>
                                          <p:attrName>ppt_h</p:attrName>
                                        </p:attrNameLst>
                                      </p:cBhvr>
                                      <p:tavLst>
                                        <p:tav tm="0">
                                          <p:val>
                                            <p:fltVal val="0"/>
                                          </p:val>
                                        </p:tav>
                                        <p:tav tm="100000">
                                          <p:val>
                                            <p:strVal val="#ppt_h"/>
                                          </p:val>
                                        </p:tav>
                                      </p:tavLst>
                                    </p:anim>
                                    <p:animEffect transition="in" filter="fade">
                                      <p:cBhvr>
                                        <p:cTn id="85" dur="500"/>
                                        <p:tgtEl>
                                          <p:spTgt spid="64"/>
                                        </p:tgtEl>
                                      </p:cBhvr>
                                    </p:animEffect>
                                  </p:childTnLst>
                                </p:cTn>
                              </p:par>
                              <p:par>
                                <p:cTn id="86" presetID="53" presetClass="entr" presetSubtype="16" fill="hold" grpId="0" nodeType="withEffect">
                                  <p:stCondLst>
                                    <p:cond delay="250"/>
                                  </p:stCondLst>
                                  <p:childTnLst>
                                    <p:set>
                                      <p:cBhvr>
                                        <p:cTn id="87" dur="1" fill="hold">
                                          <p:stCondLst>
                                            <p:cond delay="0"/>
                                          </p:stCondLst>
                                        </p:cTn>
                                        <p:tgtEl>
                                          <p:spTgt spid="65"/>
                                        </p:tgtEl>
                                        <p:attrNameLst>
                                          <p:attrName>style.visibility</p:attrName>
                                        </p:attrNameLst>
                                      </p:cBhvr>
                                      <p:to>
                                        <p:strVal val="visible"/>
                                      </p:to>
                                    </p:set>
                                    <p:anim calcmode="lin" valueType="num">
                                      <p:cBhvr>
                                        <p:cTn id="88" dur="500" fill="hold"/>
                                        <p:tgtEl>
                                          <p:spTgt spid="65"/>
                                        </p:tgtEl>
                                        <p:attrNameLst>
                                          <p:attrName>ppt_w</p:attrName>
                                        </p:attrNameLst>
                                      </p:cBhvr>
                                      <p:tavLst>
                                        <p:tav tm="0">
                                          <p:val>
                                            <p:fltVal val="0"/>
                                          </p:val>
                                        </p:tav>
                                        <p:tav tm="100000">
                                          <p:val>
                                            <p:strVal val="#ppt_w"/>
                                          </p:val>
                                        </p:tav>
                                      </p:tavLst>
                                    </p:anim>
                                    <p:anim calcmode="lin" valueType="num">
                                      <p:cBhvr>
                                        <p:cTn id="89" dur="500" fill="hold"/>
                                        <p:tgtEl>
                                          <p:spTgt spid="65"/>
                                        </p:tgtEl>
                                        <p:attrNameLst>
                                          <p:attrName>ppt_h</p:attrName>
                                        </p:attrNameLst>
                                      </p:cBhvr>
                                      <p:tavLst>
                                        <p:tav tm="0">
                                          <p:val>
                                            <p:fltVal val="0"/>
                                          </p:val>
                                        </p:tav>
                                        <p:tav tm="100000">
                                          <p:val>
                                            <p:strVal val="#ppt_h"/>
                                          </p:val>
                                        </p:tav>
                                      </p:tavLst>
                                    </p:anim>
                                    <p:animEffect transition="in" filter="fade">
                                      <p:cBhvr>
                                        <p:cTn id="90" dur="500"/>
                                        <p:tgtEl>
                                          <p:spTgt spid="65"/>
                                        </p:tgtEl>
                                      </p:cBhvr>
                                    </p:animEffect>
                                  </p:childTnLst>
                                </p:cTn>
                              </p:par>
                              <p:par>
                                <p:cTn id="91" presetID="53" presetClass="entr" presetSubtype="16" fill="hold" grpId="0" nodeType="withEffect">
                                  <p:stCondLst>
                                    <p:cond delay="250"/>
                                  </p:stCondLst>
                                  <p:childTnLst>
                                    <p:set>
                                      <p:cBhvr>
                                        <p:cTn id="92" dur="1" fill="hold">
                                          <p:stCondLst>
                                            <p:cond delay="0"/>
                                          </p:stCondLst>
                                        </p:cTn>
                                        <p:tgtEl>
                                          <p:spTgt spid="66"/>
                                        </p:tgtEl>
                                        <p:attrNameLst>
                                          <p:attrName>style.visibility</p:attrName>
                                        </p:attrNameLst>
                                      </p:cBhvr>
                                      <p:to>
                                        <p:strVal val="visible"/>
                                      </p:to>
                                    </p:set>
                                    <p:anim calcmode="lin" valueType="num">
                                      <p:cBhvr>
                                        <p:cTn id="93" dur="500" fill="hold"/>
                                        <p:tgtEl>
                                          <p:spTgt spid="66"/>
                                        </p:tgtEl>
                                        <p:attrNameLst>
                                          <p:attrName>ppt_w</p:attrName>
                                        </p:attrNameLst>
                                      </p:cBhvr>
                                      <p:tavLst>
                                        <p:tav tm="0">
                                          <p:val>
                                            <p:fltVal val="0"/>
                                          </p:val>
                                        </p:tav>
                                        <p:tav tm="100000">
                                          <p:val>
                                            <p:strVal val="#ppt_w"/>
                                          </p:val>
                                        </p:tav>
                                      </p:tavLst>
                                    </p:anim>
                                    <p:anim calcmode="lin" valueType="num">
                                      <p:cBhvr>
                                        <p:cTn id="94" dur="500" fill="hold"/>
                                        <p:tgtEl>
                                          <p:spTgt spid="66"/>
                                        </p:tgtEl>
                                        <p:attrNameLst>
                                          <p:attrName>ppt_h</p:attrName>
                                        </p:attrNameLst>
                                      </p:cBhvr>
                                      <p:tavLst>
                                        <p:tav tm="0">
                                          <p:val>
                                            <p:fltVal val="0"/>
                                          </p:val>
                                        </p:tav>
                                        <p:tav tm="100000">
                                          <p:val>
                                            <p:strVal val="#ppt_h"/>
                                          </p:val>
                                        </p:tav>
                                      </p:tavLst>
                                    </p:anim>
                                    <p:animEffect transition="in" filter="fade">
                                      <p:cBhvr>
                                        <p:cTn id="95" dur="500"/>
                                        <p:tgtEl>
                                          <p:spTgt spid="66"/>
                                        </p:tgtEl>
                                      </p:cBhvr>
                                    </p:animEffect>
                                  </p:childTnLst>
                                </p:cTn>
                              </p:par>
                              <p:par>
                                <p:cTn id="96" presetID="53" presetClass="entr" presetSubtype="16" fill="hold" grpId="0" nodeType="withEffect">
                                  <p:stCondLst>
                                    <p:cond delay="250"/>
                                  </p:stCondLst>
                                  <p:childTnLst>
                                    <p:set>
                                      <p:cBhvr>
                                        <p:cTn id="97" dur="1" fill="hold">
                                          <p:stCondLst>
                                            <p:cond delay="0"/>
                                          </p:stCondLst>
                                        </p:cTn>
                                        <p:tgtEl>
                                          <p:spTgt spid="67"/>
                                        </p:tgtEl>
                                        <p:attrNameLst>
                                          <p:attrName>style.visibility</p:attrName>
                                        </p:attrNameLst>
                                      </p:cBhvr>
                                      <p:to>
                                        <p:strVal val="visible"/>
                                      </p:to>
                                    </p:set>
                                    <p:anim calcmode="lin" valueType="num">
                                      <p:cBhvr>
                                        <p:cTn id="98" dur="500" fill="hold"/>
                                        <p:tgtEl>
                                          <p:spTgt spid="67"/>
                                        </p:tgtEl>
                                        <p:attrNameLst>
                                          <p:attrName>ppt_w</p:attrName>
                                        </p:attrNameLst>
                                      </p:cBhvr>
                                      <p:tavLst>
                                        <p:tav tm="0">
                                          <p:val>
                                            <p:fltVal val="0"/>
                                          </p:val>
                                        </p:tav>
                                        <p:tav tm="100000">
                                          <p:val>
                                            <p:strVal val="#ppt_w"/>
                                          </p:val>
                                        </p:tav>
                                      </p:tavLst>
                                    </p:anim>
                                    <p:anim calcmode="lin" valueType="num">
                                      <p:cBhvr>
                                        <p:cTn id="99" dur="500" fill="hold"/>
                                        <p:tgtEl>
                                          <p:spTgt spid="67"/>
                                        </p:tgtEl>
                                        <p:attrNameLst>
                                          <p:attrName>ppt_h</p:attrName>
                                        </p:attrNameLst>
                                      </p:cBhvr>
                                      <p:tavLst>
                                        <p:tav tm="0">
                                          <p:val>
                                            <p:fltVal val="0"/>
                                          </p:val>
                                        </p:tav>
                                        <p:tav tm="100000">
                                          <p:val>
                                            <p:strVal val="#ppt_h"/>
                                          </p:val>
                                        </p:tav>
                                      </p:tavLst>
                                    </p:anim>
                                    <p:animEffect transition="in" filter="fade">
                                      <p:cBhvr>
                                        <p:cTn id="100" dur="500"/>
                                        <p:tgtEl>
                                          <p:spTgt spid="67"/>
                                        </p:tgtEl>
                                      </p:cBhvr>
                                    </p:animEffect>
                                  </p:childTnLst>
                                </p:cTn>
                              </p:par>
                              <p:par>
                                <p:cTn id="101" presetID="53" presetClass="entr" presetSubtype="16" fill="hold" grpId="0" nodeType="withEffect">
                                  <p:stCondLst>
                                    <p:cond delay="250"/>
                                  </p:stCondLst>
                                  <p:childTnLst>
                                    <p:set>
                                      <p:cBhvr>
                                        <p:cTn id="102" dur="1" fill="hold">
                                          <p:stCondLst>
                                            <p:cond delay="0"/>
                                          </p:stCondLst>
                                        </p:cTn>
                                        <p:tgtEl>
                                          <p:spTgt spid="68"/>
                                        </p:tgtEl>
                                        <p:attrNameLst>
                                          <p:attrName>style.visibility</p:attrName>
                                        </p:attrNameLst>
                                      </p:cBhvr>
                                      <p:to>
                                        <p:strVal val="visible"/>
                                      </p:to>
                                    </p:set>
                                    <p:anim calcmode="lin" valueType="num">
                                      <p:cBhvr>
                                        <p:cTn id="103" dur="500" fill="hold"/>
                                        <p:tgtEl>
                                          <p:spTgt spid="68"/>
                                        </p:tgtEl>
                                        <p:attrNameLst>
                                          <p:attrName>ppt_w</p:attrName>
                                        </p:attrNameLst>
                                      </p:cBhvr>
                                      <p:tavLst>
                                        <p:tav tm="0">
                                          <p:val>
                                            <p:fltVal val="0"/>
                                          </p:val>
                                        </p:tav>
                                        <p:tav tm="100000">
                                          <p:val>
                                            <p:strVal val="#ppt_w"/>
                                          </p:val>
                                        </p:tav>
                                      </p:tavLst>
                                    </p:anim>
                                    <p:anim calcmode="lin" valueType="num">
                                      <p:cBhvr>
                                        <p:cTn id="104" dur="500" fill="hold"/>
                                        <p:tgtEl>
                                          <p:spTgt spid="68"/>
                                        </p:tgtEl>
                                        <p:attrNameLst>
                                          <p:attrName>ppt_h</p:attrName>
                                        </p:attrNameLst>
                                      </p:cBhvr>
                                      <p:tavLst>
                                        <p:tav tm="0">
                                          <p:val>
                                            <p:fltVal val="0"/>
                                          </p:val>
                                        </p:tav>
                                        <p:tav tm="100000">
                                          <p:val>
                                            <p:strVal val="#ppt_h"/>
                                          </p:val>
                                        </p:tav>
                                      </p:tavLst>
                                    </p:anim>
                                    <p:animEffect transition="in" filter="fade">
                                      <p:cBhvr>
                                        <p:cTn id="105" dur="500"/>
                                        <p:tgtEl>
                                          <p:spTgt spid="68"/>
                                        </p:tgtEl>
                                      </p:cBhvr>
                                    </p:animEffect>
                                  </p:childTnLst>
                                </p:cTn>
                              </p:par>
                              <p:par>
                                <p:cTn id="106" presetID="53" presetClass="entr" presetSubtype="16" fill="hold" grpId="0" nodeType="withEffect">
                                  <p:stCondLst>
                                    <p:cond delay="250"/>
                                  </p:stCondLst>
                                  <p:childTnLst>
                                    <p:set>
                                      <p:cBhvr>
                                        <p:cTn id="107" dur="1" fill="hold">
                                          <p:stCondLst>
                                            <p:cond delay="0"/>
                                          </p:stCondLst>
                                        </p:cTn>
                                        <p:tgtEl>
                                          <p:spTgt spid="70"/>
                                        </p:tgtEl>
                                        <p:attrNameLst>
                                          <p:attrName>style.visibility</p:attrName>
                                        </p:attrNameLst>
                                      </p:cBhvr>
                                      <p:to>
                                        <p:strVal val="visible"/>
                                      </p:to>
                                    </p:set>
                                    <p:anim calcmode="lin" valueType="num">
                                      <p:cBhvr>
                                        <p:cTn id="108" dur="500" fill="hold"/>
                                        <p:tgtEl>
                                          <p:spTgt spid="70"/>
                                        </p:tgtEl>
                                        <p:attrNameLst>
                                          <p:attrName>ppt_w</p:attrName>
                                        </p:attrNameLst>
                                      </p:cBhvr>
                                      <p:tavLst>
                                        <p:tav tm="0">
                                          <p:val>
                                            <p:fltVal val="0"/>
                                          </p:val>
                                        </p:tav>
                                        <p:tav tm="100000">
                                          <p:val>
                                            <p:strVal val="#ppt_w"/>
                                          </p:val>
                                        </p:tav>
                                      </p:tavLst>
                                    </p:anim>
                                    <p:anim calcmode="lin" valueType="num">
                                      <p:cBhvr>
                                        <p:cTn id="109" dur="500" fill="hold"/>
                                        <p:tgtEl>
                                          <p:spTgt spid="70"/>
                                        </p:tgtEl>
                                        <p:attrNameLst>
                                          <p:attrName>ppt_h</p:attrName>
                                        </p:attrNameLst>
                                      </p:cBhvr>
                                      <p:tavLst>
                                        <p:tav tm="0">
                                          <p:val>
                                            <p:fltVal val="0"/>
                                          </p:val>
                                        </p:tav>
                                        <p:tav tm="100000">
                                          <p:val>
                                            <p:strVal val="#ppt_h"/>
                                          </p:val>
                                        </p:tav>
                                      </p:tavLst>
                                    </p:anim>
                                    <p:animEffect transition="in" filter="fade">
                                      <p:cBhvr>
                                        <p:cTn id="110" dur="500"/>
                                        <p:tgtEl>
                                          <p:spTgt spid="70"/>
                                        </p:tgtEl>
                                      </p:cBhvr>
                                    </p:animEffect>
                                  </p:childTnLst>
                                </p:cTn>
                              </p:par>
                              <p:par>
                                <p:cTn id="111" presetID="53" presetClass="entr" presetSubtype="16" fill="hold" grpId="0" nodeType="withEffect">
                                  <p:stCondLst>
                                    <p:cond delay="250"/>
                                  </p:stCondLst>
                                  <p:childTnLst>
                                    <p:set>
                                      <p:cBhvr>
                                        <p:cTn id="112" dur="1" fill="hold">
                                          <p:stCondLst>
                                            <p:cond delay="0"/>
                                          </p:stCondLst>
                                        </p:cTn>
                                        <p:tgtEl>
                                          <p:spTgt spid="71"/>
                                        </p:tgtEl>
                                        <p:attrNameLst>
                                          <p:attrName>style.visibility</p:attrName>
                                        </p:attrNameLst>
                                      </p:cBhvr>
                                      <p:to>
                                        <p:strVal val="visible"/>
                                      </p:to>
                                    </p:set>
                                    <p:anim calcmode="lin" valueType="num">
                                      <p:cBhvr>
                                        <p:cTn id="113" dur="500" fill="hold"/>
                                        <p:tgtEl>
                                          <p:spTgt spid="71"/>
                                        </p:tgtEl>
                                        <p:attrNameLst>
                                          <p:attrName>ppt_w</p:attrName>
                                        </p:attrNameLst>
                                      </p:cBhvr>
                                      <p:tavLst>
                                        <p:tav tm="0">
                                          <p:val>
                                            <p:fltVal val="0"/>
                                          </p:val>
                                        </p:tav>
                                        <p:tav tm="100000">
                                          <p:val>
                                            <p:strVal val="#ppt_w"/>
                                          </p:val>
                                        </p:tav>
                                      </p:tavLst>
                                    </p:anim>
                                    <p:anim calcmode="lin" valueType="num">
                                      <p:cBhvr>
                                        <p:cTn id="114" dur="500" fill="hold"/>
                                        <p:tgtEl>
                                          <p:spTgt spid="71"/>
                                        </p:tgtEl>
                                        <p:attrNameLst>
                                          <p:attrName>ppt_h</p:attrName>
                                        </p:attrNameLst>
                                      </p:cBhvr>
                                      <p:tavLst>
                                        <p:tav tm="0">
                                          <p:val>
                                            <p:fltVal val="0"/>
                                          </p:val>
                                        </p:tav>
                                        <p:tav tm="100000">
                                          <p:val>
                                            <p:strVal val="#ppt_h"/>
                                          </p:val>
                                        </p:tav>
                                      </p:tavLst>
                                    </p:anim>
                                    <p:animEffect transition="in" filter="fade">
                                      <p:cBhvr>
                                        <p:cTn id="115" dur="500"/>
                                        <p:tgtEl>
                                          <p:spTgt spid="71"/>
                                        </p:tgtEl>
                                      </p:cBhvr>
                                    </p:animEffect>
                                  </p:childTnLst>
                                </p:cTn>
                              </p:par>
                              <p:par>
                                <p:cTn id="116" presetID="53" presetClass="entr" presetSubtype="16" fill="hold" grpId="0" nodeType="withEffect">
                                  <p:stCondLst>
                                    <p:cond delay="250"/>
                                  </p:stCondLst>
                                  <p:childTnLst>
                                    <p:set>
                                      <p:cBhvr>
                                        <p:cTn id="117" dur="1" fill="hold">
                                          <p:stCondLst>
                                            <p:cond delay="0"/>
                                          </p:stCondLst>
                                        </p:cTn>
                                        <p:tgtEl>
                                          <p:spTgt spid="72"/>
                                        </p:tgtEl>
                                        <p:attrNameLst>
                                          <p:attrName>style.visibility</p:attrName>
                                        </p:attrNameLst>
                                      </p:cBhvr>
                                      <p:to>
                                        <p:strVal val="visible"/>
                                      </p:to>
                                    </p:set>
                                    <p:anim calcmode="lin" valueType="num">
                                      <p:cBhvr>
                                        <p:cTn id="118" dur="500" fill="hold"/>
                                        <p:tgtEl>
                                          <p:spTgt spid="72"/>
                                        </p:tgtEl>
                                        <p:attrNameLst>
                                          <p:attrName>ppt_w</p:attrName>
                                        </p:attrNameLst>
                                      </p:cBhvr>
                                      <p:tavLst>
                                        <p:tav tm="0">
                                          <p:val>
                                            <p:fltVal val="0"/>
                                          </p:val>
                                        </p:tav>
                                        <p:tav tm="100000">
                                          <p:val>
                                            <p:strVal val="#ppt_w"/>
                                          </p:val>
                                        </p:tav>
                                      </p:tavLst>
                                    </p:anim>
                                    <p:anim calcmode="lin" valueType="num">
                                      <p:cBhvr>
                                        <p:cTn id="119" dur="500" fill="hold"/>
                                        <p:tgtEl>
                                          <p:spTgt spid="72"/>
                                        </p:tgtEl>
                                        <p:attrNameLst>
                                          <p:attrName>ppt_h</p:attrName>
                                        </p:attrNameLst>
                                      </p:cBhvr>
                                      <p:tavLst>
                                        <p:tav tm="0">
                                          <p:val>
                                            <p:fltVal val="0"/>
                                          </p:val>
                                        </p:tav>
                                        <p:tav tm="100000">
                                          <p:val>
                                            <p:strVal val="#ppt_h"/>
                                          </p:val>
                                        </p:tav>
                                      </p:tavLst>
                                    </p:anim>
                                    <p:animEffect transition="in" filter="fade">
                                      <p:cBhvr>
                                        <p:cTn id="120" dur="500"/>
                                        <p:tgtEl>
                                          <p:spTgt spid="72"/>
                                        </p:tgtEl>
                                      </p:cBhvr>
                                    </p:animEffect>
                                  </p:childTnLst>
                                </p:cTn>
                              </p:par>
                              <p:par>
                                <p:cTn id="121" presetID="53" presetClass="entr" presetSubtype="16" fill="hold" grpId="0" nodeType="withEffect">
                                  <p:stCondLst>
                                    <p:cond delay="250"/>
                                  </p:stCondLst>
                                  <p:childTnLst>
                                    <p:set>
                                      <p:cBhvr>
                                        <p:cTn id="122" dur="1" fill="hold">
                                          <p:stCondLst>
                                            <p:cond delay="0"/>
                                          </p:stCondLst>
                                        </p:cTn>
                                        <p:tgtEl>
                                          <p:spTgt spid="73"/>
                                        </p:tgtEl>
                                        <p:attrNameLst>
                                          <p:attrName>style.visibility</p:attrName>
                                        </p:attrNameLst>
                                      </p:cBhvr>
                                      <p:to>
                                        <p:strVal val="visible"/>
                                      </p:to>
                                    </p:set>
                                    <p:anim calcmode="lin" valueType="num">
                                      <p:cBhvr>
                                        <p:cTn id="123" dur="500" fill="hold"/>
                                        <p:tgtEl>
                                          <p:spTgt spid="73"/>
                                        </p:tgtEl>
                                        <p:attrNameLst>
                                          <p:attrName>ppt_w</p:attrName>
                                        </p:attrNameLst>
                                      </p:cBhvr>
                                      <p:tavLst>
                                        <p:tav tm="0">
                                          <p:val>
                                            <p:fltVal val="0"/>
                                          </p:val>
                                        </p:tav>
                                        <p:tav tm="100000">
                                          <p:val>
                                            <p:strVal val="#ppt_w"/>
                                          </p:val>
                                        </p:tav>
                                      </p:tavLst>
                                    </p:anim>
                                    <p:anim calcmode="lin" valueType="num">
                                      <p:cBhvr>
                                        <p:cTn id="124" dur="500" fill="hold"/>
                                        <p:tgtEl>
                                          <p:spTgt spid="73"/>
                                        </p:tgtEl>
                                        <p:attrNameLst>
                                          <p:attrName>ppt_h</p:attrName>
                                        </p:attrNameLst>
                                      </p:cBhvr>
                                      <p:tavLst>
                                        <p:tav tm="0">
                                          <p:val>
                                            <p:fltVal val="0"/>
                                          </p:val>
                                        </p:tav>
                                        <p:tav tm="100000">
                                          <p:val>
                                            <p:strVal val="#ppt_h"/>
                                          </p:val>
                                        </p:tav>
                                      </p:tavLst>
                                    </p:anim>
                                    <p:animEffect transition="in" filter="fade">
                                      <p:cBhvr>
                                        <p:cTn id="125" dur="500"/>
                                        <p:tgtEl>
                                          <p:spTgt spid="73"/>
                                        </p:tgtEl>
                                      </p:cBhvr>
                                    </p:animEffect>
                                  </p:childTnLst>
                                </p:cTn>
                              </p:par>
                              <p:par>
                                <p:cTn id="126" presetID="53" presetClass="entr" presetSubtype="16" fill="hold" grpId="0" nodeType="withEffect">
                                  <p:stCondLst>
                                    <p:cond delay="250"/>
                                  </p:stCondLst>
                                  <p:childTnLst>
                                    <p:set>
                                      <p:cBhvr>
                                        <p:cTn id="127" dur="1" fill="hold">
                                          <p:stCondLst>
                                            <p:cond delay="0"/>
                                          </p:stCondLst>
                                        </p:cTn>
                                        <p:tgtEl>
                                          <p:spTgt spid="74"/>
                                        </p:tgtEl>
                                        <p:attrNameLst>
                                          <p:attrName>style.visibility</p:attrName>
                                        </p:attrNameLst>
                                      </p:cBhvr>
                                      <p:to>
                                        <p:strVal val="visible"/>
                                      </p:to>
                                    </p:set>
                                    <p:anim calcmode="lin" valueType="num">
                                      <p:cBhvr>
                                        <p:cTn id="128" dur="500" fill="hold"/>
                                        <p:tgtEl>
                                          <p:spTgt spid="74"/>
                                        </p:tgtEl>
                                        <p:attrNameLst>
                                          <p:attrName>ppt_w</p:attrName>
                                        </p:attrNameLst>
                                      </p:cBhvr>
                                      <p:tavLst>
                                        <p:tav tm="0">
                                          <p:val>
                                            <p:fltVal val="0"/>
                                          </p:val>
                                        </p:tav>
                                        <p:tav tm="100000">
                                          <p:val>
                                            <p:strVal val="#ppt_w"/>
                                          </p:val>
                                        </p:tav>
                                      </p:tavLst>
                                    </p:anim>
                                    <p:anim calcmode="lin" valueType="num">
                                      <p:cBhvr>
                                        <p:cTn id="129" dur="500" fill="hold"/>
                                        <p:tgtEl>
                                          <p:spTgt spid="74"/>
                                        </p:tgtEl>
                                        <p:attrNameLst>
                                          <p:attrName>ppt_h</p:attrName>
                                        </p:attrNameLst>
                                      </p:cBhvr>
                                      <p:tavLst>
                                        <p:tav tm="0">
                                          <p:val>
                                            <p:fltVal val="0"/>
                                          </p:val>
                                        </p:tav>
                                        <p:tav tm="100000">
                                          <p:val>
                                            <p:strVal val="#ppt_h"/>
                                          </p:val>
                                        </p:tav>
                                      </p:tavLst>
                                    </p:anim>
                                    <p:animEffect transition="in" filter="fade">
                                      <p:cBhvr>
                                        <p:cTn id="130" dur="500"/>
                                        <p:tgtEl>
                                          <p:spTgt spid="74"/>
                                        </p:tgtEl>
                                      </p:cBhvr>
                                    </p:animEffect>
                                  </p:childTnLst>
                                </p:cTn>
                              </p:par>
                              <p:par>
                                <p:cTn id="131" presetID="53" presetClass="entr" presetSubtype="16" fill="hold" grpId="0" nodeType="withEffect">
                                  <p:stCondLst>
                                    <p:cond delay="250"/>
                                  </p:stCondLst>
                                  <p:childTnLst>
                                    <p:set>
                                      <p:cBhvr>
                                        <p:cTn id="132" dur="1" fill="hold">
                                          <p:stCondLst>
                                            <p:cond delay="0"/>
                                          </p:stCondLst>
                                        </p:cTn>
                                        <p:tgtEl>
                                          <p:spTgt spid="75"/>
                                        </p:tgtEl>
                                        <p:attrNameLst>
                                          <p:attrName>style.visibility</p:attrName>
                                        </p:attrNameLst>
                                      </p:cBhvr>
                                      <p:to>
                                        <p:strVal val="visible"/>
                                      </p:to>
                                    </p:set>
                                    <p:anim calcmode="lin" valueType="num">
                                      <p:cBhvr>
                                        <p:cTn id="133" dur="500" fill="hold"/>
                                        <p:tgtEl>
                                          <p:spTgt spid="75"/>
                                        </p:tgtEl>
                                        <p:attrNameLst>
                                          <p:attrName>ppt_w</p:attrName>
                                        </p:attrNameLst>
                                      </p:cBhvr>
                                      <p:tavLst>
                                        <p:tav tm="0">
                                          <p:val>
                                            <p:fltVal val="0"/>
                                          </p:val>
                                        </p:tav>
                                        <p:tav tm="100000">
                                          <p:val>
                                            <p:strVal val="#ppt_w"/>
                                          </p:val>
                                        </p:tav>
                                      </p:tavLst>
                                    </p:anim>
                                    <p:anim calcmode="lin" valueType="num">
                                      <p:cBhvr>
                                        <p:cTn id="134" dur="500" fill="hold"/>
                                        <p:tgtEl>
                                          <p:spTgt spid="75"/>
                                        </p:tgtEl>
                                        <p:attrNameLst>
                                          <p:attrName>ppt_h</p:attrName>
                                        </p:attrNameLst>
                                      </p:cBhvr>
                                      <p:tavLst>
                                        <p:tav tm="0">
                                          <p:val>
                                            <p:fltVal val="0"/>
                                          </p:val>
                                        </p:tav>
                                        <p:tav tm="100000">
                                          <p:val>
                                            <p:strVal val="#ppt_h"/>
                                          </p:val>
                                        </p:tav>
                                      </p:tavLst>
                                    </p:anim>
                                    <p:animEffect transition="in" filter="fade">
                                      <p:cBhvr>
                                        <p:cTn id="135" dur="500"/>
                                        <p:tgtEl>
                                          <p:spTgt spid="75"/>
                                        </p:tgtEl>
                                      </p:cBhvr>
                                    </p:animEffect>
                                  </p:childTnLst>
                                </p:cTn>
                              </p:par>
                              <p:par>
                                <p:cTn id="136" presetID="53" presetClass="entr" presetSubtype="16" fill="hold" grpId="0" nodeType="withEffect">
                                  <p:stCondLst>
                                    <p:cond delay="250"/>
                                  </p:stCondLst>
                                  <p:childTnLst>
                                    <p:set>
                                      <p:cBhvr>
                                        <p:cTn id="137" dur="1" fill="hold">
                                          <p:stCondLst>
                                            <p:cond delay="0"/>
                                          </p:stCondLst>
                                        </p:cTn>
                                        <p:tgtEl>
                                          <p:spTgt spid="76"/>
                                        </p:tgtEl>
                                        <p:attrNameLst>
                                          <p:attrName>style.visibility</p:attrName>
                                        </p:attrNameLst>
                                      </p:cBhvr>
                                      <p:to>
                                        <p:strVal val="visible"/>
                                      </p:to>
                                    </p:set>
                                    <p:anim calcmode="lin" valueType="num">
                                      <p:cBhvr>
                                        <p:cTn id="138" dur="500" fill="hold"/>
                                        <p:tgtEl>
                                          <p:spTgt spid="76"/>
                                        </p:tgtEl>
                                        <p:attrNameLst>
                                          <p:attrName>ppt_w</p:attrName>
                                        </p:attrNameLst>
                                      </p:cBhvr>
                                      <p:tavLst>
                                        <p:tav tm="0">
                                          <p:val>
                                            <p:fltVal val="0"/>
                                          </p:val>
                                        </p:tav>
                                        <p:tav tm="100000">
                                          <p:val>
                                            <p:strVal val="#ppt_w"/>
                                          </p:val>
                                        </p:tav>
                                      </p:tavLst>
                                    </p:anim>
                                    <p:anim calcmode="lin" valueType="num">
                                      <p:cBhvr>
                                        <p:cTn id="139" dur="500" fill="hold"/>
                                        <p:tgtEl>
                                          <p:spTgt spid="76"/>
                                        </p:tgtEl>
                                        <p:attrNameLst>
                                          <p:attrName>ppt_h</p:attrName>
                                        </p:attrNameLst>
                                      </p:cBhvr>
                                      <p:tavLst>
                                        <p:tav tm="0">
                                          <p:val>
                                            <p:fltVal val="0"/>
                                          </p:val>
                                        </p:tav>
                                        <p:tav tm="100000">
                                          <p:val>
                                            <p:strVal val="#ppt_h"/>
                                          </p:val>
                                        </p:tav>
                                      </p:tavLst>
                                    </p:anim>
                                    <p:animEffect transition="in" filter="fade">
                                      <p:cBhvr>
                                        <p:cTn id="140" dur="500"/>
                                        <p:tgtEl>
                                          <p:spTgt spid="76"/>
                                        </p:tgtEl>
                                      </p:cBhvr>
                                    </p:animEffect>
                                  </p:childTnLst>
                                </p:cTn>
                              </p:par>
                              <p:par>
                                <p:cTn id="141" presetID="53" presetClass="entr" presetSubtype="16" fill="hold" grpId="0" nodeType="withEffect">
                                  <p:stCondLst>
                                    <p:cond delay="250"/>
                                  </p:stCondLst>
                                  <p:childTnLst>
                                    <p:set>
                                      <p:cBhvr>
                                        <p:cTn id="142" dur="1" fill="hold">
                                          <p:stCondLst>
                                            <p:cond delay="0"/>
                                          </p:stCondLst>
                                        </p:cTn>
                                        <p:tgtEl>
                                          <p:spTgt spid="77"/>
                                        </p:tgtEl>
                                        <p:attrNameLst>
                                          <p:attrName>style.visibility</p:attrName>
                                        </p:attrNameLst>
                                      </p:cBhvr>
                                      <p:to>
                                        <p:strVal val="visible"/>
                                      </p:to>
                                    </p:set>
                                    <p:anim calcmode="lin" valueType="num">
                                      <p:cBhvr>
                                        <p:cTn id="143" dur="500" fill="hold"/>
                                        <p:tgtEl>
                                          <p:spTgt spid="77"/>
                                        </p:tgtEl>
                                        <p:attrNameLst>
                                          <p:attrName>ppt_w</p:attrName>
                                        </p:attrNameLst>
                                      </p:cBhvr>
                                      <p:tavLst>
                                        <p:tav tm="0">
                                          <p:val>
                                            <p:fltVal val="0"/>
                                          </p:val>
                                        </p:tav>
                                        <p:tav tm="100000">
                                          <p:val>
                                            <p:strVal val="#ppt_w"/>
                                          </p:val>
                                        </p:tav>
                                      </p:tavLst>
                                    </p:anim>
                                    <p:anim calcmode="lin" valueType="num">
                                      <p:cBhvr>
                                        <p:cTn id="144" dur="500" fill="hold"/>
                                        <p:tgtEl>
                                          <p:spTgt spid="77"/>
                                        </p:tgtEl>
                                        <p:attrNameLst>
                                          <p:attrName>ppt_h</p:attrName>
                                        </p:attrNameLst>
                                      </p:cBhvr>
                                      <p:tavLst>
                                        <p:tav tm="0">
                                          <p:val>
                                            <p:fltVal val="0"/>
                                          </p:val>
                                        </p:tav>
                                        <p:tav tm="100000">
                                          <p:val>
                                            <p:strVal val="#ppt_h"/>
                                          </p:val>
                                        </p:tav>
                                      </p:tavLst>
                                    </p:anim>
                                    <p:animEffect transition="in" filter="fade">
                                      <p:cBhvr>
                                        <p:cTn id="145" dur="500"/>
                                        <p:tgtEl>
                                          <p:spTgt spid="77"/>
                                        </p:tgtEl>
                                      </p:cBhvr>
                                    </p:animEffect>
                                  </p:childTnLst>
                                </p:cTn>
                              </p:par>
                              <p:par>
                                <p:cTn id="146" presetID="53" presetClass="entr" presetSubtype="16" fill="hold" grpId="0" nodeType="withEffect">
                                  <p:stCondLst>
                                    <p:cond delay="250"/>
                                  </p:stCondLst>
                                  <p:childTnLst>
                                    <p:set>
                                      <p:cBhvr>
                                        <p:cTn id="147" dur="1" fill="hold">
                                          <p:stCondLst>
                                            <p:cond delay="0"/>
                                          </p:stCondLst>
                                        </p:cTn>
                                        <p:tgtEl>
                                          <p:spTgt spid="78"/>
                                        </p:tgtEl>
                                        <p:attrNameLst>
                                          <p:attrName>style.visibility</p:attrName>
                                        </p:attrNameLst>
                                      </p:cBhvr>
                                      <p:to>
                                        <p:strVal val="visible"/>
                                      </p:to>
                                    </p:set>
                                    <p:anim calcmode="lin" valueType="num">
                                      <p:cBhvr>
                                        <p:cTn id="148" dur="500" fill="hold"/>
                                        <p:tgtEl>
                                          <p:spTgt spid="78"/>
                                        </p:tgtEl>
                                        <p:attrNameLst>
                                          <p:attrName>ppt_w</p:attrName>
                                        </p:attrNameLst>
                                      </p:cBhvr>
                                      <p:tavLst>
                                        <p:tav tm="0">
                                          <p:val>
                                            <p:fltVal val="0"/>
                                          </p:val>
                                        </p:tav>
                                        <p:tav tm="100000">
                                          <p:val>
                                            <p:strVal val="#ppt_w"/>
                                          </p:val>
                                        </p:tav>
                                      </p:tavLst>
                                    </p:anim>
                                    <p:anim calcmode="lin" valueType="num">
                                      <p:cBhvr>
                                        <p:cTn id="149" dur="500" fill="hold"/>
                                        <p:tgtEl>
                                          <p:spTgt spid="78"/>
                                        </p:tgtEl>
                                        <p:attrNameLst>
                                          <p:attrName>ppt_h</p:attrName>
                                        </p:attrNameLst>
                                      </p:cBhvr>
                                      <p:tavLst>
                                        <p:tav tm="0">
                                          <p:val>
                                            <p:fltVal val="0"/>
                                          </p:val>
                                        </p:tav>
                                        <p:tav tm="100000">
                                          <p:val>
                                            <p:strVal val="#ppt_h"/>
                                          </p:val>
                                        </p:tav>
                                      </p:tavLst>
                                    </p:anim>
                                    <p:animEffect transition="in" filter="fade">
                                      <p:cBhvr>
                                        <p:cTn id="150" dur="500"/>
                                        <p:tgtEl>
                                          <p:spTgt spid="78"/>
                                        </p:tgtEl>
                                      </p:cBhvr>
                                    </p:animEffect>
                                  </p:childTnLst>
                                </p:cTn>
                              </p:par>
                              <p:par>
                                <p:cTn id="151" presetID="53" presetClass="entr" presetSubtype="16" fill="hold" grpId="0" nodeType="withEffect">
                                  <p:stCondLst>
                                    <p:cond delay="250"/>
                                  </p:stCondLst>
                                  <p:childTnLst>
                                    <p:set>
                                      <p:cBhvr>
                                        <p:cTn id="152" dur="1" fill="hold">
                                          <p:stCondLst>
                                            <p:cond delay="0"/>
                                          </p:stCondLst>
                                        </p:cTn>
                                        <p:tgtEl>
                                          <p:spTgt spid="79"/>
                                        </p:tgtEl>
                                        <p:attrNameLst>
                                          <p:attrName>style.visibility</p:attrName>
                                        </p:attrNameLst>
                                      </p:cBhvr>
                                      <p:to>
                                        <p:strVal val="visible"/>
                                      </p:to>
                                    </p:set>
                                    <p:anim calcmode="lin" valueType="num">
                                      <p:cBhvr>
                                        <p:cTn id="153" dur="500" fill="hold"/>
                                        <p:tgtEl>
                                          <p:spTgt spid="79"/>
                                        </p:tgtEl>
                                        <p:attrNameLst>
                                          <p:attrName>ppt_w</p:attrName>
                                        </p:attrNameLst>
                                      </p:cBhvr>
                                      <p:tavLst>
                                        <p:tav tm="0">
                                          <p:val>
                                            <p:fltVal val="0"/>
                                          </p:val>
                                        </p:tav>
                                        <p:tav tm="100000">
                                          <p:val>
                                            <p:strVal val="#ppt_w"/>
                                          </p:val>
                                        </p:tav>
                                      </p:tavLst>
                                    </p:anim>
                                    <p:anim calcmode="lin" valueType="num">
                                      <p:cBhvr>
                                        <p:cTn id="154" dur="500" fill="hold"/>
                                        <p:tgtEl>
                                          <p:spTgt spid="79"/>
                                        </p:tgtEl>
                                        <p:attrNameLst>
                                          <p:attrName>ppt_h</p:attrName>
                                        </p:attrNameLst>
                                      </p:cBhvr>
                                      <p:tavLst>
                                        <p:tav tm="0">
                                          <p:val>
                                            <p:fltVal val="0"/>
                                          </p:val>
                                        </p:tav>
                                        <p:tav tm="100000">
                                          <p:val>
                                            <p:strVal val="#ppt_h"/>
                                          </p:val>
                                        </p:tav>
                                      </p:tavLst>
                                    </p:anim>
                                    <p:animEffect transition="in" filter="fade">
                                      <p:cBhvr>
                                        <p:cTn id="155" dur="500"/>
                                        <p:tgtEl>
                                          <p:spTgt spid="79"/>
                                        </p:tgtEl>
                                      </p:cBhvr>
                                    </p:animEffect>
                                  </p:childTnLst>
                                </p:cTn>
                              </p:par>
                              <p:par>
                                <p:cTn id="156" presetID="53" presetClass="entr" presetSubtype="16" fill="hold" grpId="0" nodeType="withEffect">
                                  <p:stCondLst>
                                    <p:cond delay="250"/>
                                  </p:stCondLst>
                                  <p:childTnLst>
                                    <p:set>
                                      <p:cBhvr>
                                        <p:cTn id="157" dur="1" fill="hold">
                                          <p:stCondLst>
                                            <p:cond delay="0"/>
                                          </p:stCondLst>
                                        </p:cTn>
                                        <p:tgtEl>
                                          <p:spTgt spid="80"/>
                                        </p:tgtEl>
                                        <p:attrNameLst>
                                          <p:attrName>style.visibility</p:attrName>
                                        </p:attrNameLst>
                                      </p:cBhvr>
                                      <p:to>
                                        <p:strVal val="visible"/>
                                      </p:to>
                                    </p:set>
                                    <p:anim calcmode="lin" valueType="num">
                                      <p:cBhvr>
                                        <p:cTn id="158" dur="500" fill="hold"/>
                                        <p:tgtEl>
                                          <p:spTgt spid="80"/>
                                        </p:tgtEl>
                                        <p:attrNameLst>
                                          <p:attrName>ppt_w</p:attrName>
                                        </p:attrNameLst>
                                      </p:cBhvr>
                                      <p:tavLst>
                                        <p:tav tm="0">
                                          <p:val>
                                            <p:fltVal val="0"/>
                                          </p:val>
                                        </p:tav>
                                        <p:tav tm="100000">
                                          <p:val>
                                            <p:strVal val="#ppt_w"/>
                                          </p:val>
                                        </p:tav>
                                      </p:tavLst>
                                    </p:anim>
                                    <p:anim calcmode="lin" valueType="num">
                                      <p:cBhvr>
                                        <p:cTn id="159" dur="500" fill="hold"/>
                                        <p:tgtEl>
                                          <p:spTgt spid="80"/>
                                        </p:tgtEl>
                                        <p:attrNameLst>
                                          <p:attrName>ppt_h</p:attrName>
                                        </p:attrNameLst>
                                      </p:cBhvr>
                                      <p:tavLst>
                                        <p:tav tm="0">
                                          <p:val>
                                            <p:fltVal val="0"/>
                                          </p:val>
                                        </p:tav>
                                        <p:tav tm="100000">
                                          <p:val>
                                            <p:strVal val="#ppt_h"/>
                                          </p:val>
                                        </p:tav>
                                      </p:tavLst>
                                    </p:anim>
                                    <p:animEffect transition="in" filter="fade">
                                      <p:cBhvr>
                                        <p:cTn id="160" dur="500"/>
                                        <p:tgtEl>
                                          <p:spTgt spid="80"/>
                                        </p:tgtEl>
                                      </p:cBhvr>
                                    </p:animEffect>
                                  </p:childTnLst>
                                </p:cTn>
                              </p:par>
                              <p:par>
                                <p:cTn id="161" presetID="53" presetClass="entr" presetSubtype="16" fill="hold" grpId="0" nodeType="withEffect">
                                  <p:stCondLst>
                                    <p:cond delay="250"/>
                                  </p:stCondLst>
                                  <p:childTnLst>
                                    <p:set>
                                      <p:cBhvr>
                                        <p:cTn id="162" dur="1" fill="hold">
                                          <p:stCondLst>
                                            <p:cond delay="0"/>
                                          </p:stCondLst>
                                        </p:cTn>
                                        <p:tgtEl>
                                          <p:spTgt spid="81"/>
                                        </p:tgtEl>
                                        <p:attrNameLst>
                                          <p:attrName>style.visibility</p:attrName>
                                        </p:attrNameLst>
                                      </p:cBhvr>
                                      <p:to>
                                        <p:strVal val="visible"/>
                                      </p:to>
                                    </p:set>
                                    <p:anim calcmode="lin" valueType="num">
                                      <p:cBhvr>
                                        <p:cTn id="163" dur="500" fill="hold"/>
                                        <p:tgtEl>
                                          <p:spTgt spid="81"/>
                                        </p:tgtEl>
                                        <p:attrNameLst>
                                          <p:attrName>ppt_w</p:attrName>
                                        </p:attrNameLst>
                                      </p:cBhvr>
                                      <p:tavLst>
                                        <p:tav tm="0">
                                          <p:val>
                                            <p:fltVal val="0"/>
                                          </p:val>
                                        </p:tav>
                                        <p:tav tm="100000">
                                          <p:val>
                                            <p:strVal val="#ppt_w"/>
                                          </p:val>
                                        </p:tav>
                                      </p:tavLst>
                                    </p:anim>
                                    <p:anim calcmode="lin" valueType="num">
                                      <p:cBhvr>
                                        <p:cTn id="164" dur="500" fill="hold"/>
                                        <p:tgtEl>
                                          <p:spTgt spid="81"/>
                                        </p:tgtEl>
                                        <p:attrNameLst>
                                          <p:attrName>ppt_h</p:attrName>
                                        </p:attrNameLst>
                                      </p:cBhvr>
                                      <p:tavLst>
                                        <p:tav tm="0">
                                          <p:val>
                                            <p:fltVal val="0"/>
                                          </p:val>
                                        </p:tav>
                                        <p:tav tm="100000">
                                          <p:val>
                                            <p:strVal val="#ppt_h"/>
                                          </p:val>
                                        </p:tav>
                                      </p:tavLst>
                                    </p:anim>
                                    <p:animEffect transition="in" filter="fade">
                                      <p:cBhvr>
                                        <p:cTn id="165" dur="500"/>
                                        <p:tgtEl>
                                          <p:spTgt spid="81"/>
                                        </p:tgtEl>
                                      </p:cBhvr>
                                    </p:animEffect>
                                  </p:childTnLst>
                                </p:cTn>
                              </p:par>
                              <p:par>
                                <p:cTn id="166" presetID="53" presetClass="entr" presetSubtype="16" fill="hold" grpId="0" nodeType="withEffect">
                                  <p:stCondLst>
                                    <p:cond delay="250"/>
                                  </p:stCondLst>
                                  <p:childTnLst>
                                    <p:set>
                                      <p:cBhvr>
                                        <p:cTn id="167" dur="1" fill="hold">
                                          <p:stCondLst>
                                            <p:cond delay="0"/>
                                          </p:stCondLst>
                                        </p:cTn>
                                        <p:tgtEl>
                                          <p:spTgt spid="82"/>
                                        </p:tgtEl>
                                        <p:attrNameLst>
                                          <p:attrName>style.visibility</p:attrName>
                                        </p:attrNameLst>
                                      </p:cBhvr>
                                      <p:to>
                                        <p:strVal val="visible"/>
                                      </p:to>
                                    </p:set>
                                    <p:anim calcmode="lin" valueType="num">
                                      <p:cBhvr>
                                        <p:cTn id="168" dur="500" fill="hold"/>
                                        <p:tgtEl>
                                          <p:spTgt spid="82"/>
                                        </p:tgtEl>
                                        <p:attrNameLst>
                                          <p:attrName>ppt_w</p:attrName>
                                        </p:attrNameLst>
                                      </p:cBhvr>
                                      <p:tavLst>
                                        <p:tav tm="0">
                                          <p:val>
                                            <p:fltVal val="0"/>
                                          </p:val>
                                        </p:tav>
                                        <p:tav tm="100000">
                                          <p:val>
                                            <p:strVal val="#ppt_w"/>
                                          </p:val>
                                        </p:tav>
                                      </p:tavLst>
                                    </p:anim>
                                    <p:anim calcmode="lin" valueType="num">
                                      <p:cBhvr>
                                        <p:cTn id="169" dur="500" fill="hold"/>
                                        <p:tgtEl>
                                          <p:spTgt spid="82"/>
                                        </p:tgtEl>
                                        <p:attrNameLst>
                                          <p:attrName>ppt_h</p:attrName>
                                        </p:attrNameLst>
                                      </p:cBhvr>
                                      <p:tavLst>
                                        <p:tav tm="0">
                                          <p:val>
                                            <p:fltVal val="0"/>
                                          </p:val>
                                        </p:tav>
                                        <p:tav tm="100000">
                                          <p:val>
                                            <p:strVal val="#ppt_h"/>
                                          </p:val>
                                        </p:tav>
                                      </p:tavLst>
                                    </p:anim>
                                    <p:animEffect transition="in" filter="fade">
                                      <p:cBhvr>
                                        <p:cTn id="170" dur="500"/>
                                        <p:tgtEl>
                                          <p:spTgt spid="82"/>
                                        </p:tgtEl>
                                      </p:cBhvr>
                                    </p:animEffect>
                                  </p:childTnLst>
                                </p:cTn>
                              </p:par>
                              <p:par>
                                <p:cTn id="171" presetID="53" presetClass="entr" presetSubtype="16" fill="hold" grpId="0" nodeType="withEffect">
                                  <p:stCondLst>
                                    <p:cond delay="250"/>
                                  </p:stCondLst>
                                  <p:childTnLst>
                                    <p:set>
                                      <p:cBhvr>
                                        <p:cTn id="172" dur="1" fill="hold">
                                          <p:stCondLst>
                                            <p:cond delay="0"/>
                                          </p:stCondLst>
                                        </p:cTn>
                                        <p:tgtEl>
                                          <p:spTgt spid="83"/>
                                        </p:tgtEl>
                                        <p:attrNameLst>
                                          <p:attrName>style.visibility</p:attrName>
                                        </p:attrNameLst>
                                      </p:cBhvr>
                                      <p:to>
                                        <p:strVal val="visible"/>
                                      </p:to>
                                    </p:set>
                                    <p:anim calcmode="lin" valueType="num">
                                      <p:cBhvr>
                                        <p:cTn id="173" dur="500" fill="hold"/>
                                        <p:tgtEl>
                                          <p:spTgt spid="83"/>
                                        </p:tgtEl>
                                        <p:attrNameLst>
                                          <p:attrName>ppt_w</p:attrName>
                                        </p:attrNameLst>
                                      </p:cBhvr>
                                      <p:tavLst>
                                        <p:tav tm="0">
                                          <p:val>
                                            <p:fltVal val="0"/>
                                          </p:val>
                                        </p:tav>
                                        <p:tav tm="100000">
                                          <p:val>
                                            <p:strVal val="#ppt_w"/>
                                          </p:val>
                                        </p:tav>
                                      </p:tavLst>
                                    </p:anim>
                                    <p:anim calcmode="lin" valueType="num">
                                      <p:cBhvr>
                                        <p:cTn id="174" dur="500" fill="hold"/>
                                        <p:tgtEl>
                                          <p:spTgt spid="83"/>
                                        </p:tgtEl>
                                        <p:attrNameLst>
                                          <p:attrName>ppt_h</p:attrName>
                                        </p:attrNameLst>
                                      </p:cBhvr>
                                      <p:tavLst>
                                        <p:tav tm="0">
                                          <p:val>
                                            <p:fltVal val="0"/>
                                          </p:val>
                                        </p:tav>
                                        <p:tav tm="100000">
                                          <p:val>
                                            <p:strVal val="#ppt_h"/>
                                          </p:val>
                                        </p:tav>
                                      </p:tavLst>
                                    </p:anim>
                                    <p:animEffect transition="in" filter="fade">
                                      <p:cBhvr>
                                        <p:cTn id="175" dur="500"/>
                                        <p:tgtEl>
                                          <p:spTgt spid="83"/>
                                        </p:tgtEl>
                                      </p:cBhvr>
                                    </p:animEffect>
                                  </p:childTnLst>
                                </p:cTn>
                              </p:par>
                              <p:par>
                                <p:cTn id="176" presetID="53" presetClass="entr" presetSubtype="16" fill="hold" grpId="0" nodeType="withEffect">
                                  <p:stCondLst>
                                    <p:cond delay="250"/>
                                  </p:stCondLst>
                                  <p:childTnLst>
                                    <p:set>
                                      <p:cBhvr>
                                        <p:cTn id="177" dur="1" fill="hold">
                                          <p:stCondLst>
                                            <p:cond delay="0"/>
                                          </p:stCondLst>
                                        </p:cTn>
                                        <p:tgtEl>
                                          <p:spTgt spid="84"/>
                                        </p:tgtEl>
                                        <p:attrNameLst>
                                          <p:attrName>style.visibility</p:attrName>
                                        </p:attrNameLst>
                                      </p:cBhvr>
                                      <p:to>
                                        <p:strVal val="visible"/>
                                      </p:to>
                                    </p:set>
                                    <p:anim calcmode="lin" valueType="num">
                                      <p:cBhvr>
                                        <p:cTn id="178" dur="500" fill="hold"/>
                                        <p:tgtEl>
                                          <p:spTgt spid="84"/>
                                        </p:tgtEl>
                                        <p:attrNameLst>
                                          <p:attrName>ppt_w</p:attrName>
                                        </p:attrNameLst>
                                      </p:cBhvr>
                                      <p:tavLst>
                                        <p:tav tm="0">
                                          <p:val>
                                            <p:fltVal val="0"/>
                                          </p:val>
                                        </p:tav>
                                        <p:tav tm="100000">
                                          <p:val>
                                            <p:strVal val="#ppt_w"/>
                                          </p:val>
                                        </p:tav>
                                      </p:tavLst>
                                    </p:anim>
                                    <p:anim calcmode="lin" valueType="num">
                                      <p:cBhvr>
                                        <p:cTn id="179" dur="500" fill="hold"/>
                                        <p:tgtEl>
                                          <p:spTgt spid="84"/>
                                        </p:tgtEl>
                                        <p:attrNameLst>
                                          <p:attrName>ppt_h</p:attrName>
                                        </p:attrNameLst>
                                      </p:cBhvr>
                                      <p:tavLst>
                                        <p:tav tm="0">
                                          <p:val>
                                            <p:fltVal val="0"/>
                                          </p:val>
                                        </p:tav>
                                        <p:tav tm="100000">
                                          <p:val>
                                            <p:strVal val="#ppt_h"/>
                                          </p:val>
                                        </p:tav>
                                      </p:tavLst>
                                    </p:anim>
                                    <p:animEffect transition="in" filter="fade">
                                      <p:cBhvr>
                                        <p:cTn id="180" dur="500"/>
                                        <p:tgtEl>
                                          <p:spTgt spid="84"/>
                                        </p:tgtEl>
                                      </p:cBhvr>
                                    </p:animEffect>
                                  </p:childTnLst>
                                </p:cTn>
                              </p:par>
                              <p:par>
                                <p:cTn id="181" presetID="53" presetClass="entr" presetSubtype="16" fill="hold" grpId="0" nodeType="withEffect">
                                  <p:stCondLst>
                                    <p:cond delay="250"/>
                                  </p:stCondLst>
                                  <p:childTnLst>
                                    <p:set>
                                      <p:cBhvr>
                                        <p:cTn id="182" dur="1" fill="hold">
                                          <p:stCondLst>
                                            <p:cond delay="0"/>
                                          </p:stCondLst>
                                        </p:cTn>
                                        <p:tgtEl>
                                          <p:spTgt spid="85"/>
                                        </p:tgtEl>
                                        <p:attrNameLst>
                                          <p:attrName>style.visibility</p:attrName>
                                        </p:attrNameLst>
                                      </p:cBhvr>
                                      <p:to>
                                        <p:strVal val="visible"/>
                                      </p:to>
                                    </p:set>
                                    <p:anim calcmode="lin" valueType="num">
                                      <p:cBhvr>
                                        <p:cTn id="183" dur="500" fill="hold"/>
                                        <p:tgtEl>
                                          <p:spTgt spid="85"/>
                                        </p:tgtEl>
                                        <p:attrNameLst>
                                          <p:attrName>ppt_w</p:attrName>
                                        </p:attrNameLst>
                                      </p:cBhvr>
                                      <p:tavLst>
                                        <p:tav tm="0">
                                          <p:val>
                                            <p:fltVal val="0"/>
                                          </p:val>
                                        </p:tav>
                                        <p:tav tm="100000">
                                          <p:val>
                                            <p:strVal val="#ppt_w"/>
                                          </p:val>
                                        </p:tav>
                                      </p:tavLst>
                                    </p:anim>
                                    <p:anim calcmode="lin" valueType="num">
                                      <p:cBhvr>
                                        <p:cTn id="184" dur="500" fill="hold"/>
                                        <p:tgtEl>
                                          <p:spTgt spid="85"/>
                                        </p:tgtEl>
                                        <p:attrNameLst>
                                          <p:attrName>ppt_h</p:attrName>
                                        </p:attrNameLst>
                                      </p:cBhvr>
                                      <p:tavLst>
                                        <p:tav tm="0">
                                          <p:val>
                                            <p:fltVal val="0"/>
                                          </p:val>
                                        </p:tav>
                                        <p:tav tm="100000">
                                          <p:val>
                                            <p:strVal val="#ppt_h"/>
                                          </p:val>
                                        </p:tav>
                                      </p:tavLst>
                                    </p:anim>
                                    <p:animEffect transition="in" filter="fade">
                                      <p:cBhvr>
                                        <p:cTn id="185" dur="500"/>
                                        <p:tgtEl>
                                          <p:spTgt spid="85"/>
                                        </p:tgtEl>
                                      </p:cBhvr>
                                    </p:animEffect>
                                  </p:childTnLst>
                                </p:cTn>
                              </p:par>
                              <p:par>
                                <p:cTn id="186" presetID="53" presetClass="entr" presetSubtype="16" fill="hold" grpId="0" nodeType="withEffect">
                                  <p:stCondLst>
                                    <p:cond delay="250"/>
                                  </p:stCondLst>
                                  <p:childTnLst>
                                    <p:set>
                                      <p:cBhvr>
                                        <p:cTn id="187" dur="1" fill="hold">
                                          <p:stCondLst>
                                            <p:cond delay="0"/>
                                          </p:stCondLst>
                                        </p:cTn>
                                        <p:tgtEl>
                                          <p:spTgt spid="86"/>
                                        </p:tgtEl>
                                        <p:attrNameLst>
                                          <p:attrName>style.visibility</p:attrName>
                                        </p:attrNameLst>
                                      </p:cBhvr>
                                      <p:to>
                                        <p:strVal val="visible"/>
                                      </p:to>
                                    </p:set>
                                    <p:anim calcmode="lin" valueType="num">
                                      <p:cBhvr>
                                        <p:cTn id="188" dur="500" fill="hold"/>
                                        <p:tgtEl>
                                          <p:spTgt spid="86"/>
                                        </p:tgtEl>
                                        <p:attrNameLst>
                                          <p:attrName>ppt_w</p:attrName>
                                        </p:attrNameLst>
                                      </p:cBhvr>
                                      <p:tavLst>
                                        <p:tav tm="0">
                                          <p:val>
                                            <p:fltVal val="0"/>
                                          </p:val>
                                        </p:tav>
                                        <p:tav tm="100000">
                                          <p:val>
                                            <p:strVal val="#ppt_w"/>
                                          </p:val>
                                        </p:tav>
                                      </p:tavLst>
                                    </p:anim>
                                    <p:anim calcmode="lin" valueType="num">
                                      <p:cBhvr>
                                        <p:cTn id="189" dur="500" fill="hold"/>
                                        <p:tgtEl>
                                          <p:spTgt spid="86"/>
                                        </p:tgtEl>
                                        <p:attrNameLst>
                                          <p:attrName>ppt_h</p:attrName>
                                        </p:attrNameLst>
                                      </p:cBhvr>
                                      <p:tavLst>
                                        <p:tav tm="0">
                                          <p:val>
                                            <p:fltVal val="0"/>
                                          </p:val>
                                        </p:tav>
                                        <p:tav tm="100000">
                                          <p:val>
                                            <p:strVal val="#ppt_h"/>
                                          </p:val>
                                        </p:tav>
                                      </p:tavLst>
                                    </p:anim>
                                    <p:animEffect transition="in" filter="fade">
                                      <p:cBhvr>
                                        <p:cTn id="190" dur="500"/>
                                        <p:tgtEl>
                                          <p:spTgt spid="86"/>
                                        </p:tgtEl>
                                      </p:cBhvr>
                                    </p:animEffect>
                                  </p:childTnLst>
                                </p:cTn>
                              </p:par>
                              <p:par>
                                <p:cTn id="191" presetID="53" presetClass="entr" presetSubtype="16" fill="hold" grpId="0" nodeType="withEffect">
                                  <p:stCondLst>
                                    <p:cond delay="250"/>
                                  </p:stCondLst>
                                  <p:childTnLst>
                                    <p:set>
                                      <p:cBhvr>
                                        <p:cTn id="192" dur="1" fill="hold">
                                          <p:stCondLst>
                                            <p:cond delay="0"/>
                                          </p:stCondLst>
                                        </p:cTn>
                                        <p:tgtEl>
                                          <p:spTgt spid="87"/>
                                        </p:tgtEl>
                                        <p:attrNameLst>
                                          <p:attrName>style.visibility</p:attrName>
                                        </p:attrNameLst>
                                      </p:cBhvr>
                                      <p:to>
                                        <p:strVal val="visible"/>
                                      </p:to>
                                    </p:set>
                                    <p:anim calcmode="lin" valueType="num">
                                      <p:cBhvr>
                                        <p:cTn id="193" dur="500" fill="hold"/>
                                        <p:tgtEl>
                                          <p:spTgt spid="87"/>
                                        </p:tgtEl>
                                        <p:attrNameLst>
                                          <p:attrName>ppt_w</p:attrName>
                                        </p:attrNameLst>
                                      </p:cBhvr>
                                      <p:tavLst>
                                        <p:tav tm="0">
                                          <p:val>
                                            <p:fltVal val="0"/>
                                          </p:val>
                                        </p:tav>
                                        <p:tav tm="100000">
                                          <p:val>
                                            <p:strVal val="#ppt_w"/>
                                          </p:val>
                                        </p:tav>
                                      </p:tavLst>
                                    </p:anim>
                                    <p:anim calcmode="lin" valueType="num">
                                      <p:cBhvr>
                                        <p:cTn id="194" dur="500" fill="hold"/>
                                        <p:tgtEl>
                                          <p:spTgt spid="87"/>
                                        </p:tgtEl>
                                        <p:attrNameLst>
                                          <p:attrName>ppt_h</p:attrName>
                                        </p:attrNameLst>
                                      </p:cBhvr>
                                      <p:tavLst>
                                        <p:tav tm="0">
                                          <p:val>
                                            <p:fltVal val="0"/>
                                          </p:val>
                                        </p:tav>
                                        <p:tav tm="100000">
                                          <p:val>
                                            <p:strVal val="#ppt_h"/>
                                          </p:val>
                                        </p:tav>
                                      </p:tavLst>
                                    </p:anim>
                                    <p:animEffect transition="in" filter="fade">
                                      <p:cBhvr>
                                        <p:cTn id="195" dur="500"/>
                                        <p:tgtEl>
                                          <p:spTgt spid="87"/>
                                        </p:tgtEl>
                                      </p:cBhvr>
                                    </p:animEffect>
                                  </p:childTnLst>
                                </p:cTn>
                              </p:par>
                              <p:par>
                                <p:cTn id="196" presetID="53" presetClass="entr" presetSubtype="16" fill="hold" grpId="0" nodeType="withEffect">
                                  <p:stCondLst>
                                    <p:cond delay="500"/>
                                  </p:stCondLst>
                                  <p:childTnLst>
                                    <p:set>
                                      <p:cBhvr>
                                        <p:cTn id="197" dur="1" fill="hold">
                                          <p:stCondLst>
                                            <p:cond delay="0"/>
                                          </p:stCondLst>
                                        </p:cTn>
                                        <p:tgtEl>
                                          <p:spTgt spid="8"/>
                                        </p:tgtEl>
                                        <p:attrNameLst>
                                          <p:attrName>style.visibility</p:attrName>
                                        </p:attrNameLst>
                                      </p:cBhvr>
                                      <p:to>
                                        <p:strVal val="visible"/>
                                      </p:to>
                                    </p:set>
                                    <p:anim calcmode="lin" valueType="num">
                                      <p:cBhvr>
                                        <p:cTn id="198" dur="500" fill="hold"/>
                                        <p:tgtEl>
                                          <p:spTgt spid="8"/>
                                        </p:tgtEl>
                                        <p:attrNameLst>
                                          <p:attrName>ppt_w</p:attrName>
                                        </p:attrNameLst>
                                      </p:cBhvr>
                                      <p:tavLst>
                                        <p:tav tm="0">
                                          <p:val>
                                            <p:fltVal val="0"/>
                                          </p:val>
                                        </p:tav>
                                        <p:tav tm="100000">
                                          <p:val>
                                            <p:strVal val="#ppt_w"/>
                                          </p:val>
                                        </p:tav>
                                      </p:tavLst>
                                    </p:anim>
                                    <p:anim calcmode="lin" valueType="num">
                                      <p:cBhvr>
                                        <p:cTn id="199" dur="500" fill="hold"/>
                                        <p:tgtEl>
                                          <p:spTgt spid="8"/>
                                        </p:tgtEl>
                                        <p:attrNameLst>
                                          <p:attrName>ppt_h</p:attrName>
                                        </p:attrNameLst>
                                      </p:cBhvr>
                                      <p:tavLst>
                                        <p:tav tm="0">
                                          <p:val>
                                            <p:fltVal val="0"/>
                                          </p:val>
                                        </p:tav>
                                        <p:tav tm="100000">
                                          <p:val>
                                            <p:strVal val="#ppt_h"/>
                                          </p:val>
                                        </p:tav>
                                      </p:tavLst>
                                    </p:anim>
                                    <p:animEffect transition="in" filter="fade">
                                      <p:cBhvr>
                                        <p:cTn id="200" dur="500"/>
                                        <p:tgtEl>
                                          <p:spTgt spid="8"/>
                                        </p:tgtEl>
                                      </p:cBhvr>
                                    </p:animEffect>
                                  </p:childTnLst>
                                </p:cTn>
                              </p:par>
                              <p:par>
                                <p:cTn id="201" presetID="53" presetClass="entr" presetSubtype="16" fill="hold" grpId="0" nodeType="withEffect">
                                  <p:stCondLst>
                                    <p:cond delay="500"/>
                                  </p:stCondLst>
                                  <p:childTnLst>
                                    <p:set>
                                      <p:cBhvr>
                                        <p:cTn id="202" dur="1" fill="hold">
                                          <p:stCondLst>
                                            <p:cond delay="0"/>
                                          </p:stCondLst>
                                        </p:cTn>
                                        <p:tgtEl>
                                          <p:spTgt spid="9"/>
                                        </p:tgtEl>
                                        <p:attrNameLst>
                                          <p:attrName>style.visibility</p:attrName>
                                        </p:attrNameLst>
                                      </p:cBhvr>
                                      <p:to>
                                        <p:strVal val="visible"/>
                                      </p:to>
                                    </p:set>
                                    <p:anim calcmode="lin" valueType="num">
                                      <p:cBhvr>
                                        <p:cTn id="203" dur="500" fill="hold"/>
                                        <p:tgtEl>
                                          <p:spTgt spid="9"/>
                                        </p:tgtEl>
                                        <p:attrNameLst>
                                          <p:attrName>ppt_w</p:attrName>
                                        </p:attrNameLst>
                                      </p:cBhvr>
                                      <p:tavLst>
                                        <p:tav tm="0">
                                          <p:val>
                                            <p:fltVal val="0"/>
                                          </p:val>
                                        </p:tav>
                                        <p:tav tm="100000">
                                          <p:val>
                                            <p:strVal val="#ppt_w"/>
                                          </p:val>
                                        </p:tav>
                                      </p:tavLst>
                                    </p:anim>
                                    <p:anim calcmode="lin" valueType="num">
                                      <p:cBhvr>
                                        <p:cTn id="204" dur="500" fill="hold"/>
                                        <p:tgtEl>
                                          <p:spTgt spid="9"/>
                                        </p:tgtEl>
                                        <p:attrNameLst>
                                          <p:attrName>ppt_h</p:attrName>
                                        </p:attrNameLst>
                                      </p:cBhvr>
                                      <p:tavLst>
                                        <p:tav tm="0">
                                          <p:val>
                                            <p:fltVal val="0"/>
                                          </p:val>
                                        </p:tav>
                                        <p:tav tm="100000">
                                          <p:val>
                                            <p:strVal val="#ppt_h"/>
                                          </p:val>
                                        </p:tav>
                                      </p:tavLst>
                                    </p:anim>
                                    <p:animEffect transition="in" filter="fade">
                                      <p:cBhvr>
                                        <p:cTn id="205" dur="500"/>
                                        <p:tgtEl>
                                          <p:spTgt spid="9"/>
                                        </p:tgtEl>
                                      </p:cBhvr>
                                    </p:animEffect>
                                  </p:childTnLst>
                                </p:cTn>
                              </p:par>
                              <p:par>
                                <p:cTn id="206" presetID="53" presetClass="entr" presetSubtype="16" fill="hold" grpId="0" nodeType="withEffect">
                                  <p:stCondLst>
                                    <p:cond delay="500"/>
                                  </p:stCondLst>
                                  <p:childTnLst>
                                    <p:set>
                                      <p:cBhvr>
                                        <p:cTn id="207" dur="1" fill="hold">
                                          <p:stCondLst>
                                            <p:cond delay="0"/>
                                          </p:stCondLst>
                                        </p:cTn>
                                        <p:tgtEl>
                                          <p:spTgt spid="10"/>
                                        </p:tgtEl>
                                        <p:attrNameLst>
                                          <p:attrName>style.visibility</p:attrName>
                                        </p:attrNameLst>
                                      </p:cBhvr>
                                      <p:to>
                                        <p:strVal val="visible"/>
                                      </p:to>
                                    </p:set>
                                    <p:anim calcmode="lin" valueType="num">
                                      <p:cBhvr>
                                        <p:cTn id="208" dur="500" fill="hold"/>
                                        <p:tgtEl>
                                          <p:spTgt spid="10"/>
                                        </p:tgtEl>
                                        <p:attrNameLst>
                                          <p:attrName>ppt_w</p:attrName>
                                        </p:attrNameLst>
                                      </p:cBhvr>
                                      <p:tavLst>
                                        <p:tav tm="0">
                                          <p:val>
                                            <p:fltVal val="0"/>
                                          </p:val>
                                        </p:tav>
                                        <p:tav tm="100000">
                                          <p:val>
                                            <p:strVal val="#ppt_w"/>
                                          </p:val>
                                        </p:tav>
                                      </p:tavLst>
                                    </p:anim>
                                    <p:anim calcmode="lin" valueType="num">
                                      <p:cBhvr>
                                        <p:cTn id="209" dur="500" fill="hold"/>
                                        <p:tgtEl>
                                          <p:spTgt spid="10"/>
                                        </p:tgtEl>
                                        <p:attrNameLst>
                                          <p:attrName>ppt_h</p:attrName>
                                        </p:attrNameLst>
                                      </p:cBhvr>
                                      <p:tavLst>
                                        <p:tav tm="0">
                                          <p:val>
                                            <p:fltVal val="0"/>
                                          </p:val>
                                        </p:tav>
                                        <p:tav tm="100000">
                                          <p:val>
                                            <p:strVal val="#ppt_h"/>
                                          </p:val>
                                        </p:tav>
                                      </p:tavLst>
                                    </p:anim>
                                    <p:animEffect transition="in" filter="fade">
                                      <p:cBhvr>
                                        <p:cTn id="210" dur="500"/>
                                        <p:tgtEl>
                                          <p:spTgt spid="10"/>
                                        </p:tgtEl>
                                      </p:cBhvr>
                                    </p:animEffect>
                                  </p:childTnLst>
                                </p:cTn>
                              </p:par>
                              <p:par>
                                <p:cTn id="211" presetID="53" presetClass="entr" presetSubtype="16" fill="hold" grpId="0" nodeType="withEffect">
                                  <p:stCondLst>
                                    <p:cond delay="500"/>
                                  </p:stCondLst>
                                  <p:childTnLst>
                                    <p:set>
                                      <p:cBhvr>
                                        <p:cTn id="212" dur="1" fill="hold">
                                          <p:stCondLst>
                                            <p:cond delay="0"/>
                                          </p:stCondLst>
                                        </p:cTn>
                                        <p:tgtEl>
                                          <p:spTgt spid="11"/>
                                        </p:tgtEl>
                                        <p:attrNameLst>
                                          <p:attrName>style.visibility</p:attrName>
                                        </p:attrNameLst>
                                      </p:cBhvr>
                                      <p:to>
                                        <p:strVal val="visible"/>
                                      </p:to>
                                    </p:set>
                                    <p:anim calcmode="lin" valueType="num">
                                      <p:cBhvr>
                                        <p:cTn id="213" dur="500" fill="hold"/>
                                        <p:tgtEl>
                                          <p:spTgt spid="11"/>
                                        </p:tgtEl>
                                        <p:attrNameLst>
                                          <p:attrName>ppt_w</p:attrName>
                                        </p:attrNameLst>
                                      </p:cBhvr>
                                      <p:tavLst>
                                        <p:tav tm="0">
                                          <p:val>
                                            <p:fltVal val="0"/>
                                          </p:val>
                                        </p:tav>
                                        <p:tav tm="100000">
                                          <p:val>
                                            <p:strVal val="#ppt_w"/>
                                          </p:val>
                                        </p:tav>
                                      </p:tavLst>
                                    </p:anim>
                                    <p:anim calcmode="lin" valueType="num">
                                      <p:cBhvr>
                                        <p:cTn id="214" dur="500" fill="hold"/>
                                        <p:tgtEl>
                                          <p:spTgt spid="11"/>
                                        </p:tgtEl>
                                        <p:attrNameLst>
                                          <p:attrName>ppt_h</p:attrName>
                                        </p:attrNameLst>
                                      </p:cBhvr>
                                      <p:tavLst>
                                        <p:tav tm="0">
                                          <p:val>
                                            <p:fltVal val="0"/>
                                          </p:val>
                                        </p:tav>
                                        <p:tav tm="100000">
                                          <p:val>
                                            <p:strVal val="#ppt_h"/>
                                          </p:val>
                                        </p:tav>
                                      </p:tavLst>
                                    </p:anim>
                                    <p:animEffect transition="in" filter="fade">
                                      <p:cBhvr>
                                        <p:cTn id="215" dur="500"/>
                                        <p:tgtEl>
                                          <p:spTgt spid="11"/>
                                        </p:tgtEl>
                                      </p:cBhvr>
                                    </p:animEffect>
                                  </p:childTnLst>
                                </p:cTn>
                              </p:par>
                              <p:par>
                                <p:cTn id="216" presetID="53" presetClass="entr" presetSubtype="16" fill="hold" grpId="0" nodeType="withEffect">
                                  <p:stCondLst>
                                    <p:cond delay="500"/>
                                  </p:stCondLst>
                                  <p:childTnLst>
                                    <p:set>
                                      <p:cBhvr>
                                        <p:cTn id="217" dur="1" fill="hold">
                                          <p:stCondLst>
                                            <p:cond delay="0"/>
                                          </p:stCondLst>
                                        </p:cTn>
                                        <p:tgtEl>
                                          <p:spTgt spid="12"/>
                                        </p:tgtEl>
                                        <p:attrNameLst>
                                          <p:attrName>style.visibility</p:attrName>
                                        </p:attrNameLst>
                                      </p:cBhvr>
                                      <p:to>
                                        <p:strVal val="visible"/>
                                      </p:to>
                                    </p:set>
                                    <p:anim calcmode="lin" valueType="num">
                                      <p:cBhvr>
                                        <p:cTn id="218" dur="500" fill="hold"/>
                                        <p:tgtEl>
                                          <p:spTgt spid="12"/>
                                        </p:tgtEl>
                                        <p:attrNameLst>
                                          <p:attrName>ppt_w</p:attrName>
                                        </p:attrNameLst>
                                      </p:cBhvr>
                                      <p:tavLst>
                                        <p:tav tm="0">
                                          <p:val>
                                            <p:fltVal val="0"/>
                                          </p:val>
                                        </p:tav>
                                        <p:tav tm="100000">
                                          <p:val>
                                            <p:strVal val="#ppt_w"/>
                                          </p:val>
                                        </p:tav>
                                      </p:tavLst>
                                    </p:anim>
                                    <p:anim calcmode="lin" valueType="num">
                                      <p:cBhvr>
                                        <p:cTn id="219" dur="500" fill="hold"/>
                                        <p:tgtEl>
                                          <p:spTgt spid="12"/>
                                        </p:tgtEl>
                                        <p:attrNameLst>
                                          <p:attrName>ppt_h</p:attrName>
                                        </p:attrNameLst>
                                      </p:cBhvr>
                                      <p:tavLst>
                                        <p:tav tm="0">
                                          <p:val>
                                            <p:fltVal val="0"/>
                                          </p:val>
                                        </p:tav>
                                        <p:tav tm="100000">
                                          <p:val>
                                            <p:strVal val="#ppt_h"/>
                                          </p:val>
                                        </p:tav>
                                      </p:tavLst>
                                    </p:anim>
                                    <p:animEffect transition="in" filter="fade">
                                      <p:cBhvr>
                                        <p:cTn id="220" dur="500"/>
                                        <p:tgtEl>
                                          <p:spTgt spid="12"/>
                                        </p:tgtEl>
                                      </p:cBhvr>
                                    </p:animEffect>
                                  </p:childTnLst>
                                </p:cTn>
                              </p:par>
                              <p:par>
                                <p:cTn id="221" presetID="53" presetClass="entr" presetSubtype="16" fill="hold" grpId="0" nodeType="withEffect">
                                  <p:stCondLst>
                                    <p:cond delay="500"/>
                                  </p:stCondLst>
                                  <p:childTnLst>
                                    <p:set>
                                      <p:cBhvr>
                                        <p:cTn id="222" dur="1" fill="hold">
                                          <p:stCondLst>
                                            <p:cond delay="0"/>
                                          </p:stCondLst>
                                        </p:cTn>
                                        <p:tgtEl>
                                          <p:spTgt spid="13"/>
                                        </p:tgtEl>
                                        <p:attrNameLst>
                                          <p:attrName>style.visibility</p:attrName>
                                        </p:attrNameLst>
                                      </p:cBhvr>
                                      <p:to>
                                        <p:strVal val="visible"/>
                                      </p:to>
                                    </p:set>
                                    <p:anim calcmode="lin" valueType="num">
                                      <p:cBhvr>
                                        <p:cTn id="223" dur="500" fill="hold"/>
                                        <p:tgtEl>
                                          <p:spTgt spid="13"/>
                                        </p:tgtEl>
                                        <p:attrNameLst>
                                          <p:attrName>ppt_w</p:attrName>
                                        </p:attrNameLst>
                                      </p:cBhvr>
                                      <p:tavLst>
                                        <p:tav tm="0">
                                          <p:val>
                                            <p:fltVal val="0"/>
                                          </p:val>
                                        </p:tav>
                                        <p:tav tm="100000">
                                          <p:val>
                                            <p:strVal val="#ppt_w"/>
                                          </p:val>
                                        </p:tav>
                                      </p:tavLst>
                                    </p:anim>
                                    <p:anim calcmode="lin" valueType="num">
                                      <p:cBhvr>
                                        <p:cTn id="224" dur="500" fill="hold"/>
                                        <p:tgtEl>
                                          <p:spTgt spid="13"/>
                                        </p:tgtEl>
                                        <p:attrNameLst>
                                          <p:attrName>ppt_h</p:attrName>
                                        </p:attrNameLst>
                                      </p:cBhvr>
                                      <p:tavLst>
                                        <p:tav tm="0">
                                          <p:val>
                                            <p:fltVal val="0"/>
                                          </p:val>
                                        </p:tav>
                                        <p:tav tm="100000">
                                          <p:val>
                                            <p:strVal val="#ppt_h"/>
                                          </p:val>
                                        </p:tav>
                                      </p:tavLst>
                                    </p:anim>
                                    <p:animEffect transition="in" filter="fade">
                                      <p:cBhvr>
                                        <p:cTn id="225" dur="500"/>
                                        <p:tgtEl>
                                          <p:spTgt spid="13"/>
                                        </p:tgtEl>
                                      </p:cBhvr>
                                    </p:animEffect>
                                  </p:childTnLst>
                                </p:cTn>
                              </p:par>
                              <p:par>
                                <p:cTn id="226" presetID="53" presetClass="entr" presetSubtype="16" fill="hold" grpId="0" nodeType="withEffect">
                                  <p:stCondLst>
                                    <p:cond delay="500"/>
                                  </p:stCondLst>
                                  <p:childTnLst>
                                    <p:set>
                                      <p:cBhvr>
                                        <p:cTn id="227" dur="1" fill="hold">
                                          <p:stCondLst>
                                            <p:cond delay="0"/>
                                          </p:stCondLst>
                                        </p:cTn>
                                        <p:tgtEl>
                                          <p:spTgt spid="14"/>
                                        </p:tgtEl>
                                        <p:attrNameLst>
                                          <p:attrName>style.visibility</p:attrName>
                                        </p:attrNameLst>
                                      </p:cBhvr>
                                      <p:to>
                                        <p:strVal val="visible"/>
                                      </p:to>
                                    </p:set>
                                    <p:anim calcmode="lin" valueType="num">
                                      <p:cBhvr>
                                        <p:cTn id="228" dur="500" fill="hold"/>
                                        <p:tgtEl>
                                          <p:spTgt spid="14"/>
                                        </p:tgtEl>
                                        <p:attrNameLst>
                                          <p:attrName>ppt_w</p:attrName>
                                        </p:attrNameLst>
                                      </p:cBhvr>
                                      <p:tavLst>
                                        <p:tav tm="0">
                                          <p:val>
                                            <p:fltVal val="0"/>
                                          </p:val>
                                        </p:tav>
                                        <p:tav tm="100000">
                                          <p:val>
                                            <p:strVal val="#ppt_w"/>
                                          </p:val>
                                        </p:tav>
                                      </p:tavLst>
                                    </p:anim>
                                    <p:anim calcmode="lin" valueType="num">
                                      <p:cBhvr>
                                        <p:cTn id="229" dur="500" fill="hold"/>
                                        <p:tgtEl>
                                          <p:spTgt spid="14"/>
                                        </p:tgtEl>
                                        <p:attrNameLst>
                                          <p:attrName>ppt_h</p:attrName>
                                        </p:attrNameLst>
                                      </p:cBhvr>
                                      <p:tavLst>
                                        <p:tav tm="0">
                                          <p:val>
                                            <p:fltVal val="0"/>
                                          </p:val>
                                        </p:tav>
                                        <p:tav tm="100000">
                                          <p:val>
                                            <p:strVal val="#ppt_h"/>
                                          </p:val>
                                        </p:tav>
                                      </p:tavLst>
                                    </p:anim>
                                    <p:animEffect transition="in" filter="fade">
                                      <p:cBhvr>
                                        <p:cTn id="230" dur="500"/>
                                        <p:tgtEl>
                                          <p:spTgt spid="14"/>
                                        </p:tgtEl>
                                      </p:cBhvr>
                                    </p:animEffect>
                                  </p:childTnLst>
                                </p:cTn>
                              </p:par>
                              <p:par>
                                <p:cTn id="231" presetID="53" presetClass="entr" presetSubtype="16" fill="hold" grpId="0" nodeType="withEffect">
                                  <p:stCondLst>
                                    <p:cond delay="500"/>
                                  </p:stCondLst>
                                  <p:childTnLst>
                                    <p:set>
                                      <p:cBhvr>
                                        <p:cTn id="232" dur="1" fill="hold">
                                          <p:stCondLst>
                                            <p:cond delay="0"/>
                                          </p:stCondLst>
                                        </p:cTn>
                                        <p:tgtEl>
                                          <p:spTgt spid="15"/>
                                        </p:tgtEl>
                                        <p:attrNameLst>
                                          <p:attrName>style.visibility</p:attrName>
                                        </p:attrNameLst>
                                      </p:cBhvr>
                                      <p:to>
                                        <p:strVal val="visible"/>
                                      </p:to>
                                    </p:set>
                                    <p:anim calcmode="lin" valueType="num">
                                      <p:cBhvr>
                                        <p:cTn id="233" dur="500" fill="hold"/>
                                        <p:tgtEl>
                                          <p:spTgt spid="15"/>
                                        </p:tgtEl>
                                        <p:attrNameLst>
                                          <p:attrName>ppt_w</p:attrName>
                                        </p:attrNameLst>
                                      </p:cBhvr>
                                      <p:tavLst>
                                        <p:tav tm="0">
                                          <p:val>
                                            <p:fltVal val="0"/>
                                          </p:val>
                                        </p:tav>
                                        <p:tav tm="100000">
                                          <p:val>
                                            <p:strVal val="#ppt_w"/>
                                          </p:val>
                                        </p:tav>
                                      </p:tavLst>
                                    </p:anim>
                                    <p:anim calcmode="lin" valueType="num">
                                      <p:cBhvr>
                                        <p:cTn id="234" dur="500" fill="hold"/>
                                        <p:tgtEl>
                                          <p:spTgt spid="15"/>
                                        </p:tgtEl>
                                        <p:attrNameLst>
                                          <p:attrName>ppt_h</p:attrName>
                                        </p:attrNameLst>
                                      </p:cBhvr>
                                      <p:tavLst>
                                        <p:tav tm="0">
                                          <p:val>
                                            <p:fltVal val="0"/>
                                          </p:val>
                                        </p:tav>
                                        <p:tav tm="100000">
                                          <p:val>
                                            <p:strVal val="#ppt_h"/>
                                          </p:val>
                                        </p:tav>
                                      </p:tavLst>
                                    </p:anim>
                                    <p:animEffect transition="in" filter="fade">
                                      <p:cBhvr>
                                        <p:cTn id="235" dur="500"/>
                                        <p:tgtEl>
                                          <p:spTgt spid="15"/>
                                        </p:tgtEl>
                                      </p:cBhvr>
                                    </p:animEffect>
                                  </p:childTnLst>
                                </p:cTn>
                              </p:par>
                              <p:par>
                                <p:cTn id="236" presetID="53" presetClass="entr" presetSubtype="16" fill="hold" grpId="0" nodeType="withEffect">
                                  <p:stCondLst>
                                    <p:cond delay="500"/>
                                  </p:stCondLst>
                                  <p:childTnLst>
                                    <p:set>
                                      <p:cBhvr>
                                        <p:cTn id="237" dur="1" fill="hold">
                                          <p:stCondLst>
                                            <p:cond delay="0"/>
                                          </p:stCondLst>
                                        </p:cTn>
                                        <p:tgtEl>
                                          <p:spTgt spid="16"/>
                                        </p:tgtEl>
                                        <p:attrNameLst>
                                          <p:attrName>style.visibility</p:attrName>
                                        </p:attrNameLst>
                                      </p:cBhvr>
                                      <p:to>
                                        <p:strVal val="visible"/>
                                      </p:to>
                                    </p:set>
                                    <p:anim calcmode="lin" valueType="num">
                                      <p:cBhvr>
                                        <p:cTn id="238" dur="500" fill="hold"/>
                                        <p:tgtEl>
                                          <p:spTgt spid="16"/>
                                        </p:tgtEl>
                                        <p:attrNameLst>
                                          <p:attrName>ppt_w</p:attrName>
                                        </p:attrNameLst>
                                      </p:cBhvr>
                                      <p:tavLst>
                                        <p:tav tm="0">
                                          <p:val>
                                            <p:fltVal val="0"/>
                                          </p:val>
                                        </p:tav>
                                        <p:tav tm="100000">
                                          <p:val>
                                            <p:strVal val="#ppt_w"/>
                                          </p:val>
                                        </p:tav>
                                      </p:tavLst>
                                    </p:anim>
                                    <p:anim calcmode="lin" valueType="num">
                                      <p:cBhvr>
                                        <p:cTn id="239" dur="500" fill="hold"/>
                                        <p:tgtEl>
                                          <p:spTgt spid="16"/>
                                        </p:tgtEl>
                                        <p:attrNameLst>
                                          <p:attrName>ppt_h</p:attrName>
                                        </p:attrNameLst>
                                      </p:cBhvr>
                                      <p:tavLst>
                                        <p:tav tm="0">
                                          <p:val>
                                            <p:fltVal val="0"/>
                                          </p:val>
                                        </p:tav>
                                        <p:tav tm="100000">
                                          <p:val>
                                            <p:strVal val="#ppt_h"/>
                                          </p:val>
                                        </p:tav>
                                      </p:tavLst>
                                    </p:anim>
                                    <p:animEffect transition="in" filter="fade">
                                      <p:cBhvr>
                                        <p:cTn id="240" dur="500"/>
                                        <p:tgtEl>
                                          <p:spTgt spid="16"/>
                                        </p:tgtEl>
                                      </p:cBhvr>
                                    </p:animEffect>
                                  </p:childTnLst>
                                </p:cTn>
                              </p:par>
                              <p:par>
                                <p:cTn id="241" presetID="53" presetClass="entr" presetSubtype="16" fill="hold" grpId="0" nodeType="withEffect">
                                  <p:stCondLst>
                                    <p:cond delay="500"/>
                                  </p:stCondLst>
                                  <p:childTnLst>
                                    <p:set>
                                      <p:cBhvr>
                                        <p:cTn id="242" dur="1" fill="hold">
                                          <p:stCondLst>
                                            <p:cond delay="0"/>
                                          </p:stCondLst>
                                        </p:cTn>
                                        <p:tgtEl>
                                          <p:spTgt spid="17"/>
                                        </p:tgtEl>
                                        <p:attrNameLst>
                                          <p:attrName>style.visibility</p:attrName>
                                        </p:attrNameLst>
                                      </p:cBhvr>
                                      <p:to>
                                        <p:strVal val="visible"/>
                                      </p:to>
                                    </p:set>
                                    <p:anim calcmode="lin" valueType="num">
                                      <p:cBhvr>
                                        <p:cTn id="243" dur="500" fill="hold"/>
                                        <p:tgtEl>
                                          <p:spTgt spid="17"/>
                                        </p:tgtEl>
                                        <p:attrNameLst>
                                          <p:attrName>ppt_w</p:attrName>
                                        </p:attrNameLst>
                                      </p:cBhvr>
                                      <p:tavLst>
                                        <p:tav tm="0">
                                          <p:val>
                                            <p:fltVal val="0"/>
                                          </p:val>
                                        </p:tav>
                                        <p:tav tm="100000">
                                          <p:val>
                                            <p:strVal val="#ppt_w"/>
                                          </p:val>
                                        </p:tav>
                                      </p:tavLst>
                                    </p:anim>
                                    <p:anim calcmode="lin" valueType="num">
                                      <p:cBhvr>
                                        <p:cTn id="244" dur="500" fill="hold"/>
                                        <p:tgtEl>
                                          <p:spTgt spid="17"/>
                                        </p:tgtEl>
                                        <p:attrNameLst>
                                          <p:attrName>ppt_h</p:attrName>
                                        </p:attrNameLst>
                                      </p:cBhvr>
                                      <p:tavLst>
                                        <p:tav tm="0">
                                          <p:val>
                                            <p:fltVal val="0"/>
                                          </p:val>
                                        </p:tav>
                                        <p:tav tm="100000">
                                          <p:val>
                                            <p:strVal val="#ppt_h"/>
                                          </p:val>
                                        </p:tav>
                                      </p:tavLst>
                                    </p:anim>
                                    <p:animEffect transition="in" filter="fade">
                                      <p:cBhvr>
                                        <p:cTn id="245" dur="500"/>
                                        <p:tgtEl>
                                          <p:spTgt spid="17"/>
                                        </p:tgtEl>
                                      </p:cBhvr>
                                    </p:animEffect>
                                  </p:childTnLst>
                                </p:cTn>
                              </p:par>
                              <p:par>
                                <p:cTn id="246" presetID="53" presetClass="entr" presetSubtype="16" fill="hold" grpId="0" nodeType="withEffect">
                                  <p:stCondLst>
                                    <p:cond delay="500"/>
                                  </p:stCondLst>
                                  <p:childTnLst>
                                    <p:set>
                                      <p:cBhvr>
                                        <p:cTn id="247" dur="1" fill="hold">
                                          <p:stCondLst>
                                            <p:cond delay="0"/>
                                          </p:stCondLst>
                                        </p:cTn>
                                        <p:tgtEl>
                                          <p:spTgt spid="18"/>
                                        </p:tgtEl>
                                        <p:attrNameLst>
                                          <p:attrName>style.visibility</p:attrName>
                                        </p:attrNameLst>
                                      </p:cBhvr>
                                      <p:to>
                                        <p:strVal val="visible"/>
                                      </p:to>
                                    </p:set>
                                    <p:anim calcmode="lin" valueType="num">
                                      <p:cBhvr>
                                        <p:cTn id="248" dur="500" fill="hold"/>
                                        <p:tgtEl>
                                          <p:spTgt spid="18"/>
                                        </p:tgtEl>
                                        <p:attrNameLst>
                                          <p:attrName>ppt_w</p:attrName>
                                        </p:attrNameLst>
                                      </p:cBhvr>
                                      <p:tavLst>
                                        <p:tav tm="0">
                                          <p:val>
                                            <p:fltVal val="0"/>
                                          </p:val>
                                        </p:tav>
                                        <p:tav tm="100000">
                                          <p:val>
                                            <p:strVal val="#ppt_w"/>
                                          </p:val>
                                        </p:tav>
                                      </p:tavLst>
                                    </p:anim>
                                    <p:anim calcmode="lin" valueType="num">
                                      <p:cBhvr>
                                        <p:cTn id="249" dur="500" fill="hold"/>
                                        <p:tgtEl>
                                          <p:spTgt spid="18"/>
                                        </p:tgtEl>
                                        <p:attrNameLst>
                                          <p:attrName>ppt_h</p:attrName>
                                        </p:attrNameLst>
                                      </p:cBhvr>
                                      <p:tavLst>
                                        <p:tav tm="0">
                                          <p:val>
                                            <p:fltVal val="0"/>
                                          </p:val>
                                        </p:tav>
                                        <p:tav tm="100000">
                                          <p:val>
                                            <p:strVal val="#ppt_h"/>
                                          </p:val>
                                        </p:tav>
                                      </p:tavLst>
                                    </p:anim>
                                    <p:animEffect transition="in" filter="fade">
                                      <p:cBhvr>
                                        <p:cTn id="250" dur="500"/>
                                        <p:tgtEl>
                                          <p:spTgt spid="18"/>
                                        </p:tgtEl>
                                      </p:cBhvr>
                                    </p:animEffect>
                                  </p:childTnLst>
                                </p:cTn>
                              </p:par>
                              <p:par>
                                <p:cTn id="251" presetID="53" presetClass="entr" presetSubtype="16" fill="hold" grpId="0" nodeType="withEffect">
                                  <p:stCondLst>
                                    <p:cond delay="500"/>
                                  </p:stCondLst>
                                  <p:childTnLst>
                                    <p:set>
                                      <p:cBhvr>
                                        <p:cTn id="252" dur="1" fill="hold">
                                          <p:stCondLst>
                                            <p:cond delay="0"/>
                                          </p:stCondLst>
                                        </p:cTn>
                                        <p:tgtEl>
                                          <p:spTgt spid="19"/>
                                        </p:tgtEl>
                                        <p:attrNameLst>
                                          <p:attrName>style.visibility</p:attrName>
                                        </p:attrNameLst>
                                      </p:cBhvr>
                                      <p:to>
                                        <p:strVal val="visible"/>
                                      </p:to>
                                    </p:set>
                                    <p:anim calcmode="lin" valueType="num">
                                      <p:cBhvr>
                                        <p:cTn id="253" dur="500" fill="hold"/>
                                        <p:tgtEl>
                                          <p:spTgt spid="19"/>
                                        </p:tgtEl>
                                        <p:attrNameLst>
                                          <p:attrName>ppt_w</p:attrName>
                                        </p:attrNameLst>
                                      </p:cBhvr>
                                      <p:tavLst>
                                        <p:tav tm="0">
                                          <p:val>
                                            <p:fltVal val="0"/>
                                          </p:val>
                                        </p:tav>
                                        <p:tav tm="100000">
                                          <p:val>
                                            <p:strVal val="#ppt_w"/>
                                          </p:val>
                                        </p:tav>
                                      </p:tavLst>
                                    </p:anim>
                                    <p:anim calcmode="lin" valueType="num">
                                      <p:cBhvr>
                                        <p:cTn id="254" dur="500" fill="hold"/>
                                        <p:tgtEl>
                                          <p:spTgt spid="19"/>
                                        </p:tgtEl>
                                        <p:attrNameLst>
                                          <p:attrName>ppt_h</p:attrName>
                                        </p:attrNameLst>
                                      </p:cBhvr>
                                      <p:tavLst>
                                        <p:tav tm="0">
                                          <p:val>
                                            <p:fltVal val="0"/>
                                          </p:val>
                                        </p:tav>
                                        <p:tav tm="100000">
                                          <p:val>
                                            <p:strVal val="#ppt_h"/>
                                          </p:val>
                                        </p:tav>
                                      </p:tavLst>
                                    </p:anim>
                                    <p:animEffect transition="in" filter="fade">
                                      <p:cBhvr>
                                        <p:cTn id="255" dur="500"/>
                                        <p:tgtEl>
                                          <p:spTgt spid="19"/>
                                        </p:tgtEl>
                                      </p:cBhvr>
                                    </p:animEffect>
                                  </p:childTnLst>
                                </p:cTn>
                              </p:par>
                              <p:par>
                                <p:cTn id="256" presetID="53" presetClass="entr" presetSubtype="16" fill="hold" grpId="0" nodeType="withEffect">
                                  <p:stCondLst>
                                    <p:cond delay="250"/>
                                  </p:stCondLst>
                                  <p:childTnLst>
                                    <p:set>
                                      <p:cBhvr>
                                        <p:cTn id="257" dur="1" fill="hold">
                                          <p:stCondLst>
                                            <p:cond delay="0"/>
                                          </p:stCondLst>
                                        </p:cTn>
                                        <p:tgtEl>
                                          <p:spTgt spid="20"/>
                                        </p:tgtEl>
                                        <p:attrNameLst>
                                          <p:attrName>style.visibility</p:attrName>
                                        </p:attrNameLst>
                                      </p:cBhvr>
                                      <p:to>
                                        <p:strVal val="visible"/>
                                      </p:to>
                                    </p:set>
                                    <p:anim calcmode="lin" valueType="num">
                                      <p:cBhvr>
                                        <p:cTn id="258" dur="500" fill="hold"/>
                                        <p:tgtEl>
                                          <p:spTgt spid="20"/>
                                        </p:tgtEl>
                                        <p:attrNameLst>
                                          <p:attrName>ppt_w</p:attrName>
                                        </p:attrNameLst>
                                      </p:cBhvr>
                                      <p:tavLst>
                                        <p:tav tm="0">
                                          <p:val>
                                            <p:fltVal val="0"/>
                                          </p:val>
                                        </p:tav>
                                        <p:tav tm="100000">
                                          <p:val>
                                            <p:strVal val="#ppt_w"/>
                                          </p:val>
                                        </p:tav>
                                      </p:tavLst>
                                    </p:anim>
                                    <p:anim calcmode="lin" valueType="num">
                                      <p:cBhvr>
                                        <p:cTn id="259" dur="500" fill="hold"/>
                                        <p:tgtEl>
                                          <p:spTgt spid="20"/>
                                        </p:tgtEl>
                                        <p:attrNameLst>
                                          <p:attrName>ppt_h</p:attrName>
                                        </p:attrNameLst>
                                      </p:cBhvr>
                                      <p:tavLst>
                                        <p:tav tm="0">
                                          <p:val>
                                            <p:fltVal val="0"/>
                                          </p:val>
                                        </p:tav>
                                        <p:tav tm="100000">
                                          <p:val>
                                            <p:strVal val="#ppt_h"/>
                                          </p:val>
                                        </p:tav>
                                      </p:tavLst>
                                    </p:anim>
                                    <p:animEffect transition="in" filter="fade">
                                      <p:cBhvr>
                                        <p:cTn id="260" dur="500"/>
                                        <p:tgtEl>
                                          <p:spTgt spid="20"/>
                                        </p:tgtEl>
                                      </p:cBhvr>
                                    </p:animEffect>
                                  </p:childTnLst>
                                </p:cTn>
                              </p:par>
                              <p:par>
                                <p:cTn id="261" presetID="53" presetClass="entr" presetSubtype="16" fill="hold" grpId="0" nodeType="withEffect">
                                  <p:stCondLst>
                                    <p:cond delay="250"/>
                                  </p:stCondLst>
                                  <p:childTnLst>
                                    <p:set>
                                      <p:cBhvr>
                                        <p:cTn id="262" dur="1" fill="hold">
                                          <p:stCondLst>
                                            <p:cond delay="0"/>
                                          </p:stCondLst>
                                        </p:cTn>
                                        <p:tgtEl>
                                          <p:spTgt spid="21"/>
                                        </p:tgtEl>
                                        <p:attrNameLst>
                                          <p:attrName>style.visibility</p:attrName>
                                        </p:attrNameLst>
                                      </p:cBhvr>
                                      <p:to>
                                        <p:strVal val="visible"/>
                                      </p:to>
                                    </p:set>
                                    <p:anim calcmode="lin" valueType="num">
                                      <p:cBhvr>
                                        <p:cTn id="263" dur="500" fill="hold"/>
                                        <p:tgtEl>
                                          <p:spTgt spid="21"/>
                                        </p:tgtEl>
                                        <p:attrNameLst>
                                          <p:attrName>ppt_w</p:attrName>
                                        </p:attrNameLst>
                                      </p:cBhvr>
                                      <p:tavLst>
                                        <p:tav tm="0">
                                          <p:val>
                                            <p:fltVal val="0"/>
                                          </p:val>
                                        </p:tav>
                                        <p:tav tm="100000">
                                          <p:val>
                                            <p:strVal val="#ppt_w"/>
                                          </p:val>
                                        </p:tav>
                                      </p:tavLst>
                                    </p:anim>
                                    <p:anim calcmode="lin" valueType="num">
                                      <p:cBhvr>
                                        <p:cTn id="264" dur="500" fill="hold"/>
                                        <p:tgtEl>
                                          <p:spTgt spid="21"/>
                                        </p:tgtEl>
                                        <p:attrNameLst>
                                          <p:attrName>ppt_h</p:attrName>
                                        </p:attrNameLst>
                                      </p:cBhvr>
                                      <p:tavLst>
                                        <p:tav tm="0">
                                          <p:val>
                                            <p:fltVal val="0"/>
                                          </p:val>
                                        </p:tav>
                                        <p:tav tm="100000">
                                          <p:val>
                                            <p:strVal val="#ppt_h"/>
                                          </p:val>
                                        </p:tav>
                                      </p:tavLst>
                                    </p:anim>
                                    <p:animEffect transition="in" filter="fade">
                                      <p:cBhvr>
                                        <p:cTn id="265" dur="500"/>
                                        <p:tgtEl>
                                          <p:spTgt spid="21"/>
                                        </p:tgtEl>
                                      </p:cBhvr>
                                    </p:animEffect>
                                  </p:childTnLst>
                                </p:cTn>
                              </p:par>
                              <p:par>
                                <p:cTn id="266" presetID="53" presetClass="entr" presetSubtype="16" fill="hold" grpId="0" nodeType="withEffect">
                                  <p:stCondLst>
                                    <p:cond delay="250"/>
                                  </p:stCondLst>
                                  <p:childTnLst>
                                    <p:set>
                                      <p:cBhvr>
                                        <p:cTn id="267" dur="1" fill="hold">
                                          <p:stCondLst>
                                            <p:cond delay="0"/>
                                          </p:stCondLst>
                                        </p:cTn>
                                        <p:tgtEl>
                                          <p:spTgt spid="22"/>
                                        </p:tgtEl>
                                        <p:attrNameLst>
                                          <p:attrName>style.visibility</p:attrName>
                                        </p:attrNameLst>
                                      </p:cBhvr>
                                      <p:to>
                                        <p:strVal val="visible"/>
                                      </p:to>
                                    </p:set>
                                    <p:anim calcmode="lin" valueType="num">
                                      <p:cBhvr>
                                        <p:cTn id="268" dur="500" fill="hold"/>
                                        <p:tgtEl>
                                          <p:spTgt spid="22"/>
                                        </p:tgtEl>
                                        <p:attrNameLst>
                                          <p:attrName>ppt_w</p:attrName>
                                        </p:attrNameLst>
                                      </p:cBhvr>
                                      <p:tavLst>
                                        <p:tav tm="0">
                                          <p:val>
                                            <p:fltVal val="0"/>
                                          </p:val>
                                        </p:tav>
                                        <p:tav tm="100000">
                                          <p:val>
                                            <p:strVal val="#ppt_w"/>
                                          </p:val>
                                        </p:tav>
                                      </p:tavLst>
                                    </p:anim>
                                    <p:anim calcmode="lin" valueType="num">
                                      <p:cBhvr>
                                        <p:cTn id="269" dur="500" fill="hold"/>
                                        <p:tgtEl>
                                          <p:spTgt spid="22"/>
                                        </p:tgtEl>
                                        <p:attrNameLst>
                                          <p:attrName>ppt_h</p:attrName>
                                        </p:attrNameLst>
                                      </p:cBhvr>
                                      <p:tavLst>
                                        <p:tav tm="0">
                                          <p:val>
                                            <p:fltVal val="0"/>
                                          </p:val>
                                        </p:tav>
                                        <p:tav tm="100000">
                                          <p:val>
                                            <p:strVal val="#ppt_h"/>
                                          </p:val>
                                        </p:tav>
                                      </p:tavLst>
                                    </p:anim>
                                    <p:animEffect transition="in" filter="fade">
                                      <p:cBhvr>
                                        <p:cTn id="270" dur="500"/>
                                        <p:tgtEl>
                                          <p:spTgt spid="22"/>
                                        </p:tgtEl>
                                      </p:cBhvr>
                                    </p:animEffect>
                                  </p:childTnLst>
                                </p:cTn>
                              </p:par>
                              <p:par>
                                <p:cTn id="271" presetID="53" presetClass="entr" presetSubtype="16" fill="hold" grpId="0" nodeType="withEffect">
                                  <p:stCondLst>
                                    <p:cond delay="250"/>
                                  </p:stCondLst>
                                  <p:childTnLst>
                                    <p:set>
                                      <p:cBhvr>
                                        <p:cTn id="272" dur="1" fill="hold">
                                          <p:stCondLst>
                                            <p:cond delay="0"/>
                                          </p:stCondLst>
                                        </p:cTn>
                                        <p:tgtEl>
                                          <p:spTgt spid="23"/>
                                        </p:tgtEl>
                                        <p:attrNameLst>
                                          <p:attrName>style.visibility</p:attrName>
                                        </p:attrNameLst>
                                      </p:cBhvr>
                                      <p:to>
                                        <p:strVal val="visible"/>
                                      </p:to>
                                    </p:set>
                                    <p:anim calcmode="lin" valueType="num">
                                      <p:cBhvr>
                                        <p:cTn id="273" dur="500" fill="hold"/>
                                        <p:tgtEl>
                                          <p:spTgt spid="23"/>
                                        </p:tgtEl>
                                        <p:attrNameLst>
                                          <p:attrName>ppt_w</p:attrName>
                                        </p:attrNameLst>
                                      </p:cBhvr>
                                      <p:tavLst>
                                        <p:tav tm="0">
                                          <p:val>
                                            <p:fltVal val="0"/>
                                          </p:val>
                                        </p:tav>
                                        <p:tav tm="100000">
                                          <p:val>
                                            <p:strVal val="#ppt_w"/>
                                          </p:val>
                                        </p:tav>
                                      </p:tavLst>
                                    </p:anim>
                                    <p:anim calcmode="lin" valueType="num">
                                      <p:cBhvr>
                                        <p:cTn id="274" dur="500" fill="hold"/>
                                        <p:tgtEl>
                                          <p:spTgt spid="23"/>
                                        </p:tgtEl>
                                        <p:attrNameLst>
                                          <p:attrName>ppt_h</p:attrName>
                                        </p:attrNameLst>
                                      </p:cBhvr>
                                      <p:tavLst>
                                        <p:tav tm="0">
                                          <p:val>
                                            <p:fltVal val="0"/>
                                          </p:val>
                                        </p:tav>
                                        <p:tav tm="100000">
                                          <p:val>
                                            <p:strVal val="#ppt_h"/>
                                          </p:val>
                                        </p:tav>
                                      </p:tavLst>
                                    </p:anim>
                                    <p:animEffect transition="in" filter="fade">
                                      <p:cBhvr>
                                        <p:cTn id="275" dur="500"/>
                                        <p:tgtEl>
                                          <p:spTgt spid="23"/>
                                        </p:tgtEl>
                                      </p:cBhvr>
                                    </p:animEffect>
                                  </p:childTnLst>
                                </p:cTn>
                              </p:par>
                              <p:par>
                                <p:cTn id="276" presetID="53" presetClass="entr" presetSubtype="16" fill="hold" grpId="0" nodeType="withEffect">
                                  <p:stCondLst>
                                    <p:cond delay="250"/>
                                  </p:stCondLst>
                                  <p:childTnLst>
                                    <p:set>
                                      <p:cBhvr>
                                        <p:cTn id="277" dur="1" fill="hold">
                                          <p:stCondLst>
                                            <p:cond delay="0"/>
                                          </p:stCondLst>
                                        </p:cTn>
                                        <p:tgtEl>
                                          <p:spTgt spid="24"/>
                                        </p:tgtEl>
                                        <p:attrNameLst>
                                          <p:attrName>style.visibility</p:attrName>
                                        </p:attrNameLst>
                                      </p:cBhvr>
                                      <p:to>
                                        <p:strVal val="visible"/>
                                      </p:to>
                                    </p:set>
                                    <p:anim calcmode="lin" valueType="num">
                                      <p:cBhvr>
                                        <p:cTn id="278" dur="500" fill="hold"/>
                                        <p:tgtEl>
                                          <p:spTgt spid="24"/>
                                        </p:tgtEl>
                                        <p:attrNameLst>
                                          <p:attrName>ppt_w</p:attrName>
                                        </p:attrNameLst>
                                      </p:cBhvr>
                                      <p:tavLst>
                                        <p:tav tm="0">
                                          <p:val>
                                            <p:fltVal val="0"/>
                                          </p:val>
                                        </p:tav>
                                        <p:tav tm="100000">
                                          <p:val>
                                            <p:strVal val="#ppt_w"/>
                                          </p:val>
                                        </p:tav>
                                      </p:tavLst>
                                    </p:anim>
                                    <p:anim calcmode="lin" valueType="num">
                                      <p:cBhvr>
                                        <p:cTn id="279" dur="500" fill="hold"/>
                                        <p:tgtEl>
                                          <p:spTgt spid="24"/>
                                        </p:tgtEl>
                                        <p:attrNameLst>
                                          <p:attrName>ppt_h</p:attrName>
                                        </p:attrNameLst>
                                      </p:cBhvr>
                                      <p:tavLst>
                                        <p:tav tm="0">
                                          <p:val>
                                            <p:fltVal val="0"/>
                                          </p:val>
                                        </p:tav>
                                        <p:tav tm="100000">
                                          <p:val>
                                            <p:strVal val="#ppt_h"/>
                                          </p:val>
                                        </p:tav>
                                      </p:tavLst>
                                    </p:anim>
                                    <p:animEffect transition="in" filter="fade">
                                      <p:cBhvr>
                                        <p:cTn id="280" dur="500"/>
                                        <p:tgtEl>
                                          <p:spTgt spid="24"/>
                                        </p:tgtEl>
                                      </p:cBhvr>
                                    </p:animEffect>
                                  </p:childTnLst>
                                </p:cTn>
                              </p:par>
                              <p:par>
                                <p:cTn id="281" presetID="53" presetClass="entr" presetSubtype="16" fill="hold" grpId="0" nodeType="withEffect">
                                  <p:stCondLst>
                                    <p:cond delay="250"/>
                                  </p:stCondLst>
                                  <p:childTnLst>
                                    <p:set>
                                      <p:cBhvr>
                                        <p:cTn id="282" dur="1" fill="hold">
                                          <p:stCondLst>
                                            <p:cond delay="0"/>
                                          </p:stCondLst>
                                        </p:cTn>
                                        <p:tgtEl>
                                          <p:spTgt spid="25"/>
                                        </p:tgtEl>
                                        <p:attrNameLst>
                                          <p:attrName>style.visibility</p:attrName>
                                        </p:attrNameLst>
                                      </p:cBhvr>
                                      <p:to>
                                        <p:strVal val="visible"/>
                                      </p:to>
                                    </p:set>
                                    <p:anim calcmode="lin" valueType="num">
                                      <p:cBhvr>
                                        <p:cTn id="283" dur="500" fill="hold"/>
                                        <p:tgtEl>
                                          <p:spTgt spid="25"/>
                                        </p:tgtEl>
                                        <p:attrNameLst>
                                          <p:attrName>ppt_w</p:attrName>
                                        </p:attrNameLst>
                                      </p:cBhvr>
                                      <p:tavLst>
                                        <p:tav tm="0">
                                          <p:val>
                                            <p:fltVal val="0"/>
                                          </p:val>
                                        </p:tav>
                                        <p:tav tm="100000">
                                          <p:val>
                                            <p:strVal val="#ppt_w"/>
                                          </p:val>
                                        </p:tav>
                                      </p:tavLst>
                                    </p:anim>
                                    <p:anim calcmode="lin" valueType="num">
                                      <p:cBhvr>
                                        <p:cTn id="284" dur="500" fill="hold"/>
                                        <p:tgtEl>
                                          <p:spTgt spid="25"/>
                                        </p:tgtEl>
                                        <p:attrNameLst>
                                          <p:attrName>ppt_h</p:attrName>
                                        </p:attrNameLst>
                                      </p:cBhvr>
                                      <p:tavLst>
                                        <p:tav tm="0">
                                          <p:val>
                                            <p:fltVal val="0"/>
                                          </p:val>
                                        </p:tav>
                                        <p:tav tm="100000">
                                          <p:val>
                                            <p:strVal val="#ppt_h"/>
                                          </p:val>
                                        </p:tav>
                                      </p:tavLst>
                                    </p:anim>
                                    <p:animEffect transition="in" filter="fade">
                                      <p:cBhvr>
                                        <p:cTn id="285" dur="500"/>
                                        <p:tgtEl>
                                          <p:spTgt spid="25"/>
                                        </p:tgtEl>
                                      </p:cBhvr>
                                    </p:animEffect>
                                  </p:childTnLst>
                                </p:cTn>
                              </p:par>
                              <p:par>
                                <p:cTn id="286" presetID="53" presetClass="entr" presetSubtype="16" fill="hold" grpId="0" nodeType="withEffect">
                                  <p:stCondLst>
                                    <p:cond delay="250"/>
                                  </p:stCondLst>
                                  <p:childTnLst>
                                    <p:set>
                                      <p:cBhvr>
                                        <p:cTn id="287" dur="1" fill="hold">
                                          <p:stCondLst>
                                            <p:cond delay="0"/>
                                          </p:stCondLst>
                                        </p:cTn>
                                        <p:tgtEl>
                                          <p:spTgt spid="26"/>
                                        </p:tgtEl>
                                        <p:attrNameLst>
                                          <p:attrName>style.visibility</p:attrName>
                                        </p:attrNameLst>
                                      </p:cBhvr>
                                      <p:to>
                                        <p:strVal val="visible"/>
                                      </p:to>
                                    </p:set>
                                    <p:anim calcmode="lin" valueType="num">
                                      <p:cBhvr>
                                        <p:cTn id="288" dur="500" fill="hold"/>
                                        <p:tgtEl>
                                          <p:spTgt spid="26"/>
                                        </p:tgtEl>
                                        <p:attrNameLst>
                                          <p:attrName>ppt_w</p:attrName>
                                        </p:attrNameLst>
                                      </p:cBhvr>
                                      <p:tavLst>
                                        <p:tav tm="0">
                                          <p:val>
                                            <p:fltVal val="0"/>
                                          </p:val>
                                        </p:tav>
                                        <p:tav tm="100000">
                                          <p:val>
                                            <p:strVal val="#ppt_w"/>
                                          </p:val>
                                        </p:tav>
                                      </p:tavLst>
                                    </p:anim>
                                    <p:anim calcmode="lin" valueType="num">
                                      <p:cBhvr>
                                        <p:cTn id="289" dur="500" fill="hold"/>
                                        <p:tgtEl>
                                          <p:spTgt spid="26"/>
                                        </p:tgtEl>
                                        <p:attrNameLst>
                                          <p:attrName>ppt_h</p:attrName>
                                        </p:attrNameLst>
                                      </p:cBhvr>
                                      <p:tavLst>
                                        <p:tav tm="0">
                                          <p:val>
                                            <p:fltVal val="0"/>
                                          </p:val>
                                        </p:tav>
                                        <p:tav tm="100000">
                                          <p:val>
                                            <p:strVal val="#ppt_h"/>
                                          </p:val>
                                        </p:tav>
                                      </p:tavLst>
                                    </p:anim>
                                    <p:animEffect transition="in" filter="fade">
                                      <p:cBhvr>
                                        <p:cTn id="290" dur="500"/>
                                        <p:tgtEl>
                                          <p:spTgt spid="26"/>
                                        </p:tgtEl>
                                      </p:cBhvr>
                                    </p:animEffect>
                                  </p:childTnLst>
                                </p:cTn>
                              </p:par>
                              <p:par>
                                <p:cTn id="291" presetID="53" presetClass="entr" presetSubtype="16" fill="hold" grpId="0" nodeType="withEffect">
                                  <p:stCondLst>
                                    <p:cond delay="250"/>
                                  </p:stCondLst>
                                  <p:childTnLst>
                                    <p:set>
                                      <p:cBhvr>
                                        <p:cTn id="292" dur="1" fill="hold">
                                          <p:stCondLst>
                                            <p:cond delay="0"/>
                                          </p:stCondLst>
                                        </p:cTn>
                                        <p:tgtEl>
                                          <p:spTgt spid="27"/>
                                        </p:tgtEl>
                                        <p:attrNameLst>
                                          <p:attrName>style.visibility</p:attrName>
                                        </p:attrNameLst>
                                      </p:cBhvr>
                                      <p:to>
                                        <p:strVal val="visible"/>
                                      </p:to>
                                    </p:set>
                                    <p:anim calcmode="lin" valueType="num">
                                      <p:cBhvr>
                                        <p:cTn id="293" dur="500" fill="hold"/>
                                        <p:tgtEl>
                                          <p:spTgt spid="27"/>
                                        </p:tgtEl>
                                        <p:attrNameLst>
                                          <p:attrName>ppt_w</p:attrName>
                                        </p:attrNameLst>
                                      </p:cBhvr>
                                      <p:tavLst>
                                        <p:tav tm="0">
                                          <p:val>
                                            <p:fltVal val="0"/>
                                          </p:val>
                                        </p:tav>
                                        <p:tav tm="100000">
                                          <p:val>
                                            <p:strVal val="#ppt_w"/>
                                          </p:val>
                                        </p:tav>
                                      </p:tavLst>
                                    </p:anim>
                                    <p:anim calcmode="lin" valueType="num">
                                      <p:cBhvr>
                                        <p:cTn id="294" dur="500" fill="hold"/>
                                        <p:tgtEl>
                                          <p:spTgt spid="27"/>
                                        </p:tgtEl>
                                        <p:attrNameLst>
                                          <p:attrName>ppt_h</p:attrName>
                                        </p:attrNameLst>
                                      </p:cBhvr>
                                      <p:tavLst>
                                        <p:tav tm="0">
                                          <p:val>
                                            <p:fltVal val="0"/>
                                          </p:val>
                                        </p:tav>
                                        <p:tav tm="100000">
                                          <p:val>
                                            <p:strVal val="#ppt_h"/>
                                          </p:val>
                                        </p:tav>
                                      </p:tavLst>
                                    </p:anim>
                                    <p:animEffect transition="in" filter="fade">
                                      <p:cBhvr>
                                        <p:cTn id="295" dur="500"/>
                                        <p:tgtEl>
                                          <p:spTgt spid="27"/>
                                        </p:tgtEl>
                                      </p:cBhvr>
                                    </p:animEffect>
                                  </p:childTnLst>
                                </p:cTn>
                              </p:par>
                              <p:par>
                                <p:cTn id="296" presetID="53" presetClass="entr" presetSubtype="16" fill="hold" grpId="0" nodeType="withEffect">
                                  <p:stCondLst>
                                    <p:cond delay="250"/>
                                  </p:stCondLst>
                                  <p:childTnLst>
                                    <p:set>
                                      <p:cBhvr>
                                        <p:cTn id="297" dur="1" fill="hold">
                                          <p:stCondLst>
                                            <p:cond delay="0"/>
                                          </p:stCondLst>
                                        </p:cTn>
                                        <p:tgtEl>
                                          <p:spTgt spid="28"/>
                                        </p:tgtEl>
                                        <p:attrNameLst>
                                          <p:attrName>style.visibility</p:attrName>
                                        </p:attrNameLst>
                                      </p:cBhvr>
                                      <p:to>
                                        <p:strVal val="visible"/>
                                      </p:to>
                                    </p:set>
                                    <p:anim calcmode="lin" valueType="num">
                                      <p:cBhvr>
                                        <p:cTn id="298" dur="500" fill="hold"/>
                                        <p:tgtEl>
                                          <p:spTgt spid="28"/>
                                        </p:tgtEl>
                                        <p:attrNameLst>
                                          <p:attrName>ppt_w</p:attrName>
                                        </p:attrNameLst>
                                      </p:cBhvr>
                                      <p:tavLst>
                                        <p:tav tm="0">
                                          <p:val>
                                            <p:fltVal val="0"/>
                                          </p:val>
                                        </p:tav>
                                        <p:tav tm="100000">
                                          <p:val>
                                            <p:strVal val="#ppt_w"/>
                                          </p:val>
                                        </p:tav>
                                      </p:tavLst>
                                    </p:anim>
                                    <p:anim calcmode="lin" valueType="num">
                                      <p:cBhvr>
                                        <p:cTn id="299" dur="500" fill="hold"/>
                                        <p:tgtEl>
                                          <p:spTgt spid="28"/>
                                        </p:tgtEl>
                                        <p:attrNameLst>
                                          <p:attrName>ppt_h</p:attrName>
                                        </p:attrNameLst>
                                      </p:cBhvr>
                                      <p:tavLst>
                                        <p:tav tm="0">
                                          <p:val>
                                            <p:fltVal val="0"/>
                                          </p:val>
                                        </p:tav>
                                        <p:tav tm="100000">
                                          <p:val>
                                            <p:strVal val="#ppt_h"/>
                                          </p:val>
                                        </p:tav>
                                      </p:tavLst>
                                    </p:anim>
                                    <p:animEffect transition="in" filter="fade">
                                      <p:cBhvr>
                                        <p:cTn id="300" dur="500"/>
                                        <p:tgtEl>
                                          <p:spTgt spid="28"/>
                                        </p:tgtEl>
                                      </p:cBhvr>
                                    </p:animEffect>
                                  </p:childTnLst>
                                </p:cTn>
                              </p:par>
                              <p:par>
                                <p:cTn id="301" presetID="53" presetClass="entr" presetSubtype="16" fill="hold" grpId="0" nodeType="withEffect">
                                  <p:stCondLst>
                                    <p:cond delay="250"/>
                                  </p:stCondLst>
                                  <p:childTnLst>
                                    <p:set>
                                      <p:cBhvr>
                                        <p:cTn id="302" dur="1" fill="hold">
                                          <p:stCondLst>
                                            <p:cond delay="0"/>
                                          </p:stCondLst>
                                        </p:cTn>
                                        <p:tgtEl>
                                          <p:spTgt spid="29"/>
                                        </p:tgtEl>
                                        <p:attrNameLst>
                                          <p:attrName>style.visibility</p:attrName>
                                        </p:attrNameLst>
                                      </p:cBhvr>
                                      <p:to>
                                        <p:strVal val="visible"/>
                                      </p:to>
                                    </p:set>
                                    <p:anim calcmode="lin" valueType="num">
                                      <p:cBhvr>
                                        <p:cTn id="303" dur="500" fill="hold"/>
                                        <p:tgtEl>
                                          <p:spTgt spid="29"/>
                                        </p:tgtEl>
                                        <p:attrNameLst>
                                          <p:attrName>ppt_w</p:attrName>
                                        </p:attrNameLst>
                                      </p:cBhvr>
                                      <p:tavLst>
                                        <p:tav tm="0">
                                          <p:val>
                                            <p:fltVal val="0"/>
                                          </p:val>
                                        </p:tav>
                                        <p:tav tm="100000">
                                          <p:val>
                                            <p:strVal val="#ppt_w"/>
                                          </p:val>
                                        </p:tav>
                                      </p:tavLst>
                                    </p:anim>
                                    <p:anim calcmode="lin" valueType="num">
                                      <p:cBhvr>
                                        <p:cTn id="304" dur="500" fill="hold"/>
                                        <p:tgtEl>
                                          <p:spTgt spid="29"/>
                                        </p:tgtEl>
                                        <p:attrNameLst>
                                          <p:attrName>ppt_h</p:attrName>
                                        </p:attrNameLst>
                                      </p:cBhvr>
                                      <p:tavLst>
                                        <p:tav tm="0">
                                          <p:val>
                                            <p:fltVal val="0"/>
                                          </p:val>
                                        </p:tav>
                                        <p:tav tm="100000">
                                          <p:val>
                                            <p:strVal val="#ppt_h"/>
                                          </p:val>
                                        </p:tav>
                                      </p:tavLst>
                                    </p:anim>
                                    <p:animEffect transition="in" filter="fade">
                                      <p:cBhvr>
                                        <p:cTn id="305" dur="500"/>
                                        <p:tgtEl>
                                          <p:spTgt spid="29"/>
                                        </p:tgtEl>
                                      </p:cBhvr>
                                    </p:animEffect>
                                  </p:childTnLst>
                                </p:cTn>
                              </p:par>
                              <p:par>
                                <p:cTn id="306" presetID="53" presetClass="entr" presetSubtype="16" fill="hold" grpId="0" nodeType="withEffect">
                                  <p:stCondLst>
                                    <p:cond delay="250"/>
                                  </p:stCondLst>
                                  <p:childTnLst>
                                    <p:set>
                                      <p:cBhvr>
                                        <p:cTn id="307" dur="1" fill="hold">
                                          <p:stCondLst>
                                            <p:cond delay="0"/>
                                          </p:stCondLst>
                                        </p:cTn>
                                        <p:tgtEl>
                                          <p:spTgt spid="30"/>
                                        </p:tgtEl>
                                        <p:attrNameLst>
                                          <p:attrName>style.visibility</p:attrName>
                                        </p:attrNameLst>
                                      </p:cBhvr>
                                      <p:to>
                                        <p:strVal val="visible"/>
                                      </p:to>
                                    </p:set>
                                    <p:anim calcmode="lin" valueType="num">
                                      <p:cBhvr>
                                        <p:cTn id="308" dur="500" fill="hold"/>
                                        <p:tgtEl>
                                          <p:spTgt spid="30"/>
                                        </p:tgtEl>
                                        <p:attrNameLst>
                                          <p:attrName>ppt_w</p:attrName>
                                        </p:attrNameLst>
                                      </p:cBhvr>
                                      <p:tavLst>
                                        <p:tav tm="0">
                                          <p:val>
                                            <p:fltVal val="0"/>
                                          </p:val>
                                        </p:tav>
                                        <p:tav tm="100000">
                                          <p:val>
                                            <p:strVal val="#ppt_w"/>
                                          </p:val>
                                        </p:tav>
                                      </p:tavLst>
                                    </p:anim>
                                    <p:anim calcmode="lin" valueType="num">
                                      <p:cBhvr>
                                        <p:cTn id="309" dur="500" fill="hold"/>
                                        <p:tgtEl>
                                          <p:spTgt spid="30"/>
                                        </p:tgtEl>
                                        <p:attrNameLst>
                                          <p:attrName>ppt_h</p:attrName>
                                        </p:attrNameLst>
                                      </p:cBhvr>
                                      <p:tavLst>
                                        <p:tav tm="0">
                                          <p:val>
                                            <p:fltVal val="0"/>
                                          </p:val>
                                        </p:tav>
                                        <p:tav tm="100000">
                                          <p:val>
                                            <p:strVal val="#ppt_h"/>
                                          </p:val>
                                        </p:tav>
                                      </p:tavLst>
                                    </p:anim>
                                    <p:animEffect transition="in" filter="fade">
                                      <p:cBhvr>
                                        <p:cTn id="310" dur="500"/>
                                        <p:tgtEl>
                                          <p:spTgt spid="30"/>
                                        </p:tgtEl>
                                      </p:cBhvr>
                                    </p:animEffect>
                                  </p:childTnLst>
                                </p:cTn>
                              </p:par>
                              <p:par>
                                <p:cTn id="311" presetID="53" presetClass="entr" presetSubtype="16" fill="hold" grpId="0" nodeType="withEffect">
                                  <p:stCondLst>
                                    <p:cond delay="250"/>
                                  </p:stCondLst>
                                  <p:childTnLst>
                                    <p:set>
                                      <p:cBhvr>
                                        <p:cTn id="312" dur="1" fill="hold">
                                          <p:stCondLst>
                                            <p:cond delay="0"/>
                                          </p:stCondLst>
                                        </p:cTn>
                                        <p:tgtEl>
                                          <p:spTgt spid="31"/>
                                        </p:tgtEl>
                                        <p:attrNameLst>
                                          <p:attrName>style.visibility</p:attrName>
                                        </p:attrNameLst>
                                      </p:cBhvr>
                                      <p:to>
                                        <p:strVal val="visible"/>
                                      </p:to>
                                    </p:set>
                                    <p:anim calcmode="lin" valueType="num">
                                      <p:cBhvr>
                                        <p:cTn id="313" dur="500" fill="hold"/>
                                        <p:tgtEl>
                                          <p:spTgt spid="31"/>
                                        </p:tgtEl>
                                        <p:attrNameLst>
                                          <p:attrName>ppt_w</p:attrName>
                                        </p:attrNameLst>
                                      </p:cBhvr>
                                      <p:tavLst>
                                        <p:tav tm="0">
                                          <p:val>
                                            <p:fltVal val="0"/>
                                          </p:val>
                                        </p:tav>
                                        <p:tav tm="100000">
                                          <p:val>
                                            <p:strVal val="#ppt_w"/>
                                          </p:val>
                                        </p:tav>
                                      </p:tavLst>
                                    </p:anim>
                                    <p:anim calcmode="lin" valueType="num">
                                      <p:cBhvr>
                                        <p:cTn id="314" dur="500" fill="hold"/>
                                        <p:tgtEl>
                                          <p:spTgt spid="31"/>
                                        </p:tgtEl>
                                        <p:attrNameLst>
                                          <p:attrName>ppt_h</p:attrName>
                                        </p:attrNameLst>
                                      </p:cBhvr>
                                      <p:tavLst>
                                        <p:tav tm="0">
                                          <p:val>
                                            <p:fltVal val="0"/>
                                          </p:val>
                                        </p:tav>
                                        <p:tav tm="100000">
                                          <p:val>
                                            <p:strVal val="#ppt_h"/>
                                          </p:val>
                                        </p:tav>
                                      </p:tavLst>
                                    </p:anim>
                                    <p:animEffect transition="in" filter="fade">
                                      <p:cBhvr>
                                        <p:cTn id="315" dur="500"/>
                                        <p:tgtEl>
                                          <p:spTgt spid="31"/>
                                        </p:tgtEl>
                                      </p:cBhvr>
                                    </p:animEffect>
                                  </p:childTnLst>
                                </p:cTn>
                              </p:par>
                              <p:par>
                                <p:cTn id="316" presetID="53" presetClass="entr" presetSubtype="16" fill="hold" grpId="0" nodeType="withEffect">
                                  <p:stCondLst>
                                    <p:cond delay="250"/>
                                  </p:stCondLst>
                                  <p:childTnLst>
                                    <p:set>
                                      <p:cBhvr>
                                        <p:cTn id="317" dur="1" fill="hold">
                                          <p:stCondLst>
                                            <p:cond delay="0"/>
                                          </p:stCondLst>
                                        </p:cTn>
                                        <p:tgtEl>
                                          <p:spTgt spid="32"/>
                                        </p:tgtEl>
                                        <p:attrNameLst>
                                          <p:attrName>style.visibility</p:attrName>
                                        </p:attrNameLst>
                                      </p:cBhvr>
                                      <p:to>
                                        <p:strVal val="visible"/>
                                      </p:to>
                                    </p:set>
                                    <p:anim calcmode="lin" valueType="num">
                                      <p:cBhvr>
                                        <p:cTn id="318" dur="500" fill="hold"/>
                                        <p:tgtEl>
                                          <p:spTgt spid="32"/>
                                        </p:tgtEl>
                                        <p:attrNameLst>
                                          <p:attrName>ppt_w</p:attrName>
                                        </p:attrNameLst>
                                      </p:cBhvr>
                                      <p:tavLst>
                                        <p:tav tm="0">
                                          <p:val>
                                            <p:fltVal val="0"/>
                                          </p:val>
                                        </p:tav>
                                        <p:tav tm="100000">
                                          <p:val>
                                            <p:strVal val="#ppt_w"/>
                                          </p:val>
                                        </p:tav>
                                      </p:tavLst>
                                    </p:anim>
                                    <p:anim calcmode="lin" valueType="num">
                                      <p:cBhvr>
                                        <p:cTn id="319" dur="500" fill="hold"/>
                                        <p:tgtEl>
                                          <p:spTgt spid="32"/>
                                        </p:tgtEl>
                                        <p:attrNameLst>
                                          <p:attrName>ppt_h</p:attrName>
                                        </p:attrNameLst>
                                      </p:cBhvr>
                                      <p:tavLst>
                                        <p:tav tm="0">
                                          <p:val>
                                            <p:fltVal val="0"/>
                                          </p:val>
                                        </p:tav>
                                        <p:tav tm="100000">
                                          <p:val>
                                            <p:strVal val="#ppt_h"/>
                                          </p:val>
                                        </p:tav>
                                      </p:tavLst>
                                    </p:anim>
                                    <p:animEffect transition="in" filter="fade">
                                      <p:cBhvr>
                                        <p:cTn id="320" dur="500"/>
                                        <p:tgtEl>
                                          <p:spTgt spid="32"/>
                                        </p:tgtEl>
                                      </p:cBhvr>
                                    </p:animEffect>
                                  </p:childTnLst>
                                </p:cTn>
                              </p:par>
                              <p:par>
                                <p:cTn id="321" presetID="53" presetClass="entr" presetSubtype="16" fill="hold" grpId="0" nodeType="withEffect">
                                  <p:stCondLst>
                                    <p:cond delay="250"/>
                                  </p:stCondLst>
                                  <p:childTnLst>
                                    <p:set>
                                      <p:cBhvr>
                                        <p:cTn id="322" dur="1" fill="hold">
                                          <p:stCondLst>
                                            <p:cond delay="0"/>
                                          </p:stCondLst>
                                        </p:cTn>
                                        <p:tgtEl>
                                          <p:spTgt spid="33"/>
                                        </p:tgtEl>
                                        <p:attrNameLst>
                                          <p:attrName>style.visibility</p:attrName>
                                        </p:attrNameLst>
                                      </p:cBhvr>
                                      <p:to>
                                        <p:strVal val="visible"/>
                                      </p:to>
                                    </p:set>
                                    <p:anim calcmode="lin" valueType="num">
                                      <p:cBhvr>
                                        <p:cTn id="323" dur="500" fill="hold"/>
                                        <p:tgtEl>
                                          <p:spTgt spid="33"/>
                                        </p:tgtEl>
                                        <p:attrNameLst>
                                          <p:attrName>ppt_w</p:attrName>
                                        </p:attrNameLst>
                                      </p:cBhvr>
                                      <p:tavLst>
                                        <p:tav tm="0">
                                          <p:val>
                                            <p:fltVal val="0"/>
                                          </p:val>
                                        </p:tav>
                                        <p:tav tm="100000">
                                          <p:val>
                                            <p:strVal val="#ppt_w"/>
                                          </p:val>
                                        </p:tav>
                                      </p:tavLst>
                                    </p:anim>
                                    <p:anim calcmode="lin" valueType="num">
                                      <p:cBhvr>
                                        <p:cTn id="324" dur="500" fill="hold"/>
                                        <p:tgtEl>
                                          <p:spTgt spid="33"/>
                                        </p:tgtEl>
                                        <p:attrNameLst>
                                          <p:attrName>ppt_h</p:attrName>
                                        </p:attrNameLst>
                                      </p:cBhvr>
                                      <p:tavLst>
                                        <p:tav tm="0">
                                          <p:val>
                                            <p:fltVal val="0"/>
                                          </p:val>
                                        </p:tav>
                                        <p:tav tm="100000">
                                          <p:val>
                                            <p:strVal val="#ppt_h"/>
                                          </p:val>
                                        </p:tav>
                                      </p:tavLst>
                                    </p:anim>
                                    <p:animEffect transition="in" filter="fade">
                                      <p:cBhvr>
                                        <p:cTn id="325" dur="500"/>
                                        <p:tgtEl>
                                          <p:spTgt spid="33"/>
                                        </p:tgtEl>
                                      </p:cBhvr>
                                    </p:animEffect>
                                  </p:childTnLst>
                                </p:cTn>
                              </p:par>
                              <p:par>
                                <p:cTn id="326" presetID="53" presetClass="entr" presetSubtype="16" fill="hold" grpId="0" nodeType="withEffect">
                                  <p:stCondLst>
                                    <p:cond delay="250"/>
                                  </p:stCondLst>
                                  <p:childTnLst>
                                    <p:set>
                                      <p:cBhvr>
                                        <p:cTn id="327" dur="1" fill="hold">
                                          <p:stCondLst>
                                            <p:cond delay="0"/>
                                          </p:stCondLst>
                                        </p:cTn>
                                        <p:tgtEl>
                                          <p:spTgt spid="34"/>
                                        </p:tgtEl>
                                        <p:attrNameLst>
                                          <p:attrName>style.visibility</p:attrName>
                                        </p:attrNameLst>
                                      </p:cBhvr>
                                      <p:to>
                                        <p:strVal val="visible"/>
                                      </p:to>
                                    </p:set>
                                    <p:anim calcmode="lin" valueType="num">
                                      <p:cBhvr>
                                        <p:cTn id="328" dur="500" fill="hold"/>
                                        <p:tgtEl>
                                          <p:spTgt spid="34"/>
                                        </p:tgtEl>
                                        <p:attrNameLst>
                                          <p:attrName>ppt_w</p:attrName>
                                        </p:attrNameLst>
                                      </p:cBhvr>
                                      <p:tavLst>
                                        <p:tav tm="0">
                                          <p:val>
                                            <p:fltVal val="0"/>
                                          </p:val>
                                        </p:tav>
                                        <p:tav tm="100000">
                                          <p:val>
                                            <p:strVal val="#ppt_w"/>
                                          </p:val>
                                        </p:tav>
                                      </p:tavLst>
                                    </p:anim>
                                    <p:anim calcmode="lin" valueType="num">
                                      <p:cBhvr>
                                        <p:cTn id="329" dur="500" fill="hold"/>
                                        <p:tgtEl>
                                          <p:spTgt spid="34"/>
                                        </p:tgtEl>
                                        <p:attrNameLst>
                                          <p:attrName>ppt_h</p:attrName>
                                        </p:attrNameLst>
                                      </p:cBhvr>
                                      <p:tavLst>
                                        <p:tav tm="0">
                                          <p:val>
                                            <p:fltVal val="0"/>
                                          </p:val>
                                        </p:tav>
                                        <p:tav tm="100000">
                                          <p:val>
                                            <p:strVal val="#ppt_h"/>
                                          </p:val>
                                        </p:tav>
                                      </p:tavLst>
                                    </p:anim>
                                    <p:animEffect transition="in" filter="fade">
                                      <p:cBhvr>
                                        <p:cTn id="330" dur="500"/>
                                        <p:tgtEl>
                                          <p:spTgt spid="34"/>
                                        </p:tgtEl>
                                      </p:cBhvr>
                                    </p:animEffect>
                                  </p:childTnLst>
                                </p:cTn>
                              </p:par>
                              <p:par>
                                <p:cTn id="331" presetID="53" presetClass="entr" presetSubtype="16" fill="hold" grpId="0" nodeType="withEffect">
                                  <p:stCondLst>
                                    <p:cond delay="250"/>
                                  </p:stCondLst>
                                  <p:childTnLst>
                                    <p:set>
                                      <p:cBhvr>
                                        <p:cTn id="332" dur="1" fill="hold">
                                          <p:stCondLst>
                                            <p:cond delay="0"/>
                                          </p:stCondLst>
                                        </p:cTn>
                                        <p:tgtEl>
                                          <p:spTgt spid="35"/>
                                        </p:tgtEl>
                                        <p:attrNameLst>
                                          <p:attrName>style.visibility</p:attrName>
                                        </p:attrNameLst>
                                      </p:cBhvr>
                                      <p:to>
                                        <p:strVal val="visible"/>
                                      </p:to>
                                    </p:set>
                                    <p:anim calcmode="lin" valueType="num">
                                      <p:cBhvr>
                                        <p:cTn id="333" dur="500" fill="hold"/>
                                        <p:tgtEl>
                                          <p:spTgt spid="35"/>
                                        </p:tgtEl>
                                        <p:attrNameLst>
                                          <p:attrName>ppt_w</p:attrName>
                                        </p:attrNameLst>
                                      </p:cBhvr>
                                      <p:tavLst>
                                        <p:tav tm="0">
                                          <p:val>
                                            <p:fltVal val="0"/>
                                          </p:val>
                                        </p:tav>
                                        <p:tav tm="100000">
                                          <p:val>
                                            <p:strVal val="#ppt_w"/>
                                          </p:val>
                                        </p:tav>
                                      </p:tavLst>
                                    </p:anim>
                                    <p:anim calcmode="lin" valueType="num">
                                      <p:cBhvr>
                                        <p:cTn id="334" dur="500" fill="hold"/>
                                        <p:tgtEl>
                                          <p:spTgt spid="35"/>
                                        </p:tgtEl>
                                        <p:attrNameLst>
                                          <p:attrName>ppt_h</p:attrName>
                                        </p:attrNameLst>
                                      </p:cBhvr>
                                      <p:tavLst>
                                        <p:tav tm="0">
                                          <p:val>
                                            <p:fltVal val="0"/>
                                          </p:val>
                                        </p:tav>
                                        <p:tav tm="100000">
                                          <p:val>
                                            <p:strVal val="#ppt_h"/>
                                          </p:val>
                                        </p:tav>
                                      </p:tavLst>
                                    </p:anim>
                                    <p:animEffect transition="in" filter="fade">
                                      <p:cBhvr>
                                        <p:cTn id="335" dur="500"/>
                                        <p:tgtEl>
                                          <p:spTgt spid="35"/>
                                        </p:tgtEl>
                                      </p:cBhvr>
                                    </p:animEffect>
                                  </p:childTnLst>
                                </p:cTn>
                              </p:par>
                              <p:par>
                                <p:cTn id="336" presetID="53" presetClass="entr" presetSubtype="16" fill="hold" grpId="0" nodeType="withEffect">
                                  <p:stCondLst>
                                    <p:cond delay="250"/>
                                  </p:stCondLst>
                                  <p:childTnLst>
                                    <p:set>
                                      <p:cBhvr>
                                        <p:cTn id="337" dur="1" fill="hold">
                                          <p:stCondLst>
                                            <p:cond delay="0"/>
                                          </p:stCondLst>
                                        </p:cTn>
                                        <p:tgtEl>
                                          <p:spTgt spid="36"/>
                                        </p:tgtEl>
                                        <p:attrNameLst>
                                          <p:attrName>style.visibility</p:attrName>
                                        </p:attrNameLst>
                                      </p:cBhvr>
                                      <p:to>
                                        <p:strVal val="visible"/>
                                      </p:to>
                                    </p:set>
                                    <p:anim calcmode="lin" valueType="num">
                                      <p:cBhvr>
                                        <p:cTn id="338" dur="500" fill="hold"/>
                                        <p:tgtEl>
                                          <p:spTgt spid="36"/>
                                        </p:tgtEl>
                                        <p:attrNameLst>
                                          <p:attrName>ppt_w</p:attrName>
                                        </p:attrNameLst>
                                      </p:cBhvr>
                                      <p:tavLst>
                                        <p:tav tm="0">
                                          <p:val>
                                            <p:fltVal val="0"/>
                                          </p:val>
                                        </p:tav>
                                        <p:tav tm="100000">
                                          <p:val>
                                            <p:strVal val="#ppt_w"/>
                                          </p:val>
                                        </p:tav>
                                      </p:tavLst>
                                    </p:anim>
                                    <p:anim calcmode="lin" valueType="num">
                                      <p:cBhvr>
                                        <p:cTn id="339" dur="500" fill="hold"/>
                                        <p:tgtEl>
                                          <p:spTgt spid="36"/>
                                        </p:tgtEl>
                                        <p:attrNameLst>
                                          <p:attrName>ppt_h</p:attrName>
                                        </p:attrNameLst>
                                      </p:cBhvr>
                                      <p:tavLst>
                                        <p:tav tm="0">
                                          <p:val>
                                            <p:fltVal val="0"/>
                                          </p:val>
                                        </p:tav>
                                        <p:tav tm="100000">
                                          <p:val>
                                            <p:strVal val="#ppt_h"/>
                                          </p:val>
                                        </p:tav>
                                      </p:tavLst>
                                    </p:anim>
                                    <p:animEffect transition="in" filter="fade">
                                      <p:cBhvr>
                                        <p:cTn id="340" dur="500"/>
                                        <p:tgtEl>
                                          <p:spTgt spid="36"/>
                                        </p:tgtEl>
                                      </p:cBhvr>
                                    </p:animEffect>
                                  </p:childTnLst>
                                </p:cTn>
                              </p:par>
                              <p:par>
                                <p:cTn id="341" presetID="53" presetClass="entr" presetSubtype="16" fill="hold" grpId="0" nodeType="withEffect">
                                  <p:stCondLst>
                                    <p:cond delay="250"/>
                                  </p:stCondLst>
                                  <p:childTnLst>
                                    <p:set>
                                      <p:cBhvr>
                                        <p:cTn id="342" dur="1" fill="hold">
                                          <p:stCondLst>
                                            <p:cond delay="0"/>
                                          </p:stCondLst>
                                        </p:cTn>
                                        <p:tgtEl>
                                          <p:spTgt spid="37"/>
                                        </p:tgtEl>
                                        <p:attrNameLst>
                                          <p:attrName>style.visibility</p:attrName>
                                        </p:attrNameLst>
                                      </p:cBhvr>
                                      <p:to>
                                        <p:strVal val="visible"/>
                                      </p:to>
                                    </p:set>
                                    <p:anim calcmode="lin" valueType="num">
                                      <p:cBhvr>
                                        <p:cTn id="343" dur="500" fill="hold"/>
                                        <p:tgtEl>
                                          <p:spTgt spid="37"/>
                                        </p:tgtEl>
                                        <p:attrNameLst>
                                          <p:attrName>ppt_w</p:attrName>
                                        </p:attrNameLst>
                                      </p:cBhvr>
                                      <p:tavLst>
                                        <p:tav tm="0">
                                          <p:val>
                                            <p:fltVal val="0"/>
                                          </p:val>
                                        </p:tav>
                                        <p:tav tm="100000">
                                          <p:val>
                                            <p:strVal val="#ppt_w"/>
                                          </p:val>
                                        </p:tav>
                                      </p:tavLst>
                                    </p:anim>
                                    <p:anim calcmode="lin" valueType="num">
                                      <p:cBhvr>
                                        <p:cTn id="344" dur="500" fill="hold"/>
                                        <p:tgtEl>
                                          <p:spTgt spid="37"/>
                                        </p:tgtEl>
                                        <p:attrNameLst>
                                          <p:attrName>ppt_h</p:attrName>
                                        </p:attrNameLst>
                                      </p:cBhvr>
                                      <p:tavLst>
                                        <p:tav tm="0">
                                          <p:val>
                                            <p:fltVal val="0"/>
                                          </p:val>
                                        </p:tav>
                                        <p:tav tm="100000">
                                          <p:val>
                                            <p:strVal val="#ppt_h"/>
                                          </p:val>
                                        </p:tav>
                                      </p:tavLst>
                                    </p:anim>
                                    <p:animEffect transition="in" filter="fade">
                                      <p:cBhvr>
                                        <p:cTn id="345" dur="500"/>
                                        <p:tgtEl>
                                          <p:spTgt spid="37"/>
                                        </p:tgtEl>
                                      </p:cBhvr>
                                    </p:animEffect>
                                  </p:childTnLst>
                                </p:cTn>
                              </p:par>
                              <p:par>
                                <p:cTn id="346" presetID="53" presetClass="entr" presetSubtype="16" fill="hold" grpId="0" nodeType="withEffect">
                                  <p:stCondLst>
                                    <p:cond delay="0"/>
                                  </p:stCondLst>
                                  <p:childTnLst>
                                    <p:set>
                                      <p:cBhvr>
                                        <p:cTn id="347" dur="1" fill="hold">
                                          <p:stCondLst>
                                            <p:cond delay="0"/>
                                          </p:stCondLst>
                                        </p:cTn>
                                        <p:tgtEl>
                                          <p:spTgt spid="38"/>
                                        </p:tgtEl>
                                        <p:attrNameLst>
                                          <p:attrName>style.visibility</p:attrName>
                                        </p:attrNameLst>
                                      </p:cBhvr>
                                      <p:to>
                                        <p:strVal val="visible"/>
                                      </p:to>
                                    </p:set>
                                    <p:anim calcmode="lin" valueType="num">
                                      <p:cBhvr>
                                        <p:cTn id="348" dur="500" fill="hold"/>
                                        <p:tgtEl>
                                          <p:spTgt spid="38"/>
                                        </p:tgtEl>
                                        <p:attrNameLst>
                                          <p:attrName>ppt_w</p:attrName>
                                        </p:attrNameLst>
                                      </p:cBhvr>
                                      <p:tavLst>
                                        <p:tav tm="0">
                                          <p:val>
                                            <p:fltVal val="0"/>
                                          </p:val>
                                        </p:tav>
                                        <p:tav tm="100000">
                                          <p:val>
                                            <p:strVal val="#ppt_w"/>
                                          </p:val>
                                        </p:tav>
                                      </p:tavLst>
                                    </p:anim>
                                    <p:anim calcmode="lin" valueType="num">
                                      <p:cBhvr>
                                        <p:cTn id="349" dur="500" fill="hold"/>
                                        <p:tgtEl>
                                          <p:spTgt spid="38"/>
                                        </p:tgtEl>
                                        <p:attrNameLst>
                                          <p:attrName>ppt_h</p:attrName>
                                        </p:attrNameLst>
                                      </p:cBhvr>
                                      <p:tavLst>
                                        <p:tav tm="0">
                                          <p:val>
                                            <p:fltVal val="0"/>
                                          </p:val>
                                        </p:tav>
                                        <p:tav tm="100000">
                                          <p:val>
                                            <p:strVal val="#ppt_h"/>
                                          </p:val>
                                        </p:tav>
                                      </p:tavLst>
                                    </p:anim>
                                    <p:animEffect transition="in" filter="fade">
                                      <p:cBhvr>
                                        <p:cTn id="350" dur="500"/>
                                        <p:tgtEl>
                                          <p:spTgt spid="38"/>
                                        </p:tgtEl>
                                      </p:cBhvr>
                                    </p:animEffect>
                                  </p:childTnLst>
                                </p:cTn>
                              </p:par>
                              <p:par>
                                <p:cTn id="351" presetID="53" presetClass="entr" presetSubtype="16" fill="hold" grpId="0" nodeType="withEffect">
                                  <p:stCondLst>
                                    <p:cond delay="0"/>
                                  </p:stCondLst>
                                  <p:childTnLst>
                                    <p:set>
                                      <p:cBhvr>
                                        <p:cTn id="352" dur="1" fill="hold">
                                          <p:stCondLst>
                                            <p:cond delay="0"/>
                                          </p:stCondLst>
                                        </p:cTn>
                                        <p:tgtEl>
                                          <p:spTgt spid="39"/>
                                        </p:tgtEl>
                                        <p:attrNameLst>
                                          <p:attrName>style.visibility</p:attrName>
                                        </p:attrNameLst>
                                      </p:cBhvr>
                                      <p:to>
                                        <p:strVal val="visible"/>
                                      </p:to>
                                    </p:set>
                                    <p:anim calcmode="lin" valueType="num">
                                      <p:cBhvr>
                                        <p:cTn id="353" dur="500" fill="hold"/>
                                        <p:tgtEl>
                                          <p:spTgt spid="39"/>
                                        </p:tgtEl>
                                        <p:attrNameLst>
                                          <p:attrName>ppt_w</p:attrName>
                                        </p:attrNameLst>
                                      </p:cBhvr>
                                      <p:tavLst>
                                        <p:tav tm="0">
                                          <p:val>
                                            <p:fltVal val="0"/>
                                          </p:val>
                                        </p:tav>
                                        <p:tav tm="100000">
                                          <p:val>
                                            <p:strVal val="#ppt_w"/>
                                          </p:val>
                                        </p:tav>
                                      </p:tavLst>
                                    </p:anim>
                                    <p:anim calcmode="lin" valueType="num">
                                      <p:cBhvr>
                                        <p:cTn id="354" dur="500" fill="hold"/>
                                        <p:tgtEl>
                                          <p:spTgt spid="39"/>
                                        </p:tgtEl>
                                        <p:attrNameLst>
                                          <p:attrName>ppt_h</p:attrName>
                                        </p:attrNameLst>
                                      </p:cBhvr>
                                      <p:tavLst>
                                        <p:tav tm="0">
                                          <p:val>
                                            <p:fltVal val="0"/>
                                          </p:val>
                                        </p:tav>
                                        <p:tav tm="100000">
                                          <p:val>
                                            <p:strVal val="#ppt_h"/>
                                          </p:val>
                                        </p:tav>
                                      </p:tavLst>
                                    </p:anim>
                                    <p:animEffect transition="in" filter="fade">
                                      <p:cBhvr>
                                        <p:cTn id="355" dur="500"/>
                                        <p:tgtEl>
                                          <p:spTgt spid="39"/>
                                        </p:tgtEl>
                                      </p:cBhvr>
                                    </p:animEffect>
                                  </p:childTnLst>
                                </p:cTn>
                              </p:par>
                              <p:par>
                                <p:cTn id="356" presetID="53" presetClass="entr" presetSubtype="16" fill="hold" grpId="0" nodeType="withEffect">
                                  <p:stCondLst>
                                    <p:cond delay="0"/>
                                  </p:stCondLst>
                                  <p:childTnLst>
                                    <p:set>
                                      <p:cBhvr>
                                        <p:cTn id="357" dur="1" fill="hold">
                                          <p:stCondLst>
                                            <p:cond delay="0"/>
                                          </p:stCondLst>
                                        </p:cTn>
                                        <p:tgtEl>
                                          <p:spTgt spid="40"/>
                                        </p:tgtEl>
                                        <p:attrNameLst>
                                          <p:attrName>style.visibility</p:attrName>
                                        </p:attrNameLst>
                                      </p:cBhvr>
                                      <p:to>
                                        <p:strVal val="visible"/>
                                      </p:to>
                                    </p:set>
                                    <p:anim calcmode="lin" valueType="num">
                                      <p:cBhvr>
                                        <p:cTn id="358" dur="500" fill="hold"/>
                                        <p:tgtEl>
                                          <p:spTgt spid="40"/>
                                        </p:tgtEl>
                                        <p:attrNameLst>
                                          <p:attrName>ppt_w</p:attrName>
                                        </p:attrNameLst>
                                      </p:cBhvr>
                                      <p:tavLst>
                                        <p:tav tm="0">
                                          <p:val>
                                            <p:fltVal val="0"/>
                                          </p:val>
                                        </p:tav>
                                        <p:tav tm="100000">
                                          <p:val>
                                            <p:strVal val="#ppt_w"/>
                                          </p:val>
                                        </p:tav>
                                      </p:tavLst>
                                    </p:anim>
                                    <p:anim calcmode="lin" valueType="num">
                                      <p:cBhvr>
                                        <p:cTn id="359" dur="500" fill="hold"/>
                                        <p:tgtEl>
                                          <p:spTgt spid="40"/>
                                        </p:tgtEl>
                                        <p:attrNameLst>
                                          <p:attrName>ppt_h</p:attrName>
                                        </p:attrNameLst>
                                      </p:cBhvr>
                                      <p:tavLst>
                                        <p:tav tm="0">
                                          <p:val>
                                            <p:fltVal val="0"/>
                                          </p:val>
                                        </p:tav>
                                        <p:tav tm="100000">
                                          <p:val>
                                            <p:strVal val="#ppt_h"/>
                                          </p:val>
                                        </p:tav>
                                      </p:tavLst>
                                    </p:anim>
                                    <p:animEffect transition="in" filter="fade">
                                      <p:cBhvr>
                                        <p:cTn id="360" dur="500"/>
                                        <p:tgtEl>
                                          <p:spTgt spid="40"/>
                                        </p:tgtEl>
                                      </p:cBhvr>
                                    </p:animEffect>
                                  </p:childTnLst>
                                </p:cTn>
                              </p:par>
                              <p:par>
                                <p:cTn id="361" presetID="53" presetClass="entr" presetSubtype="16" fill="hold" grpId="0" nodeType="withEffect">
                                  <p:stCondLst>
                                    <p:cond delay="0"/>
                                  </p:stCondLst>
                                  <p:childTnLst>
                                    <p:set>
                                      <p:cBhvr>
                                        <p:cTn id="362" dur="1" fill="hold">
                                          <p:stCondLst>
                                            <p:cond delay="0"/>
                                          </p:stCondLst>
                                        </p:cTn>
                                        <p:tgtEl>
                                          <p:spTgt spid="41"/>
                                        </p:tgtEl>
                                        <p:attrNameLst>
                                          <p:attrName>style.visibility</p:attrName>
                                        </p:attrNameLst>
                                      </p:cBhvr>
                                      <p:to>
                                        <p:strVal val="visible"/>
                                      </p:to>
                                    </p:set>
                                    <p:anim calcmode="lin" valueType="num">
                                      <p:cBhvr>
                                        <p:cTn id="363" dur="500" fill="hold"/>
                                        <p:tgtEl>
                                          <p:spTgt spid="41"/>
                                        </p:tgtEl>
                                        <p:attrNameLst>
                                          <p:attrName>ppt_w</p:attrName>
                                        </p:attrNameLst>
                                      </p:cBhvr>
                                      <p:tavLst>
                                        <p:tav tm="0">
                                          <p:val>
                                            <p:fltVal val="0"/>
                                          </p:val>
                                        </p:tav>
                                        <p:tav tm="100000">
                                          <p:val>
                                            <p:strVal val="#ppt_w"/>
                                          </p:val>
                                        </p:tav>
                                      </p:tavLst>
                                    </p:anim>
                                    <p:anim calcmode="lin" valueType="num">
                                      <p:cBhvr>
                                        <p:cTn id="364" dur="500" fill="hold"/>
                                        <p:tgtEl>
                                          <p:spTgt spid="41"/>
                                        </p:tgtEl>
                                        <p:attrNameLst>
                                          <p:attrName>ppt_h</p:attrName>
                                        </p:attrNameLst>
                                      </p:cBhvr>
                                      <p:tavLst>
                                        <p:tav tm="0">
                                          <p:val>
                                            <p:fltVal val="0"/>
                                          </p:val>
                                        </p:tav>
                                        <p:tav tm="100000">
                                          <p:val>
                                            <p:strVal val="#ppt_h"/>
                                          </p:val>
                                        </p:tav>
                                      </p:tavLst>
                                    </p:anim>
                                    <p:animEffect transition="in" filter="fade">
                                      <p:cBhvr>
                                        <p:cTn id="365" dur="500"/>
                                        <p:tgtEl>
                                          <p:spTgt spid="41"/>
                                        </p:tgtEl>
                                      </p:cBhvr>
                                    </p:animEffect>
                                  </p:childTnLst>
                                </p:cTn>
                              </p:par>
                              <p:par>
                                <p:cTn id="366" presetID="53" presetClass="entr" presetSubtype="16" fill="hold" grpId="0" nodeType="withEffect">
                                  <p:stCondLst>
                                    <p:cond delay="0"/>
                                  </p:stCondLst>
                                  <p:childTnLst>
                                    <p:set>
                                      <p:cBhvr>
                                        <p:cTn id="367" dur="1" fill="hold">
                                          <p:stCondLst>
                                            <p:cond delay="0"/>
                                          </p:stCondLst>
                                        </p:cTn>
                                        <p:tgtEl>
                                          <p:spTgt spid="42"/>
                                        </p:tgtEl>
                                        <p:attrNameLst>
                                          <p:attrName>style.visibility</p:attrName>
                                        </p:attrNameLst>
                                      </p:cBhvr>
                                      <p:to>
                                        <p:strVal val="visible"/>
                                      </p:to>
                                    </p:set>
                                    <p:anim calcmode="lin" valueType="num">
                                      <p:cBhvr>
                                        <p:cTn id="368" dur="500" fill="hold"/>
                                        <p:tgtEl>
                                          <p:spTgt spid="42"/>
                                        </p:tgtEl>
                                        <p:attrNameLst>
                                          <p:attrName>ppt_w</p:attrName>
                                        </p:attrNameLst>
                                      </p:cBhvr>
                                      <p:tavLst>
                                        <p:tav tm="0">
                                          <p:val>
                                            <p:fltVal val="0"/>
                                          </p:val>
                                        </p:tav>
                                        <p:tav tm="100000">
                                          <p:val>
                                            <p:strVal val="#ppt_w"/>
                                          </p:val>
                                        </p:tav>
                                      </p:tavLst>
                                    </p:anim>
                                    <p:anim calcmode="lin" valueType="num">
                                      <p:cBhvr>
                                        <p:cTn id="369" dur="500" fill="hold"/>
                                        <p:tgtEl>
                                          <p:spTgt spid="42"/>
                                        </p:tgtEl>
                                        <p:attrNameLst>
                                          <p:attrName>ppt_h</p:attrName>
                                        </p:attrNameLst>
                                      </p:cBhvr>
                                      <p:tavLst>
                                        <p:tav tm="0">
                                          <p:val>
                                            <p:fltVal val="0"/>
                                          </p:val>
                                        </p:tav>
                                        <p:tav tm="100000">
                                          <p:val>
                                            <p:strVal val="#ppt_h"/>
                                          </p:val>
                                        </p:tav>
                                      </p:tavLst>
                                    </p:anim>
                                    <p:animEffect transition="in" filter="fade">
                                      <p:cBhvr>
                                        <p:cTn id="370" dur="500"/>
                                        <p:tgtEl>
                                          <p:spTgt spid="42"/>
                                        </p:tgtEl>
                                      </p:cBhvr>
                                    </p:animEffect>
                                  </p:childTnLst>
                                </p:cTn>
                              </p:par>
                              <p:par>
                                <p:cTn id="371" presetID="53" presetClass="entr" presetSubtype="16" fill="hold" grpId="0" nodeType="withEffect">
                                  <p:stCondLst>
                                    <p:cond delay="0"/>
                                  </p:stCondLst>
                                  <p:childTnLst>
                                    <p:set>
                                      <p:cBhvr>
                                        <p:cTn id="372" dur="1" fill="hold">
                                          <p:stCondLst>
                                            <p:cond delay="0"/>
                                          </p:stCondLst>
                                        </p:cTn>
                                        <p:tgtEl>
                                          <p:spTgt spid="43"/>
                                        </p:tgtEl>
                                        <p:attrNameLst>
                                          <p:attrName>style.visibility</p:attrName>
                                        </p:attrNameLst>
                                      </p:cBhvr>
                                      <p:to>
                                        <p:strVal val="visible"/>
                                      </p:to>
                                    </p:set>
                                    <p:anim calcmode="lin" valueType="num">
                                      <p:cBhvr>
                                        <p:cTn id="373" dur="500" fill="hold"/>
                                        <p:tgtEl>
                                          <p:spTgt spid="43"/>
                                        </p:tgtEl>
                                        <p:attrNameLst>
                                          <p:attrName>ppt_w</p:attrName>
                                        </p:attrNameLst>
                                      </p:cBhvr>
                                      <p:tavLst>
                                        <p:tav tm="0">
                                          <p:val>
                                            <p:fltVal val="0"/>
                                          </p:val>
                                        </p:tav>
                                        <p:tav tm="100000">
                                          <p:val>
                                            <p:strVal val="#ppt_w"/>
                                          </p:val>
                                        </p:tav>
                                      </p:tavLst>
                                    </p:anim>
                                    <p:anim calcmode="lin" valueType="num">
                                      <p:cBhvr>
                                        <p:cTn id="374" dur="500" fill="hold"/>
                                        <p:tgtEl>
                                          <p:spTgt spid="43"/>
                                        </p:tgtEl>
                                        <p:attrNameLst>
                                          <p:attrName>ppt_h</p:attrName>
                                        </p:attrNameLst>
                                      </p:cBhvr>
                                      <p:tavLst>
                                        <p:tav tm="0">
                                          <p:val>
                                            <p:fltVal val="0"/>
                                          </p:val>
                                        </p:tav>
                                        <p:tav tm="100000">
                                          <p:val>
                                            <p:strVal val="#ppt_h"/>
                                          </p:val>
                                        </p:tav>
                                      </p:tavLst>
                                    </p:anim>
                                    <p:animEffect transition="in" filter="fade">
                                      <p:cBhvr>
                                        <p:cTn id="375" dur="500"/>
                                        <p:tgtEl>
                                          <p:spTgt spid="43"/>
                                        </p:tgtEl>
                                      </p:cBhvr>
                                    </p:animEffect>
                                  </p:childTnLst>
                                </p:cTn>
                              </p:par>
                              <p:par>
                                <p:cTn id="376" presetID="53" presetClass="entr" presetSubtype="16" fill="hold" grpId="0" nodeType="withEffect">
                                  <p:stCondLst>
                                    <p:cond delay="0"/>
                                  </p:stCondLst>
                                  <p:childTnLst>
                                    <p:set>
                                      <p:cBhvr>
                                        <p:cTn id="377" dur="1" fill="hold">
                                          <p:stCondLst>
                                            <p:cond delay="0"/>
                                          </p:stCondLst>
                                        </p:cTn>
                                        <p:tgtEl>
                                          <p:spTgt spid="44"/>
                                        </p:tgtEl>
                                        <p:attrNameLst>
                                          <p:attrName>style.visibility</p:attrName>
                                        </p:attrNameLst>
                                      </p:cBhvr>
                                      <p:to>
                                        <p:strVal val="visible"/>
                                      </p:to>
                                    </p:set>
                                    <p:anim calcmode="lin" valueType="num">
                                      <p:cBhvr>
                                        <p:cTn id="378" dur="500" fill="hold"/>
                                        <p:tgtEl>
                                          <p:spTgt spid="44"/>
                                        </p:tgtEl>
                                        <p:attrNameLst>
                                          <p:attrName>ppt_w</p:attrName>
                                        </p:attrNameLst>
                                      </p:cBhvr>
                                      <p:tavLst>
                                        <p:tav tm="0">
                                          <p:val>
                                            <p:fltVal val="0"/>
                                          </p:val>
                                        </p:tav>
                                        <p:tav tm="100000">
                                          <p:val>
                                            <p:strVal val="#ppt_w"/>
                                          </p:val>
                                        </p:tav>
                                      </p:tavLst>
                                    </p:anim>
                                    <p:anim calcmode="lin" valueType="num">
                                      <p:cBhvr>
                                        <p:cTn id="379" dur="500" fill="hold"/>
                                        <p:tgtEl>
                                          <p:spTgt spid="44"/>
                                        </p:tgtEl>
                                        <p:attrNameLst>
                                          <p:attrName>ppt_h</p:attrName>
                                        </p:attrNameLst>
                                      </p:cBhvr>
                                      <p:tavLst>
                                        <p:tav tm="0">
                                          <p:val>
                                            <p:fltVal val="0"/>
                                          </p:val>
                                        </p:tav>
                                        <p:tav tm="100000">
                                          <p:val>
                                            <p:strVal val="#ppt_h"/>
                                          </p:val>
                                        </p:tav>
                                      </p:tavLst>
                                    </p:anim>
                                    <p:animEffect transition="in" filter="fade">
                                      <p:cBhvr>
                                        <p:cTn id="380" dur="500"/>
                                        <p:tgtEl>
                                          <p:spTgt spid="44"/>
                                        </p:tgtEl>
                                      </p:cBhvr>
                                    </p:animEffect>
                                  </p:childTnLst>
                                </p:cTn>
                              </p:par>
                              <p:par>
                                <p:cTn id="381" presetID="53" presetClass="entr" presetSubtype="16" fill="hold" grpId="0" nodeType="withEffect">
                                  <p:stCondLst>
                                    <p:cond delay="0"/>
                                  </p:stCondLst>
                                  <p:childTnLst>
                                    <p:set>
                                      <p:cBhvr>
                                        <p:cTn id="382" dur="1" fill="hold">
                                          <p:stCondLst>
                                            <p:cond delay="0"/>
                                          </p:stCondLst>
                                        </p:cTn>
                                        <p:tgtEl>
                                          <p:spTgt spid="45"/>
                                        </p:tgtEl>
                                        <p:attrNameLst>
                                          <p:attrName>style.visibility</p:attrName>
                                        </p:attrNameLst>
                                      </p:cBhvr>
                                      <p:to>
                                        <p:strVal val="visible"/>
                                      </p:to>
                                    </p:set>
                                    <p:anim calcmode="lin" valueType="num">
                                      <p:cBhvr>
                                        <p:cTn id="383" dur="500" fill="hold"/>
                                        <p:tgtEl>
                                          <p:spTgt spid="45"/>
                                        </p:tgtEl>
                                        <p:attrNameLst>
                                          <p:attrName>ppt_w</p:attrName>
                                        </p:attrNameLst>
                                      </p:cBhvr>
                                      <p:tavLst>
                                        <p:tav tm="0">
                                          <p:val>
                                            <p:fltVal val="0"/>
                                          </p:val>
                                        </p:tav>
                                        <p:tav tm="100000">
                                          <p:val>
                                            <p:strVal val="#ppt_w"/>
                                          </p:val>
                                        </p:tav>
                                      </p:tavLst>
                                    </p:anim>
                                    <p:anim calcmode="lin" valueType="num">
                                      <p:cBhvr>
                                        <p:cTn id="384" dur="500" fill="hold"/>
                                        <p:tgtEl>
                                          <p:spTgt spid="45"/>
                                        </p:tgtEl>
                                        <p:attrNameLst>
                                          <p:attrName>ppt_h</p:attrName>
                                        </p:attrNameLst>
                                      </p:cBhvr>
                                      <p:tavLst>
                                        <p:tav tm="0">
                                          <p:val>
                                            <p:fltVal val="0"/>
                                          </p:val>
                                        </p:tav>
                                        <p:tav tm="100000">
                                          <p:val>
                                            <p:strVal val="#ppt_h"/>
                                          </p:val>
                                        </p:tav>
                                      </p:tavLst>
                                    </p:anim>
                                    <p:animEffect transition="in" filter="fade">
                                      <p:cBhvr>
                                        <p:cTn id="38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61" grpId="0" animBg="1"/>
      <p:bldP spid="63" grpId="0" animBg="1"/>
      <p:bldP spid="64" grpId="0" animBg="1"/>
      <p:bldP spid="65" grpId="0" animBg="1"/>
      <p:bldP spid="66" grpId="0" animBg="1"/>
      <p:bldP spid="67" grpId="0" animBg="1"/>
      <p:bldP spid="68"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D2CAF9D-5533-4ADA-833F-E6FB76EB69A5}" type="datetime1">
              <a:rPr lang="en-US" smtClean="0"/>
              <a:t>10/25/2019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273724" y="487518"/>
            <a:ext cx="612494" cy="365125"/>
          </a:xfrm>
          <a:prstGeom prst="rect">
            <a:avLst/>
          </a:prstGeom>
        </p:spPr>
        <p:txBody>
          <a:bodyPr/>
          <a:lstStyle/>
          <a:p>
            <a:fld id="{32FFBE4F-D559-476D-AEE3-28F000B7084D}" type="slidenum">
              <a:rPr lang="en-US" smtClean="0"/>
              <a:pPr/>
              <a:t>‹#›</a:t>
            </a:fld>
            <a:endParaRPr lang="en-US"/>
          </a:p>
        </p:txBody>
      </p:sp>
      <p:sp>
        <p:nvSpPr>
          <p:cNvPr id="6" name="Freeform 112"/>
          <p:cNvSpPr>
            <a:spLocks/>
          </p:cNvSpPr>
          <p:nvPr userDrawn="1"/>
        </p:nvSpPr>
        <p:spPr bwMode="auto">
          <a:xfrm rot="10800000">
            <a:off x="4258367" y="1570038"/>
            <a:ext cx="2166938" cy="2165350"/>
          </a:xfrm>
          <a:custGeom>
            <a:avLst/>
            <a:gdLst>
              <a:gd name="T0" fmla="*/ 0 w 490"/>
              <a:gd name="T1" fmla="*/ 245 h 490"/>
              <a:gd name="T2" fmla="*/ 245 w 490"/>
              <a:gd name="T3" fmla="*/ 0 h 490"/>
              <a:gd name="T4" fmla="*/ 490 w 490"/>
              <a:gd name="T5" fmla="*/ 245 h 490"/>
              <a:gd name="T6" fmla="*/ 245 w 490"/>
              <a:gd name="T7" fmla="*/ 490 h 490"/>
              <a:gd name="T8" fmla="*/ 0 w 490"/>
              <a:gd name="T9" fmla="*/ 245 h 490"/>
            </a:gdLst>
            <a:ahLst/>
            <a:cxnLst>
              <a:cxn ang="0">
                <a:pos x="T0" y="T1"/>
              </a:cxn>
              <a:cxn ang="0">
                <a:pos x="T2" y="T3"/>
              </a:cxn>
              <a:cxn ang="0">
                <a:pos x="T4" y="T5"/>
              </a:cxn>
              <a:cxn ang="0">
                <a:pos x="T6" y="T7"/>
              </a:cxn>
              <a:cxn ang="0">
                <a:pos x="T8" y="T9"/>
              </a:cxn>
            </a:cxnLst>
            <a:rect l="0" t="0" r="r" b="b"/>
            <a:pathLst>
              <a:path w="490" h="490">
                <a:moveTo>
                  <a:pt x="0" y="245"/>
                </a:moveTo>
                <a:cubicBezTo>
                  <a:pt x="0" y="110"/>
                  <a:pt x="110" y="0"/>
                  <a:pt x="245" y="0"/>
                </a:cubicBezTo>
                <a:cubicBezTo>
                  <a:pt x="380" y="0"/>
                  <a:pt x="490" y="109"/>
                  <a:pt x="490" y="245"/>
                </a:cubicBezTo>
                <a:cubicBezTo>
                  <a:pt x="490" y="380"/>
                  <a:pt x="381" y="490"/>
                  <a:pt x="245" y="490"/>
                </a:cubicBezTo>
                <a:cubicBezTo>
                  <a:pt x="110" y="490"/>
                  <a:pt x="0" y="380"/>
                  <a:pt x="0" y="245"/>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113"/>
          <p:cNvSpPr>
            <a:spLocks/>
          </p:cNvSpPr>
          <p:nvPr userDrawn="1"/>
        </p:nvSpPr>
        <p:spPr bwMode="auto">
          <a:xfrm rot="10800000">
            <a:off x="6212898" y="4438651"/>
            <a:ext cx="1193800" cy="1193800"/>
          </a:xfrm>
          <a:custGeom>
            <a:avLst/>
            <a:gdLst>
              <a:gd name="T0" fmla="*/ 0 w 270"/>
              <a:gd name="T1" fmla="*/ 135 h 270"/>
              <a:gd name="T2" fmla="*/ 134 w 270"/>
              <a:gd name="T3" fmla="*/ 0 h 270"/>
              <a:gd name="T4" fmla="*/ 270 w 270"/>
              <a:gd name="T5" fmla="*/ 135 h 270"/>
              <a:gd name="T6" fmla="*/ 135 w 270"/>
              <a:gd name="T7" fmla="*/ 270 h 270"/>
              <a:gd name="T8" fmla="*/ 0 w 270"/>
              <a:gd name="T9" fmla="*/ 135 h 270"/>
            </a:gdLst>
            <a:ahLst/>
            <a:cxnLst>
              <a:cxn ang="0">
                <a:pos x="T0" y="T1"/>
              </a:cxn>
              <a:cxn ang="0">
                <a:pos x="T2" y="T3"/>
              </a:cxn>
              <a:cxn ang="0">
                <a:pos x="T4" y="T5"/>
              </a:cxn>
              <a:cxn ang="0">
                <a:pos x="T6" y="T7"/>
              </a:cxn>
              <a:cxn ang="0">
                <a:pos x="T8" y="T9"/>
              </a:cxn>
            </a:cxnLst>
            <a:rect l="0" t="0" r="r" b="b"/>
            <a:pathLst>
              <a:path w="270" h="270">
                <a:moveTo>
                  <a:pt x="0" y="135"/>
                </a:moveTo>
                <a:cubicBezTo>
                  <a:pt x="0" y="60"/>
                  <a:pt x="60" y="0"/>
                  <a:pt x="134" y="0"/>
                </a:cubicBezTo>
                <a:cubicBezTo>
                  <a:pt x="209" y="0"/>
                  <a:pt x="270" y="60"/>
                  <a:pt x="270" y="135"/>
                </a:cubicBezTo>
                <a:cubicBezTo>
                  <a:pt x="270" y="209"/>
                  <a:pt x="209" y="270"/>
                  <a:pt x="135" y="270"/>
                </a:cubicBezTo>
                <a:cubicBezTo>
                  <a:pt x="60" y="270"/>
                  <a:pt x="0" y="209"/>
                  <a:pt x="0" y="13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Oval 114"/>
          <p:cNvSpPr>
            <a:spLocks noChangeArrowheads="1"/>
          </p:cNvSpPr>
          <p:nvPr userDrawn="1"/>
        </p:nvSpPr>
        <p:spPr bwMode="auto">
          <a:xfrm rot="10800000">
            <a:off x="8216958" y="5122863"/>
            <a:ext cx="920750" cy="920750"/>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Oval 115"/>
          <p:cNvSpPr>
            <a:spLocks noChangeArrowheads="1"/>
          </p:cNvSpPr>
          <p:nvPr userDrawn="1"/>
        </p:nvSpPr>
        <p:spPr bwMode="auto">
          <a:xfrm rot="10800000">
            <a:off x="9371070" y="2635251"/>
            <a:ext cx="430213" cy="428625"/>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16"/>
          <p:cNvSpPr>
            <a:spLocks/>
          </p:cNvSpPr>
          <p:nvPr userDrawn="1"/>
        </p:nvSpPr>
        <p:spPr bwMode="auto">
          <a:xfrm rot="10800000">
            <a:off x="9083733" y="4654550"/>
            <a:ext cx="561975" cy="566738"/>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17"/>
          <p:cNvSpPr>
            <a:spLocks/>
          </p:cNvSpPr>
          <p:nvPr userDrawn="1"/>
        </p:nvSpPr>
        <p:spPr bwMode="auto">
          <a:xfrm rot="10800000">
            <a:off x="7800080" y="576263"/>
            <a:ext cx="1314450" cy="1308100"/>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Oval 118"/>
          <p:cNvSpPr>
            <a:spLocks noChangeArrowheads="1"/>
          </p:cNvSpPr>
          <p:nvPr userDrawn="1"/>
        </p:nvSpPr>
        <p:spPr bwMode="auto">
          <a:xfrm rot="10800000">
            <a:off x="9167870" y="3571876"/>
            <a:ext cx="279400" cy="282575"/>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Oval 119"/>
          <p:cNvSpPr>
            <a:spLocks noChangeArrowheads="1"/>
          </p:cNvSpPr>
          <p:nvPr userDrawn="1"/>
        </p:nvSpPr>
        <p:spPr bwMode="auto">
          <a:xfrm rot="10800000">
            <a:off x="8544300" y="2392363"/>
            <a:ext cx="473075" cy="473075"/>
          </a:xfrm>
          <a:prstGeom prst="ellipse">
            <a:avLst/>
          </a:pr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20"/>
          <p:cNvSpPr>
            <a:spLocks/>
          </p:cNvSpPr>
          <p:nvPr userDrawn="1"/>
        </p:nvSpPr>
        <p:spPr bwMode="auto">
          <a:xfrm rot="10800000">
            <a:off x="6097010" y="2838451"/>
            <a:ext cx="1606550" cy="1600200"/>
          </a:xfrm>
          <a:custGeom>
            <a:avLst/>
            <a:gdLst>
              <a:gd name="T0" fmla="*/ 0 w 363"/>
              <a:gd name="T1" fmla="*/ 181 h 362"/>
              <a:gd name="T2" fmla="*/ 181 w 363"/>
              <a:gd name="T3" fmla="*/ 0 h 362"/>
              <a:gd name="T4" fmla="*/ 362 w 363"/>
              <a:gd name="T5" fmla="*/ 181 h 362"/>
              <a:gd name="T6" fmla="*/ 181 w 363"/>
              <a:gd name="T7" fmla="*/ 362 h 362"/>
              <a:gd name="T8" fmla="*/ 0 w 363"/>
              <a:gd name="T9" fmla="*/ 181 h 362"/>
            </a:gdLst>
            <a:ahLst/>
            <a:cxnLst>
              <a:cxn ang="0">
                <a:pos x="T0" y="T1"/>
              </a:cxn>
              <a:cxn ang="0">
                <a:pos x="T2" y="T3"/>
              </a:cxn>
              <a:cxn ang="0">
                <a:pos x="T4" y="T5"/>
              </a:cxn>
              <a:cxn ang="0">
                <a:pos x="T6" y="T7"/>
              </a:cxn>
              <a:cxn ang="0">
                <a:pos x="T8" y="T9"/>
              </a:cxn>
            </a:cxnLst>
            <a:rect l="0" t="0" r="r" b="b"/>
            <a:pathLst>
              <a:path w="363" h="362">
                <a:moveTo>
                  <a:pt x="0" y="181"/>
                </a:moveTo>
                <a:cubicBezTo>
                  <a:pt x="0" y="81"/>
                  <a:pt x="81" y="0"/>
                  <a:pt x="181" y="0"/>
                </a:cubicBezTo>
                <a:cubicBezTo>
                  <a:pt x="281" y="0"/>
                  <a:pt x="362" y="81"/>
                  <a:pt x="362" y="181"/>
                </a:cubicBezTo>
                <a:cubicBezTo>
                  <a:pt x="363" y="281"/>
                  <a:pt x="282" y="362"/>
                  <a:pt x="181" y="362"/>
                </a:cubicBezTo>
                <a:cubicBezTo>
                  <a:pt x="81" y="362"/>
                  <a:pt x="0" y="281"/>
                  <a:pt x="0" y="181"/>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21"/>
          <p:cNvSpPr>
            <a:spLocks/>
          </p:cNvSpPr>
          <p:nvPr userDrawn="1"/>
        </p:nvSpPr>
        <p:spPr bwMode="auto">
          <a:xfrm rot="10800000">
            <a:off x="4837805" y="3638551"/>
            <a:ext cx="1587500" cy="1590675"/>
          </a:xfrm>
          <a:custGeom>
            <a:avLst/>
            <a:gdLst>
              <a:gd name="T0" fmla="*/ 0 w 359"/>
              <a:gd name="T1" fmla="*/ 180 h 360"/>
              <a:gd name="T2" fmla="*/ 179 w 359"/>
              <a:gd name="T3" fmla="*/ 0 h 360"/>
              <a:gd name="T4" fmla="*/ 359 w 359"/>
              <a:gd name="T5" fmla="*/ 180 h 360"/>
              <a:gd name="T6" fmla="*/ 180 w 359"/>
              <a:gd name="T7" fmla="*/ 360 h 360"/>
              <a:gd name="T8" fmla="*/ 0 w 359"/>
              <a:gd name="T9" fmla="*/ 180 h 360"/>
            </a:gdLst>
            <a:ahLst/>
            <a:cxnLst>
              <a:cxn ang="0">
                <a:pos x="T0" y="T1"/>
              </a:cxn>
              <a:cxn ang="0">
                <a:pos x="T2" y="T3"/>
              </a:cxn>
              <a:cxn ang="0">
                <a:pos x="T4" y="T5"/>
              </a:cxn>
              <a:cxn ang="0">
                <a:pos x="T6" y="T7"/>
              </a:cxn>
              <a:cxn ang="0">
                <a:pos x="T8" y="T9"/>
              </a:cxn>
            </a:cxnLst>
            <a:rect l="0" t="0" r="r" b="b"/>
            <a:pathLst>
              <a:path w="359" h="360">
                <a:moveTo>
                  <a:pt x="0" y="180"/>
                </a:moveTo>
                <a:cubicBezTo>
                  <a:pt x="0" y="81"/>
                  <a:pt x="80" y="0"/>
                  <a:pt x="179" y="0"/>
                </a:cubicBezTo>
                <a:cubicBezTo>
                  <a:pt x="279" y="0"/>
                  <a:pt x="359" y="80"/>
                  <a:pt x="359" y="180"/>
                </a:cubicBezTo>
                <a:cubicBezTo>
                  <a:pt x="359" y="279"/>
                  <a:pt x="279" y="359"/>
                  <a:pt x="180" y="360"/>
                </a:cubicBezTo>
                <a:cubicBezTo>
                  <a:pt x="80" y="360"/>
                  <a:pt x="0" y="279"/>
                  <a:pt x="0" y="180"/>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22"/>
          <p:cNvSpPr>
            <a:spLocks/>
          </p:cNvSpPr>
          <p:nvPr userDrawn="1"/>
        </p:nvSpPr>
        <p:spPr bwMode="auto">
          <a:xfrm rot="10800000">
            <a:off x="7845800" y="3059113"/>
            <a:ext cx="1158875" cy="1158875"/>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23"/>
          <p:cNvSpPr>
            <a:spLocks/>
          </p:cNvSpPr>
          <p:nvPr userDrawn="1"/>
        </p:nvSpPr>
        <p:spPr bwMode="auto">
          <a:xfrm rot="10800000">
            <a:off x="6940290" y="5362575"/>
            <a:ext cx="1449388" cy="1449388"/>
          </a:xfrm>
          <a:custGeom>
            <a:avLst/>
            <a:gdLst>
              <a:gd name="T0" fmla="*/ 0 w 328"/>
              <a:gd name="T1" fmla="*/ 164 h 328"/>
              <a:gd name="T2" fmla="*/ 164 w 328"/>
              <a:gd name="T3" fmla="*/ 0 h 328"/>
              <a:gd name="T4" fmla="*/ 328 w 328"/>
              <a:gd name="T5" fmla="*/ 164 h 328"/>
              <a:gd name="T6" fmla="*/ 164 w 328"/>
              <a:gd name="T7" fmla="*/ 328 h 328"/>
              <a:gd name="T8" fmla="*/ 0 w 328"/>
              <a:gd name="T9" fmla="*/ 164 h 328"/>
            </a:gdLst>
            <a:ahLst/>
            <a:cxnLst>
              <a:cxn ang="0">
                <a:pos x="T0" y="T1"/>
              </a:cxn>
              <a:cxn ang="0">
                <a:pos x="T2" y="T3"/>
              </a:cxn>
              <a:cxn ang="0">
                <a:pos x="T4" y="T5"/>
              </a:cxn>
              <a:cxn ang="0">
                <a:pos x="T6" y="T7"/>
              </a:cxn>
              <a:cxn ang="0">
                <a:pos x="T8" y="T9"/>
              </a:cxn>
            </a:cxnLst>
            <a:rect l="0" t="0" r="r" b="b"/>
            <a:pathLst>
              <a:path w="328" h="328">
                <a:moveTo>
                  <a:pt x="0" y="164"/>
                </a:moveTo>
                <a:cubicBezTo>
                  <a:pt x="0" y="74"/>
                  <a:pt x="73" y="0"/>
                  <a:pt x="164" y="0"/>
                </a:cubicBezTo>
                <a:cubicBezTo>
                  <a:pt x="254" y="0"/>
                  <a:pt x="328" y="74"/>
                  <a:pt x="328" y="164"/>
                </a:cubicBezTo>
                <a:cubicBezTo>
                  <a:pt x="328" y="255"/>
                  <a:pt x="255" y="328"/>
                  <a:pt x="164" y="328"/>
                </a:cubicBezTo>
                <a:cubicBezTo>
                  <a:pt x="73" y="328"/>
                  <a:pt x="0" y="255"/>
                  <a:pt x="0" y="16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24"/>
          <p:cNvSpPr>
            <a:spLocks/>
          </p:cNvSpPr>
          <p:nvPr userDrawn="1"/>
        </p:nvSpPr>
        <p:spPr bwMode="auto">
          <a:xfrm rot="10800000">
            <a:off x="9507913" y="5561013"/>
            <a:ext cx="415925" cy="42068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25"/>
          <p:cNvSpPr>
            <a:spLocks/>
          </p:cNvSpPr>
          <p:nvPr userDrawn="1"/>
        </p:nvSpPr>
        <p:spPr bwMode="auto">
          <a:xfrm rot="10800000">
            <a:off x="7284778" y="4022725"/>
            <a:ext cx="1362075" cy="1366838"/>
          </a:xfrm>
          <a:custGeom>
            <a:avLst/>
            <a:gdLst>
              <a:gd name="T0" fmla="*/ 0 w 308"/>
              <a:gd name="T1" fmla="*/ 155 h 309"/>
              <a:gd name="T2" fmla="*/ 154 w 308"/>
              <a:gd name="T3" fmla="*/ 0 h 309"/>
              <a:gd name="T4" fmla="*/ 308 w 308"/>
              <a:gd name="T5" fmla="*/ 154 h 309"/>
              <a:gd name="T6" fmla="*/ 154 w 308"/>
              <a:gd name="T7" fmla="*/ 309 h 309"/>
              <a:gd name="T8" fmla="*/ 0 w 308"/>
              <a:gd name="T9" fmla="*/ 155 h 309"/>
            </a:gdLst>
            <a:ahLst/>
            <a:cxnLst>
              <a:cxn ang="0">
                <a:pos x="T0" y="T1"/>
              </a:cxn>
              <a:cxn ang="0">
                <a:pos x="T2" y="T3"/>
              </a:cxn>
              <a:cxn ang="0">
                <a:pos x="T4" y="T5"/>
              </a:cxn>
              <a:cxn ang="0">
                <a:pos x="T6" y="T7"/>
              </a:cxn>
              <a:cxn ang="0">
                <a:pos x="T8" y="T9"/>
              </a:cxn>
            </a:cxnLst>
            <a:rect l="0" t="0" r="r" b="b"/>
            <a:pathLst>
              <a:path w="308" h="309">
                <a:moveTo>
                  <a:pt x="0" y="155"/>
                </a:moveTo>
                <a:cubicBezTo>
                  <a:pt x="0" y="70"/>
                  <a:pt x="69" y="1"/>
                  <a:pt x="154" y="0"/>
                </a:cubicBezTo>
                <a:cubicBezTo>
                  <a:pt x="239" y="0"/>
                  <a:pt x="308" y="69"/>
                  <a:pt x="308" y="154"/>
                </a:cubicBezTo>
                <a:cubicBezTo>
                  <a:pt x="308" y="240"/>
                  <a:pt x="239" y="309"/>
                  <a:pt x="154" y="309"/>
                </a:cubicBezTo>
                <a:cubicBezTo>
                  <a:pt x="69" y="309"/>
                  <a:pt x="0" y="240"/>
                  <a:pt x="0" y="15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26"/>
          <p:cNvSpPr>
            <a:spLocks/>
          </p:cNvSpPr>
          <p:nvPr userDrawn="1"/>
        </p:nvSpPr>
        <p:spPr bwMode="auto">
          <a:xfrm rot="10800000">
            <a:off x="5315643" y="646113"/>
            <a:ext cx="1352550" cy="1357313"/>
          </a:xfrm>
          <a:custGeom>
            <a:avLst/>
            <a:gdLst>
              <a:gd name="T0" fmla="*/ 0 w 306"/>
              <a:gd name="T1" fmla="*/ 154 h 307"/>
              <a:gd name="T2" fmla="*/ 153 w 306"/>
              <a:gd name="T3" fmla="*/ 0 h 307"/>
              <a:gd name="T4" fmla="*/ 306 w 306"/>
              <a:gd name="T5" fmla="*/ 153 h 307"/>
              <a:gd name="T6" fmla="*/ 153 w 306"/>
              <a:gd name="T7" fmla="*/ 307 h 307"/>
              <a:gd name="T8" fmla="*/ 0 w 306"/>
              <a:gd name="T9" fmla="*/ 154 h 307"/>
            </a:gdLst>
            <a:ahLst/>
            <a:cxnLst>
              <a:cxn ang="0">
                <a:pos x="T0" y="T1"/>
              </a:cxn>
              <a:cxn ang="0">
                <a:pos x="T2" y="T3"/>
              </a:cxn>
              <a:cxn ang="0">
                <a:pos x="T4" y="T5"/>
              </a:cxn>
              <a:cxn ang="0">
                <a:pos x="T6" y="T7"/>
              </a:cxn>
              <a:cxn ang="0">
                <a:pos x="T8" y="T9"/>
              </a:cxn>
            </a:cxnLst>
            <a:rect l="0" t="0" r="r" b="b"/>
            <a:pathLst>
              <a:path w="306" h="307">
                <a:moveTo>
                  <a:pt x="0" y="154"/>
                </a:moveTo>
                <a:cubicBezTo>
                  <a:pt x="0" y="69"/>
                  <a:pt x="68" y="1"/>
                  <a:pt x="153" y="0"/>
                </a:cubicBezTo>
                <a:cubicBezTo>
                  <a:pt x="237" y="0"/>
                  <a:pt x="306" y="69"/>
                  <a:pt x="306" y="153"/>
                </a:cubicBezTo>
                <a:cubicBezTo>
                  <a:pt x="306" y="238"/>
                  <a:pt x="238" y="307"/>
                  <a:pt x="153" y="307"/>
                </a:cubicBezTo>
                <a:cubicBezTo>
                  <a:pt x="69" y="307"/>
                  <a:pt x="0" y="238"/>
                  <a:pt x="0" y="154"/>
                </a:cubicBezTo>
                <a:close/>
              </a:path>
            </a:pathLst>
          </a:cu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Oval 127"/>
          <p:cNvSpPr>
            <a:spLocks noChangeArrowheads="1"/>
          </p:cNvSpPr>
          <p:nvPr userDrawn="1"/>
        </p:nvSpPr>
        <p:spPr bwMode="auto">
          <a:xfrm rot="10800000">
            <a:off x="5620442" y="1588"/>
            <a:ext cx="446088" cy="446088"/>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28"/>
          <p:cNvSpPr>
            <a:spLocks/>
          </p:cNvSpPr>
          <p:nvPr userDrawn="1"/>
        </p:nvSpPr>
        <p:spPr bwMode="auto">
          <a:xfrm rot="10800000">
            <a:off x="5258493" y="381000"/>
            <a:ext cx="666750" cy="668338"/>
          </a:xfrm>
          <a:custGeom>
            <a:avLst/>
            <a:gdLst>
              <a:gd name="T0" fmla="*/ 0 w 151"/>
              <a:gd name="T1" fmla="*/ 75 h 151"/>
              <a:gd name="T2" fmla="*/ 76 w 151"/>
              <a:gd name="T3" fmla="*/ 0 h 151"/>
              <a:gd name="T4" fmla="*/ 151 w 151"/>
              <a:gd name="T5" fmla="*/ 75 h 151"/>
              <a:gd name="T6" fmla="*/ 76 w 151"/>
              <a:gd name="T7" fmla="*/ 151 h 151"/>
              <a:gd name="T8" fmla="*/ 0 w 151"/>
              <a:gd name="T9" fmla="*/ 75 h 151"/>
            </a:gdLst>
            <a:ahLst/>
            <a:cxnLst>
              <a:cxn ang="0">
                <a:pos x="T0" y="T1"/>
              </a:cxn>
              <a:cxn ang="0">
                <a:pos x="T2" y="T3"/>
              </a:cxn>
              <a:cxn ang="0">
                <a:pos x="T4" y="T5"/>
              </a:cxn>
              <a:cxn ang="0">
                <a:pos x="T6" y="T7"/>
              </a:cxn>
              <a:cxn ang="0">
                <a:pos x="T8" y="T9"/>
              </a:cxn>
            </a:cxnLst>
            <a:rect l="0" t="0" r="r" b="b"/>
            <a:pathLst>
              <a:path w="151" h="151">
                <a:moveTo>
                  <a:pt x="0" y="75"/>
                </a:moveTo>
                <a:cubicBezTo>
                  <a:pt x="0" y="33"/>
                  <a:pt x="34" y="0"/>
                  <a:pt x="76" y="0"/>
                </a:cubicBezTo>
                <a:cubicBezTo>
                  <a:pt x="117" y="0"/>
                  <a:pt x="151" y="33"/>
                  <a:pt x="151" y="75"/>
                </a:cubicBezTo>
                <a:cubicBezTo>
                  <a:pt x="151" y="117"/>
                  <a:pt x="118" y="151"/>
                  <a:pt x="76" y="151"/>
                </a:cubicBezTo>
                <a:cubicBezTo>
                  <a:pt x="34" y="151"/>
                  <a:pt x="0" y="117"/>
                  <a:pt x="0" y="75"/>
                </a:cubicBezTo>
                <a:close/>
              </a:path>
            </a:pathLst>
          </a:custGeom>
          <a:solidFill>
            <a:schemeClr val="tx2">
              <a:lumMod val="20000"/>
              <a:lumOff val="80000"/>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29"/>
          <p:cNvSpPr>
            <a:spLocks/>
          </p:cNvSpPr>
          <p:nvPr userDrawn="1"/>
        </p:nvSpPr>
        <p:spPr bwMode="auto">
          <a:xfrm rot="10800000">
            <a:off x="6344977" y="1150938"/>
            <a:ext cx="1976438" cy="1974850"/>
          </a:xfrm>
          <a:custGeom>
            <a:avLst/>
            <a:gdLst>
              <a:gd name="T0" fmla="*/ 1 w 447"/>
              <a:gd name="T1" fmla="*/ 224 h 447"/>
              <a:gd name="T2" fmla="*/ 224 w 447"/>
              <a:gd name="T3" fmla="*/ 0 h 447"/>
              <a:gd name="T4" fmla="*/ 447 w 447"/>
              <a:gd name="T5" fmla="*/ 224 h 447"/>
              <a:gd name="T6" fmla="*/ 224 w 447"/>
              <a:gd name="T7" fmla="*/ 447 h 447"/>
              <a:gd name="T8" fmla="*/ 1 w 447"/>
              <a:gd name="T9" fmla="*/ 224 h 447"/>
            </a:gdLst>
            <a:ahLst/>
            <a:cxnLst>
              <a:cxn ang="0">
                <a:pos x="T0" y="T1"/>
              </a:cxn>
              <a:cxn ang="0">
                <a:pos x="T2" y="T3"/>
              </a:cxn>
              <a:cxn ang="0">
                <a:pos x="T4" y="T5"/>
              </a:cxn>
              <a:cxn ang="0">
                <a:pos x="T6" y="T7"/>
              </a:cxn>
              <a:cxn ang="0">
                <a:pos x="T8" y="T9"/>
              </a:cxn>
            </a:cxnLst>
            <a:rect l="0" t="0" r="r" b="b"/>
            <a:pathLst>
              <a:path w="447" h="447">
                <a:moveTo>
                  <a:pt x="1" y="224"/>
                </a:moveTo>
                <a:cubicBezTo>
                  <a:pt x="0" y="101"/>
                  <a:pt x="100" y="1"/>
                  <a:pt x="224" y="0"/>
                </a:cubicBezTo>
                <a:cubicBezTo>
                  <a:pt x="347" y="0"/>
                  <a:pt x="447" y="100"/>
                  <a:pt x="447" y="224"/>
                </a:cubicBezTo>
                <a:cubicBezTo>
                  <a:pt x="447" y="347"/>
                  <a:pt x="347" y="447"/>
                  <a:pt x="224" y="447"/>
                </a:cubicBezTo>
                <a:cubicBezTo>
                  <a:pt x="101" y="447"/>
                  <a:pt x="1" y="347"/>
                  <a:pt x="1" y="22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30"/>
          <p:cNvSpPr>
            <a:spLocks/>
          </p:cNvSpPr>
          <p:nvPr userDrawn="1"/>
        </p:nvSpPr>
        <p:spPr bwMode="auto">
          <a:xfrm rot="10800000">
            <a:off x="5120380" y="2154238"/>
            <a:ext cx="1941513" cy="1939925"/>
          </a:xfrm>
          <a:custGeom>
            <a:avLst/>
            <a:gdLst>
              <a:gd name="T0" fmla="*/ 0 w 439"/>
              <a:gd name="T1" fmla="*/ 220 h 439"/>
              <a:gd name="T2" fmla="*/ 219 w 439"/>
              <a:gd name="T3" fmla="*/ 0 h 439"/>
              <a:gd name="T4" fmla="*/ 439 w 439"/>
              <a:gd name="T5" fmla="*/ 219 h 439"/>
              <a:gd name="T6" fmla="*/ 220 w 439"/>
              <a:gd name="T7" fmla="*/ 439 h 439"/>
              <a:gd name="T8" fmla="*/ 0 w 439"/>
              <a:gd name="T9" fmla="*/ 220 h 439"/>
            </a:gdLst>
            <a:ahLst/>
            <a:cxnLst>
              <a:cxn ang="0">
                <a:pos x="T0" y="T1"/>
              </a:cxn>
              <a:cxn ang="0">
                <a:pos x="T2" y="T3"/>
              </a:cxn>
              <a:cxn ang="0">
                <a:pos x="T4" y="T5"/>
              </a:cxn>
              <a:cxn ang="0">
                <a:pos x="T6" y="T7"/>
              </a:cxn>
              <a:cxn ang="0">
                <a:pos x="T8" y="T9"/>
              </a:cxn>
            </a:cxnLst>
            <a:rect l="0" t="0" r="r" b="b"/>
            <a:pathLst>
              <a:path w="439" h="439">
                <a:moveTo>
                  <a:pt x="0" y="220"/>
                </a:moveTo>
                <a:cubicBezTo>
                  <a:pt x="0" y="99"/>
                  <a:pt x="98" y="0"/>
                  <a:pt x="219" y="0"/>
                </a:cubicBezTo>
                <a:cubicBezTo>
                  <a:pt x="341" y="0"/>
                  <a:pt x="439" y="98"/>
                  <a:pt x="439" y="219"/>
                </a:cubicBezTo>
                <a:cubicBezTo>
                  <a:pt x="439" y="341"/>
                  <a:pt x="341" y="439"/>
                  <a:pt x="220" y="439"/>
                </a:cubicBezTo>
                <a:cubicBezTo>
                  <a:pt x="99" y="439"/>
                  <a:pt x="0" y="341"/>
                  <a:pt x="0" y="220"/>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31"/>
          <p:cNvSpPr>
            <a:spLocks/>
          </p:cNvSpPr>
          <p:nvPr userDrawn="1"/>
        </p:nvSpPr>
        <p:spPr bwMode="auto">
          <a:xfrm rot="10800000">
            <a:off x="7046653" y="4911726"/>
            <a:ext cx="1193800" cy="1193800"/>
          </a:xfrm>
          <a:custGeom>
            <a:avLst/>
            <a:gdLst>
              <a:gd name="T0" fmla="*/ 0 w 270"/>
              <a:gd name="T1" fmla="*/ 136 h 270"/>
              <a:gd name="T2" fmla="*/ 135 w 270"/>
              <a:gd name="T3" fmla="*/ 0 h 270"/>
              <a:gd name="T4" fmla="*/ 270 w 270"/>
              <a:gd name="T5" fmla="*/ 135 h 270"/>
              <a:gd name="T6" fmla="*/ 135 w 270"/>
              <a:gd name="T7" fmla="*/ 270 h 270"/>
              <a:gd name="T8" fmla="*/ 0 w 270"/>
              <a:gd name="T9" fmla="*/ 136 h 270"/>
            </a:gdLst>
            <a:ahLst/>
            <a:cxnLst>
              <a:cxn ang="0">
                <a:pos x="T0" y="T1"/>
              </a:cxn>
              <a:cxn ang="0">
                <a:pos x="T2" y="T3"/>
              </a:cxn>
              <a:cxn ang="0">
                <a:pos x="T4" y="T5"/>
              </a:cxn>
              <a:cxn ang="0">
                <a:pos x="T6" y="T7"/>
              </a:cxn>
              <a:cxn ang="0">
                <a:pos x="T8" y="T9"/>
              </a:cxn>
            </a:cxnLst>
            <a:rect l="0" t="0" r="r" b="b"/>
            <a:pathLst>
              <a:path w="270" h="270">
                <a:moveTo>
                  <a:pt x="0" y="136"/>
                </a:moveTo>
                <a:cubicBezTo>
                  <a:pt x="0" y="61"/>
                  <a:pt x="60" y="0"/>
                  <a:pt x="135" y="0"/>
                </a:cubicBezTo>
                <a:cubicBezTo>
                  <a:pt x="210" y="0"/>
                  <a:pt x="270" y="61"/>
                  <a:pt x="270" y="135"/>
                </a:cubicBezTo>
                <a:cubicBezTo>
                  <a:pt x="270" y="210"/>
                  <a:pt x="210" y="270"/>
                  <a:pt x="135" y="270"/>
                </a:cubicBezTo>
                <a:cubicBezTo>
                  <a:pt x="61" y="270"/>
                  <a:pt x="0" y="210"/>
                  <a:pt x="0" y="13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32"/>
          <p:cNvSpPr>
            <a:spLocks/>
          </p:cNvSpPr>
          <p:nvPr userDrawn="1"/>
        </p:nvSpPr>
        <p:spPr bwMode="auto">
          <a:xfrm rot="10800000">
            <a:off x="9137708" y="1587500"/>
            <a:ext cx="565150" cy="566738"/>
          </a:xfrm>
          <a:custGeom>
            <a:avLst/>
            <a:gdLst>
              <a:gd name="T0" fmla="*/ 0 w 128"/>
              <a:gd name="T1" fmla="*/ 64 h 128"/>
              <a:gd name="T2" fmla="*/ 64 w 128"/>
              <a:gd name="T3" fmla="*/ 0 h 128"/>
              <a:gd name="T4" fmla="*/ 128 w 128"/>
              <a:gd name="T5" fmla="*/ 64 h 128"/>
              <a:gd name="T6" fmla="*/ 64 w 128"/>
              <a:gd name="T7" fmla="*/ 128 h 128"/>
              <a:gd name="T8" fmla="*/ 0 w 128"/>
              <a:gd name="T9" fmla="*/ 64 h 128"/>
            </a:gdLst>
            <a:ahLst/>
            <a:cxnLst>
              <a:cxn ang="0">
                <a:pos x="T0" y="T1"/>
              </a:cxn>
              <a:cxn ang="0">
                <a:pos x="T2" y="T3"/>
              </a:cxn>
              <a:cxn ang="0">
                <a:pos x="T4" y="T5"/>
              </a:cxn>
              <a:cxn ang="0">
                <a:pos x="T6" y="T7"/>
              </a:cxn>
              <a:cxn ang="0">
                <a:pos x="T8" y="T9"/>
              </a:cxn>
            </a:cxnLst>
            <a:rect l="0" t="0" r="r" b="b"/>
            <a:pathLst>
              <a:path w="128" h="128">
                <a:moveTo>
                  <a:pt x="0" y="64"/>
                </a:moveTo>
                <a:cubicBezTo>
                  <a:pt x="0" y="29"/>
                  <a:pt x="29" y="0"/>
                  <a:pt x="64" y="0"/>
                </a:cubicBezTo>
                <a:cubicBezTo>
                  <a:pt x="99" y="0"/>
                  <a:pt x="127" y="29"/>
                  <a:pt x="128" y="64"/>
                </a:cubicBezTo>
                <a:cubicBezTo>
                  <a:pt x="128"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Oval 133"/>
          <p:cNvSpPr>
            <a:spLocks noChangeArrowheads="1"/>
          </p:cNvSpPr>
          <p:nvPr userDrawn="1"/>
        </p:nvSpPr>
        <p:spPr bwMode="auto">
          <a:xfrm rot="10800000">
            <a:off x="9491720" y="2503488"/>
            <a:ext cx="260350" cy="260350"/>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34"/>
          <p:cNvSpPr>
            <a:spLocks/>
          </p:cNvSpPr>
          <p:nvPr userDrawn="1"/>
        </p:nvSpPr>
        <p:spPr bwMode="auto">
          <a:xfrm rot="10800000">
            <a:off x="5939530" y="5905500"/>
            <a:ext cx="871538" cy="874713"/>
          </a:xfrm>
          <a:custGeom>
            <a:avLst/>
            <a:gdLst>
              <a:gd name="T0" fmla="*/ 0 w 197"/>
              <a:gd name="T1" fmla="*/ 99 h 198"/>
              <a:gd name="T2" fmla="*/ 98 w 197"/>
              <a:gd name="T3" fmla="*/ 0 h 198"/>
              <a:gd name="T4" fmla="*/ 197 w 197"/>
              <a:gd name="T5" fmla="*/ 99 h 198"/>
              <a:gd name="T6" fmla="*/ 99 w 197"/>
              <a:gd name="T7" fmla="*/ 198 h 198"/>
              <a:gd name="T8" fmla="*/ 0 w 197"/>
              <a:gd name="T9" fmla="*/ 99 h 198"/>
            </a:gdLst>
            <a:ahLst/>
            <a:cxnLst>
              <a:cxn ang="0">
                <a:pos x="T0" y="T1"/>
              </a:cxn>
              <a:cxn ang="0">
                <a:pos x="T2" y="T3"/>
              </a:cxn>
              <a:cxn ang="0">
                <a:pos x="T4" y="T5"/>
              </a:cxn>
              <a:cxn ang="0">
                <a:pos x="T6" y="T7"/>
              </a:cxn>
              <a:cxn ang="0">
                <a:pos x="T8" y="T9"/>
              </a:cxn>
            </a:cxnLst>
            <a:rect l="0" t="0" r="r" b="b"/>
            <a:pathLst>
              <a:path w="197" h="198">
                <a:moveTo>
                  <a:pt x="0" y="99"/>
                </a:moveTo>
                <a:cubicBezTo>
                  <a:pt x="0" y="45"/>
                  <a:pt x="44" y="0"/>
                  <a:pt x="98" y="0"/>
                </a:cubicBezTo>
                <a:cubicBezTo>
                  <a:pt x="153" y="0"/>
                  <a:pt x="197" y="45"/>
                  <a:pt x="197" y="99"/>
                </a:cubicBezTo>
                <a:cubicBezTo>
                  <a:pt x="197" y="154"/>
                  <a:pt x="153" y="198"/>
                  <a:pt x="99" y="198"/>
                </a:cubicBezTo>
                <a:cubicBezTo>
                  <a:pt x="44" y="198"/>
                  <a:pt x="0" y="154"/>
                  <a:pt x="0" y="99"/>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Oval 135"/>
          <p:cNvSpPr>
            <a:spLocks noChangeArrowheads="1"/>
          </p:cNvSpPr>
          <p:nvPr userDrawn="1"/>
        </p:nvSpPr>
        <p:spPr bwMode="auto">
          <a:xfrm rot="10800000">
            <a:off x="6540240" y="3403601"/>
            <a:ext cx="1600200" cy="1600200"/>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136"/>
          <p:cNvSpPr>
            <a:spLocks noChangeArrowheads="1"/>
          </p:cNvSpPr>
          <p:nvPr userDrawn="1"/>
        </p:nvSpPr>
        <p:spPr bwMode="auto">
          <a:xfrm rot="10800000">
            <a:off x="9955587" y="2100263"/>
            <a:ext cx="233363" cy="239713"/>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37"/>
          <p:cNvSpPr>
            <a:spLocks/>
          </p:cNvSpPr>
          <p:nvPr userDrawn="1"/>
        </p:nvSpPr>
        <p:spPr bwMode="auto">
          <a:xfrm rot="10800000">
            <a:off x="5058467" y="4906963"/>
            <a:ext cx="1592263" cy="1587500"/>
          </a:xfrm>
          <a:custGeom>
            <a:avLst/>
            <a:gdLst>
              <a:gd name="T0" fmla="*/ 0 w 360"/>
              <a:gd name="T1" fmla="*/ 180 h 359"/>
              <a:gd name="T2" fmla="*/ 180 w 360"/>
              <a:gd name="T3" fmla="*/ 0 h 359"/>
              <a:gd name="T4" fmla="*/ 360 w 360"/>
              <a:gd name="T5" fmla="*/ 179 h 359"/>
              <a:gd name="T6" fmla="*/ 180 w 360"/>
              <a:gd name="T7" fmla="*/ 359 h 359"/>
              <a:gd name="T8" fmla="*/ 0 w 360"/>
              <a:gd name="T9" fmla="*/ 180 h 359"/>
            </a:gdLst>
            <a:ahLst/>
            <a:cxnLst>
              <a:cxn ang="0">
                <a:pos x="T0" y="T1"/>
              </a:cxn>
              <a:cxn ang="0">
                <a:pos x="T2" y="T3"/>
              </a:cxn>
              <a:cxn ang="0">
                <a:pos x="T4" y="T5"/>
              </a:cxn>
              <a:cxn ang="0">
                <a:pos x="T6" y="T7"/>
              </a:cxn>
              <a:cxn ang="0">
                <a:pos x="T8" y="T9"/>
              </a:cxn>
            </a:cxnLst>
            <a:rect l="0" t="0" r="r" b="b"/>
            <a:pathLst>
              <a:path w="360" h="359">
                <a:moveTo>
                  <a:pt x="0" y="180"/>
                </a:moveTo>
                <a:cubicBezTo>
                  <a:pt x="0" y="80"/>
                  <a:pt x="81" y="0"/>
                  <a:pt x="180" y="0"/>
                </a:cubicBezTo>
                <a:cubicBezTo>
                  <a:pt x="279" y="0"/>
                  <a:pt x="360" y="80"/>
                  <a:pt x="360" y="179"/>
                </a:cubicBezTo>
                <a:cubicBezTo>
                  <a:pt x="360" y="279"/>
                  <a:pt x="280" y="359"/>
                  <a:pt x="180" y="359"/>
                </a:cubicBezTo>
                <a:cubicBezTo>
                  <a:pt x="81" y="359"/>
                  <a:pt x="1" y="279"/>
                  <a:pt x="0" y="180"/>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38"/>
          <p:cNvSpPr>
            <a:spLocks/>
          </p:cNvSpPr>
          <p:nvPr userDrawn="1"/>
        </p:nvSpPr>
        <p:spPr bwMode="auto">
          <a:xfrm rot="10800000">
            <a:off x="9245960" y="3117851"/>
            <a:ext cx="973138" cy="973138"/>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39"/>
          <p:cNvSpPr>
            <a:spLocks/>
          </p:cNvSpPr>
          <p:nvPr userDrawn="1"/>
        </p:nvSpPr>
        <p:spPr bwMode="auto">
          <a:xfrm rot="10800000">
            <a:off x="8150283" y="5830888"/>
            <a:ext cx="1022350" cy="1020763"/>
          </a:xfrm>
          <a:custGeom>
            <a:avLst/>
            <a:gdLst>
              <a:gd name="T0" fmla="*/ 0 w 231"/>
              <a:gd name="T1" fmla="*/ 116 h 231"/>
              <a:gd name="T2" fmla="*/ 116 w 231"/>
              <a:gd name="T3" fmla="*/ 0 h 231"/>
              <a:gd name="T4" fmla="*/ 231 w 231"/>
              <a:gd name="T5" fmla="*/ 116 h 231"/>
              <a:gd name="T6" fmla="*/ 116 w 231"/>
              <a:gd name="T7" fmla="*/ 231 h 231"/>
              <a:gd name="T8" fmla="*/ 0 w 231"/>
              <a:gd name="T9" fmla="*/ 116 h 231"/>
            </a:gdLst>
            <a:ahLst/>
            <a:cxnLst>
              <a:cxn ang="0">
                <a:pos x="T0" y="T1"/>
              </a:cxn>
              <a:cxn ang="0">
                <a:pos x="T2" y="T3"/>
              </a:cxn>
              <a:cxn ang="0">
                <a:pos x="T4" y="T5"/>
              </a:cxn>
              <a:cxn ang="0">
                <a:pos x="T6" y="T7"/>
              </a:cxn>
              <a:cxn ang="0">
                <a:pos x="T8" y="T9"/>
              </a:cxn>
            </a:cxnLst>
            <a:rect l="0" t="0" r="r" b="b"/>
            <a:pathLst>
              <a:path w="231" h="231">
                <a:moveTo>
                  <a:pt x="0" y="116"/>
                </a:moveTo>
                <a:cubicBezTo>
                  <a:pt x="0" y="52"/>
                  <a:pt x="52" y="1"/>
                  <a:pt x="116" y="0"/>
                </a:cubicBezTo>
                <a:cubicBezTo>
                  <a:pt x="179" y="0"/>
                  <a:pt x="231" y="52"/>
                  <a:pt x="231" y="116"/>
                </a:cubicBezTo>
                <a:cubicBezTo>
                  <a:pt x="231" y="179"/>
                  <a:pt x="179" y="231"/>
                  <a:pt x="116" y="231"/>
                </a:cubicBezTo>
                <a:cubicBezTo>
                  <a:pt x="52" y="231"/>
                  <a:pt x="1" y="179"/>
                  <a:pt x="0" y="116"/>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40"/>
          <p:cNvSpPr>
            <a:spLocks/>
          </p:cNvSpPr>
          <p:nvPr userDrawn="1"/>
        </p:nvSpPr>
        <p:spPr bwMode="auto">
          <a:xfrm rot="10800000">
            <a:off x="9738100" y="4359275"/>
            <a:ext cx="309563" cy="30956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41"/>
          <p:cNvSpPr>
            <a:spLocks/>
          </p:cNvSpPr>
          <p:nvPr userDrawn="1"/>
        </p:nvSpPr>
        <p:spPr bwMode="auto">
          <a:xfrm rot="10800000">
            <a:off x="8073130" y="3956051"/>
            <a:ext cx="1366838" cy="1362075"/>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42"/>
          <p:cNvSpPr>
            <a:spLocks/>
          </p:cNvSpPr>
          <p:nvPr userDrawn="1"/>
        </p:nvSpPr>
        <p:spPr bwMode="auto">
          <a:xfrm rot="10800000">
            <a:off x="6371648" y="1282700"/>
            <a:ext cx="1044575" cy="1042988"/>
          </a:xfrm>
          <a:custGeom>
            <a:avLst/>
            <a:gdLst>
              <a:gd name="T0" fmla="*/ 0 w 236"/>
              <a:gd name="T1" fmla="*/ 119 h 236"/>
              <a:gd name="T2" fmla="*/ 118 w 236"/>
              <a:gd name="T3" fmla="*/ 0 h 236"/>
              <a:gd name="T4" fmla="*/ 236 w 236"/>
              <a:gd name="T5" fmla="*/ 118 h 236"/>
              <a:gd name="T6" fmla="*/ 118 w 236"/>
              <a:gd name="T7" fmla="*/ 236 h 236"/>
              <a:gd name="T8" fmla="*/ 0 w 236"/>
              <a:gd name="T9" fmla="*/ 119 h 236"/>
            </a:gdLst>
            <a:ahLst/>
            <a:cxnLst>
              <a:cxn ang="0">
                <a:pos x="T0" y="T1"/>
              </a:cxn>
              <a:cxn ang="0">
                <a:pos x="T2" y="T3"/>
              </a:cxn>
              <a:cxn ang="0">
                <a:pos x="T4" y="T5"/>
              </a:cxn>
              <a:cxn ang="0">
                <a:pos x="T6" y="T7"/>
              </a:cxn>
              <a:cxn ang="0">
                <a:pos x="T8" y="T9"/>
              </a:cxn>
            </a:cxnLst>
            <a:rect l="0" t="0" r="r" b="b"/>
            <a:pathLst>
              <a:path w="236" h="236">
                <a:moveTo>
                  <a:pt x="0" y="119"/>
                </a:moveTo>
                <a:cubicBezTo>
                  <a:pt x="0" y="53"/>
                  <a:pt x="53" y="0"/>
                  <a:pt x="118" y="0"/>
                </a:cubicBezTo>
                <a:cubicBezTo>
                  <a:pt x="183" y="0"/>
                  <a:pt x="236" y="53"/>
                  <a:pt x="236" y="118"/>
                </a:cubicBezTo>
                <a:cubicBezTo>
                  <a:pt x="236" y="183"/>
                  <a:pt x="183" y="236"/>
                  <a:pt x="118" y="236"/>
                </a:cubicBezTo>
                <a:cubicBezTo>
                  <a:pt x="53" y="236"/>
                  <a:pt x="0" y="184"/>
                  <a:pt x="0" y="119"/>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Oval 143"/>
          <p:cNvSpPr>
            <a:spLocks noChangeArrowheads="1"/>
          </p:cNvSpPr>
          <p:nvPr userDrawn="1"/>
        </p:nvSpPr>
        <p:spPr bwMode="auto">
          <a:xfrm rot="10800000">
            <a:off x="6368155" y="469900"/>
            <a:ext cx="446088" cy="446088"/>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44"/>
          <p:cNvSpPr>
            <a:spLocks/>
          </p:cNvSpPr>
          <p:nvPr userDrawn="1"/>
        </p:nvSpPr>
        <p:spPr bwMode="auto">
          <a:xfrm rot="10800000">
            <a:off x="6004617" y="854076"/>
            <a:ext cx="668338" cy="666750"/>
          </a:xfrm>
          <a:custGeom>
            <a:avLst/>
            <a:gdLst>
              <a:gd name="T0" fmla="*/ 0 w 151"/>
              <a:gd name="T1" fmla="*/ 76 h 151"/>
              <a:gd name="T2" fmla="*/ 75 w 151"/>
              <a:gd name="T3" fmla="*/ 0 h 151"/>
              <a:gd name="T4" fmla="*/ 151 w 151"/>
              <a:gd name="T5" fmla="*/ 76 h 151"/>
              <a:gd name="T6" fmla="*/ 75 w 151"/>
              <a:gd name="T7" fmla="*/ 151 h 151"/>
              <a:gd name="T8" fmla="*/ 0 w 151"/>
              <a:gd name="T9" fmla="*/ 76 h 151"/>
            </a:gdLst>
            <a:ahLst/>
            <a:cxnLst>
              <a:cxn ang="0">
                <a:pos x="T0" y="T1"/>
              </a:cxn>
              <a:cxn ang="0">
                <a:pos x="T2" y="T3"/>
              </a:cxn>
              <a:cxn ang="0">
                <a:pos x="T4" y="T5"/>
              </a:cxn>
              <a:cxn ang="0">
                <a:pos x="T6" y="T7"/>
              </a:cxn>
              <a:cxn ang="0">
                <a:pos x="T8" y="T9"/>
              </a:cxn>
            </a:cxnLst>
            <a:rect l="0" t="0" r="r" b="b"/>
            <a:pathLst>
              <a:path w="151" h="151">
                <a:moveTo>
                  <a:pt x="0" y="76"/>
                </a:moveTo>
                <a:cubicBezTo>
                  <a:pt x="0" y="34"/>
                  <a:pt x="33" y="0"/>
                  <a:pt x="75" y="0"/>
                </a:cubicBezTo>
                <a:cubicBezTo>
                  <a:pt x="117" y="0"/>
                  <a:pt x="151" y="34"/>
                  <a:pt x="151" y="76"/>
                </a:cubicBezTo>
                <a:cubicBezTo>
                  <a:pt x="151" y="118"/>
                  <a:pt x="117" y="151"/>
                  <a:pt x="75" y="151"/>
                </a:cubicBezTo>
                <a:cubicBezTo>
                  <a:pt x="34" y="151"/>
                  <a:pt x="0" y="118"/>
                  <a:pt x="0" y="76"/>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45"/>
          <p:cNvSpPr>
            <a:spLocks/>
          </p:cNvSpPr>
          <p:nvPr userDrawn="1"/>
        </p:nvSpPr>
        <p:spPr bwMode="auto">
          <a:xfrm rot="10800000">
            <a:off x="7341927" y="1817688"/>
            <a:ext cx="1579563" cy="1577975"/>
          </a:xfrm>
          <a:custGeom>
            <a:avLst/>
            <a:gdLst>
              <a:gd name="T0" fmla="*/ 0 w 357"/>
              <a:gd name="T1" fmla="*/ 179 h 357"/>
              <a:gd name="T2" fmla="*/ 178 w 357"/>
              <a:gd name="T3" fmla="*/ 0 h 357"/>
              <a:gd name="T4" fmla="*/ 357 w 357"/>
              <a:gd name="T5" fmla="*/ 178 h 357"/>
              <a:gd name="T6" fmla="*/ 179 w 357"/>
              <a:gd name="T7" fmla="*/ 357 h 357"/>
              <a:gd name="T8" fmla="*/ 0 w 357"/>
              <a:gd name="T9" fmla="*/ 179 h 357"/>
            </a:gdLst>
            <a:ahLst/>
            <a:cxnLst>
              <a:cxn ang="0">
                <a:pos x="T0" y="T1"/>
              </a:cxn>
              <a:cxn ang="0">
                <a:pos x="T2" y="T3"/>
              </a:cxn>
              <a:cxn ang="0">
                <a:pos x="T4" y="T5"/>
              </a:cxn>
              <a:cxn ang="0">
                <a:pos x="T6" y="T7"/>
              </a:cxn>
              <a:cxn ang="0">
                <a:pos x="T8" y="T9"/>
              </a:cxn>
            </a:cxnLst>
            <a:rect l="0" t="0" r="r" b="b"/>
            <a:pathLst>
              <a:path w="357" h="357">
                <a:moveTo>
                  <a:pt x="0" y="179"/>
                </a:moveTo>
                <a:cubicBezTo>
                  <a:pt x="0" y="80"/>
                  <a:pt x="80" y="0"/>
                  <a:pt x="178" y="0"/>
                </a:cubicBezTo>
                <a:cubicBezTo>
                  <a:pt x="277" y="0"/>
                  <a:pt x="357" y="80"/>
                  <a:pt x="357" y="178"/>
                </a:cubicBezTo>
                <a:cubicBezTo>
                  <a:pt x="357" y="277"/>
                  <a:pt x="277" y="357"/>
                  <a:pt x="179" y="357"/>
                </a:cubicBezTo>
                <a:cubicBezTo>
                  <a:pt x="80" y="357"/>
                  <a:pt x="0" y="277"/>
                  <a:pt x="0" y="179"/>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Oval 114"/>
          <p:cNvSpPr>
            <a:spLocks noChangeArrowheads="1"/>
          </p:cNvSpPr>
          <p:nvPr userDrawn="1"/>
        </p:nvSpPr>
        <p:spPr bwMode="auto">
          <a:xfrm rot="10800000">
            <a:off x="10461650" y="4403726"/>
            <a:ext cx="656686" cy="656686"/>
          </a:xfrm>
          <a:prstGeom prst="ellipse">
            <a:avLst/>
          </a:prstGeom>
          <a:solidFill>
            <a:schemeClr val="tx2">
              <a:lumMod val="20000"/>
              <a:lumOff val="80000"/>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115"/>
          <p:cNvSpPr>
            <a:spLocks noChangeArrowheads="1"/>
          </p:cNvSpPr>
          <p:nvPr userDrawn="1"/>
        </p:nvSpPr>
        <p:spPr bwMode="auto">
          <a:xfrm rot="10800000">
            <a:off x="10822497" y="1995490"/>
            <a:ext cx="306832" cy="305699"/>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16"/>
          <p:cNvSpPr>
            <a:spLocks/>
          </p:cNvSpPr>
          <p:nvPr userDrawn="1"/>
        </p:nvSpPr>
        <p:spPr bwMode="auto">
          <a:xfrm rot="10800000">
            <a:off x="11328425" y="3935413"/>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17"/>
          <p:cNvSpPr>
            <a:spLocks/>
          </p:cNvSpPr>
          <p:nvPr userDrawn="1"/>
        </p:nvSpPr>
        <p:spPr bwMode="auto">
          <a:xfrm rot="10800000">
            <a:off x="10075388" y="5107244"/>
            <a:ext cx="802131" cy="798256"/>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Oval 118"/>
          <p:cNvSpPr>
            <a:spLocks noChangeArrowheads="1"/>
          </p:cNvSpPr>
          <p:nvPr userDrawn="1"/>
        </p:nvSpPr>
        <p:spPr bwMode="auto">
          <a:xfrm rot="10800000">
            <a:off x="11465442" y="3202066"/>
            <a:ext cx="199271" cy="201535"/>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Oval 119"/>
          <p:cNvSpPr>
            <a:spLocks noChangeArrowheads="1"/>
          </p:cNvSpPr>
          <p:nvPr userDrawn="1"/>
        </p:nvSpPr>
        <p:spPr bwMode="auto">
          <a:xfrm rot="10800000">
            <a:off x="9934767" y="1752602"/>
            <a:ext cx="337401" cy="337401"/>
          </a:xfrm>
          <a:prstGeom prst="ellipse">
            <a:avLst/>
          </a:pr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22"/>
          <p:cNvSpPr>
            <a:spLocks/>
          </p:cNvSpPr>
          <p:nvPr userDrawn="1"/>
        </p:nvSpPr>
        <p:spPr bwMode="auto">
          <a:xfrm rot="10800000">
            <a:off x="10029532" y="2339976"/>
            <a:ext cx="826519" cy="826519"/>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24"/>
          <p:cNvSpPr>
            <a:spLocks/>
          </p:cNvSpPr>
          <p:nvPr userDrawn="1"/>
        </p:nvSpPr>
        <p:spPr bwMode="auto">
          <a:xfrm rot="10800000">
            <a:off x="11605333" y="4582050"/>
            <a:ext cx="296641" cy="30003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Oval 133"/>
          <p:cNvSpPr>
            <a:spLocks noChangeArrowheads="1"/>
          </p:cNvSpPr>
          <p:nvPr userDrawn="1"/>
        </p:nvSpPr>
        <p:spPr bwMode="auto">
          <a:xfrm rot="10800000">
            <a:off x="10943147" y="1863727"/>
            <a:ext cx="185684" cy="185684"/>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38"/>
          <p:cNvSpPr>
            <a:spLocks/>
          </p:cNvSpPr>
          <p:nvPr userDrawn="1"/>
        </p:nvSpPr>
        <p:spPr bwMode="auto">
          <a:xfrm rot="10800000">
            <a:off x="11233397" y="2425836"/>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40"/>
          <p:cNvSpPr>
            <a:spLocks/>
          </p:cNvSpPr>
          <p:nvPr userDrawn="1"/>
        </p:nvSpPr>
        <p:spPr bwMode="auto">
          <a:xfrm rot="10800000">
            <a:off x="11982792" y="3640138"/>
            <a:ext cx="220783" cy="22078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41"/>
          <p:cNvSpPr>
            <a:spLocks/>
          </p:cNvSpPr>
          <p:nvPr userDrawn="1"/>
        </p:nvSpPr>
        <p:spPr bwMode="auto">
          <a:xfrm rot="10800000">
            <a:off x="10307662" y="3236914"/>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115"/>
          <p:cNvSpPr>
            <a:spLocks noChangeArrowheads="1"/>
          </p:cNvSpPr>
          <p:nvPr userDrawn="1"/>
        </p:nvSpPr>
        <p:spPr bwMode="auto">
          <a:xfrm rot="10800000">
            <a:off x="9617544" y="2176014"/>
            <a:ext cx="306832" cy="305699"/>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16"/>
          <p:cNvSpPr>
            <a:spLocks/>
          </p:cNvSpPr>
          <p:nvPr userDrawn="1"/>
        </p:nvSpPr>
        <p:spPr bwMode="auto">
          <a:xfrm rot="10800000">
            <a:off x="10388531" y="4205882"/>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Oval 118"/>
          <p:cNvSpPr>
            <a:spLocks noChangeArrowheads="1"/>
          </p:cNvSpPr>
          <p:nvPr userDrawn="1"/>
        </p:nvSpPr>
        <p:spPr bwMode="auto">
          <a:xfrm rot="10800000">
            <a:off x="10525548" y="3472535"/>
            <a:ext cx="199271" cy="201535"/>
          </a:xfrm>
          <a:prstGeom prst="ellipse">
            <a:avLst/>
          </a:pr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Oval 133"/>
          <p:cNvSpPr>
            <a:spLocks noChangeArrowheads="1"/>
          </p:cNvSpPr>
          <p:nvPr userDrawn="1"/>
        </p:nvSpPr>
        <p:spPr bwMode="auto">
          <a:xfrm rot="10800000">
            <a:off x="11223243" y="4382007"/>
            <a:ext cx="185684" cy="185684"/>
          </a:xfrm>
          <a:prstGeom prst="ellipse">
            <a:avLst/>
          </a:prstGeom>
          <a:solidFill>
            <a:schemeClr val="tx2">
              <a:lumMod val="20000"/>
              <a:lumOff val="80000"/>
              <a:alpha val="3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38"/>
          <p:cNvSpPr>
            <a:spLocks/>
          </p:cNvSpPr>
          <p:nvPr userDrawn="1"/>
        </p:nvSpPr>
        <p:spPr bwMode="auto">
          <a:xfrm rot="10800000">
            <a:off x="10293503" y="2696305"/>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tx2">
              <a:lumMod val="20000"/>
              <a:lumOff val="80000"/>
              <a:alpha val="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41"/>
          <p:cNvSpPr>
            <a:spLocks/>
          </p:cNvSpPr>
          <p:nvPr userDrawn="1"/>
        </p:nvSpPr>
        <p:spPr bwMode="auto">
          <a:xfrm rot="10800000">
            <a:off x="9367768" y="3507383"/>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tx2">
              <a:lumMod val="20000"/>
              <a:lumOff val="80000"/>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Oval 57"/>
          <p:cNvSpPr/>
          <p:nvPr userDrawn="1"/>
        </p:nvSpPr>
        <p:spPr>
          <a:xfrm>
            <a:off x="21910" y="0"/>
            <a:ext cx="6845777" cy="68457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21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25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25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25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25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50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p:stCondLst>
                                    <p:cond delay="50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50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500"/>
                                  </p:st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p:stCondLst>
                                    <p:cond delay="50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p:stCondLst>
                                    <p:cond delay="50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50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500"/>
                                  </p:stCondLst>
                                  <p:childTnLst>
                                    <p:set>
                                      <p:cBhvr>
                                        <p:cTn id="91" dur="1" fill="hold">
                                          <p:stCondLst>
                                            <p:cond delay="0"/>
                                          </p:stCondLst>
                                        </p:cTn>
                                        <p:tgtEl>
                                          <p:spTgt spid="22"/>
                                        </p:tgtEl>
                                        <p:attrNameLst>
                                          <p:attrName>style.visibility</p:attrName>
                                        </p:attrNameLst>
                                      </p:cBhvr>
                                      <p:to>
                                        <p:strVal val="visible"/>
                                      </p:to>
                                    </p:set>
                                    <p:anim calcmode="lin" valueType="num">
                                      <p:cBhvr>
                                        <p:cTn id="92" dur="500" fill="hold"/>
                                        <p:tgtEl>
                                          <p:spTgt spid="22"/>
                                        </p:tgtEl>
                                        <p:attrNameLst>
                                          <p:attrName>ppt_w</p:attrName>
                                        </p:attrNameLst>
                                      </p:cBhvr>
                                      <p:tavLst>
                                        <p:tav tm="0">
                                          <p:val>
                                            <p:fltVal val="0"/>
                                          </p:val>
                                        </p:tav>
                                        <p:tav tm="100000">
                                          <p:val>
                                            <p:strVal val="#ppt_w"/>
                                          </p:val>
                                        </p:tav>
                                      </p:tavLst>
                                    </p:anim>
                                    <p:anim calcmode="lin" valueType="num">
                                      <p:cBhvr>
                                        <p:cTn id="93" dur="500" fill="hold"/>
                                        <p:tgtEl>
                                          <p:spTgt spid="22"/>
                                        </p:tgtEl>
                                        <p:attrNameLst>
                                          <p:attrName>ppt_h</p:attrName>
                                        </p:attrNameLst>
                                      </p:cBhvr>
                                      <p:tavLst>
                                        <p:tav tm="0">
                                          <p:val>
                                            <p:fltVal val="0"/>
                                          </p:val>
                                        </p:tav>
                                        <p:tav tm="100000">
                                          <p:val>
                                            <p:strVal val="#ppt_h"/>
                                          </p:val>
                                        </p:tav>
                                      </p:tavLst>
                                    </p:anim>
                                    <p:animEffect transition="in" filter="fade">
                                      <p:cBhvr>
                                        <p:cTn id="94" dur="500"/>
                                        <p:tgtEl>
                                          <p:spTgt spid="22"/>
                                        </p:tgtEl>
                                      </p:cBhvr>
                                    </p:animEffect>
                                  </p:childTnLst>
                                </p:cTn>
                              </p:par>
                              <p:par>
                                <p:cTn id="95" presetID="53" presetClass="entr" presetSubtype="16" fill="hold" grpId="0" nodeType="withEffect">
                                  <p:stCondLst>
                                    <p:cond delay="500"/>
                                  </p:stCondLst>
                                  <p:childTnLst>
                                    <p:set>
                                      <p:cBhvr>
                                        <p:cTn id="96" dur="1" fill="hold">
                                          <p:stCondLst>
                                            <p:cond delay="0"/>
                                          </p:stCondLst>
                                        </p:cTn>
                                        <p:tgtEl>
                                          <p:spTgt spid="23"/>
                                        </p:tgtEl>
                                        <p:attrNameLst>
                                          <p:attrName>style.visibility</p:attrName>
                                        </p:attrNameLst>
                                      </p:cBhvr>
                                      <p:to>
                                        <p:strVal val="visible"/>
                                      </p:to>
                                    </p:set>
                                    <p:anim calcmode="lin" valueType="num">
                                      <p:cBhvr>
                                        <p:cTn id="97" dur="500" fill="hold"/>
                                        <p:tgtEl>
                                          <p:spTgt spid="23"/>
                                        </p:tgtEl>
                                        <p:attrNameLst>
                                          <p:attrName>ppt_w</p:attrName>
                                        </p:attrNameLst>
                                      </p:cBhvr>
                                      <p:tavLst>
                                        <p:tav tm="0">
                                          <p:val>
                                            <p:fltVal val="0"/>
                                          </p:val>
                                        </p:tav>
                                        <p:tav tm="100000">
                                          <p:val>
                                            <p:strVal val="#ppt_w"/>
                                          </p:val>
                                        </p:tav>
                                      </p:tavLst>
                                    </p:anim>
                                    <p:anim calcmode="lin" valueType="num">
                                      <p:cBhvr>
                                        <p:cTn id="98" dur="500" fill="hold"/>
                                        <p:tgtEl>
                                          <p:spTgt spid="23"/>
                                        </p:tgtEl>
                                        <p:attrNameLst>
                                          <p:attrName>ppt_h</p:attrName>
                                        </p:attrNameLst>
                                      </p:cBhvr>
                                      <p:tavLst>
                                        <p:tav tm="0">
                                          <p:val>
                                            <p:fltVal val="0"/>
                                          </p:val>
                                        </p:tav>
                                        <p:tav tm="100000">
                                          <p:val>
                                            <p:strVal val="#ppt_h"/>
                                          </p:val>
                                        </p:tav>
                                      </p:tavLst>
                                    </p:anim>
                                    <p:animEffect transition="in" filter="fade">
                                      <p:cBhvr>
                                        <p:cTn id="99" dur="500"/>
                                        <p:tgtEl>
                                          <p:spTgt spid="23"/>
                                        </p:tgtEl>
                                      </p:cBhvr>
                                    </p:animEffect>
                                  </p:childTnLst>
                                </p:cTn>
                              </p:par>
                              <p:par>
                                <p:cTn id="100" presetID="53" presetClass="entr" presetSubtype="16" fill="hold" grpId="0" nodeType="withEffect">
                                  <p:stCondLst>
                                    <p:cond delay="500"/>
                                  </p:stCondLst>
                                  <p:childTnLst>
                                    <p:set>
                                      <p:cBhvr>
                                        <p:cTn id="101" dur="1" fill="hold">
                                          <p:stCondLst>
                                            <p:cond delay="0"/>
                                          </p:stCondLst>
                                        </p:cTn>
                                        <p:tgtEl>
                                          <p:spTgt spid="24"/>
                                        </p:tgtEl>
                                        <p:attrNameLst>
                                          <p:attrName>style.visibility</p:attrName>
                                        </p:attrNameLst>
                                      </p:cBhvr>
                                      <p:to>
                                        <p:strVal val="visible"/>
                                      </p:to>
                                    </p:set>
                                    <p:anim calcmode="lin" valueType="num">
                                      <p:cBhvr>
                                        <p:cTn id="102" dur="500" fill="hold"/>
                                        <p:tgtEl>
                                          <p:spTgt spid="24"/>
                                        </p:tgtEl>
                                        <p:attrNameLst>
                                          <p:attrName>ppt_w</p:attrName>
                                        </p:attrNameLst>
                                      </p:cBhvr>
                                      <p:tavLst>
                                        <p:tav tm="0">
                                          <p:val>
                                            <p:fltVal val="0"/>
                                          </p:val>
                                        </p:tav>
                                        <p:tav tm="100000">
                                          <p:val>
                                            <p:strVal val="#ppt_w"/>
                                          </p:val>
                                        </p:tav>
                                      </p:tavLst>
                                    </p:anim>
                                    <p:anim calcmode="lin" valueType="num">
                                      <p:cBhvr>
                                        <p:cTn id="103" dur="500" fill="hold"/>
                                        <p:tgtEl>
                                          <p:spTgt spid="24"/>
                                        </p:tgtEl>
                                        <p:attrNameLst>
                                          <p:attrName>ppt_h</p:attrName>
                                        </p:attrNameLst>
                                      </p:cBhvr>
                                      <p:tavLst>
                                        <p:tav tm="0">
                                          <p:val>
                                            <p:fltVal val="0"/>
                                          </p:val>
                                        </p:tav>
                                        <p:tav tm="100000">
                                          <p:val>
                                            <p:strVal val="#ppt_h"/>
                                          </p:val>
                                        </p:tav>
                                      </p:tavLst>
                                    </p:anim>
                                    <p:animEffect transition="in" filter="fade">
                                      <p:cBhvr>
                                        <p:cTn id="104" dur="500"/>
                                        <p:tgtEl>
                                          <p:spTgt spid="24"/>
                                        </p:tgtEl>
                                      </p:cBhvr>
                                    </p:animEffect>
                                  </p:childTnLst>
                                </p:cTn>
                              </p:par>
                              <p:par>
                                <p:cTn id="105" presetID="53" presetClass="entr" presetSubtype="16" fill="hold" grpId="0" nodeType="withEffect">
                                  <p:stCondLst>
                                    <p:cond delay="500"/>
                                  </p:stCondLst>
                                  <p:childTnLst>
                                    <p:set>
                                      <p:cBhvr>
                                        <p:cTn id="106" dur="1" fill="hold">
                                          <p:stCondLst>
                                            <p:cond delay="0"/>
                                          </p:stCondLst>
                                        </p:cTn>
                                        <p:tgtEl>
                                          <p:spTgt spid="25"/>
                                        </p:tgtEl>
                                        <p:attrNameLst>
                                          <p:attrName>style.visibility</p:attrName>
                                        </p:attrNameLst>
                                      </p:cBhvr>
                                      <p:to>
                                        <p:strVal val="visible"/>
                                      </p:to>
                                    </p:set>
                                    <p:anim calcmode="lin" valueType="num">
                                      <p:cBhvr>
                                        <p:cTn id="107" dur="500" fill="hold"/>
                                        <p:tgtEl>
                                          <p:spTgt spid="25"/>
                                        </p:tgtEl>
                                        <p:attrNameLst>
                                          <p:attrName>ppt_w</p:attrName>
                                        </p:attrNameLst>
                                      </p:cBhvr>
                                      <p:tavLst>
                                        <p:tav tm="0">
                                          <p:val>
                                            <p:fltVal val="0"/>
                                          </p:val>
                                        </p:tav>
                                        <p:tav tm="100000">
                                          <p:val>
                                            <p:strVal val="#ppt_w"/>
                                          </p:val>
                                        </p:tav>
                                      </p:tavLst>
                                    </p:anim>
                                    <p:anim calcmode="lin" valueType="num">
                                      <p:cBhvr>
                                        <p:cTn id="108" dur="500" fill="hold"/>
                                        <p:tgtEl>
                                          <p:spTgt spid="25"/>
                                        </p:tgtEl>
                                        <p:attrNameLst>
                                          <p:attrName>ppt_h</p:attrName>
                                        </p:attrNameLst>
                                      </p:cBhvr>
                                      <p:tavLst>
                                        <p:tav tm="0">
                                          <p:val>
                                            <p:fltVal val="0"/>
                                          </p:val>
                                        </p:tav>
                                        <p:tav tm="100000">
                                          <p:val>
                                            <p:strVal val="#ppt_h"/>
                                          </p:val>
                                        </p:tav>
                                      </p:tavLst>
                                    </p:anim>
                                    <p:animEffect transition="in" filter="fade">
                                      <p:cBhvr>
                                        <p:cTn id="109" dur="500"/>
                                        <p:tgtEl>
                                          <p:spTgt spid="25"/>
                                        </p:tgtEl>
                                      </p:cBhvr>
                                    </p:animEffect>
                                  </p:childTnLst>
                                </p:cTn>
                              </p:par>
                              <p:par>
                                <p:cTn id="110" presetID="53" presetClass="entr" presetSubtype="16" fill="hold" grpId="0" nodeType="withEffect">
                                  <p:stCondLst>
                                    <p:cond delay="500"/>
                                  </p:stCondLst>
                                  <p:childTnLst>
                                    <p:set>
                                      <p:cBhvr>
                                        <p:cTn id="111" dur="1" fill="hold">
                                          <p:stCondLst>
                                            <p:cond delay="0"/>
                                          </p:stCondLst>
                                        </p:cTn>
                                        <p:tgtEl>
                                          <p:spTgt spid="26"/>
                                        </p:tgtEl>
                                        <p:attrNameLst>
                                          <p:attrName>style.visibility</p:attrName>
                                        </p:attrNameLst>
                                      </p:cBhvr>
                                      <p:to>
                                        <p:strVal val="visible"/>
                                      </p:to>
                                    </p:set>
                                    <p:anim calcmode="lin" valueType="num">
                                      <p:cBhvr>
                                        <p:cTn id="112" dur="500" fill="hold"/>
                                        <p:tgtEl>
                                          <p:spTgt spid="26"/>
                                        </p:tgtEl>
                                        <p:attrNameLst>
                                          <p:attrName>ppt_w</p:attrName>
                                        </p:attrNameLst>
                                      </p:cBhvr>
                                      <p:tavLst>
                                        <p:tav tm="0">
                                          <p:val>
                                            <p:fltVal val="0"/>
                                          </p:val>
                                        </p:tav>
                                        <p:tav tm="100000">
                                          <p:val>
                                            <p:strVal val="#ppt_w"/>
                                          </p:val>
                                        </p:tav>
                                      </p:tavLst>
                                    </p:anim>
                                    <p:anim calcmode="lin" valueType="num">
                                      <p:cBhvr>
                                        <p:cTn id="113" dur="500" fill="hold"/>
                                        <p:tgtEl>
                                          <p:spTgt spid="26"/>
                                        </p:tgtEl>
                                        <p:attrNameLst>
                                          <p:attrName>ppt_h</p:attrName>
                                        </p:attrNameLst>
                                      </p:cBhvr>
                                      <p:tavLst>
                                        <p:tav tm="0">
                                          <p:val>
                                            <p:fltVal val="0"/>
                                          </p:val>
                                        </p:tav>
                                        <p:tav tm="100000">
                                          <p:val>
                                            <p:strVal val="#ppt_h"/>
                                          </p:val>
                                        </p:tav>
                                      </p:tavLst>
                                    </p:anim>
                                    <p:animEffect transition="in" filter="fade">
                                      <p:cBhvr>
                                        <p:cTn id="114" dur="500"/>
                                        <p:tgtEl>
                                          <p:spTgt spid="26"/>
                                        </p:tgtEl>
                                      </p:cBhvr>
                                    </p:animEffect>
                                  </p:childTnLst>
                                </p:cTn>
                              </p:par>
                              <p:par>
                                <p:cTn id="115" presetID="53" presetClass="entr" presetSubtype="16" fill="hold" grpId="0" nodeType="withEffect">
                                  <p:stCondLst>
                                    <p:cond delay="500"/>
                                  </p:stCondLst>
                                  <p:childTnLst>
                                    <p:set>
                                      <p:cBhvr>
                                        <p:cTn id="116" dur="1" fill="hold">
                                          <p:stCondLst>
                                            <p:cond delay="0"/>
                                          </p:stCondLst>
                                        </p:cTn>
                                        <p:tgtEl>
                                          <p:spTgt spid="27"/>
                                        </p:tgtEl>
                                        <p:attrNameLst>
                                          <p:attrName>style.visibility</p:attrName>
                                        </p:attrNameLst>
                                      </p:cBhvr>
                                      <p:to>
                                        <p:strVal val="visible"/>
                                      </p:to>
                                    </p:set>
                                    <p:anim calcmode="lin" valueType="num">
                                      <p:cBhvr>
                                        <p:cTn id="117" dur="500" fill="hold"/>
                                        <p:tgtEl>
                                          <p:spTgt spid="27"/>
                                        </p:tgtEl>
                                        <p:attrNameLst>
                                          <p:attrName>ppt_w</p:attrName>
                                        </p:attrNameLst>
                                      </p:cBhvr>
                                      <p:tavLst>
                                        <p:tav tm="0">
                                          <p:val>
                                            <p:fltVal val="0"/>
                                          </p:val>
                                        </p:tav>
                                        <p:tav tm="100000">
                                          <p:val>
                                            <p:strVal val="#ppt_w"/>
                                          </p:val>
                                        </p:tav>
                                      </p:tavLst>
                                    </p:anim>
                                    <p:anim calcmode="lin" valueType="num">
                                      <p:cBhvr>
                                        <p:cTn id="118" dur="500" fill="hold"/>
                                        <p:tgtEl>
                                          <p:spTgt spid="27"/>
                                        </p:tgtEl>
                                        <p:attrNameLst>
                                          <p:attrName>ppt_h</p:attrName>
                                        </p:attrNameLst>
                                      </p:cBhvr>
                                      <p:tavLst>
                                        <p:tav tm="0">
                                          <p:val>
                                            <p:fltVal val="0"/>
                                          </p:val>
                                        </p:tav>
                                        <p:tav tm="100000">
                                          <p:val>
                                            <p:strVal val="#ppt_h"/>
                                          </p:val>
                                        </p:tav>
                                      </p:tavLst>
                                    </p:anim>
                                    <p:animEffect transition="in" filter="fade">
                                      <p:cBhvr>
                                        <p:cTn id="119" dur="500"/>
                                        <p:tgtEl>
                                          <p:spTgt spid="27"/>
                                        </p:tgtEl>
                                      </p:cBhvr>
                                    </p:animEffect>
                                  </p:childTnLst>
                                </p:cTn>
                              </p:par>
                              <p:par>
                                <p:cTn id="120" presetID="53" presetClass="entr" presetSubtype="16" fill="hold" grpId="0" nodeType="withEffect">
                                  <p:stCondLst>
                                    <p:cond delay="500"/>
                                  </p:stCondLst>
                                  <p:childTnLst>
                                    <p:set>
                                      <p:cBhvr>
                                        <p:cTn id="121" dur="1" fill="hold">
                                          <p:stCondLst>
                                            <p:cond delay="0"/>
                                          </p:stCondLst>
                                        </p:cTn>
                                        <p:tgtEl>
                                          <p:spTgt spid="28"/>
                                        </p:tgtEl>
                                        <p:attrNameLst>
                                          <p:attrName>style.visibility</p:attrName>
                                        </p:attrNameLst>
                                      </p:cBhvr>
                                      <p:to>
                                        <p:strVal val="visible"/>
                                      </p:to>
                                    </p:set>
                                    <p:anim calcmode="lin" valueType="num">
                                      <p:cBhvr>
                                        <p:cTn id="122" dur="500" fill="hold"/>
                                        <p:tgtEl>
                                          <p:spTgt spid="28"/>
                                        </p:tgtEl>
                                        <p:attrNameLst>
                                          <p:attrName>ppt_w</p:attrName>
                                        </p:attrNameLst>
                                      </p:cBhvr>
                                      <p:tavLst>
                                        <p:tav tm="0">
                                          <p:val>
                                            <p:fltVal val="0"/>
                                          </p:val>
                                        </p:tav>
                                        <p:tav tm="100000">
                                          <p:val>
                                            <p:strVal val="#ppt_w"/>
                                          </p:val>
                                        </p:tav>
                                      </p:tavLst>
                                    </p:anim>
                                    <p:anim calcmode="lin" valueType="num">
                                      <p:cBhvr>
                                        <p:cTn id="123" dur="500" fill="hold"/>
                                        <p:tgtEl>
                                          <p:spTgt spid="28"/>
                                        </p:tgtEl>
                                        <p:attrNameLst>
                                          <p:attrName>ppt_h</p:attrName>
                                        </p:attrNameLst>
                                      </p:cBhvr>
                                      <p:tavLst>
                                        <p:tav tm="0">
                                          <p:val>
                                            <p:fltVal val="0"/>
                                          </p:val>
                                        </p:tav>
                                        <p:tav tm="100000">
                                          <p:val>
                                            <p:strVal val="#ppt_h"/>
                                          </p:val>
                                        </p:tav>
                                      </p:tavLst>
                                    </p:anim>
                                    <p:animEffect transition="in" filter="fade">
                                      <p:cBhvr>
                                        <p:cTn id="124" dur="500"/>
                                        <p:tgtEl>
                                          <p:spTgt spid="28"/>
                                        </p:tgtEl>
                                      </p:cBhvr>
                                    </p:animEffect>
                                  </p:childTnLst>
                                </p:cTn>
                              </p:par>
                              <p:par>
                                <p:cTn id="125" presetID="53" presetClass="entr" presetSubtype="16" fill="hold" grpId="0" nodeType="withEffect">
                                  <p:stCondLst>
                                    <p:cond delay="500"/>
                                  </p:stCondLst>
                                  <p:childTnLst>
                                    <p:set>
                                      <p:cBhvr>
                                        <p:cTn id="126" dur="1" fill="hold">
                                          <p:stCondLst>
                                            <p:cond delay="0"/>
                                          </p:stCondLst>
                                        </p:cTn>
                                        <p:tgtEl>
                                          <p:spTgt spid="29"/>
                                        </p:tgtEl>
                                        <p:attrNameLst>
                                          <p:attrName>style.visibility</p:attrName>
                                        </p:attrNameLst>
                                      </p:cBhvr>
                                      <p:to>
                                        <p:strVal val="visible"/>
                                      </p:to>
                                    </p:set>
                                    <p:anim calcmode="lin" valueType="num">
                                      <p:cBhvr>
                                        <p:cTn id="127" dur="500" fill="hold"/>
                                        <p:tgtEl>
                                          <p:spTgt spid="29"/>
                                        </p:tgtEl>
                                        <p:attrNameLst>
                                          <p:attrName>ppt_w</p:attrName>
                                        </p:attrNameLst>
                                      </p:cBhvr>
                                      <p:tavLst>
                                        <p:tav tm="0">
                                          <p:val>
                                            <p:fltVal val="0"/>
                                          </p:val>
                                        </p:tav>
                                        <p:tav tm="100000">
                                          <p:val>
                                            <p:strVal val="#ppt_w"/>
                                          </p:val>
                                        </p:tav>
                                      </p:tavLst>
                                    </p:anim>
                                    <p:anim calcmode="lin" valueType="num">
                                      <p:cBhvr>
                                        <p:cTn id="128" dur="500" fill="hold"/>
                                        <p:tgtEl>
                                          <p:spTgt spid="29"/>
                                        </p:tgtEl>
                                        <p:attrNameLst>
                                          <p:attrName>ppt_h</p:attrName>
                                        </p:attrNameLst>
                                      </p:cBhvr>
                                      <p:tavLst>
                                        <p:tav tm="0">
                                          <p:val>
                                            <p:fltVal val="0"/>
                                          </p:val>
                                        </p:tav>
                                        <p:tav tm="100000">
                                          <p:val>
                                            <p:strVal val="#ppt_h"/>
                                          </p:val>
                                        </p:tav>
                                      </p:tavLst>
                                    </p:anim>
                                    <p:animEffect transition="in" filter="fade">
                                      <p:cBhvr>
                                        <p:cTn id="129" dur="500"/>
                                        <p:tgtEl>
                                          <p:spTgt spid="29"/>
                                        </p:tgtEl>
                                      </p:cBhvr>
                                    </p:animEffect>
                                  </p:childTnLst>
                                </p:cTn>
                              </p:par>
                              <p:par>
                                <p:cTn id="130" presetID="53" presetClass="entr" presetSubtype="16" fill="hold" grpId="0" nodeType="withEffect">
                                  <p:stCondLst>
                                    <p:cond delay="500"/>
                                  </p:stCondLst>
                                  <p:childTnLst>
                                    <p:set>
                                      <p:cBhvr>
                                        <p:cTn id="131" dur="1" fill="hold">
                                          <p:stCondLst>
                                            <p:cond delay="0"/>
                                          </p:stCondLst>
                                        </p:cTn>
                                        <p:tgtEl>
                                          <p:spTgt spid="30"/>
                                        </p:tgtEl>
                                        <p:attrNameLst>
                                          <p:attrName>style.visibility</p:attrName>
                                        </p:attrNameLst>
                                      </p:cBhvr>
                                      <p:to>
                                        <p:strVal val="visible"/>
                                      </p:to>
                                    </p:set>
                                    <p:anim calcmode="lin" valueType="num">
                                      <p:cBhvr>
                                        <p:cTn id="132" dur="500" fill="hold"/>
                                        <p:tgtEl>
                                          <p:spTgt spid="30"/>
                                        </p:tgtEl>
                                        <p:attrNameLst>
                                          <p:attrName>ppt_w</p:attrName>
                                        </p:attrNameLst>
                                      </p:cBhvr>
                                      <p:tavLst>
                                        <p:tav tm="0">
                                          <p:val>
                                            <p:fltVal val="0"/>
                                          </p:val>
                                        </p:tav>
                                        <p:tav tm="100000">
                                          <p:val>
                                            <p:strVal val="#ppt_w"/>
                                          </p:val>
                                        </p:tav>
                                      </p:tavLst>
                                    </p:anim>
                                    <p:anim calcmode="lin" valueType="num">
                                      <p:cBhvr>
                                        <p:cTn id="133" dur="500" fill="hold"/>
                                        <p:tgtEl>
                                          <p:spTgt spid="30"/>
                                        </p:tgtEl>
                                        <p:attrNameLst>
                                          <p:attrName>ppt_h</p:attrName>
                                        </p:attrNameLst>
                                      </p:cBhvr>
                                      <p:tavLst>
                                        <p:tav tm="0">
                                          <p:val>
                                            <p:fltVal val="0"/>
                                          </p:val>
                                        </p:tav>
                                        <p:tav tm="100000">
                                          <p:val>
                                            <p:strVal val="#ppt_h"/>
                                          </p:val>
                                        </p:tav>
                                      </p:tavLst>
                                    </p:anim>
                                    <p:animEffect transition="in" filter="fade">
                                      <p:cBhvr>
                                        <p:cTn id="134" dur="500"/>
                                        <p:tgtEl>
                                          <p:spTgt spid="30"/>
                                        </p:tgtEl>
                                      </p:cBhvr>
                                    </p:animEffect>
                                  </p:childTnLst>
                                </p:cTn>
                              </p:par>
                              <p:par>
                                <p:cTn id="135" presetID="53" presetClass="entr" presetSubtype="16" fill="hold" grpId="0" nodeType="withEffect">
                                  <p:stCondLst>
                                    <p:cond delay="500"/>
                                  </p:stCondLst>
                                  <p:childTnLst>
                                    <p:set>
                                      <p:cBhvr>
                                        <p:cTn id="136" dur="1" fill="hold">
                                          <p:stCondLst>
                                            <p:cond delay="0"/>
                                          </p:stCondLst>
                                        </p:cTn>
                                        <p:tgtEl>
                                          <p:spTgt spid="31"/>
                                        </p:tgtEl>
                                        <p:attrNameLst>
                                          <p:attrName>style.visibility</p:attrName>
                                        </p:attrNameLst>
                                      </p:cBhvr>
                                      <p:to>
                                        <p:strVal val="visible"/>
                                      </p:to>
                                    </p:set>
                                    <p:anim calcmode="lin" valueType="num">
                                      <p:cBhvr>
                                        <p:cTn id="137" dur="500" fill="hold"/>
                                        <p:tgtEl>
                                          <p:spTgt spid="31"/>
                                        </p:tgtEl>
                                        <p:attrNameLst>
                                          <p:attrName>ppt_w</p:attrName>
                                        </p:attrNameLst>
                                      </p:cBhvr>
                                      <p:tavLst>
                                        <p:tav tm="0">
                                          <p:val>
                                            <p:fltVal val="0"/>
                                          </p:val>
                                        </p:tav>
                                        <p:tav tm="100000">
                                          <p:val>
                                            <p:strVal val="#ppt_w"/>
                                          </p:val>
                                        </p:tav>
                                      </p:tavLst>
                                    </p:anim>
                                    <p:anim calcmode="lin" valueType="num">
                                      <p:cBhvr>
                                        <p:cTn id="138" dur="500" fill="hold"/>
                                        <p:tgtEl>
                                          <p:spTgt spid="31"/>
                                        </p:tgtEl>
                                        <p:attrNameLst>
                                          <p:attrName>ppt_h</p:attrName>
                                        </p:attrNameLst>
                                      </p:cBhvr>
                                      <p:tavLst>
                                        <p:tav tm="0">
                                          <p:val>
                                            <p:fltVal val="0"/>
                                          </p:val>
                                        </p:tav>
                                        <p:tav tm="100000">
                                          <p:val>
                                            <p:strVal val="#ppt_h"/>
                                          </p:val>
                                        </p:tav>
                                      </p:tavLst>
                                    </p:anim>
                                    <p:animEffect transition="in" filter="fade">
                                      <p:cBhvr>
                                        <p:cTn id="139" dur="500"/>
                                        <p:tgtEl>
                                          <p:spTgt spid="31"/>
                                        </p:tgtEl>
                                      </p:cBhvr>
                                    </p:animEffect>
                                  </p:childTnLst>
                                </p:cTn>
                              </p:par>
                              <p:par>
                                <p:cTn id="140" presetID="53" presetClass="entr" presetSubtype="16" fill="hold" grpId="0" nodeType="withEffect">
                                  <p:stCondLst>
                                    <p:cond delay="500"/>
                                  </p:stCondLst>
                                  <p:childTnLst>
                                    <p:set>
                                      <p:cBhvr>
                                        <p:cTn id="141" dur="1" fill="hold">
                                          <p:stCondLst>
                                            <p:cond delay="0"/>
                                          </p:stCondLst>
                                        </p:cTn>
                                        <p:tgtEl>
                                          <p:spTgt spid="32"/>
                                        </p:tgtEl>
                                        <p:attrNameLst>
                                          <p:attrName>style.visibility</p:attrName>
                                        </p:attrNameLst>
                                      </p:cBhvr>
                                      <p:to>
                                        <p:strVal val="visible"/>
                                      </p:to>
                                    </p:set>
                                    <p:anim calcmode="lin" valueType="num">
                                      <p:cBhvr>
                                        <p:cTn id="142" dur="500" fill="hold"/>
                                        <p:tgtEl>
                                          <p:spTgt spid="32"/>
                                        </p:tgtEl>
                                        <p:attrNameLst>
                                          <p:attrName>ppt_w</p:attrName>
                                        </p:attrNameLst>
                                      </p:cBhvr>
                                      <p:tavLst>
                                        <p:tav tm="0">
                                          <p:val>
                                            <p:fltVal val="0"/>
                                          </p:val>
                                        </p:tav>
                                        <p:tav tm="100000">
                                          <p:val>
                                            <p:strVal val="#ppt_w"/>
                                          </p:val>
                                        </p:tav>
                                      </p:tavLst>
                                    </p:anim>
                                    <p:anim calcmode="lin" valueType="num">
                                      <p:cBhvr>
                                        <p:cTn id="143" dur="500" fill="hold"/>
                                        <p:tgtEl>
                                          <p:spTgt spid="32"/>
                                        </p:tgtEl>
                                        <p:attrNameLst>
                                          <p:attrName>ppt_h</p:attrName>
                                        </p:attrNameLst>
                                      </p:cBhvr>
                                      <p:tavLst>
                                        <p:tav tm="0">
                                          <p:val>
                                            <p:fltVal val="0"/>
                                          </p:val>
                                        </p:tav>
                                        <p:tav tm="100000">
                                          <p:val>
                                            <p:strVal val="#ppt_h"/>
                                          </p:val>
                                        </p:tav>
                                      </p:tavLst>
                                    </p:anim>
                                    <p:animEffect transition="in" filter="fade">
                                      <p:cBhvr>
                                        <p:cTn id="144" dur="500"/>
                                        <p:tgtEl>
                                          <p:spTgt spid="32"/>
                                        </p:tgtEl>
                                      </p:cBhvr>
                                    </p:animEffect>
                                  </p:childTnLst>
                                </p:cTn>
                              </p:par>
                              <p:par>
                                <p:cTn id="145" presetID="53" presetClass="entr" presetSubtype="16" fill="hold" grpId="0" nodeType="withEffect">
                                  <p:stCondLst>
                                    <p:cond delay="500"/>
                                  </p:stCondLst>
                                  <p:childTnLst>
                                    <p:set>
                                      <p:cBhvr>
                                        <p:cTn id="146" dur="1" fill="hold">
                                          <p:stCondLst>
                                            <p:cond delay="0"/>
                                          </p:stCondLst>
                                        </p:cTn>
                                        <p:tgtEl>
                                          <p:spTgt spid="33"/>
                                        </p:tgtEl>
                                        <p:attrNameLst>
                                          <p:attrName>style.visibility</p:attrName>
                                        </p:attrNameLst>
                                      </p:cBhvr>
                                      <p:to>
                                        <p:strVal val="visible"/>
                                      </p:to>
                                    </p:set>
                                    <p:anim calcmode="lin" valueType="num">
                                      <p:cBhvr>
                                        <p:cTn id="147" dur="500" fill="hold"/>
                                        <p:tgtEl>
                                          <p:spTgt spid="33"/>
                                        </p:tgtEl>
                                        <p:attrNameLst>
                                          <p:attrName>ppt_w</p:attrName>
                                        </p:attrNameLst>
                                      </p:cBhvr>
                                      <p:tavLst>
                                        <p:tav tm="0">
                                          <p:val>
                                            <p:fltVal val="0"/>
                                          </p:val>
                                        </p:tav>
                                        <p:tav tm="100000">
                                          <p:val>
                                            <p:strVal val="#ppt_w"/>
                                          </p:val>
                                        </p:tav>
                                      </p:tavLst>
                                    </p:anim>
                                    <p:anim calcmode="lin" valueType="num">
                                      <p:cBhvr>
                                        <p:cTn id="148" dur="500" fill="hold"/>
                                        <p:tgtEl>
                                          <p:spTgt spid="33"/>
                                        </p:tgtEl>
                                        <p:attrNameLst>
                                          <p:attrName>ppt_h</p:attrName>
                                        </p:attrNameLst>
                                      </p:cBhvr>
                                      <p:tavLst>
                                        <p:tav tm="0">
                                          <p:val>
                                            <p:fltVal val="0"/>
                                          </p:val>
                                        </p:tav>
                                        <p:tav tm="100000">
                                          <p:val>
                                            <p:strVal val="#ppt_h"/>
                                          </p:val>
                                        </p:tav>
                                      </p:tavLst>
                                    </p:anim>
                                    <p:animEffect transition="in" filter="fade">
                                      <p:cBhvr>
                                        <p:cTn id="149" dur="500"/>
                                        <p:tgtEl>
                                          <p:spTgt spid="33"/>
                                        </p:tgtEl>
                                      </p:cBhvr>
                                    </p:animEffect>
                                  </p:childTnLst>
                                </p:cTn>
                              </p:par>
                              <p:par>
                                <p:cTn id="150" presetID="53" presetClass="entr" presetSubtype="16" fill="hold" grpId="0" nodeType="withEffect">
                                  <p:stCondLst>
                                    <p:cond delay="500"/>
                                  </p:stCondLst>
                                  <p:childTnLst>
                                    <p:set>
                                      <p:cBhvr>
                                        <p:cTn id="151" dur="1" fill="hold">
                                          <p:stCondLst>
                                            <p:cond delay="0"/>
                                          </p:stCondLst>
                                        </p:cTn>
                                        <p:tgtEl>
                                          <p:spTgt spid="34"/>
                                        </p:tgtEl>
                                        <p:attrNameLst>
                                          <p:attrName>style.visibility</p:attrName>
                                        </p:attrNameLst>
                                      </p:cBhvr>
                                      <p:to>
                                        <p:strVal val="visible"/>
                                      </p:to>
                                    </p:set>
                                    <p:anim calcmode="lin" valueType="num">
                                      <p:cBhvr>
                                        <p:cTn id="152" dur="500" fill="hold"/>
                                        <p:tgtEl>
                                          <p:spTgt spid="34"/>
                                        </p:tgtEl>
                                        <p:attrNameLst>
                                          <p:attrName>ppt_w</p:attrName>
                                        </p:attrNameLst>
                                      </p:cBhvr>
                                      <p:tavLst>
                                        <p:tav tm="0">
                                          <p:val>
                                            <p:fltVal val="0"/>
                                          </p:val>
                                        </p:tav>
                                        <p:tav tm="100000">
                                          <p:val>
                                            <p:strVal val="#ppt_w"/>
                                          </p:val>
                                        </p:tav>
                                      </p:tavLst>
                                    </p:anim>
                                    <p:anim calcmode="lin" valueType="num">
                                      <p:cBhvr>
                                        <p:cTn id="153" dur="500" fill="hold"/>
                                        <p:tgtEl>
                                          <p:spTgt spid="34"/>
                                        </p:tgtEl>
                                        <p:attrNameLst>
                                          <p:attrName>ppt_h</p:attrName>
                                        </p:attrNameLst>
                                      </p:cBhvr>
                                      <p:tavLst>
                                        <p:tav tm="0">
                                          <p:val>
                                            <p:fltVal val="0"/>
                                          </p:val>
                                        </p:tav>
                                        <p:tav tm="100000">
                                          <p:val>
                                            <p:strVal val="#ppt_h"/>
                                          </p:val>
                                        </p:tav>
                                      </p:tavLst>
                                    </p:anim>
                                    <p:animEffect transition="in" filter="fade">
                                      <p:cBhvr>
                                        <p:cTn id="154" dur="500"/>
                                        <p:tgtEl>
                                          <p:spTgt spid="34"/>
                                        </p:tgtEl>
                                      </p:cBhvr>
                                    </p:animEffect>
                                  </p:childTnLst>
                                </p:cTn>
                              </p:par>
                              <p:par>
                                <p:cTn id="155" presetID="53" presetClass="entr" presetSubtype="16" fill="hold" grpId="0" nodeType="withEffect">
                                  <p:stCondLst>
                                    <p:cond delay="500"/>
                                  </p:stCondLst>
                                  <p:childTnLst>
                                    <p:set>
                                      <p:cBhvr>
                                        <p:cTn id="156" dur="1" fill="hold">
                                          <p:stCondLst>
                                            <p:cond delay="0"/>
                                          </p:stCondLst>
                                        </p:cTn>
                                        <p:tgtEl>
                                          <p:spTgt spid="35"/>
                                        </p:tgtEl>
                                        <p:attrNameLst>
                                          <p:attrName>style.visibility</p:attrName>
                                        </p:attrNameLst>
                                      </p:cBhvr>
                                      <p:to>
                                        <p:strVal val="visible"/>
                                      </p:to>
                                    </p:set>
                                    <p:anim calcmode="lin" valueType="num">
                                      <p:cBhvr>
                                        <p:cTn id="157" dur="500" fill="hold"/>
                                        <p:tgtEl>
                                          <p:spTgt spid="35"/>
                                        </p:tgtEl>
                                        <p:attrNameLst>
                                          <p:attrName>ppt_w</p:attrName>
                                        </p:attrNameLst>
                                      </p:cBhvr>
                                      <p:tavLst>
                                        <p:tav tm="0">
                                          <p:val>
                                            <p:fltVal val="0"/>
                                          </p:val>
                                        </p:tav>
                                        <p:tav tm="100000">
                                          <p:val>
                                            <p:strVal val="#ppt_w"/>
                                          </p:val>
                                        </p:tav>
                                      </p:tavLst>
                                    </p:anim>
                                    <p:anim calcmode="lin" valueType="num">
                                      <p:cBhvr>
                                        <p:cTn id="158" dur="500" fill="hold"/>
                                        <p:tgtEl>
                                          <p:spTgt spid="35"/>
                                        </p:tgtEl>
                                        <p:attrNameLst>
                                          <p:attrName>ppt_h</p:attrName>
                                        </p:attrNameLst>
                                      </p:cBhvr>
                                      <p:tavLst>
                                        <p:tav tm="0">
                                          <p:val>
                                            <p:fltVal val="0"/>
                                          </p:val>
                                        </p:tav>
                                        <p:tav tm="100000">
                                          <p:val>
                                            <p:strVal val="#ppt_h"/>
                                          </p:val>
                                        </p:tav>
                                      </p:tavLst>
                                    </p:anim>
                                    <p:animEffect transition="in" filter="fade">
                                      <p:cBhvr>
                                        <p:cTn id="159" dur="500"/>
                                        <p:tgtEl>
                                          <p:spTgt spid="35"/>
                                        </p:tgtEl>
                                      </p:cBhvr>
                                    </p:animEffect>
                                  </p:childTnLst>
                                </p:cTn>
                              </p:par>
                              <p:par>
                                <p:cTn id="160" presetID="53" presetClass="entr" presetSubtype="16" fill="hold" grpId="0" nodeType="withEffect">
                                  <p:stCondLst>
                                    <p:cond delay="500"/>
                                  </p:stCondLst>
                                  <p:childTnLst>
                                    <p:set>
                                      <p:cBhvr>
                                        <p:cTn id="161" dur="1" fill="hold">
                                          <p:stCondLst>
                                            <p:cond delay="0"/>
                                          </p:stCondLst>
                                        </p:cTn>
                                        <p:tgtEl>
                                          <p:spTgt spid="36"/>
                                        </p:tgtEl>
                                        <p:attrNameLst>
                                          <p:attrName>style.visibility</p:attrName>
                                        </p:attrNameLst>
                                      </p:cBhvr>
                                      <p:to>
                                        <p:strVal val="visible"/>
                                      </p:to>
                                    </p:set>
                                    <p:anim calcmode="lin" valueType="num">
                                      <p:cBhvr>
                                        <p:cTn id="162" dur="500" fill="hold"/>
                                        <p:tgtEl>
                                          <p:spTgt spid="36"/>
                                        </p:tgtEl>
                                        <p:attrNameLst>
                                          <p:attrName>ppt_w</p:attrName>
                                        </p:attrNameLst>
                                      </p:cBhvr>
                                      <p:tavLst>
                                        <p:tav tm="0">
                                          <p:val>
                                            <p:fltVal val="0"/>
                                          </p:val>
                                        </p:tav>
                                        <p:tav tm="100000">
                                          <p:val>
                                            <p:strVal val="#ppt_w"/>
                                          </p:val>
                                        </p:tav>
                                      </p:tavLst>
                                    </p:anim>
                                    <p:anim calcmode="lin" valueType="num">
                                      <p:cBhvr>
                                        <p:cTn id="163" dur="500" fill="hold"/>
                                        <p:tgtEl>
                                          <p:spTgt spid="36"/>
                                        </p:tgtEl>
                                        <p:attrNameLst>
                                          <p:attrName>ppt_h</p:attrName>
                                        </p:attrNameLst>
                                      </p:cBhvr>
                                      <p:tavLst>
                                        <p:tav tm="0">
                                          <p:val>
                                            <p:fltVal val="0"/>
                                          </p:val>
                                        </p:tav>
                                        <p:tav tm="100000">
                                          <p:val>
                                            <p:strVal val="#ppt_h"/>
                                          </p:val>
                                        </p:tav>
                                      </p:tavLst>
                                    </p:anim>
                                    <p:animEffect transition="in" filter="fade">
                                      <p:cBhvr>
                                        <p:cTn id="164" dur="500"/>
                                        <p:tgtEl>
                                          <p:spTgt spid="36"/>
                                        </p:tgtEl>
                                      </p:cBhvr>
                                    </p:animEffect>
                                  </p:childTnLst>
                                </p:cTn>
                              </p:par>
                              <p:par>
                                <p:cTn id="165" presetID="53" presetClass="entr" presetSubtype="16" fill="hold" grpId="0" nodeType="withEffect">
                                  <p:stCondLst>
                                    <p:cond delay="500"/>
                                  </p:stCondLst>
                                  <p:childTnLst>
                                    <p:set>
                                      <p:cBhvr>
                                        <p:cTn id="166" dur="1" fill="hold">
                                          <p:stCondLst>
                                            <p:cond delay="0"/>
                                          </p:stCondLst>
                                        </p:cTn>
                                        <p:tgtEl>
                                          <p:spTgt spid="37"/>
                                        </p:tgtEl>
                                        <p:attrNameLst>
                                          <p:attrName>style.visibility</p:attrName>
                                        </p:attrNameLst>
                                      </p:cBhvr>
                                      <p:to>
                                        <p:strVal val="visible"/>
                                      </p:to>
                                    </p:set>
                                    <p:anim calcmode="lin" valueType="num">
                                      <p:cBhvr>
                                        <p:cTn id="167" dur="500" fill="hold"/>
                                        <p:tgtEl>
                                          <p:spTgt spid="37"/>
                                        </p:tgtEl>
                                        <p:attrNameLst>
                                          <p:attrName>ppt_w</p:attrName>
                                        </p:attrNameLst>
                                      </p:cBhvr>
                                      <p:tavLst>
                                        <p:tav tm="0">
                                          <p:val>
                                            <p:fltVal val="0"/>
                                          </p:val>
                                        </p:tav>
                                        <p:tav tm="100000">
                                          <p:val>
                                            <p:strVal val="#ppt_w"/>
                                          </p:val>
                                        </p:tav>
                                      </p:tavLst>
                                    </p:anim>
                                    <p:anim calcmode="lin" valueType="num">
                                      <p:cBhvr>
                                        <p:cTn id="168" dur="500" fill="hold"/>
                                        <p:tgtEl>
                                          <p:spTgt spid="37"/>
                                        </p:tgtEl>
                                        <p:attrNameLst>
                                          <p:attrName>ppt_h</p:attrName>
                                        </p:attrNameLst>
                                      </p:cBhvr>
                                      <p:tavLst>
                                        <p:tav tm="0">
                                          <p:val>
                                            <p:fltVal val="0"/>
                                          </p:val>
                                        </p:tav>
                                        <p:tav tm="100000">
                                          <p:val>
                                            <p:strVal val="#ppt_h"/>
                                          </p:val>
                                        </p:tav>
                                      </p:tavLst>
                                    </p:anim>
                                    <p:animEffect transition="in" filter="fade">
                                      <p:cBhvr>
                                        <p:cTn id="169" dur="500"/>
                                        <p:tgtEl>
                                          <p:spTgt spid="37"/>
                                        </p:tgtEl>
                                      </p:cBhvr>
                                    </p:animEffect>
                                  </p:childTnLst>
                                </p:cTn>
                              </p:par>
                              <p:par>
                                <p:cTn id="170" presetID="53" presetClass="entr" presetSubtype="16" fill="hold" grpId="0" nodeType="withEffect">
                                  <p:stCondLst>
                                    <p:cond delay="250"/>
                                  </p:stCondLst>
                                  <p:childTnLst>
                                    <p:set>
                                      <p:cBhvr>
                                        <p:cTn id="171" dur="1" fill="hold">
                                          <p:stCondLst>
                                            <p:cond delay="0"/>
                                          </p:stCondLst>
                                        </p:cTn>
                                        <p:tgtEl>
                                          <p:spTgt spid="38"/>
                                        </p:tgtEl>
                                        <p:attrNameLst>
                                          <p:attrName>style.visibility</p:attrName>
                                        </p:attrNameLst>
                                      </p:cBhvr>
                                      <p:to>
                                        <p:strVal val="visible"/>
                                      </p:to>
                                    </p:set>
                                    <p:anim calcmode="lin" valueType="num">
                                      <p:cBhvr>
                                        <p:cTn id="172" dur="500" fill="hold"/>
                                        <p:tgtEl>
                                          <p:spTgt spid="38"/>
                                        </p:tgtEl>
                                        <p:attrNameLst>
                                          <p:attrName>ppt_w</p:attrName>
                                        </p:attrNameLst>
                                      </p:cBhvr>
                                      <p:tavLst>
                                        <p:tav tm="0">
                                          <p:val>
                                            <p:fltVal val="0"/>
                                          </p:val>
                                        </p:tav>
                                        <p:tav tm="100000">
                                          <p:val>
                                            <p:strVal val="#ppt_w"/>
                                          </p:val>
                                        </p:tav>
                                      </p:tavLst>
                                    </p:anim>
                                    <p:anim calcmode="lin" valueType="num">
                                      <p:cBhvr>
                                        <p:cTn id="173" dur="500" fill="hold"/>
                                        <p:tgtEl>
                                          <p:spTgt spid="38"/>
                                        </p:tgtEl>
                                        <p:attrNameLst>
                                          <p:attrName>ppt_h</p:attrName>
                                        </p:attrNameLst>
                                      </p:cBhvr>
                                      <p:tavLst>
                                        <p:tav tm="0">
                                          <p:val>
                                            <p:fltVal val="0"/>
                                          </p:val>
                                        </p:tav>
                                        <p:tav tm="100000">
                                          <p:val>
                                            <p:strVal val="#ppt_h"/>
                                          </p:val>
                                        </p:tav>
                                      </p:tavLst>
                                    </p:anim>
                                    <p:animEffect transition="in" filter="fade">
                                      <p:cBhvr>
                                        <p:cTn id="174" dur="500"/>
                                        <p:tgtEl>
                                          <p:spTgt spid="38"/>
                                        </p:tgtEl>
                                      </p:cBhvr>
                                    </p:animEffect>
                                  </p:childTnLst>
                                </p:cTn>
                              </p:par>
                              <p:par>
                                <p:cTn id="175" presetID="53" presetClass="entr" presetSubtype="16" fill="hold" grpId="0" nodeType="withEffect">
                                  <p:stCondLst>
                                    <p:cond delay="250"/>
                                  </p:stCondLst>
                                  <p:childTnLst>
                                    <p:set>
                                      <p:cBhvr>
                                        <p:cTn id="176" dur="1" fill="hold">
                                          <p:stCondLst>
                                            <p:cond delay="0"/>
                                          </p:stCondLst>
                                        </p:cTn>
                                        <p:tgtEl>
                                          <p:spTgt spid="39"/>
                                        </p:tgtEl>
                                        <p:attrNameLst>
                                          <p:attrName>style.visibility</p:attrName>
                                        </p:attrNameLst>
                                      </p:cBhvr>
                                      <p:to>
                                        <p:strVal val="visible"/>
                                      </p:to>
                                    </p:set>
                                    <p:anim calcmode="lin" valueType="num">
                                      <p:cBhvr>
                                        <p:cTn id="177" dur="500" fill="hold"/>
                                        <p:tgtEl>
                                          <p:spTgt spid="39"/>
                                        </p:tgtEl>
                                        <p:attrNameLst>
                                          <p:attrName>ppt_w</p:attrName>
                                        </p:attrNameLst>
                                      </p:cBhvr>
                                      <p:tavLst>
                                        <p:tav tm="0">
                                          <p:val>
                                            <p:fltVal val="0"/>
                                          </p:val>
                                        </p:tav>
                                        <p:tav tm="100000">
                                          <p:val>
                                            <p:strVal val="#ppt_w"/>
                                          </p:val>
                                        </p:tav>
                                      </p:tavLst>
                                    </p:anim>
                                    <p:anim calcmode="lin" valueType="num">
                                      <p:cBhvr>
                                        <p:cTn id="178" dur="500" fill="hold"/>
                                        <p:tgtEl>
                                          <p:spTgt spid="39"/>
                                        </p:tgtEl>
                                        <p:attrNameLst>
                                          <p:attrName>ppt_h</p:attrName>
                                        </p:attrNameLst>
                                      </p:cBhvr>
                                      <p:tavLst>
                                        <p:tav tm="0">
                                          <p:val>
                                            <p:fltVal val="0"/>
                                          </p:val>
                                        </p:tav>
                                        <p:tav tm="100000">
                                          <p:val>
                                            <p:strVal val="#ppt_h"/>
                                          </p:val>
                                        </p:tav>
                                      </p:tavLst>
                                    </p:anim>
                                    <p:animEffect transition="in" filter="fade">
                                      <p:cBhvr>
                                        <p:cTn id="179" dur="500"/>
                                        <p:tgtEl>
                                          <p:spTgt spid="39"/>
                                        </p:tgtEl>
                                      </p:cBhvr>
                                    </p:animEffect>
                                  </p:childTnLst>
                                </p:cTn>
                              </p:par>
                              <p:par>
                                <p:cTn id="180" presetID="53" presetClass="entr" presetSubtype="16" fill="hold" grpId="0" nodeType="withEffect">
                                  <p:stCondLst>
                                    <p:cond delay="250"/>
                                  </p:stCondLst>
                                  <p:childTnLst>
                                    <p:set>
                                      <p:cBhvr>
                                        <p:cTn id="181" dur="1" fill="hold">
                                          <p:stCondLst>
                                            <p:cond delay="0"/>
                                          </p:stCondLst>
                                        </p:cTn>
                                        <p:tgtEl>
                                          <p:spTgt spid="40"/>
                                        </p:tgtEl>
                                        <p:attrNameLst>
                                          <p:attrName>style.visibility</p:attrName>
                                        </p:attrNameLst>
                                      </p:cBhvr>
                                      <p:to>
                                        <p:strVal val="visible"/>
                                      </p:to>
                                    </p:set>
                                    <p:anim calcmode="lin" valueType="num">
                                      <p:cBhvr>
                                        <p:cTn id="182" dur="500" fill="hold"/>
                                        <p:tgtEl>
                                          <p:spTgt spid="40"/>
                                        </p:tgtEl>
                                        <p:attrNameLst>
                                          <p:attrName>ppt_w</p:attrName>
                                        </p:attrNameLst>
                                      </p:cBhvr>
                                      <p:tavLst>
                                        <p:tav tm="0">
                                          <p:val>
                                            <p:fltVal val="0"/>
                                          </p:val>
                                        </p:tav>
                                        <p:tav tm="100000">
                                          <p:val>
                                            <p:strVal val="#ppt_w"/>
                                          </p:val>
                                        </p:tav>
                                      </p:tavLst>
                                    </p:anim>
                                    <p:anim calcmode="lin" valueType="num">
                                      <p:cBhvr>
                                        <p:cTn id="183" dur="500" fill="hold"/>
                                        <p:tgtEl>
                                          <p:spTgt spid="40"/>
                                        </p:tgtEl>
                                        <p:attrNameLst>
                                          <p:attrName>ppt_h</p:attrName>
                                        </p:attrNameLst>
                                      </p:cBhvr>
                                      <p:tavLst>
                                        <p:tav tm="0">
                                          <p:val>
                                            <p:fltVal val="0"/>
                                          </p:val>
                                        </p:tav>
                                        <p:tav tm="100000">
                                          <p:val>
                                            <p:strVal val="#ppt_h"/>
                                          </p:val>
                                        </p:tav>
                                      </p:tavLst>
                                    </p:anim>
                                    <p:animEffect transition="in" filter="fade">
                                      <p:cBhvr>
                                        <p:cTn id="184" dur="500"/>
                                        <p:tgtEl>
                                          <p:spTgt spid="40"/>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41"/>
                                        </p:tgtEl>
                                        <p:attrNameLst>
                                          <p:attrName>style.visibility</p:attrName>
                                        </p:attrNameLst>
                                      </p:cBhvr>
                                      <p:to>
                                        <p:strVal val="visible"/>
                                      </p:to>
                                    </p:set>
                                    <p:anim calcmode="lin" valueType="num">
                                      <p:cBhvr>
                                        <p:cTn id="187" dur="500" fill="hold"/>
                                        <p:tgtEl>
                                          <p:spTgt spid="41"/>
                                        </p:tgtEl>
                                        <p:attrNameLst>
                                          <p:attrName>ppt_w</p:attrName>
                                        </p:attrNameLst>
                                      </p:cBhvr>
                                      <p:tavLst>
                                        <p:tav tm="0">
                                          <p:val>
                                            <p:fltVal val="0"/>
                                          </p:val>
                                        </p:tav>
                                        <p:tav tm="100000">
                                          <p:val>
                                            <p:strVal val="#ppt_w"/>
                                          </p:val>
                                        </p:tav>
                                      </p:tavLst>
                                    </p:anim>
                                    <p:anim calcmode="lin" valueType="num">
                                      <p:cBhvr>
                                        <p:cTn id="188" dur="500" fill="hold"/>
                                        <p:tgtEl>
                                          <p:spTgt spid="41"/>
                                        </p:tgtEl>
                                        <p:attrNameLst>
                                          <p:attrName>ppt_h</p:attrName>
                                        </p:attrNameLst>
                                      </p:cBhvr>
                                      <p:tavLst>
                                        <p:tav tm="0">
                                          <p:val>
                                            <p:fltVal val="0"/>
                                          </p:val>
                                        </p:tav>
                                        <p:tav tm="100000">
                                          <p:val>
                                            <p:strVal val="#ppt_h"/>
                                          </p:val>
                                        </p:tav>
                                      </p:tavLst>
                                    </p:anim>
                                    <p:animEffect transition="in" filter="fade">
                                      <p:cBhvr>
                                        <p:cTn id="189" dur="500"/>
                                        <p:tgtEl>
                                          <p:spTgt spid="41"/>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42"/>
                                        </p:tgtEl>
                                        <p:attrNameLst>
                                          <p:attrName>style.visibility</p:attrName>
                                        </p:attrNameLst>
                                      </p:cBhvr>
                                      <p:to>
                                        <p:strVal val="visible"/>
                                      </p:to>
                                    </p:set>
                                    <p:anim calcmode="lin" valueType="num">
                                      <p:cBhvr>
                                        <p:cTn id="192" dur="500" fill="hold"/>
                                        <p:tgtEl>
                                          <p:spTgt spid="42"/>
                                        </p:tgtEl>
                                        <p:attrNameLst>
                                          <p:attrName>ppt_w</p:attrName>
                                        </p:attrNameLst>
                                      </p:cBhvr>
                                      <p:tavLst>
                                        <p:tav tm="0">
                                          <p:val>
                                            <p:fltVal val="0"/>
                                          </p:val>
                                        </p:tav>
                                        <p:tav tm="100000">
                                          <p:val>
                                            <p:strVal val="#ppt_w"/>
                                          </p:val>
                                        </p:tav>
                                      </p:tavLst>
                                    </p:anim>
                                    <p:anim calcmode="lin" valueType="num">
                                      <p:cBhvr>
                                        <p:cTn id="193" dur="500" fill="hold"/>
                                        <p:tgtEl>
                                          <p:spTgt spid="42"/>
                                        </p:tgtEl>
                                        <p:attrNameLst>
                                          <p:attrName>ppt_h</p:attrName>
                                        </p:attrNameLst>
                                      </p:cBhvr>
                                      <p:tavLst>
                                        <p:tav tm="0">
                                          <p:val>
                                            <p:fltVal val="0"/>
                                          </p:val>
                                        </p:tav>
                                        <p:tav tm="100000">
                                          <p:val>
                                            <p:strVal val="#ppt_h"/>
                                          </p:val>
                                        </p:tav>
                                      </p:tavLst>
                                    </p:anim>
                                    <p:animEffect transition="in" filter="fade">
                                      <p:cBhvr>
                                        <p:cTn id="194" dur="500"/>
                                        <p:tgtEl>
                                          <p:spTgt spid="42"/>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43"/>
                                        </p:tgtEl>
                                        <p:attrNameLst>
                                          <p:attrName>style.visibility</p:attrName>
                                        </p:attrNameLst>
                                      </p:cBhvr>
                                      <p:to>
                                        <p:strVal val="visible"/>
                                      </p:to>
                                    </p:set>
                                    <p:anim calcmode="lin" valueType="num">
                                      <p:cBhvr>
                                        <p:cTn id="197" dur="500" fill="hold"/>
                                        <p:tgtEl>
                                          <p:spTgt spid="43"/>
                                        </p:tgtEl>
                                        <p:attrNameLst>
                                          <p:attrName>ppt_w</p:attrName>
                                        </p:attrNameLst>
                                      </p:cBhvr>
                                      <p:tavLst>
                                        <p:tav tm="0">
                                          <p:val>
                                            <p:fltVal val="0"/>
                                          </p:val>
                                        </p:tav>
                                        <p:tav tm="100000">
                                          <p:val>
                                            <p:strVal val="#ppt_w"/>
                                          </p:val>
                                        </p:tav>
                                      </p:tavLst>
                                    </p:anim>
                                    <p:anim calcmode="lin" valueType="num">
                                      <p:cBhvr>
                                        <p:cTn id="198" dur="500" fill="hold"/>
                                        <p:tgtEl>
                                          <p:spTgt spid="43"/>
                                        </p:tgtEl>
                                        <p:attrNameLst>
                                          <p:attrName>ppt_h</p:attrName>
                                        </p:attrNameLst>
                                      </p:cBhvr>
                                      <p:tavLst>
                                        <p:tav tm="0">
                                          <p:val>
                                            <p:fltVal val="0"/>
                                          </p:val>
                                        </p:tav>
                                        <p:tav tm="100000">
                                          <p:val>
                                            <p:strVal val="#ppt_h"/>
                                          </p:val>
                                        </p:tav>
                                      </p:tavLst>
                                    </p:anim>
                                    <p:animEffect transition="in" filter="fade">
                                      <p:cBhvr>
                                        <p:cTn id="199" dur="500"/>
                                        <p:tgtEl>
                                          <p:spTgt spid="43"/>
                                        </p:tgtEl>
                                      </p:cBhvr>
                                    </p:animEffect>
                                  </p:childTnLst>
                                </p:cTn>
                              </p:par>
                              <p:par>
                                <p:cTn id="200" presetID="53" presetClass="entr" presetSubtype="16" fill="hold" grpId="0" nodeType="withEffect">
                                  <p:stCondLst>
                                    <p:cond delay="250"/>
                                  </p:stCondLst>
                                  <p:childTnLst>
                                    <p:set>
                                      <p:cBhvr>
                                        <p:cTn id="201" dur="1" fill="hold">
                                          <p:stCondLst>
                                            <p:cond delay="0"/>
                                          </p:stCondLst>
                                        </p:cTn>
                                        <p:tgtEl>
                                          <p:spTgt spid="44"/>
                                        </p:tgtEl>
                                        <p:attrNameLst>
                                          <p:attrName>style.visibility</p:attrName>
                                        </p:attrNameLst>
                                      </p:cBhvr>
                                      <p:to>
                                        <p:strVal val="visible"/>
                                      </p:to>
                                    </p:set>
                                    <p:anim calcmode="lin" valueType="num">
                                      <p:cBhvr>
                                        <p:cTn id="202" dur="500" fill="hold"/>
                                        <p:tgtEl>
                                          <p:spTgt spid="44"/>
                                        </p:tgtEl>
                                        <p:attrNameLst>
                                          <p:attrName>ppt_w</p:attrName>
                                        </p:attrNameLst>
                                      </p:cBhvr>
                                      <p:tavLst>
                                        <p:tav tm="0">
                                          <p:val>
                                            <p:fltVal val="0"/>
                                          </p:val>
                                        </p:tav>
                                        <p:tav tm="100000">
                                          <p:val>
                                            <p:strVal val="#ppt_w"/>
                                          </p:val>
                                        </p:tav>
                                      </p:tavLst>
                                    </p:anim>
                                    <p:anim calcmode="lin" valueType="num">
                                      <p:cBhvr>
                                        <p:cTn id="203" dur="500" fill="hold"/>
                                        <p:tgtEl>
                                          <p:spTgt spid="44"/>
                                        </p:tgtEl>
                                        <p:attrNameLst>
                                          <p:attrName>ppt_h</p:attrName>
                                        </p:attrNameLst>
                                      </p:cBhvr>
                                      <p:tavLst>
                                        <p:tav tm="0">
                                          <p:val>
                                            <p:fltVal val="0"/>
                                          </p:val>
                                        </p:tav>
                                        <p:tav tm="100000">
                                          <p:val>
                                            <p:strVal val="#ppt_h"/>
                                          </p:val>
                                        </p:tav>
                                      </p:tavLst>
                                    </p:anim>
                                    <p:animEffect transition="in" filter="fade">
                                      <p:cBhvr>
                                        <p:cTn id="204" dur="500"/>
                                        <p:tgtEl>
                                          <p:spTgt spid="44"/>
                                        </p:tgtEl>
                                      </p:cBhvr>
                                    </p:animEffect>
                                  </p:childTnLst>
                                </p:cTn>
                              </p:par>
                              <p:par>
                                <p:cTn id="205" presetID="53" presetClass="entr" presetSubtype="16" fill="hold" grpId="0" nodeType="withEffect">
                                  <p:stCondLst>
                                    <p:cond delay="250"/>
                                  </p:stCondLst>
                                  <p:childTnLst>
                                    <p:set>
                                      <p:cBhvr>
                                        <p:cTn id="206" dur="1" fill="hold">
                                          <p:stCondLst>
                                            <p:cond delay="0"/>
                                          </p:stCondLst>
                                        </p:cTn>
                                        <p:tgtEl>
                                          <p:spTgt spid="45"/>
                                        </p:tgtEl>
                                        <p:attrNameLst>
                                          <p:attrName>style.visibility</p:attrName>
                                        </p:attrNameLst>
                                      </p:cBhvr>
                                      <p:to>
                                        <p:strVal val="visible"/>
                                      </p:to>
                                    </p:set>
                                    <p:anim calcmode="lin" valueType="num">
                                      <p:cBhvr>
                                        <p:cTn id="207" dur="500" fill="hold"/>
                                        <p:tgtEl>
                                          <p:spTgt spid="45"/>
                                        </p:tgtEl>
                                        <p:attrNameLst>
                                          <p:attrName>ppt_w</p:attrName>
                                        </p:attrNameLst>
                                      </p:cBhvr>
                                      <p:tavLst>
                                        <p:tav tm="0">
                                          <p:val>
                                            <p:fltVal val="0"/>
                                          </p:val>
                                        </p:tav>
                                        <p:tav tm="100000">
                                          <p:val>
                                            <p:strVal val="#ppt_w"/>
                                          </p:val>
                                        </p:tav>
                                      </p:tavLst>
                                    </p:anim>
                                    <p:anim calcmode="lin" valueType="num">
                                      <p:cBhvr>
                                        <p:cTn id="208" dur="500" fill="hold"/>
                                        <p:tgtEl>
                                          <p:spTgt spid="45"/>
                                        </p:tgtEl>
                                        <p:attrNameLst>
                                          <p:attrName>ppt_h</p:attrName>
                                        </p:attrNameLst>
                                      </p:cBhvr>
                                      <p:tavLst>
                                        <p:tav tm="0">
                                          <p:val>
                                            <p:fltVal val="0"/>
                                          </p:val>
                                        </p:tav>
                                        <p:tav tm="100000">
                                          <p:val>
                                            <p:strVal val="#ppt_h"/>
                                          </p:val>
                                        </p:tav>
                                      </p:tavLst>
                                    </p:anim>
                                    <p:animEffect transition="in" filter="fade">
                                      <p:cBhvr>
                                        <p:cTn id="209" dur="500"/>
                                        <p:tgtEl>
                                          <p:spTgt spid="45"/>
                                        </p:tgtEl>
                                      </p:cBhvr>
                                    </p:animEffect>
                                  </p:childTnLst>
                                </p:cTn>
                              </p:par>
                              <p:par>
                                <p:cTn id="210" presetID="53" presetClass="entr" presetSubtype="16" fill="hold" grpId="0" nodeType="withEffect">
                                  <p:stCondLst>
                                    <p:cond delay="250"/>
                                  </p:stCondLst>
                                  <p:childTnLst>
                                    <p:set>
                                      <p:cBhvr>
                                        <p:cTn id="211" dur="1" fill="hold">
                                          <p:stCondLst>
                                            <p:cond delay="0"/>
                                          </p:stCondLst>
                                        </p:cTn>
                                        <p:tgtEl>
                                          <p:spTgt spid="46"/>
                                        </p:tgtEl>
                                        <p:attrNameLst>
                                          <p:attrName>style.visibility</p:attrName>
                                        </p:attrNameLst>
                                      </p:cBhvr>
                                      <p:to>
                                        <p:strVal val="visible"/>
                                      </p:to>
                                    </p:set>
                                    <p:anim calcmode="lin" valueType="num">
                                      <p:cBhvr>
                                        <p:cTn id="212" dur="500" fill="hold"/>
                                        <p:tgtEl>
                                          <p:spTgt spid="46"/>
                                        </p:tgtEl>
                                        <p:attrNameLst>
                                          <p:attrName>ppt_w</p:attrName>
                                        </p:attrNameLst>
                                      </p:cBhvr>
                                      <p:tavLst>
                                        <p:tav tm="0">
                                          <p:val>
                                            <p:fltVal val="0"/>
                                          </p:val>
                                        </p:tav>
                                        <p:tav tm="100000">
                                          <p:val>
                                            <p:strVal val="#ppt_w"/>
                                          </p:val>
                                        </p:tav>
                                      </p:tavLst>
                                    </p:anim>
                                    <p:anim calcmode="lin" valueType="num">
                                      <p:cBhvr>
                                        <p:cTn id="213" dur="500" fill="hold"/>
                                        <p:tgtEl>
                                          <p:spTgt spid="46"/>
                                        </p:tgtEl>
                                        <p:attrNameLst>
                                          <p:attrName>ppt_h</p:attrName>
                                        </p:attrNameLst>
                                      </p:cBhvr>
                                      <p:tavLst>
                                        <p:tav tm="0">
                                          <p:val>
                                            <p:fltVal val="0"/>
                                          </p:val>
                                        </p:tav>
                                        <p:tav tm="100000">
                                          <p:val>
                                            <p:strVal val="#ppt_h"/>
                                          </p:val>
                                        </p:tav>
                                      </p:tavLst>
                                    </p:anim>
                                    <p:animEffect transition="in" filter="fade">
                                      <p:cBhvr>
                                        <p:cTn id="214" dur="500"/>
                                        <p:tgtEl>
                                          <p:spTgt spid="46"/>
                                        </p:tgtEl>
                                      </p:cBhvr>
                                    </p:animEffect>
                                  </p:childTnLst>
                                </p:cTn>
                              </p:par>
                              <p:par>
                                <p:cTn id="215" presetID="53" presetClass="entr" presetSubtype="16" fill="hold" grpId="0" nodeType="withEffect">
                                  <p:stCondLst>
                                    <p:cond delay="250"/>
                                  </p:stCondLst>
                                  <p:childTnLst>
                                    <p:set>
                                      <p:cBhvr>
                                        <p:cTn id="216" dur="1" fill="hold">
                                          <p:stCondLst>
                                            <p:cond delay="0"/>
                                          </p:stCondLst>
                                        </p:cTn>
                                        <p:tgtEl>
                                          <p:spTgt spid="47"/>
                                        </p:tgtEl>
                                        <p:attrNameLst>
                                          <p:attrName>style.visibility</p:attrName>
                                        </p:attrNameLst>
                                      </p:cBhvr>
                                      <p:to>
                                        <p:strVal val="visible"/>
                                      </p:to>
                                    </p:set>
                                    <p:anim calcmode="lin" valueType="num">
                                      <p:cBhvr>
                                        <p:cTn id="217" dur="500" fill="hold"/>
                                        <p:tgtEl>
                                          <p:spTgt spid="47"/>
                                        </p:tgtEl>
                                        <p:attrNameLst>
                                          <p:attrName>ppt_w</p:attrName>
                                        </p:attrNameLst>
                                      </p:cBhvr>
                                      <p:tavLst>
                                        <p:tav tm="0">
                                          <p:val>
                                            <p:fltVal val="0"/>
                                          </p:val>
                                        </p:tav>
                                        <p:tav tm="100000">
                                          <p:val>
                                            <p:strVal val="#ppt_w"/>
                                          </p:val>
                                        </p:tav>
                                      </p:tavLst>
                                    </p:anim>
                                    <p:anim calcmode="lin" valueType="num">
                                      <p:cBhvr>
                                        <p:cTn id="218" dur="500" fill="hold"/>
                                        <p:tgtEl>
                                          <p:spTgt spid="47"/>
                                        </p:tgtEl>
                                        <p:attrNameLst>
                                          <p:attrName>ppt_h</p:attrName>
                                        </p:attrNameLst>
                                      </p:cBhvr>
                                      <p:tavLst>
                                        <p:tav tm="0">
                                          <p:val>
                                            <p:fltVal val="0"/>
                                          </p:val>
                                        </p:tav>
                                        <p:tav tm="100000">
                                          <p:val>
                                            <p:strVal val="#ppt_h"/>
                                          </p:val>
                                        </p:tav>
                                      </p:tavLst>
                                    </p:anim>
                                    <p:animEffect transition="in" filter="fade">
                                      <p:cBhvr>
                                        <p:cTn id="219" dur="500"/>
                                        <p:tgtEl>
                                          <p:spTgt spid="47"/>
                                        </p:tgtEl>
                                      </p:cBhvr>
                                    </p:animEffect>
                                  </p:childTnLst>
                                </p:cTn>
                              </p:par>
                              <p:par>
                                <p:cTn id="220" presetID="53" presetClass="entr" presetSubtype="16" fill="hold" grpId="0" nodeType="withEffect">
                                  <p:stCondLst>
                                    <p:cond delay="250"/>
                                  </p:stCondLst>
                                  <p:childTnLst>
                                    <p:set>
                                      <p:cBhvr>
                                        <p:cTn id="221" dur="1" fill="hold">
                                          <p:stCondLst>
                                            <p:cond delay="0"/>
                                          </p:stCondLst>
                                        </p:cTn>
                                        <p:tgtEl>
                                          <p:spTgt spid="48"/>
                                        </p:tgtEl>
                                        <p:attrNameLst>
                                          <p:attrName>style.visibility</p:attrName>
                                        </p:attrNameLst>
                                      </p:cBhvr>
                                      <p:to>
                                        <p:strVal val="visible"/>
                                      </p:to>
                                    </p:set>
                                    <p:anim calcmode="lin" valueType="num">
                                      <p:cBhvr>
                                        <p:cTn id="222" dur="500" fill="hold"/>
                                        <p:tgtEl>
                                          <p:spTgt spid="48"/>
                                        </p:tgtEl>
                                        <p:attrNameLst>
                                          <p:attrName>ppt_w</p:attrName>
                                        </p:attrNameLst>
                                      </p:cBhvr>
                                      <p:tavLst>
                                        <p:tav tm="0">
                                          <p:val>
                                            <p:fltVal val="0"/>
                                          </p:val>
                                        </p:tav>
                                        <p:tav tm="100000">
                                          <p:val>
                                            <p:strVal val="#ppt_w"/>
                                          </p:val>
                                        </p:tav>
                                      </p:tavLst>
                                    </p:anim>
                                    <p:anim calcmode="lin" valueType="num">
                                      <p:cBhvr>
                                        <p:cTn id="223" dur="500" fill="hold"/>
                                        <p:tgtEl>
                                          <p:spTgt spid="48"/>
                                        </p:tgtEl>
                                        <p:attrNameLst>
                                          <p:attrName>ppt_h</p:attrName>
                                        </p:attrNameLst>
                                      </p:cBhvr>
                                      <p:tavLst>
                                        <p:tav tm="0">
                                          <p:val>
                                            <p:fltVal val="0"/>
                                          </p:val>
                                        </p:tav>
                                        <p:tav tm="100000">
                                          <p:val>
                                            <p:strVal val="#ppt_h"/>
                                          </p:val>
                                        </p:tav>
                                      </p:tavLst>
                                    </p:anim>
                                    <p:animEffect transition="in" filter="fade">
                                      <p:cBhvr>
                                        <p:cTn id="224" dur="500"/>
                                        <p:tgtEl>
                                          <p:spTgt spid="48"/>
                                        </p:tgtEl>
                                      </p:cBhvr>
                                    </p:animEffect>
                                  </p:childTnLst>
                                </p:cTn>
                              </p:par>
                              <p:par>
                                <p:cTn id="225" presetID="53" presetClass="entr" presetSubtype="16" fill="hold" grpId="0" nodeType="withEffect">
                                  <p:stCondLst>
                                    <p:cond delay="250"/>
                                  </p:stCondLst>
                                  <p:childTnLst>
                                    <p:set>
                                      <p:cBhvr>
                                        <p:cTn id="226" dur="1" fill="hold">
                                          <p:stCondLst>
                                            <p:cond delay="0"/>
                                          </p:stCondLst>
                                        </p:cTn>
                                        <p:tgtEl>
                                          <p:spTgt spid="49"/>
                                        </p:tgtEl>
                                        <p:attrNameLst>
                                          <p:attrName>style.visibility</p:attrName>
                                        </p:attrNameLst>
                                      </p:cBhvr>
                                      <p:to>
                                        <p:strVal val="visible"/>
                                      </p:to>
                                    </p:set>
                                    <p:anim calcmode="lin" valueType="num">
                                      <p:cBhvr>
                                        <p:cTn id="227" dur="500" fill="hold"/>
                                        <p:tgtEl>
                                          <p:spTgt spid="49"/>
                                        </p:tgtEl>
                                        <p:attrNameLst>
                                          <p:attrName>ppt_w</p:attrName>
                                        </p:attrNameLst>
                                      </p:cBhvr>
                                      <p:tavLst>
                                        <p:tav tm="0">
                                          <p:val>
                                            <p:fltVal val="0"/>
                                          </p:val>
                                        </p:tav>
                                        <p:tav tm="100000">
                                          <p:val>
                                            <p:strVal val="#ppt_w"/>
                                          </p:val>
                                        </p:tav>
                                      </p:tavLst>
                                    </p:anim>
                                    <p:anim calcmode="lin" valueType="num">
                                      <p:cBhvr>
                                        <p:cTn id="228" dur="500" fill="hold"/>
                                        <p:tgtEl>
                                          <p:spTgt spid="49"/>
                                        </p:tgtEl>
                                        <p:attrNameLst>
                                          <p:attrName>ppt_h</p:attrName>
                                        </p:attrNameLst>
                                      </p:cBhvr>
                                      <p:tavLst>
                                        <p:tav tm="0">
                                          <p:val>
                                            <p:fltVal val="0"/>
                                          </p:val>
                                        </p:tav>
                                        <p:tav tm="100000">
                                          <p:val>
                                            <p:strVal val="#ppt_h"/>
                                          </p:val>
                                        </p:tav>
                                      </p:tavLst>
                                    </p:anim>
                                    <p:animEffect transition="in" filter="fade">
                                      <p:cBhvr>
                                        <p:cTn id="229" dur="500"/>
                                        <p:tgtEl>
                                          <p:spTgt spid="49"/>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50"/>
                                        </p:tgtEl>
                                        <p:attrNameLst>
                                          <p:attrName>style.visibility</p:attrName>
                                        </p:attrNameLst>
                                      </p:cBhvr>
                                      <p:to>
                                        <p:strVal val="visible"/>
                                      </p:to>
                                    </p:set>
                                    <p:anim calcmode="lin" valueType="num">
                                      <p:cBhvr>
                                        <p:cTn id="232" dur="500" fill="hold"/>
                                        <p:tgtEl>
                                          <p:spTgt spid="50"/>
                                        </p:tgtEl>
                                        <p:attrNameLst>
                                          <p:attrName>ppt_w</p:attrName>
                                        </p:attrNameLst>
                                      </p:cBhvr>
                                      <p:tavLst>
                                        <p:tav tm="0">
                                          <p:val>
                                            <p:fltVal val="0"/>
                                          </p:val>
                                        </p:tav>
                                        <p:tav tm="100000">
                                          <p:val>
                                            <p:strVal val="#ppt_w"/>
                                          </p:val>
                                        </p:tav>
                                      </p:tavLst>
                                    </p:anim>
                                    <p:anim calcmode="lin" valueType="num">
                                      <p:cBhvr>
                                        <p:cTn id="233" dur="500" fill="hold"/>
                                        <p:tgtEl>
                                          <p:spTgt spid="50"/>
                                        </p:tgtEl>
                                        <p:attrNameLst>
                                          <p:attrName>ppt_h</p:attrName>
                                        </p:attrNameLst>
                                      </p:cBhvr>
                                      <p:tavLst>
                                        <p:tav tm="0">
                                          <p:val>
                                            <p:fltVal val="0"/>
                                          </p:val>
                                        </p:tav>
                                        <p:tav tm="100000">
                                          <p:val>
                                            <p:strVal val="#ppt_h"/>
                                          </p:val>
                                        </p:tav>
                                      </p:tavLst>
                                    </p:anim>
                                    <p:animEffect transition="in" filter="fade">
                                      <p:cBhvr>
                                        <p:cTn id="234" dur="500"/>
                                        <p:tgtEl>
                                          <p:spTgt spid="50"/>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51"/>
                                        </p:tgtEl>
                                        <p:attrNameLst>
                                          <p:attrName>style.visibility</p:attrName>
                                        </p:attrNameLst>
                                      </p:cBhvr>
                                      <p:to>
                                        <p:strVal val="visible"/>
                                      </p:to>
                                    </p:set>
                                    <p:anim calcmode="lin" valueType="num">
                                      <p:cBhvr>
                                        <p:cTn id="237" dur="500" fill="hold"/>
                                        <p:tgtEl>
                                          <p:spTgt spid="51"/>
                                        </p:tgtEl>
                                        <p:attrNameLst>
                                          <p:attrName>ppt_w</p:attrName>
                                        </p:attrNameLst>
                                      </p:cBhvr>
                                      <p:tavLst>
                                        <p:tav tm="0">
                                          <p:val>
                                            <p:fltVal val="0"/>
                                          </p:val>
                                        </p:tav>
                                        <p:tav tm="100000">
                                          <p:val>
                                            <p:strVal val="#ppt_w"/>
                                          </p:val>
                                        </p:tav>
                                      </p:tavLst>
                                    </p:anim>
                                    <p:anim calcmode="lin" valueType="num">
                                      <p:cBhvr>
                                        <p:cTn id="238" dur="500" fill="hold"/>
                                        <p:tgtEl>
                                          <p:spTgt spid="51"/>
                                        </p:tgtEl>
                                        <p:attrNameLst>
                                          <p:attrName>ppt_h</p:attrName>
                                        </p:attrNameLst>
                                      </p:cBhvr>
                                      <p:tavLst>
                                        <p:tav tm="0">
                                          <p:val>
                                            <p:fltVal val="0"/>
                                          </p:val>
                                        </p:tav>
                                        <p:tav tm="100000">
                                          <p:val>
                                            <p:strVal val="#ppt_h"/>
                                          </p:val>
                                        </p:tav>
                                      </p:tavLst>
                                    </p:anim>
                                    <p:animEffect transition="in" filter="fade">
                                      <p:cBhvr>
                                        <p:cTn id="239" dur="500"/>
                                        <p:tgtEl>
                                          <p:spTgt spid="51"/>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52"/>
                                        </p:tgtEl>
                                        <p:attrNameLst>
                                          <p:attrName>style.visibility</p:attrName>
                                        </p:attrNameLst>
                                      </p:cBhvr>
                                      <p:to>
                                        <p:strVal val="visible"/>
                                      </p:to>
                                    </p:set>
                                    <p:anim calcmode="lin" valueType="num">
                                      <p:cBhvr>
                                        <p:cTn id="242" dur="500" fill="hold"/>
                                        <p:tgtEl>
                                          <p:spTgt spid="52"/>
                                        </p:tgtEl>
                                        <p:attrNameLst>
                                          <p:attrName>ppt_w</p:attrName>
                                        </p:attrNameLst>
                                      </p:cBhvr>
                                      <p:tavLst>
                                        <p:tav tm="0">
                                          <p:val>
                                            <p:fltVal val="0"/>
                                          </p:val>
                                        </p:tav>
                                        <p:tav tm="100000">
                                          <p:val>
                                            <p:strVal val="#ppt_w"/>
                                          </p:val>
                                        </p:tav>
                                      </p:tavLst>
                                    </p:anim>
                                    <p:anim calcmode="lin" valueType="num">
                                      <p:cBhvr>
                                        <p:cTn id="243" dur="500" fill="hold"/>
                                        <p:tgtEl>
                                          <p:spTgt spid="52"/>
                                        </p:tgtEl>
                                        <p:attrNameLst>
                                          <p:attrName>ppt_h</p:attrName>
                                        </p:attrNameLst>
                                      </p:cBhvr>
                                      <p:tavLst>
                                        <p:tav tm="0">
                                          <p:val>
                                            <p:fltVal val="0"/>
                                          </p:val>
                                        </p:tav>
                                        <p:tav tm="100000">
                                          <p:val>
                                            <p:strVal val="#ppt_h"/>
                                          </p:val>
                                        </p:tav>
                                      </p:tavLst>
                                    </p:anim>
                                    <p:animEffect transition="in" filter="fade">
                                      <p:cBhvr>
                                        <p:cTn id="244" dur="500"/>
                                        <p:tgtEl>
                                          <p:spTgt spid="52"/>
                                        </p:tgtEl>
                                      </p:cBhvr>
                                    </p:animEffect>
                                  </p:childTnLst>
                                </p:cTn>
                              </p:par>
                              <p:par>
                                <p:cTn id="245" presetID="53" presetClass="entr" presetSubtype="16" fill="hold" grpId="0" nodeType="withEffect">
                                  <p:stCondLst>
                                    <p:cond delay="0"/>
                                  </p:stCondLst>
                                  <p:childTnLst>
                                    <p:set>
                                      <p:cBhvr>
                                        <p:cTn id="246" dur="1" fill="hold">
                                          <p:stCondLst>
                                            <p:cond delay="0"/>
                                          </p:stCondLst>
                                        </p:cTn>
                                        <p:tgtEl>
                                          <p:spTgt spid="53"/>
                                        </p:tgtEl>
                                        <p:attrNameLst>
                                          <p:attrName>style.visibility</p:attrName>
                                        </p:attrNameLst>
                                      </p:cBhvr>
                                      <p:to>
                                        <p:strVal val="visible"/>
                                      </p:to>
                                    </p:set>
                                    <p:anim calcmode="lin" valueType="num">
                                      <p:cBhvr>
                                        <p:cTn id="247" dur="500" fill="hold"/>
                                        <p:tgtEl>
                                          <p:spTgt spid="53"/>
                                        </p:tgtEl>
                                        <p:attrNameLst>
                                          <p:attrName>ppt_w</p:attrName>
                                        </p:attrNameLst>
                                      </p:cBhvr>
                                      <p:tavLst>
                                        <p:tav tm="0">
                                          <p:val>
                                            <p:fltVal val="0"/>
                                          </p:val>
                                        </p:tav>
                                        <p:tav tm="100000">
                                          <p:val>
                                            <p:strVal val="#ppt_w"/>
                                          </p:val>
                                        </p:tav>
                                      </p:tavLst>
                                    </p:anim>
                                    <p:anim calcmode="lin" valueType="num">
                                      <p:cBhvr>
                                        <p:cTn id="248" dur="500" fill="hold"/>
                                        <p:tgtEl>
                                          <p:spTgt spid="53"/>
                                        </p:tgtEl>
                                        <p:attrNameLst>
                                          <p:attrName>ppt_h</p:attrName>
                                        </p:attrNameLst>
                                      </p:cBhvr>
                                      <p:tavLst>
                                        <p:tav tm="0">
                                          <p:val>
                                            <p:fltVal val="0"/>
                                          </p:val>
                                        </p:tav>
                                        <p:tav tm="100000">
                                          <p:val>
                                            <p:strVal val="#ppt_h"/>
                                          </p:val>
                                        </p:tav>
                                      </p:tavLst>
                                    </p:anim>
                                    <p:animEffect transition="in" filter="fade">
                                      <p:cBhvr>
                                        <p:cTn id="249" dur="500"/>
                                        <p:tgtEl>
                                          <p:spTgt spid="53"/>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54"/>
                                        </p:tgtEl>
                                        <p:attrNameLst>
                                          <p:attrName>style.visibility</p:attrName>
                                        </p:attrNameLst>
                                      </p:cBhvr>
                                      <p:to>
                                        <p:strVal val="visible"/>
                                      </p:to>
                                    </p:set>
                                    <p:anim calcmode="lin" valueType="num">
                                      <p:cBhvr>
                                        <p:cTn id="252" dur="500" fill="hold"/>
                                        <p:tgtEl>
                                          <p:spTgt spid="54"/>
                                        </p:tgtEl>
                                        <p:attrNameLst>
                                          <p:attrName>ppt_w</p:attrName>
                                        </p:attrNameLst>
                                      </p:cBhvr>
                                      <p:tavLst>
                                        <p:tav tm="0">
                                          <p:val>
                                            <p:fltVal val="0"/>
                                          </p:val>
                                        </p:tav>
                                        <p:tav tm="100000">
                                          <p:val>
                                            <p:strVal val="#ppt_w"/>
                                          </p:val>
                                        </p:tav>
                                      </p:tavLst>
                                    </p:anim>
                                    <p:anim calcmode="lin" valueType="num">
                                      <p:cBhvr>
                                        <p:cTn id="253" dur="500" fill="hold"/>
                                        <p:tgtEl>
                                          <p:spTgt spid="54"/>
                                        </p:tgtEl>
                                        <p:attrNameLst>
                                          <p:attrName>ppt_h</p:attrName>
                                        </p:attrNameLst>
                                      </p:cBhvr>
                                      <p:tavLst>
                                        <p:tav tm="0">
                                          <p:val>
                                            <p:fltVal val="0"/>
                                          </p:val>
                                        </p:tav>
                                        <p:tav tm="100000">
                                          <p:val>
                                            <p:strVal val="#ppt_h"/>
                                          </p:val>
                                        </p:tav>
                                      </p:tavLst>
                                    </p:anim>
                                    <p:animEffect transition="in" filter="fade">
                                      <p:cBhvr>
                                        <p:cTn id="254" dur="500"/>
                                        <p:tgtEl>
                                          <p:spTgt spid="54"/>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55"/>
                                        </p:tgtEl>
                                        <p:attrNameLst>
                                          <p:attrName>style.visibility</p:attrName>
                                        </p:attrNameLst>
                                      </p:cBhvr>
                                      <p:to>
                                        <p:strVal val="visible"/>
                                      </p:to>
                                    </p:set>
                                    <p:anim calcmode="lin" valueType="num">
                                      <p:cBhvr>
                                        <p:cTn id="257" dur="500" fill="hold"/>
                                        <p:tgtEl>
                                          <p:spTgt spid="55"/>
                                        </p:tgtEl>
                                        <p:attrNameLst>
                                          <p:attrName>ppt_w</p:attrName>
                                        </p:attrNameLst>
                                      </p:cBhvr>
                                      <p:tavLst>
                                        <p:tav tm="0">
                                          <p:val>
                                            <p:fltVal val="0"/>
                                          </p:val>
                                        </p:tav>
                                        <p:tav tm="100000">
                                          <p:val>
                                            <p:strVal val="#ppt_w"/>
                                          </p:val>
                                        </p:tav>
                                      </p:tavLst>
                                    </p:anim>
                                    <p:anim calcmode="lin" valueType="num">
                                      <p:cBhvr>
                                        <p:cTn id="258" dur="500" fill="hold"/>
                                        <p:tgtEl>
                                          <p:spTgt spid="55"/>
                                        </p:tgtEl>
                                        <p:attrNameLst>
                                          <p:attrName>ppt_h</p:attrName>
                                        </p:attrNameLst>
                                      </p:cBhvr>
                                      <p:tavLst>
                                        <p:tav tm="0">
                                          <p:val>
                                            <p:fltVal val="0"/>
                                          </p:val>
                                        </p:tav>
                                        <p:tav tm="100000">
                                          <p:val>
                                            <p:strVal val="#ppt_h"/>
                                          </p:val>
                                        </p:tav>
                                      </p:tavLst>
                                    </p:anim>
                                    <p:animEffect transition="in" filter="fade">
                                      <p:cBhvr>
                                        <p:cTn id="259" dur="500"/>
                                        <p:tgtEl>
                                          <p:spTgt spid="55"/>
                                        </p:tgtEl>
                                      </p:cBhvr>
                                    </p:animEffect>
                                  </p:childTnLst>
                                </p:cTn>
                              </p:par>
                              <p:par>
                                <p:cTn id="260" presetID="53" presetClass="entr" presetSubtype="16" fill="hold" grpId="0" nodeType="withEffect">
                                  <p:stCondLst>
                                    <p:cond delay="0"/>
                                  </p:stCondLst>
                                  <p:childTnLst>
                                    <p:set>
                                      <p:cBhvr>
                                        <p:cTn id="261" dur="1" fill="hold">
                                          <p:stCondLst>
                                            <p:cond delay="0"/>
                                          </p:stCondLst>
                                        </p:cTn>
                                        <p:tgtEl>
                                          <p:spTgt spid="56"/>
                                        </p:tgtEl>
                                        <p:attrNameLst>
                                          <p:attrName>style.visibility</p:attrName>
                                        </p:attrNameLst>
                                      </p:cBhvr>
                                      <p:to>
                                        <p:strVal val="visible"/>
                                      </p:to>
                                    </p:set>
                                    <p:anim calcmode="lin" valueType="num">
                                      <p:cBhvr>
                                        <p:cTn id="262" dur="500" fill="hold"/>
                                        <p:tgtEl>
                                          <p:spTgt spid="56"/>
                                        </p:tgtEl>
                                        <p:attrNameLst>
                                          <p:attrName>ppt_w</p:attrName>
                                        </p:attrNameLst>
                                      </p:cBhvr>
                                      <p:tavLst>
                                        <p:tav tm="0">
                                          <p:val>
                                            <p:fltVal val="0"/>
                                          </p:val>
                                        </p:tav>
                                        <p:tav tm="100000">
                                          <p:val>
                                            <p:strVal val="#ppt_w"/>
                                          </p:val>
                                        </p:tav>
                                      </p:tavLst>
                                    </p:anim>
                                    <p:anim calcmode="lin" valueType="num">
                                      <p:cBhvr>
                                        <p:cTn id="263" dur="500" fill="hold"/>
                                        <p:tgtEl>
                                          <p:spTgt spid="56"/>
                                        </p:tgtEl>
                                        <p:attrNameLst>
                                          <p:attrName>ppt_h</p:attrName>
                                        </p:attrNameLst>
                                      </p:cBhvr>
                                      <p:tavLst>
                                        <p:tav tm="0">
                                          <p:val>
                                            <p:fltVal val="0"/>
                                          </p:val>
                                        </p:tav>
                                        <p:tav tm="100000">
                                          <p:val>
                                            <p:strVal val="#ppt_h"/>
                                          </p:val>
                                        </p:tav>
                                      </p:tavLst>
                                    </p:anim>
                                    <p:animEffect transition="in" filter="fade">
                                      <p:cBhvr>
                                        <p:cTn id="264" dur="500"/>
                                        <p:tgtEl>
                                          <p:spTgt spid="56"/>
                                        </p:tgtEl>
                                      </p:cBhvr>
                                    </p:animEffect>
                                  </p:childTnLst>
                                </p:cTn>
                              </p:par>
                              <p:par>
                                <p:cTn id="265" presetID="53" presetClass="entr" presetSubtype="16" fill="hold" grpId="0" nodeType="withEffect">
                                  <p:stCondLst>
                                    <p:cond delay="0"/>
                                  </p:stCondLst>
                                  <p:childTnLst>
                                    <p:set>
                                      <p:cBhvr>
                                        <p:cTn id="266" dur="1" fill="hold">
                                          <p:stCondLst>
                                            <p:cond delay="0"/>
                                          </p:stCondLst>
                                        </p:cTn>
                                        <p:tgtEl>
                                          <p:spTgt spid="57"/>
                                        </p:tgtEl>
                                        <p:attrNameLst>
                                          <p:attrName>style.visibility</p:attrName>
                                        </p:attrNameLst>
                                      </p:cBhvr>
                                      <p:to>
                                        <p:strVal val="visible"/>
                                      </p:to>
                                    </p:set>
                                    <p:anim calcmode="lin" valueType="num">
                                      <p:cBhvr>
                                        <p:cTn id="267" dur="500" fill="hold"/>
                                        <p:tgtEl>
                                          <p:spTgt spid="57"/>
                                        </p:tgtEl>
                                        <p:attrNameLst>
                                          <p:attrName>ppt_w</p:attrName>
                                        </p:attrNameLst>
                                      </p:cBhvr>
                                      <p:tavLst>
                                        <p:tav tm="0">
                                          <p:val>
                                            <p:fltVal val="0"/>
                                          </p:val>
                                        </p:tav>
                                        <p:tav tm="100000">
                                          <p:val>
                                            <p:strVal val="#ppt_w"/>
                                          </p:val>
                                        </p:tav>
                                      </p:tavLst>
                                    </p:anim>
                                    <p:anim calcmode="lin" valueType="num">
                                      <p:cBhvr>
                                        <p:cTn id="268" dur="500" fill="hold"/>
                                        <p:tgtEl>
                                          <p:spTgt spid="57"/>
                                        </p:tgtEl>
                                        <p:attrNameLst>
                                          <p:attrName>ppt_h</p:attrName>
                                        </p:attrNameLst>
                                      </p:cBhvr>
                                      <p:tavLst>
                                        <p:tav tm="0">
                                          <p:val>
                                            <p:fltVal val="0"/>
                                          </p:val>
                                        </p:tav>
                                        <p:tav tm="100000">
                                          <p:val>
                                            <p:strVal val="#ppt_h"/>
                                          </p:val>
                                        </p:tav>
                                      </p:tavLst>
                                    </p:anim>
                                    <p:animEffect transition="in" filter="fade">
                                      <p:cBhvr>
                                        <p:cTn id="26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6" name="Picture Placeholder 65"/>
          <p:cNvSpPr>
            <a:spLocks noGrp="1"/>
          </p:cNvSpPr>
          <p:nvPr>
            <p:ph type="pic" sz="quarter" idx="13"/>
          </p:nvPr>
        </p:nvSpPr>
        <p:spPr>
          <a:xfrm>
            <a:off x="0" y="0"/>
            <a:ext cx="8414733" cy="6858000"/>
          </a:xfrm>
          <a:custGeom>
            <a:avLst/>
            <a:gdLst>
              <a:gd name="connsiteX0" fmla="*/ 0 w 8414733"/>
              <a:gd name="connsiteY0" fmla="*/ 0 h 6858000"/>
              <a:gd name="connsiteX1" fmla="*/ 8414733 w 8414733"/>
              <a:gd name="connsiteY1" fmla="*/ 0 h 6858000"/>
              <a:gd name="connsiteX2" fmla="*/ 8413488 w 8414733"/>
              <a:gd name="connsiteY2" fmla="*/ 222 h 6858000"/>
              <a:gd name="connsiteX3" fmla="*/ 5618953 w 8414733"/>
              <a:gd name="connsiteY3" fmla="*/ 3429001 h 6858000"/>
              <a:gd name="connsiteX4" fmla="*/ 8413488 w 8414733"/>
              <a:gd name="connsiteY4" fmla="*/ 6857780 h 6858000"/>
              <a:gd name="connsiteX5" fmla="*/ 8414722 w 8414733"/>
              <a:gd name="connsiteY5" fmla="*/ 6858000 h 6858000"/>
              <a:gd name="connsiteX6" fmla="*/ 0 w 841473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14733" h="6858000">
                <a:moveTo>
                  <a:pt x="0" y="0"/>
                </a:moveTo>
                <a:lnTo>
                  <a:pt x="8414733" y="0"/>
                </a:lnTo>
                <a:lnTo>
                  <a:pt x="8413488" y="222"/>
                </a:lnTo>
                <a:cubicBezTo>
                  <a:pt x="6818650" y="326573"/>
                  <a:pt x="5618953" y="1737685"/>
                  <a:pt x="5618953" y="3429001"/>
                </a:cubicBezTo>
                <a:cubicBezTo>
                  <a:pt x="5618953" y="5120318"/>
                  <a:pt x="6818650" y="6531429"/>
                  <a:pt x="8413488" y="6857780"/>
                </a:cubicBezTo>
                <a:lnTo>
                  <a:pt x="8414722" y="6858000"/>
                </a:lnTo>
                <a:lnTo>
                  <a:pt x="0" y="6858000"/>
                </a:lnTo>
                <a:close/>
              </a:path>
            </a:pathLst>
          </a:custGeom>
        </p:spPr>
        <p:txBody>
          <a:bodyPr wrap="square">
            <a:noAutofit/>
          </a:bodyPr>
          <a:lstStyle/>
          <a:p>
            <a:endParaRPr lang="en-US"/>
          </a:p>
        </p:txBody>
      </p:sp>
      <p:sp>
        <p:nvSpPr>
          <p:cNvPr id="3" name="Date Placeholder 2"/>
          <p:cNvSpPr>
            <a:spLocks noGrp="1"/>
          </p:cNvSpPr>
          <p:nvPr>
            <p:ph type="dt" sz="half" idx="10"/>
          </p:nvPr>
        </p:nvSpPr>
        <p:spPr/>
        <p:txBody>
          <a:bodyPr/>
          <a:lstStyle/>
          <a:p>
            <a:fld id="{6D2CAF9D-5533-4ADA-833F-E6FB76EB69A5}" type="datetime1">
              <a:rPr lang="en-US" smtClean="0"/>
              <a:t>10/25/2019</a:t>
            </a:fld>
            <a:endParaRPr lang="en-US"/>
          </a:p>
        </p:txBody>
      </p:sp>
      <p:sp>
        <p:nvSpPr>
          <p:cNvPr id="5" name="Slide Number Placeholder 4"/>
          <p:cNvSpPr>
            <a:spLocks noGrp="1"/>
          </p:cNvSpPr>
          <p:nvPr>
            <p:ph type="sldNum" sz="quarter" idx="12"/>
          </p:nvPr>
        </p:nvSpPr>
        <p:spPr>
          <a:xfrm>
            <a:off x="11273724" y="487518"/>
            <a:ext cx="612494" cy="365125"/>
          </a:xfrm>
          <a:prstGeom prst="rect">
            <a:avLst/>
          </a:prstGeom>
        </p:spPr>
        <p:txBody>
          <a:bodyPr/>
          <a:lstStyle/>
          <a:p>
            <a:fld id="{32FFBE4F-D559-476D-AEE3-28F000B7084D}" type="slidenum">
              <a:rPr lang="en-US" smtClean="0"/>
              <a:pPr/>
              <a:t>‹#›</a:t>
            </a:fld>
            <a:endParaRPr lang="en-US"/>
          </a:p>
        </p:txBody>
      </p:sp>
      <p:grpSp>
        <p:nvGrpSpPr>
          <p:cNvPr id="67" name="Group 66"/>
          <p:cNvGrpSpPr/>
          <p:nvPr userDrawn="1"/>
        </p:nvGrpSpPr>
        <p:grpSpPr>
          <a:xfrm>
            <a:off x="9611345" y="3881120"/>
            <a:ext cx="3080265" cy="3784538"/>
            <a:chOff x="8427719" y="2426869"/>
            <a:chExt cx="4263891" cy="5238789"/>
          </a:xfrm>
        </p:grpSpPr>
        <p:grpSp>
          <p:nvGrpSpPr>
            <p:cNvPr id="68" name="Group 67"/>
            <p:cNvGrpSpPr/>
            <p:nvPr userDrawn="1"/>
          </p:nvGrpSpPr>
          <p:grpSpPr>
            <a:xfrm>
              <a:off x="8686918" y="2426869"/>
              <a:ext cx="4004692" cy="5238789"/>
              <a:chOff x="7960688" y="1320895"/>
              <a:chExt cx="4791883" cy="6268563"/>
            </a:xfrm>
            <a:solidFill>
              <a:schemeClr val="tx2">
                <a:lumMod val="20000"/>
                <a:lumOff val="80000"/>
                <a:alpha val="20000"/>
              </a:schemeClr>
            </a:solidFill>
          </p:grpSpPr>
          <p:sp>
            <p:nvSpPr>
              <p:cNvPr id="157" name="Freeform 14"/>
              <p:cNvSpPr>
                <a:spLocks noEditPoints="1"/>
              </p:cNvSpPr>
              <p:nvPr userDrawn="1"/>
            </p:nvSpPr>
            <p:spPr bwMode="auto">
              <a:xfrm>
                <a:off x="7960688" y="6674441"/>
                <a:ext cx="1829263" cy="915017"/>
              </a:xfrm>
              <a:custGeom>
                <a:avLst/>
                <a:gdLst>
                  <a:gd name="T0" fmla="*/ 190 w 1451"/>
                  <a:gd name="T1" fmla="*/ 0 h 726"/>
                  <a:gd name="T2" fmla="*/ 189 w 1451"/>
                  <a:gd name="T3" fmla="*/ 0 h 726"/>
                  <a:gd name="T4" fmla="*/ 189 w 1451"/>
                  <a:gd name="T5" fmla="*/ 0 h 726"/>
                  <a:gd name="T6" fmla="*/ 0 w 1451"/>
                  <a:gd name="T7" fmla="*/ 0 h 726"/>
                  <a:gd name="T8" fmla="*/ 726 w 1451"/>
                  <a:gd name="T9" fmla="*/ 726 h 726"/>
                  <a:gd name="T10" fmla="*/ 1396 w 1451"/>
                  <a:gd name="T11" fmla="*/ 280 h 726"/>
                  <a:gd name="T12" fmla="*/ 1204 w 1451"/>
                  <a:gd name="T13" fmla="*/ 242 h 726"/>
                  <a:gd name="T14" fmla="*/ 726 w 1451"/>
                  <a:gd name="T15" fmla="*/ 535 h 726"/>
                  <a:gd name="T16" fmla="*/ 190 w 1451"/>
                  <a:gd name="T17" fmla="*/ 0 h 726"/>
                  <a:gd name="T18" fmla="*/ 1451 w 1451"/>
                  <a:gd name="T19" fmla="*/ 0 h 726"/>
                  <a:gd name="T20" fmla="*/ 1451 w 1451"/>
                  <a:gd name="T21" fmla="*/ 0 h 726"/>
                  <a:gd name="T22" fmla="*/ 1451 w 1451"/>
                  <a:gd name="T23" fmla="*/ 0 h 726"/>
                  <a:gd name="T24" fmla="*/ 1261 w 1451"/>
                  <a:gd name="T25" fmla="*/ 0 h 726"/>
                  <a:gd name="T26" fmla="*/ 1258 w 1451"/>
                  <a:gd name="T27" fmla="*/ 61 h 726"/>
                  <a:gd name="T28" fmla="*/ 1438 w 1451"/>
                  <a:gd name="T29" fmla="*/ 92 h 726"/>
                  <a:gd name="T30" fmla="*/ 1446 w 1451"/>
                  <a:gd name="T31" fmla="*/ 92 h 726"/>
                  <a:gd name="T32" fmla="*/ 1451 w 1451"/>
                  <a:gd name="T3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1" h="726">
                    <a:moveTo>
                      <a:pt x="190" y="0"/>
                    </a:moveTo>
                    <a:cubicBezTo>
                      <a:pt x="189" y="0"/>
                      <a:pt x="189" y="0"/>
                      <a:pt x="189" y="0"/>
                    </a:cubicBezTo>
                    <a:cubicBezTo>
                      <a:pt x="189" y="0"/>
                      <a:pt x="189" y="0"/>
                      <a:pt x="189" y="0"/>
                    </a:cubicBezTo>
                    <a:cubicBezTo>
                      <a:pt x="0" y="0"/>
                      <a:pt x="0" y="0"/>
                      <a:pt x="0" y="0"/>
                    </a:cubicBezTo>
                    <a:cubicBezTo>
                      <a:pt x="0" y="401"/>
                      <a:pt x="325" y="726"/>
                      <a:pt x="726" y="726"/>
                    </a:cubicBezTo>
                    <a:cubicBezTo>
                      <a:pt x="1027" y="726"/>
                      <a:pt x="1286" y="542"/>
                      <a:pt x="1396" y="280"/>
                    </a:cubicBezTo>
                    <a:cubicBezTo>
                      <a:pt x="1331" y="276"/>
                      <a:pt x="1266" y="263"/>
                      <a:pt x="1204" y="242"/>
                    </a:cubicBezTo>
                    <a:cubicBezTo>
                      <a:pt x="1115" y="416"/>
                      <a:pt x="934" y="535"/>
                      <a:pt x="726" y="535"/>
                    </a:cubicBezTo>
                    <a:cubicBezTo>
                      <a:pt x="430" y="535"/>
                      <a:pt x="190" y="296"/>
                      <a:pt x="190" y="0"/>
                    </a:cubicBezTo>
                    <a:moveTo>
                      <a:pt x="1451" y="0"/>
                    </a:moveTo>
                    <a:cubicBezTo>
                      <a:pt x="1451" y="0"/>
                      <a:pt x="1451" y="0"/>
                      <a:pt x="1451" y="0"/>
                    </a:cubicBezTo>
                    <a:cubicBezTo>
                      <a:pt x="1451" y="0"/>
                      <a:pt x="1451" y="0"/>
                      <a:pt x="1451" y="0"/>
                    </a:cubicBezTo>
                    <a:cubicBezTo>
                      <a:pt x="1261" y="0"/>
                      <a:pt x="1261" y="0"/>
                      <a:pt x="1261" y="0"/>
                    </a:cubicBezTo>
                    <a:cubicBezTo>
                      <a:pt x="1261" y="21"/>
                      <a:pt x="1260" y="41"/>
                      <a:pt x="1258" y="61"/>
                    </a:cubicBezTo>
                    <a:cubicBezTo>
                      <a:pt x="1316" y="82"/>
                      <a:pt x="1377" y="92"/>
                      <a:pt x="1438" y="92"/>
                    </a:cubicBezTo>
                    <a:cubicBezTo>
                      <a:pt x="1440" y="92"/>
                      <a:pt x="1443" y="92"/>
                      <a:pt x="1446" y="92"/>
                    </a:cubicBezTo>
                    <a:cubicBezTo>
                      <a:pt x="1449" y="62"/>
                      <a:pt x="1451" y="31"/>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20"/>
              <p:cNvSpPr>
                <a:spLocks noEditPoints="1"/>
              </p:cNvSpPr>
              <p:nvPr userDrawn="1"/>
            </p:nvSpPr>
            <p:spPr bwMode="auto">
              <a:xfrm>
                <a:off x="10687224" y="3965650"/>
                <a:ext cx="1829263" cy="913474"/>
              </a:xfrm>
              <a:custGeom>
                <a:avLst/>
                <a:gdLst>
                  <a:gd name="T0" fmla="*/ 171 w 1451"/>
                  <a:gd name="T1" fmla="*/ 173 h 725"/>
                  <a:gd name="T2" fmla="*/ 28 w 1451"/>
                  <a:gd name="T3" fmla="*/ 202 h 725"/>
                  <a:gd name="T4" fmla="*/ 487 w 1451"/>
                  <a:gd name="T5" fmla="*/ 685 h 725"/>
                  <a:gd name="T6" fmla="*/ 523 w 1451"/>
                  <a:gd name="T7" fmla="*/ 496 h 725"/>
                  <a:gd name="T8" fmla="*/ 220 w 1451"/>
                  <a:gd name="T9" fmla="*/ 176 h 725"/>
                  <a:gd name="T10" fmla="*/ 171 w 1451"/>
                  <a:gd name="T11" fmla="*/ 173 h 725"/>
                  <a:gd name="T12" fmla="*/ 190 w 1451"/>
                  <a:gd name="T13" fmla="*/ 0 h 725"/>
                  <a:gd name="T14" fmla="*/ 189 w 1451"/>
                  <a:gd name="T15" fmla="*/ 0 h 725"/>
                  <a:gd name="T16" fmla="*/ 189 w 1451"/>
                  <a:gd name="T17" fmla="*/ 0 h 725"/>
                  <a:gd name="T18" fmla="*/ 0 w 1451"/>
                  <a:gd name="T19" fmla="*/ 0 h 725"/>
                  <a:gd name="T20" fmla="*/ 4 w 1451"/>
                  <a:gd name="T21" fmla="*/ 77 h 725"/>
                  <a:gd name="T22" fmla="*/ 171 w 1451"/>
                  <a:gd name="T23" fmla="*/ 47 h 725"/>
                  <a:gd name="T24" fmla="*/ 192 w 1451"/>
                  <a:gd name="T25" fmla="*/ 48 h 725"/>
                  <a:gd name="T26" fmla="*/ 190 w 1451"/>
                  <a:gd name="T27" fmla="*/ 0 h 725"/>
                  <a:gd name="T28" fmla="*/ 1451 w 1451"/>
                  <a:gd name="T29" fmla="*/ 0 h 725"/>
                  <a:gd name="T30" fmla="*/ 1451 w 1451"/>
                  <a:gd name="T31" fmla="*/ 0 h 725"/>
                  <a:gd name="T32" fmla="*/ 1451 w 1451"/>
                  <a:gd name="T33" fmla="*/ 0 h 725"/>
                  <a:gd name="T34" fmla="*/ 1261 w 1451"/>
                  <a:gd name="T35" fmla="*/ 0 h 725"/>
                  <a:gd name="T36" fmla="*/ 726 w 1451"/>
                  <a:gd name="T37" fmla="*/ 535 h 725"/>
                  <a:gd name="T38" fmla="*/ 650 w 1451"/>
                  <a:gd name="T39" fmla="*/ 530 h 725"/>
                  <a:gd name="T40" fmla="*/ 611 w 1451"/>
                  <a:gd name="T41" fmla="*/ 716 h 725"/>
                  <a:gd name="T42" fmla="*/ 726 w 1451"/>
                  <a:gd name="T43" fmla="*/ 725 h 725"/>
                  <a:gd name="T44" fmla="*/ 1451 w 1451"/>
                  <a:gd name="T45"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51" h="725">
                    <a:moveTo>
                      <a:pt x="171" y="173"/>
                    </a:moveTo>
                    <a:cubicBezTo>
                      <a:pt x="122" y="173"/>
                      <a:pt x="74" y="183"/>
                      <a:pt x="28" y="202"/>
                    </a:cubicBezTo>
                    <a:cubicBezTo>
                      <a:pt x="94" y="428"/>
                      <a:pt x="266" y="609"/>
                      <a:pt x="487" y="685"/>
                    </a:cubicBezTo>
                    <a:cubicBezTo>
                      <a:pt x="517" y="626"/>
                      <a:pt x="529" y="560"/>
                      <a:pt x="523" y="496"/>
                    </a:cubicBezTo>
                    <a:cubicBezTo>
                      <a:pt x="382" y="438"/>
                      <a:pt x="270" y="321"/>
                      <a:pt x="220" y="176"/>
                    </a:cubicBezTo>
                    <a:cubicBezTo>
                      <a:pt x="203" y="174"/>
                      <a:pt x="187" y="173"/>
                      <a:pt x="171" y="173"/>
                    </a:cubicBezTo>
                    <a:moveTo>
                      <a:pt x="190" y="0"/>
                    </a:moveTo>
                    <a:cubicBezTo>
                      <a:pt x="189" y="0"/>
                      <a:pt x="189" y="0"/>
                      <a:pt x="189" y="0"/>
                    </a:cubicBezTo>
                    <a:cubicBezTo>
                      <a:pt x="189" y="0"/>
                      <a:pt x="189" y="0"/>
                      <a:pt x="189" y="0"/>
                    </a:cubicBezTo>
                    <a:cubicBezTo>
                      <a:pt x="0" y="0"/>
                      <a:pt x="0" y="0"/>
                      <a:pt x="0" y="0"/>
                    </a:cubicBezTo>
                    <a:cubicBezTo>
                      <a:pt x="0" y="26"/>
                      <a:pt x="1" y="52"/>
                      <a:pt x="4" y="77"/>
                    </a:cubicBezTo>
                    <a:cubicBezTo>
                      <a:pt x="58" y="57"/>
                      <a:pt x="114" y="47"/>
                      <a:pt x="171" y="47"/>
                    </a:cubicBezTo>
                    <a:cubicBezTo>
                      <a:pt x="178" y="47"/>
                      <a:pt x="185" y="47"/>
                      <a:pt x="192" y="48"/>
                    </a:cubicBezTo>
                    <a:cubicBezTo>
                      <a:pt x="190" y="32"/>
                      <a:pt x="190" y="16"/>
                      <a:pt x="190" y="0"/>
                    </a:cubicBezTo>
                    <a:moveTo>
                      <a:pt x="1451" y="0"/>
                    </a:moveTo>
                    <a:cubicBezTo>
                      <a:pt x="1451" y="0"/>
                      <a:pt x="1451" y="0"/>
                      <a:pt x="1451" y="0"/>
                    </a:cubicBezTo>
                    <a:cubicBezTo>
                      <a:pt x="1451" y="0"/>
                      <a:pt x="1451" y="0"/>
                      <a:pt x="1451" y="0"/>
                    </a:cubicBezTo>
                    <a:cubicBezTo>
                      <a:pt x="1261" y="0"/>
                      <a:pt x="1261" y="0"/>
                      <a:pt x="1261" y="0"/>
                    </a:cubicBezTo>
                    <a:cubicBezTo>
                      <a:pt x="1261" y="295"/>
                      <a:pt x="1021" y="535"/>
                      <a:pt x="726" y="535"/>
                    </a:cubicBezTo>
                    <a:cubicBezTo>
                      <a:pt x="700" y="535"/>
                      <a:pt x="675" y="533"/>
                      <a:pt x="650" y="530"/>
                    </a:cubicBezTo>
                    <a:cubicBezTo>
                      <a:pt x="650" y="594"/>
                      <a:pt x="637" y="657"/>
                      <a:pt x="611" y="716"/>
                    </a:cubicBezTo>
                    <a:cubicBezTo>
                      <a:pt x="648" y="722"/>
                      <a:pt x="687" y="725"/>
                      <a:pt x="726" y="725"/>
                    </a:cubicBezTo>
                    <a:cubicBezTo>
                      <a:pt x="1126" y="725"/>
                      <a:pt x="1451" y="400"/>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nvGrpSpPr>
              <p:cNvPr id="159" name="Group 158"/>
              <p:cNvGrpSpPr/>
              <p:nvPr userDrawn="1"/>
            </p:nvGrpSpPr>
            <p:grpSpPr>
              <a:xfrm>
                <a:off x="8877249" y="1320895"/>
                <a:ext cx="3875322" cy="5085830"/>
                <a:chOff x="8877249" y="1320895"/>
                <a:chExt cx="3875322" cy="5085830"/>
              </a:xfrm>
              <a:grpFill/>
            </p:grpSpPr>
            <p:sp>
              <p:nvSpPr>
                <p:cNvPr id="160" name="Freeform 5"/>
                <p:cNvSpPr>
                  <a:spLocks noEditPoints="1"/>
                </p:cNvSpPr>
                <p:nvPr userDrawn="1"/>
              </p:nvSpPr>
              <p:spPr bwMode="auto">
                <a:xfrm>
                  <a:off x="9322413" y="4379182"/>
                  <a:ext cx="1563090" cy="1561547"/>
                </a:xfrm>
                <a:custGeom>
                  <a:avLst/>
                  <a:gdLst>
                    <a:gd name="T0" fmla="*/ 211 w 1240"/>
                    <a:gd name="T1" fmla="*/ 872 h 1239"/>
                    <a:gd name="T2" fmla="*/ 39 w 1240"/>
                    <a:gd name="T3" fmla="*/ 958 h 1239"/>
                    <a:gd name="T4" fmla="*/ 43 w 1240"/>
                    <a:gd name="T5" fmla="*/ 971 h 1239"/>
                    <a:gd name="T6" fmla="*/ 121 w 1240"/>
                    <a:gd name="T7" fmla="*/ 1126 h 1239"/>
                    <a:gd name="T8" fmla="*/ 213 w 1240"/>
                    <a:gd name="T9" fmla="*/ 1239 h 1239"/>
                    <a:gd name="T10" fmla="*/ 214 w 1240"/>
                    <a:gd name="T11" fmla="*/ 1239 h 1239"/>
                    <a:gd name="T12" fmla="*/ 214 w 1240"/>
                    <a:gd name="T13" fmla="*/ 1239 h 1239"/>
                    <a:gd name="T14" fmla="*/ 348 w 1240"/>
                    <a:gd name="T15" fmla="*/ 1105 h 1239"/>
                    <a:gd name="T16" fmla="*/ 211 w 1240"/>
                    <a:gd name="T17" fmla="*/ 872 h 1239"/>
                    <a:gd name="T18" fmla="*/ 3 w 1240"/>
                    <a:gd name="T19" fmla="*/ 670 h 1239"/>
                    <a:gd name="T20" fmla="*/ 1 w 1240"/>
                    <a:gd name="T21" fmla="*/ 758 h 1239"/>
                    <a:gd name="T22" fmla="*/ 99 w 1240"/>
                    <a:gd name="T23" fmla="*/ 711 h 1239"/>
                    <a:gd name="T24" fmla="*/ 3 w 1240"/>
                    <a:gd name="T25" fmla="*/ 670 h 1239"/>
                    <a:gd name="T26" fmla="*/ 942 w 1240"/>
                    <a:gd name="T27" fmla="*/ 32 h 1239"/>
                    <a:gd name="T28" fmla="*/ 901 w 1240"/>
                    <a:gd name="T29" fmla="*/ 219 h 1239"/>
                    <a:gd name="T30" fmla="*/ 1105 w 1240"/>
                    <a:gd name="T31" fmla="*/ 347 h 1239"/>
                    <a:gd name="T32" fmla="*/ 1106 w 1240"/>
                    <a:gd name="T33" fmla="*/ 347 h 1239"/>
                    <a:gd name="T34" fmla="*/ 1106 w 1240"/>
                    <a:gd name="T35" fmla="*/ 347 h 1239"/>
                    <a:gd name="T36" fmla="*/ 1240 w 1240"/>
                    <a:gd name="T37" fmla="*/ 213 h 1239"/>
                    <a:gd name="T38" fmla="*/ 942 w 1240"/>
                    <a:gd name="T39" fmla="*/ 32 h 1239"/>
                    <a:gd name="T40" fmla="*/ 516 w 1240"/>
                    <a:gd name="T41" fmla="*/ 31 h 1239"/>
                    <a:gd name="T42" fmla="*/ 213 w 1240"/>
                    <a:gd name="T43" fmla="*/ 213 h 1239"/>
                    <a:gd name="T44" fmla="*/ 26 w 1240"/>
                    <a:gd name="T45" fmla="*/ 535 h 1239"/>
                    <a:gd name="T46" fmla="*/ 205 w 1240"/>
                    <a:gd name="T47" fmla="*/ 605 h 1239"/>
                    <a:gd name="T48" fmla="*/ 348 w 1240"/>
                    <a:gd name="T49" fmla="*/ 347 h 1239"/>
                    <a:gd name="T50" fmla="*/ 592 w 1240"/>
                    <a:gd name="T51" fmla="*/ 207 h 1239"/>
                    <a:gd name="T52" fmla="*/ 516 w 1240"/>
                    <a:gd name="T53" fmla="*/ 31 h 1239"/>
                    <a:gd name="T54" fmla="*/ 727 w 1240"/>
                    <a:gd name="T55" fmla="*/ 0 h 1239"/>
                    <a:gd name="T56" fmla="*/ 650 w 1240"/>
                    <a:gd name="T57" fmla="*/ 4 h 1239"/>
                    <a:gd name="T58" fmla="*/ 716 w 1240"/>
                    <a:gd name="T59" fmla="*/ 190 h 1239"/>
                    <a:gd name="T60" fmla="*/ 727 w 1240"/>
                    <a:gd name="T61" fmla="*/ 190 h 1239"/>
                    <a:gd name="T62" fmla="*/ 775 w 1240"/>
                    <a:gd name="T63" fmla="*/ 192 h 1239"/>
                    <a:gd name="T64" fmla="*/ 815 w 1240"/>
                    <a:gd name="T65" fmla="*/ 5 h 1239"/>
                    <a:gd name="T66" fmla="*/ 727 w 1240"/>
                    <a:gd name="T67" fmla="*/ 0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0" h="1239">
                      <a:moveTo>
                        <a:pt x="211" y="872"/>
                      </a:moveTo>
                      <a:cubicBezTo>
                        <a:pt x="150" y="890"/>
                        <a:pt x="92" y="918"/>
                        <a:pt x="39" y="958"/>
                      </a:cubicBezTo>
                      <a:cubicBezTo>
                        <a:pt x="40" y="962"/>
                        <a:pt x="42" y="966"/>
                        <a:pt x="43" y="971"/>
                      </a:cubicBezTo>
                      <a:cubicBezTo>
                        <a:pt x="81" y="1017"/>
                        <a:pt x="107" y="1070"/>
                        <a:pt x="121" y="1126"/>
                      </a:cubicBezTo>
                      <a:cubicBezTo>
                        <a:pt x="147" y="1166"/>
                        <a:pt x="178" y="1204"/>
                        <a:pt x="213" y="1239"/>
                      </a:cubicBezTo>
                      <a:cubicBezTo>
                        <a:pt x="214" y="1239"/>
                        <a:pt x="214" y="1239"/>
                        <a:pt x="214" y="1239"/>
                      </a:cubicBezTo>
                      <a:cubicBezTo>
                        <a:pt x="214" y="1239"/>
                        <a:pt x="214" y="1239"/>
                        <a:pt x="214" y="1239"/>
                      </a:cubicBezTo>
                      <a:cubicBezTo>
                        <a:pt x="348" y="1105"/>
                        <a:pt x="348" y="1105"/>
                        <a:pt x="348" y="1105"/>
                      </a:cubicBezTo>
                      <a:cubicBezTo>
                        <a:pt x="281" y="1038"/>
                        <a:pt x="235" y="957"/>
                        <a:pt x="211" y="872"/>
                      </a:cubicBezTo>
                      <a:moveTo>
                        <a:pt x="3" y="670"/>
                      </a:moveTo>
                      <a:cubicBezTo>
                        <a:pt x="1" y="699"/>
                        <a:pt x="0" y="728"/>
                        <a:pt x="1" y="758"/>
                      </a:cubicBezTo>
                      <a:cubicBezTo>
                        <a:pt x="33" y="740"/>
                        <a:pt x="66" y="724"/>
                        <a:pt x="99" y="711"/>
                      </a:cubicBezTo>
                      <a:cubicBezTo>
                        <a:pt x="66" y="701"/>
                        <a:pt x="34" y="687"/>
                        <a:pt x="3" y="670"/>
                      </a:cubicBezTo>
                      <a:moveTo>
                        <a:pt x="942" y="32"/>
                      </a:moveTo>
                      <a:cubicBezTo>
                        <a:pt x="911" y="90"/>
                        <a:pt x="897" y="155"/>
                        <a:pt x="901" y="219"/>
                      </a:cubicBezTo>
                      <a:cubicBezTo>
                        <a:pt x="976" y="245"/>
                        <a:pt x="1046" y="287"/>
                        <a:pt x="1105" y="347"/>
                      </a:cubicBezTo>
                      <a:cubicBezTo>
                        <a:pt x="1106" y="347"/>
                        <a:pt x="1106" y="347"/>
                        <a:pt x="1106" y="347"/>
                      </a:cubicBezTo>
                      <a:cubicBezTo>
                        <a:pt x="1106" y="347"/>
                        <a:pt x="1106" y="347"/>
                        <a:pt x="1106" y="347"/>
                      </a:cubicBezTo>
                      <a:cubicBezTo>
                        <a:pt x="1240" y="213"/>
                        <a:pt x="1240" y="213"/>
                        <a:pt x="1240" y="213"/>
                      </a:cubicBezTo>
                      <a:cubicBezTo>
                        <a:pt x="1153" y="126"/>
                        <a:pt x="1051" y="66"/>
                        <a:pt x="942" y="32"/>
                      </a:cubicBezTo>
                      <a:moveTo>
                        <a:pt x="516" y="31"/>
                      </a:moveTo>
                      <a:cubicBezTo>
                        <a:pt x="405" y="65"/>
                        <a:pt x="301" y="125"/>
                        <a:pt x="213" y="213"/>
                      </a:cubicBezTo>
                      <a:cubicBezTo>
                        <a:pt x="121" y="305"/>
                        <a:pt x="58" y="417"/>
                        <a:pt x="26" y="535"/>
                      </a:cubicBezTo>
                      <a:cubicBezTo>
                        <a:pt x="79" y="575"/>
                        <a:pt x="141" y="599"/>
                        <a:pt x="205" y="605"/>
                      </a:cubicBezTo>
                      <a:cubicBezTo>
                        <a:pt x="226" y="511"/>
                        <a:pt x="274" y="421"/>
                        <a:pt x="348" y="347"/>
                      </a:cubicBezTo>
                      <a:cubicBezTo>
                        <a:pt x="418" y="277"/>
                        <a:pt x="502" y="231"/>
                        <a:pt x="592" y="207"/>
                      </a:cubicBezTo>
                      <a:cubicBezTo>
                        <a:pt x="583" y="144"/>
                        <a:pt x="558" y="83"/>
                        <a:pt x="516" y="31"/>
                      </a:cubicBezTo>
                      <a:moveTo>
                        <a:pt x="727" y="0"/>
                      </a:moveTo>
                      <a:cubicBezTo>
                        <a:pt x="701" y="0"/>
                        <a:pt x="676" y="1"/>
                        <a:pt x="650" y="4"/>
                      </a:cubicBezTo>
                      <a:cubicBezTo>
                        <a:pt x="685" y="62"/>
                        <a:pt x="707" y="125"/>
                        <a:pt x="716" y="190"/>
                      </a:cubicBezTo>
                      <a:cubicBezTo>
                        <a:pt x="720" y="190"/>
                        <a:pt x="723" y="190"/>
                        <a:pt x="727" y="190"/>
                      </a:cubicBezTo>
                      <a:cubicBezTo>
                        <a:pt x="743" y="190"/>
                        <a:pt x="759" y="191"/>
                        <a:pt x="775" y="192"/>
                      </a:cubicBezTo>
                      <a:cubicBezTo>
                        <a:pt x="776" y="128"/>
                        <a:pt x="789" y="65"/>
                        <a:pt x="815" y="5"/>
                      </a:cubicBezTo>
                      <a:cubicBezTo>
                        <a:pt x="786" y="2"/>
                        <a:pt x="756" y="0"/>
                        <a:pt x="7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6"/>
                <p:cNvSpPr>
                  <a:spLocks noEditPoints="1"/>
                </p:cNvSpPr>
                <p:nvPr userDrawn="1"/>
              </p:nvSpPr>
              <p:spPr bwMode="auto">
                <a:xfrm>
                  <a:off x="9591672" y="4646126"/>
                  <a:ext cx="1562319" cy="1560776"/>
                </a:xfrm>
                <a:custGeom>
                  <a:avLst/>
                  <a:gdLst>
                    <a:gd name="T0" fmla="*/ 655 w 1239"/>
                    <a:gd name="T1" fmla="*/ 1030 h 1238"/>
                    <a:gd name="T2" fmla="*/ 566 w 1239"/>
                    <a:gd name="T3" fmla="*/ 1047 h 1238"/>
                    <a:gd name="T4" fmla="*/ 558 w 1239"/>
                    <a:gd name="T5" fmla="*/ 1238 h 1238"/>
                    <a:gd name="T6" fmla="*/ 671 w 1239"/>
                    <a:gd name="T7" fmla="*/ 1222 h 1238"/>
                    <a:gd name="T8" fmla="*/ 655 w 1239"/>
                    <a:gd name="T9" fmla="*/ 1030 h 1238"/>
                    <a:gd name="T10" fmla="*/ 134 w 1239"/>
                    <a:gd name="T11" fmla="*/ 892 h 1238"/>
                    <a:gd name="T12" fmla="*/ 134 w 1239"/>
                    <a:gd name="T13" fmla="*/ 893 h 1238"/>
                    <a:gd name="T14" fmla="*/ 134 w 1239"/>
                    <a:gd name="T15" fmla="*/ 893 h 1238"/>
                    <a:gd name="T16" fmla="*/ 0 w 1239"/>
                    <a:gd name="T17" fmla="*/ 1027 h 1238"/>
                    <a:gd name="T18" fmla="*/ 322 w 1239"/>
                    <a:gd name="T19" fmla="*/ 1214 h 1238"/>
                    <a:gd name="T20" fmla="*/ 334 w 1239"/>
                    <a:gd name="T21" fmla="*/ 1019 h 1238"/>
                    <a:gd name="T22" fmla="*/ 134 w 1239"/>
                    <a:gd name="T23" fmla="*/ 892 h 1238"/>
                    <a:gd name="T24" fmla="*/ 1211 w 1239"/>
                    <a:gd name="T25" fmla="*/ 514 h 1238"/>
                    <a:gd name="T26" fmla="*/ 1048 w 1239"/>
                    <a:gd name="T27" fmla="*/ 534 h 1238"/>
                    <a:gd name="T28" fmla="*/ 892 w 1239"/>
                    <a:gd name="T29" fmla="*/ 892 h 1238"/>
                    <a:gd name="T30" fmla="*/ 827 w 1239"/>
                    <a:gd name="T31" fmla="*/ 948 h 1238"/>
                    <a:gd name="T32" fmla="*/ 862 w 1239"/>
                    <a:gd name="T33" fmla="*/ 1150 h 1238"/>
                    <a:gd name="T34" fmla="*/ 1026 w 1239"/>
                    <a:gd name="T35" fmla="*/ 1027 h 1238"/>
                    <a:gd name="T36" fmla="*/ 1239 w 1239"/>
                    <a:gd name="T37" fmla="*/ 514 h 1238"/>
                    <a:gd name="T38" fmla="*/ 1211 w 1239"/>
                    <a:gd name="T39" fmla="*/ 514 h 1238"/>
                    <a:gd name="T40" fmla="*/ 1026 w 1239"/>
                    <a:gd name="T41" fmla="*/ 0 h 1238"/>
                    <a:gd name="T42" fmla="*/ 1026 w 1239"/>
                    <a:gd name="T43" fmla="*/ 1 h 1238"/>
                    <a:gd name="T44" fmla="*/ 1026 w 1239"/>
                    <a:gd name="T45" fmla="*/ 1 h 1238"/>
                    <a:gd name="T46" fmla="*/ 892 w 1239"/>
                    <a:gd name="T47" fmla="*/ 135 h 1238"/>
                    <a:gd name="T48" fmla="*/ 1006 w 1239"/>
                    <a:gd name="T49" fmla="*/ 304 h 1238"/>
                    <a:gd name="T50" fmla="*/ 1201 w 1239"/>
                    <a:gd name="T51" fmla="*/ 280 h 1238"/>
                    <a:gd name="T52" fmla="*/ 1026 w 1239"/>
                    <a:gd name="T53" fmla="*/ 0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9" h="1238">
                      <a:moveTo>
                        <a:pt x="655" y="1030"/>
                      </a:moveTo>
                      <a:cubicBezTo>
                        <a:pt x="626" y="1038"/>
                        <a:pt x="596" y="1044"/>
                        <a:pt x="566" y="1047"/>
                      </a:cubicBezTo>
                      <a:cubicBezTo>
                        <a:pt x="554" y="1110"/>
                        <a:pt x="551" y="1174"/>
                        <a:pt x="558" y="1238"/>
                      </a:cubicBezTo>
                      <a:cubicBezTo>
                        <a:pt x="596" y="1236"/>
                        <a:pt x="634" y="1230"/>
                        <a:pt x="671" y="1222"/>
                      </a:cubicBezTo>
                      <a:cubicBezTo>
                        <a:pt x="677" y="1158"/>
                        <a:pt x="672" y="1093"/>
                        <a:pt x="655" y="1030"/>
                      </a:cubicBezTo>
                      <a:moveTo>
                        <a:pt x="134" y="892"/>
                      </a:moveTo>
                      <a:cubicBezTo>
                        <a:pt x="134" y="893"/>
                        <a:pt x="134" y="893"/>
                        <a:pt x="134" y="893"/>
                      </a:cubicBezTo>
                      <a:cubicBezTo>
                        <a:pt x="134" y="893"/>
                        <a:pt x="134" y="893"/>
                        <a:pt x="134" y="893"/>
                      </a:cubicBezTo>
                      <a:cubicBezTo>
                        <a:pt x="0" y="1027"/>
                        <a:pt x="0" y="1027"/>
                        <a:pt x="0" y="1027"/>
                      </a:cubicBezTo>
                      <a:cubicBezTo>
                        <a:pt x="92" y="1119"/>
                        <a:pt x="204" y="1182"/>
                        <a:pt x="322" y="1214"/>
                      </a:cubicBezTo>
                      <a:cubicBezTo>
                        <a:pt x="319" y="1149"/>
                        <a:pt x="323" y="1083"/>
                        <a:pt x="334" y="1019"/>
                      </a:cubicBezTo>
                      <a:cubicBezTo>
                        <a:pt x="261" y="993"/>
                        <a:pt x="193" y="951"/>
                        <a:pt x="134" y="892"/>
                      </a:cubicBezTo>
                      <a:moveTo>
                        <a:pt x="1211" y="514"/>
                      </a:moveTo>
                      <a:cubicBezTo>
                        <a:pt x="1156" y="514"/>
                        <a:pt x="1102" y="520"/>
                        <a:pt x="1048" y="534"/>
                      </a:cubicBezTo>
                      <a:cubicBezTo>
                        <a:pt x="1043" y="664"/>
                        <a:pt x="991" y="793"/>
                        <a:pt x="892" y="892"/>
                      </a:cubicBezTo>
                      <a:cubicBezTo>
                        <a:pt x="871" y="913"/>
                        <a:pt x="850" y="931"/>
                        <a:pt x="827" y="948"/>
                      </a:cubicBezTo>
                      <a:cubicBezTo>
                        <a:pt x="848" y="1014"/>
                        <a:pt x="860" y="1082"/>
                        <a:pt x="862" y="1150"/>
                      </a:cubicBezTo>
                      <a:cubicBezTo>
                        <a:pt x="921" y="1118"/>
                        <a:pt x="976" y="1077"/>
                        <a:pt x="1026" y="1027"/>
                      </a:cubicBezTo>
                      <a:cubicBezTo>
                        <a:pt x="1168" y="885"/>
                        <a:pt x="1239" y="700"/>
                        <a:pt x="1239" y="514"/>
                      </a:cubicBezTo>
                      <a:cubicBezTo>
                        <a:pt x="1229" y="514"/>
                        <a:pt x="1220" y="514"/>
                        <a:pt x="1211" y="514"/>
                      </a:cubicBezTo>
                      <a:moveTo>
                        <a:pt x="1026" y="0"/>
                      </a:moveTo>
                      <a:cubicBezTo>
                        <a:pt x="1026" y="1"/>
                        <a:pt x="1026" y="1"/>
                        <a:pt x="1026" y="1"/>
                      </a:cubicBezTo>
                      <a:cubicBezTo>
                        <a:pt x="1026" y="1"/>
                        <a:pt x="1026" y="1"/>
                        <a:pt x="1026" y="1"/>
                      </a:cubicBezTo>
                      <a:cubicBezTo>
                        <a:pt x="892" y="135"/>
                        <a:pt x="892" y="135"/>
                        <a:pt x="892" y="135"/>
                      </a:cubicBezTo>
                      <a:cubicBezTo>
                        <a:pt x="942" y="185"/>
                        <a:pt x="980" y="243"/>
                        <a:pt x="1006" y="304"/>
                      </a:cubicBezTo>
                      <a:cubicBezTo>
                        <a:pt x="1070" y="289"/>
                        <a:pt x="1135" y="281"/>
                        <a:pt x="1201" y="280"/>
                      </a:cubicBezTo>
                      <a:cubicBezTo>
                        <a:pt x="1166" y="178"/>
                        <a:pt x="1108" y="82"/>
                        <a:pt x="10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25"/>
                <p:cNvSpPr>
                  <a:spLocks/>
                </p:cNvSpPr>
                <p:nvPr userDrawn="1"/>
              </p:nvSpPr>
              <p:spPr bwMode="auto">
                <a:xfrm>
                  <a:off x="10877788" y="5023398"/>
                  <a:ext cx="268487" cy="209852"/>
                </a:xfrm>
                <a:custGeom>
                  <a:avLst/>
                  <a:gdLst>
                    <a:gd name="T0" fmla="*/ 187 w 213"/>
                    <a:gd name="T1" fmla="*/ 0 h 167"/>
                    <a:gd name="T2" fmla="*/ 20 w 213"/>
                    <a:gd name="T3" fmla="*/ 42 h 167"/>
                    <a:gd name="T4" fmla="*/ 0 w 213"/>
                    <a:gd name="T5" fmla="*/ 41 h 167"/>
                    <a:gd name="T6" fmla="*/ 27 w 213"/>
                    <a:gd name="T7" fmla="*/ 167 h 167"/>
                    <a:gd name="T8" fmla="*/ 213 w 213"/>
                    <a:gd name="T9" fmla="*/ 126 h 167"/>
                    <a:gd name="T10" fmla="*/ 187 w 213"/>
                    <a:gd name="T11" fmla="*/ 0 h 167"/>
                  </a:gdLst>
                  <a:ahLst/>
                  <a:cxnLst>
                    <a:cxn ang="0">
                      <a:pos x="T0" y="T1"/>
                    </a:cxn>
                    <a:cxn ang="0">
                      <a:pos x="T2" y="T3"/>
                    </a:cxn>
                    <a:cxn ang="0">
                      <a:pos x="T4" y="T5"/>
                    </a:cxn>
                    <a:cxn ang="0">
                      <a:pos x="T6" y="T7"/>
                    </a:cxn>
                    <a:cxn ang="0">
                      <a:pos x="T8" y="T9"/>
                    </a:cxn>
                    <a:cxn ang="0">
                      <a:pos x="T10" y="T11"/>
                    </a:cxn>
                  </a:cxnLst>
                  <a:rect l="0" t="0" r="r" b="b"/>
                  <a:pathLst>
                    <a:path w="213" h="167">
                      <a:moveTo>
                        <a:pt x="187" y="0"/>
                      </a:moveTo>
                      <a:cubicBezTo>
                        <a:pt x="135" y="28"/>
                        <a:pt x="77" y="42"/>
                        <a:pt x="20" y="42"/>
                      </a:cubicBezTo>
                      <a:cubicBezTo>
                        <a:pt x="13" y="42"/>
                        <a:pt x="7" y="41"/>
                        <a:pt x="0" y="41"/>
                      </a:cubicBezTo>
                      <a:cubicBezTo>
                        <a:pt x="14" y="82"/>
                        <a:pt x="23" y="124"/>
                        <a:pt x="27" y="167"/>
                      </a:cubicBezTo>
                      <a:cubicBezTo>
                        <a:pt x="90" y="166"/>
                        <a:pt x="154" y="153"/>
                        <a:pt x="213" y="126"/>
                      </a:cubicBezTo>
                      <a:cubicBezTo>
                        <a:pt x="208" y="84"/>
                        <a:pt x="199" y="41"/>
                        <a:pt x="18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
                <p:cNvSpPr>
                  <a:spLocks/>
                </p:cNvSpPr>
                <p:nvPr userDrawn="1"/>
              </p:nvSpPr>
              <p:spPr bwMode="auto">
                <a:xfrm>
                  <a:off x="9326271" y="5053487"/>
                  <a:ext cx="254600" cy="221425"/>
                </a:xfrm>
                <a:custGeom>
                  <a:avLst/>
                  <a:gdLst>
                    <a:gd name="T0" fmla="*/ 23 w 202"/>
                    <a:gd name="T1" fmla="*/ 0 h 176"/>
                    <a:gd name="T2" fmla="*/ 0 w 202"/>
                    <a:gd name="T3" fmla="*/ 135 h 176"/>
                    <a:gd name="T4" fmla="*/ 96 w 202"/>
                    <a:gd name="T5" fmla="*/ 176 h 176"/>
                    <a:gd name="T6" fmla="*/ 190 w 202"/>
                    <a:gd name="T7" fmla="*/ 148 h 176"/>
                    <a:gd name="T8" fmla="*/ 202 w 202"/>
                    <a:gd name="T9" fmla="*/ 70 h 176"/>
                    <a:gd name="T10" fmla="*/ 23 w 202"/>
                    <a:gd name="T11" fmla="*/ 0 h 176"/>
                  </a:gdLst>
                  <a:ahLst/>
                  <a:cxnLst>
                    <a:cxn ang="0">
                      <a:pos x="T0" y="T1"/>
                    </a:cxn>
                    <a:cxn ang="0">
                      <a:pos x="T2" y="T3"/>
                    </a:cxn>
                    <a:cxn ang="0">
                      <a:pos x="T4" y="T5"/>
                    </a:cxn>
                    <a:cxn ang="0">
                      <a:pos x="T6" y="T7"/>
                    </a:cxn>
                    <a:cxn ang="0">
                      <a:pos x="T8" y="T9"/>
                    </a:cxn>
                    <a:cxn ang="0">
                      <a:pos x="T10" y="T11"/>
                    </a:cxn>
                  </a:cxnLst>
                  <a:rect l="0" t="0" r="r" b="b"/>
                  <a:pathLst>
                    <a:path w="202" h="176">
                      <a:moveTo>
                        <a:pt x="23" y="0"/>
                      </a:moveTo>
                      <a:cubicBezTo>
                        <a:pt x="11" y="44"/>
                        <a:pt x="3" y="89"/>
                        <a:pt x="0" y="135"/>
                      </a:cubicBezTo>
                      <a:cubicBezTo>
                        <a:pt x="31" y="152"/>
                        <a:pt x="63" y="166"/>
                        <a:pt x="96" y="176"/>
                      </a:cubicBezTo>
                      <a:cubicBezTo>
                        <a:pt x="127" y="165"/>
                        <a:pt x="158" y="155"/>
                        <a:pt x="190" y="148"/>
                      </a:cubicBezTo>
                      <a:cubicBezTo>
                        <a:pt x="192" y="122"/>
                        <a:pt x="196" y="96"/>
                        <a:pt x="202" y="70"/>
                      </a:cubicBezTo>
                      <a:cubicBezTo>
                        <a:pt x="138" y="64"/>
                        <a:pt x="76" y="40"/>
                        <a:pt x="2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59"/>
                <p:cNvSpPr>
                  <a:spLocks noEditPoints="1"/>
                </p:cNvSpPr>
                <p:nvPr userDrawn="1"/>
              </p:nvSpPr>
              <p:spPr bwMode="auto">
                <a:xfrm>
                  <a:off x="8877249" y="5630580"/>
                  <a:ext cx="422019" cy="776145"/>
                </a:xfrm>
                <a:custGeom>
                  <a:avLst/>
                  <a:gdLst>
                    <a:gd name="T0" fmla="*/ 191 w 335"/>
                    <a:gd name="T1" fmla="*/ 497 h 616"/>
                    <a:gd name="T2" fmla="*/ 94 w 335"/>
                    <a:gd name="T3" fmla="*/ 514 h 616"/>
                    <a:gd name="T4" fmla="*/ 0 w 335"/>
                    <a:gd name="T5" fmla="*/ 498 h 616"/>
                    <a:gd name="T6" fmla="*/ 26 w 335"/>
                    <a:gd name="T7" fmla="*/ 610 h 616"/>
                    <a:gd name="T8" fmla="*/ 94 w 335"/>
                    <a:gd name="T9" fmla="*/ 616 h 616"/>
                    <a:gd name="T10" fmla="*/ 221 w 335"/>
                    <a:gd name="T11" fmla="*/ 595 h 616"/>
                    <a:gd name="T12" fmla="*/ 191 w 335"/>
                    <a:gd name="T13" fmla="*/ 497 h 616"/>
                    <a:gd name="T14" fmla="*/ 320 w 335"/>
                    <a:gd name="T15" fmla="*/ 0 h 616"/>
                    <a:gd name="T16" fmla="*/ 298 w 335"/>
                    <a:gd name="T17" fmla="*/ 22 h 616"/>
                    <a:gd name="T18" fmla="*/ 313 w 335"/>
                    <a:gd name="T19" fmla="*/ 38 h 616"/>
                    <a:gd name="T20" fmla="*/ 335 w 335"/>
                    <a:gd name="T21" fmla="*/ 15 h 616"/>
                    <a:gd name="T22" fmla="*/ 335 w 335"/>
                    <a:gd name="T23" fmla="*/ 14 h 616"/>
                    <a:gd name="T24" fmla="*/ 335 w 335"/>
                    <a:gd name="T25" fmla="*/ 14 h 616"/>
                    <a:gd name="T26" fmla="*/ 320 w 335"/>
                    <a:gd name="T27" fmla="*/ 0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616">
                      <a:moveTo>
                        <a:pt x="191" y="497"/>
                      </a:moveTo>
                      <a:cubicBezTo>
                        <a:pt x="160" y="508"/>
                        <a:pt x="127" y="514"/>
                        <a:pt x="94" y="514"/>
                      </a:cubicBezTo>
                      <a:cubicBezTo>
                        <a:pt x="62" y="514"/>
                        <a:pt x="30" y="508"/>
                        <a:pt x="0" y="498"/>
                      </a:cubicBezTo>
                      <a:cubicBezTo>
                        <a:pt x="5" y="535"/>
                        <a:pt x="14" y="573"/>
                        <a:pt x="26" y="610"/>
                      </a:cubicBezTo>
                      <a:cubicBezTo>
                        <a:pt x="49" y="614"/>
                        <a:pt x="71" y="616"/>
                        <a:pt x="94" y="616"/>
                      </a:cubicBezTo>
                      <a:cubicBezTo>
                        <a:pt x="137" y="616"/>
                        <a:pt x="180" y="609"/>
                        <a:pt x="221" y="595"/>
                      </a:cubicBezTo>
                      <a:cubicBezTo>
                        <a:pt x="208" y="563"/>
                        <a:pt x="198" y="530"/>
                        <a:pt x="191" y="497"/>
                      </a:cubicBezTo>
                      <a:moveTo>
                        <a:pt x="320" y="0"/>
                      </a:moveTo>
                      <a:cubicBezTo>
                        <a:pt x="298" y="22"/>
                        <a:pt x="298" y="22"/>
                        <a:pt x="298" y="22"/>
                      </a:cubicBezTo>
                      <a:cubicBezTo>
                        <a:pt x="303" y="27"/>
                        <a:pt x="309" y="32"/>
                        <a:pt x="313" y="38"/>
                      </a:cubicBezTo>
                      <a:cubicBezTo>
                        <a:pt x="320" y="30"/>
                        <a:pt x="328" y="22"/>
                        <a:pt x="335" y="15"/>
                      </a:cubicBezTo>
                      <a:cubicBezTo>
                        <a:pt x="335" y="14"/>
                        <a:pt x="335" y="14"/>
                        <a:pt x="335" y="14"/>
                      </a:cubicBezTo>
                      <a:cubicBezTo>
                        <a:pt x="335" y="14"/>
                        <a:pt x="335" y="14"/>
                        <a:pt x="335" y="14"/>
                      </a:cubicBezTo>
                      <a:cubicBezTo>
                        <a:pt x="320" y="0"/>
                        <a:pt x="320" y="0"/>
                        <a:pt x="32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86"/>
                <p:cNvSpPr>
                  <a:spLocks noEditPoints="1"/>
                </p:cNvSpPr>
                <p:nvPr userDrawn="1"/>
              </p:nvSpPr>
              <p:spPr bwMode="auto">
                <a:xfrm>
                  <a:off x="9589358" y="2358583"/>
                  <a:ext cx="751456" cy="1469737"/>
                </a:xfrm>
                <a:custGeom>
                  <a:avLst/>
                  <a:gdLst>
                    <a:gd name="T0" fmla="*/ 335 w 596"/>
                    <a:gd name="T1" fmla="*/ 924 h 1166"/>
                    <a:gd name="T2" fmla="*/ 211 w 596"/>
                    <a:gd name="T3" fmla="*/ 1025 h 1166"/>
                    <a:gd name="T4" fmla="*/ 596 w 596"/>
                    <a:gd name="T5" fmla="*/ 1166 h 1166"/>
                    <a:gd name="T6" fmla="*/ 596 w 596"/>
                    <a:gd name="T7" fmla="*/ 1166 h 1166"/>
                    <a:gd name="T8" fmla="*/ 596 w 596"/>
                    <a:gd name="T9" fmla="*/ 1165 h 1166"/>
                    <a:gd name="T10" fmla="*/ 596 w 596"/>
                    <a:gd name="T11" fmla="*/ 1165 h 1166"/>
                    <a:gd name="T12" fmla="*/ 596 w 596"/>
                    <a:gd name="T13" fmla="*/ 1009 h 1166"/>
                    <a:gd name="T14" fmla="*/ 335 w 596"/>
                    <a:gd name="T15" fmla="*/ 924 h 1166"/>
                    <a:gd name="T16" fmla="*/ 212 w 596"/>
                    <a:gd name="T17" fmla="*/ 353 h 1166"/>
                    <a:gd name="T18" fmla="*/ 26 w 596"/>
                    <a:gd name="T19" fmla="*/ 419 h 1166"/>
                    <a:gd name="T20" fmla="*/ 18 w 596"/>
                    <a:gd name="T21" fmla="*/ 419 h 1166"/>
                    <a:gd name="T22" fmla="*/ 0 w 596"/>
                    <a:gd name="T23" fmla="*/ 569 h 1166"/>
                    <a:gd name="T24" fmla="*/ 149 w 596"/>
                    <a:gd name="T25" fmla="*/ 964 h 1166"/>
                    <a:gd name="T26" fmla="*/ 266 w 596"/>
                    <a:gd name="T27" fmla="*/ 860 h 1166"/>
                    <a:gd name="T28" fmla="*/ 156 w 596"/>
                    <a:gd name="T29" fmla="*/ 569 h 1166"/>
                    <a:gd name="T30" fmla="*/ 212 w 596"/>
                    <a:gd name="T31" fmla="*/ 353 h 1166"/>
                    <a:gd name="T32" fmla="*/ 241 w 596"/>
                    <a:gd name="T33" fmla="*/ 90 h 1166"/>
                    <a:gd name="T34" fmla="*/ 45 w 596"/>
                    <a:gd name="T35" fmla="*/ 341 h 1166"/>
                    <a:gd name="T36" fmla="*/ 180 w 596"/>
                    <a:gd name="T37" fmla="*/ 278 h 1166"/>
                    <a:gd name="T38" fmla="*/ 241 w 596"/>
                    <a:gd name="T39" fmla="*/ 90 h 1166"/>
                    <a:gd name="T40" fmla="*/ 416 w 596"/>
                    <a:gd name="T41" fmla="*/ 0 h 1166"/>
                    <a:gd name="T42" fmla="*/ 310 w 596"/>
                    <a:gd name="T43" fmla="*/ 45 h 1166"/>
                    <a:gd name="T44" fmla="*/ 293 w 596"/>
                    <a:gd name="T45" fmla="*/ 249 h 1166"/>
                    <a:gd name="T46" fmla="*/ 400 w 596"/>
                    <a:gd name="T47" fmla="*/ 175 h 1166"/>
                    <a:gd name="T48" fmla="*/ 416 w 596"/>
                    <a:gd name="T49"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6" h="1166">
                      <a:moveTo>
                        <a:pt x="335" y="924"/>
                      </a:moveTo>
                      <a:cubicBezTo>
                        <a:pt x="283" y="943"/>
                        <a:pt x="240" y="979"/>
                        <a:pt x="211" y="1025"/>
                      </a:cubicBezTo>
                      <a:cubicBezTo>
                        <a:pt x="315" y="1113"/>
                        <a:pt x="450" y="1166"/>
                        <a:pt x="596" y="1166"/>
                      </a:cubicBezTo>
                      <a:cubicBezTo>
                        <a:pt x="596" y="1166"/>
                        <a:pt x="596" y="1166"/>
                        <a:pt x="596" y="1166"/>
                      </a:cubicBezTo>
                      <a:cubicBezTo>
                        <a:pt x="596" y="1165"/>
                        <a:pt x="596" y="1165"/>
                        <a:pt x="596" y="1165"/>
                      </a:cubicBezTo>
                      <a:cubicBezTo>
                        <a:pt x="596" y="1165"/>
                        <a:pt x="596" y="1165"/>
                        <a:pt x="596" y="1165"/>
                      </a:cubicBezTo>
                      <a:cubicBezTo>
                        <a:pt x="596" y="1009"/>
                        <a:pt x="596" y="1009"/>
                        <a:pt x="596" y="1009"/>
                      </a:cubicBezTo>
                      <a:cubicBezTo>
                        <a:pt x="498" y="1009"/>
                        <a:pt x="408" y="978"/>
                        <a:pt x="335" y="924"/>
                      </a:cubicBezTo>
                      <a:moveTo>
                        <a:pt x="212" y="353"/>
                      </a:moveTo>
                      <a:cubicBezTo>
                        <a:pt x="158" y="397"/>
                        <a:pt x="92" y="419"/>
                        <a:pt x="26" y="419"/>
                      </a:cubicBezTo>
                      <a:cubicBezTo>
                        <a:pt x="24" y="419"/>
                        <a:pt x="21" y="419"/>
                        <a:pt x="18" y="419"/>
                      </a:cubicBezTo>
                      <a:cubicBezTo>
                        <a:pt x="6" y="467"/>
                        <a:pt x="0" y="517"/>
                        <a:pt x="0" y="569"/>
                      </a:cubicBezTo>
                      <a:cubicBezTo>
                        <a:pt x="0" y="720"/>
                        <a:pt x="56" y="859"/>
                        <a:pt x="149" y="964"/>
                      </a:cubicBezTo>
                      <a:cubicBezTo>
                        <a:pt x="179" y="921"/>
                        <a:pt x="219" y="885"/>
                        <a:pt x="266" y="860"/>
                      </a:cubicBezTo>
                      <a:cubicBezTo>
                        <a:pt x="197" y="783"/>
                        <a:pt x="156" y="681"/>
                        <a:pt x="156" y="569"/>
                      </a:cubicBezTo>
                      <a:cubicBezTo>
                        <a:pt x="156" y="491"/>
                        <a:pt x="176" y="417"/>
                        <a:pt x="212" y="353"/>
                      </a:cubicBezTo>
                      <a:moveTo>
                        <a:pt x="241" y="90"/>
                      </a:moveTo>
                      <a:cubicBezTo>
                        <a:pt x="155" y="154"/>
                        <a:pt x="86" y="241"/>
                        <a:pt x="45" y="341"/>
                      </a:cubicBezTo>
                      <a:cubicBezTo>
                        <a:pt x="94" y="337"/>
                        <a:pt x="142" y="316"/>
                        <a:pt x="180" y="278"/>
                      </a:cubicBezTo>
                      <a:cubicBezTo>
                        <a:pt x="231" y="227"/>
                        <a:pt x="252" y="156"/>
                        <a:pt x="241" y="90"/>
                      </a:cubicBezTo>
                      <a:moveTo>
                        <a:pt x="416" y="0"/>
                      </a:moveTo>
                      <a:cubicBezTo>
                        <a:pt x="379" y="12"/>
                        <a:pt x="344" y="27"/>
                        <a:pt x="310" y="45"/>
                      </a:cubicBezTo>
                      <a:cubicBezTo>
                        <a:pt x="329" y="113"/>
                        <a:pt x="323" y="185"/>
                        <a:pt x="293" y="249"/>
                      </a:cubicBezTo>
                      <a:cubicBezTo>
                        <a:pt x="325" y="220"/>
                        <a:pt x="360" y="194"/>
                        <a:pt x="400" y="175"/>
                      </a:cubicBezTo>
                      <a:cubicBezTo>
                        <a:pt x="400" y="116"/>
                        <a:pt x="406" y="58"/>
                        <a:pt x="41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90"/>
                <p:cNvSpPr>
                  <a:spLocks/>
                </p:cNvSpPr>
                <p:nvPr userDrawn="1"/>
              </p:nvSpPr>
              <p:spPr bwMode="auto">
                <a:xfrm>
                  <a:off x="10464256" y="1320895"/>
                  <a:ext cx="2288315" cy="2088492"/>
                </a:xfrm>
                <a:custGeom>
                  <a:avLst/>
                  <a:gdLst>
                    <a:gd name="T0" fmla="*/ 711 w 1815"/>
                    <a:gd name="T1" fmla="*/ 0 h 1657"/>
                    <a:gd name="T2" fmla="*/ 0 w 1815"/>
                    <a:gd name="T3" fmla="*/ 295 h 1657"/>
                    <a:gd name="T4" fmla="*/ 0 w 1815"/>
                    <a:gd name="T5" fmla="*/ 295 h 1657"/>
                    <a:gd name="T6" fmla="*/ 0 w 1815"/>
                    <a:gd name="T7" fmla="*/ 295 h 1657"/>
                    <a:gd name="T8" fmla="*/ 186 w 1815"/>
                    <a:gd name="T9" fmla="*/ 481 h 1657"/>
                    <a:gd name="T10" fmla="*/ 711 w 1815"/>
                    <a:gd name="T11" fmla="*/ 263 h 1657"/>
                    <a:gd name="T12" fmla="*/ 1236 w 1815"/>
                    <a:gd name="T13" fmla="*/ 481 h 1657"/>
                    <a:gd name="T14" fmla="*/ 1283 w 1815"/>
                    <a:gd name="T15" fmla="*/ 1480 h 1657"/>
                    <a:gd name="T16" fmla="*/ 1479 w 1815"/>
                    <a:gd name="T17" fmla="*/ 1657 h 1657"/>
                    <a:gd name="T18" fmla="*/ 1423 w 1815"/>
                    <a:gd name="T19" fmla="*/ 295 h 1657"/>
                    <a:gd name="T20" fmla="*/ 711 w 1815"/>
                    <a:gd name="T21" fmla="*/ 0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15" h="1657">
                      <a:moveTo>
                        <a:pt x="711" y="0"/>
                      </a:moveTo>
                      <a:cubicBezTo>
                        <a:pt x="454" y="0"/>
                        <a:pt x="196" y="98"/>
                        <a:pt x="0" y="295"/>
                      </a:cubicBezTo>
                      <a:cubicBezTo>
                        <a:pt x="0" y="295"/>
                        <a:pt x="0" y="295"/>
                        <a:pt x="0" y="295"/>
                      </a:cubicBezTo>
                      <a:cubicBezTo>
                        <a:pt x="0" y="295"/>
                        <a:pt x="0" y="295"/>
                        <a:pt x="0" y="295"/>
                      </a:cubicBezTo>
                      <a:cubicBezTo>
                        <a:pt x="186" y="481"/>
                        <a:pt x="186" y="481"/>
                        <a:pt x="186" y="481"/>
                      </a:cubicBezTo>
                      <a:cubicBezTo>
                        <a:pt x="331" y="336"/>
                        <a:pt x="521" y="263"/>
                        <a:pt x="711" y="263"/>
                      </a:cubicBezTo>
                      <a:cubicBezTo>
                        <a:pt x="901" y="263"/>
                        <a:pt x="1091" y="336"/>
                        <a:pt x="1236" y="481"/>
                      </a:cubicBezTo>
                      <a:cubicBezTo>
                        <a:pt x="1510" y="754"/>
                        <a:pt x="1525" y="1188"/>
                        <a:pt x="1283" y="1480"/>
                      </a:cubicBezTo>
                      <a:cubicBezTo>
                        <a:pt x="1359" y="1527"/>
                        <a:pt x="1425" y="1587"/>
                        <a:pt x="1479" y="1657"/>
                      </a:cubicBezTo>
                      <a:cubicBezTo>
                        <a:pt x="1815" y="1262"/>
                        <a:pt x="1796" y="668"/>
                        <a:pt x="1423" y="295"/>
                      </a:cubicBezTo>
                      <a:cubicBezTo>
                        <a:pt x="1226" y="98"/>
                        <a:pt x="969" y="0"/>
                        <a:pt x="71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93"/>
                <p:cNvSpPr>
                  <a:spLocks noEditPoints="1"/>
                </p:cNvSpPr>
                <p:nvPr userDrawn="1"/>
              </p:nvSpPr>
              <p:spPr bwMode="auto">
                <a:xfrm>
                  <a:off x="10754346" y="3251998"/>
                  <a:ext cx="1503684" cy="536975"/>
                </a:xfrm>
                <a:custGeom>
                  <a:avLst/>
                  <a:gdLst>
                    <a:gd name="T0" fmla="*/ 189 w 1193"/>
                    <a:gd name="T1" fmla="*/ 157 h 426"/>
                    <a:gd name="T2" fmla="*/ 0 w 1193"/>
                    <a:gd name="T3" fmla="*/ 358 h 426"/>
                    <a:gd name="T4" fmla="*/ 155 w 1193"/>
                    <a:gd name="T5" fmla="*/ 426 h 426"/>
                    <a:gd name="T6" fmla="*/ 288 w 1193"/>
                    <a:gd name="T7" fmla="*/ 192 h 426"/>
                    <a:gd name="T8" fmla="*/ 189 w 1193"/>
                    <a:gd name="T9" fmla="*/ 157 h 426"/>
                    <a:gd name="T10" fmla="*/ 1007 w 1193"/>
                    <a:gd name="T11" fmla="*/ 0 h 426"/>
                    <a:gd name="T12" fmla="*/ 907 w 1193"/>
                    <a:gd name="T13" fmla="*/ 84 h 426"/>
                    <a:gd name="T14" fmla="*/ 1112 w 1193"/>
                    <a:gd name="T15" fmla="*/ 259 h 426"/>
                    <a:gd name="T16" fmla="*/ 1193 w 1193"/>
                    <a:gd name="T17" fmla="*/ 186 h 426"/>
                    <a:gd name="T18" fmla="*/ 1193 w 1193"/>
                    <a:gd name="T19" fmla="*/ 186 h 426"/>
                    <a:gd name="T20" fmla="*/ 1193 w 1193"/>
                    <a:gd name="T21" fmla="*/ 186 h 426"/>
                    <a:gd name="T22" fmla="*/ 1007 w 1193"/>
                    <a:gd name="T23"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426">
                      <a:moveTo>
                        <a:pt x="189" y="157"/>
                      </a:moveTo>
                      <a:cubicBezTo>
                        <a:pt x="143" y="238"/>
                        <a:pt x="78" y="307"/>
                        <a:pt x="0" y="358"/>
                      </a:cubicBezTo>
                      <a:cubicBezTo>
                        <a:pt x="50" y="385"/>
                        <a:pt x="102" y="408"/>
                        <a:pt x="155" y="426"/>
                      </a:cubicBezTo>
                      <a:cubicBezTo>
                        <a:pt x="179" y="337"/>
                        <a:pt x="225" y="256"/>
                        <a:pt x="288" y="192"/>
                      </a:cubicBezTo>
                      <a:cubicBezTo>
                        <a:pt x="255" y="183"/>
                        <a:pt x="222" y="171"/>
                        <a:pt x="189" y="157"/>
                      </a:cubicBezTo>
                      <a:moveTo>
                        <a:pt x="1007" y="0"/>
                      </a:moveTo>
                      <a:cubicBezTo>
                        <a:pt x="975" y="31"/>
                        <a:pt x="942" y="59"/>
                        <a:pt x="907" y="84"/>
                      </a:cubicBezTo>
                      <a:cubicBezTo>
                        <a:pt x="989" y="124"/>
                        <a:pt x="1060" y="185"/>
                        <a:pt x="1112" y="259"/>
                      </a:cubicBezTo>
                      <a:cubicBezTo>
                        <a:pt x="1140" y="237"/>
                        <a:pt x="1167" y="212"/>
                        <a:pt x="1193" y="186"/>
                      </a:cubicBezTo>
                      <a:cubicBezTo>
                        <a:pt x="1193" y="186"/>
                        <a:pt x="1193" y="186"/>
                        <a:pt x="1193" y="186"/>
                      </a:cubicBezTo>
                      <a:cubicBezTo>
                        <a:pt x="1193" y="186"/>
                        <a:pt x="1193" y="186"/>
                        <a:pt x="1193" y="186"/>
                      </a:cubicBezTo>
                      <a:cubicBezTo>
                        <a:pt x="1007" y="0"/>
                        <a:pt x="1007" y="0"/>
                        <a:pt x="100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p:cNvGrpSpPr/>
            <p:nvPr userDrawn="1"/>
          </p:nvGrpSpPr>
          <p:grpSpPr>
            <a:xfrm>
              <a:off x="8962882" y="3114843"/>
              <a:ext cx="3392802" cy="4082064"/>
              <a:chOff x="8290897" y="2144102"/>
              <a:chExt cx="4059715" cy="4884464"/>
            </a:xfrm>
            <a:solidFill>
              <a:schemeClr val="tx2">
                <a:lumMod val="20000"/>
                <a:lumOff val="80000"/>
                <a:alpha val="10000"/>
              </a:schemeClr>
            </a:solidFill>
          </p:grpSpPr>
          <p:sp>
            <p:nvSpPr>
              <p:cNvPr id="139" name="Freeform 17"/>
              <p:cNvSpPr>
                <a:spLocks/>
              </p:cNvSpPr>
              <p:nvPr userDrawn="1"/>
            </p:nvSpPr>
            <p:spPr bwMode="auto">
              <a:xfrm>
                <a:off x="9702770" y="3809032"/>
                <a:ext cx="829379" cy="415075"/>
              </a:xfrm>
              <a:custGeom>
                <a:avLst/>
                <a:gdLst>
                  <a:gd name="T0" fmla="*/ 658 w 658"/>
                  <a:gd name="T1" fmla="*/ 0 h 329"/>
                  <a:gd name="T2" fmla="*/ 658 w 658"/>
                  <a:gd name="T3" fmla="*/ 0 h 329"/>
                  <a:gd name="T4" fmla="*/ 658 w 658"/>
                  <a:gd name="T5" fmla="*/ 0 h 329"/>
                  <a:gd name="T6" fmla="*/ 635 w 658"/>
                  <a:gd name="T7" fmla="*/ 0 h 329"/>
                  <a:gd name="T8" fmla="*/ 572 w 658"/>
                  <a:gd name="T9" fmla="*/ 11 h 329"/>
                  <a:gd name="T10" fmla="*/ 329 w 658"/>
                  <a:gd name="T11" fmla="*/ 243 h 329"/>
                  <a:gd name="T12" fmla="*/ 86 w 658"/>
                  <a:gd name="T13" fmla="*/ 0 h 329"/>
                  <a:gd name="T14" fmla="*/ 86 w 658"/>
                  <a:gd name="T15" fmla="*/ 0 h 329"/>
                  <a:gd name="T16" fmla="*/ 86 w 658"/>
                  <a:gd name="T17" fmla="*/ 0 h 329"/>
                  <a:gd name="T18" fmla="*/ 0 w 658"/>
                  <a:gd name="T19" fmla="*/ 0 h 329"/>
                  <a:gd name="T20" fmla="*/ 143 w 658"/>
                  <a:gd name="T21" fmla="*/ 271 h 329"/>
                  <a:gd name="T22" fmla="*/ 198 w 658"/>
                  <a:gd name="T23" fmla="*/ 302 h 329"/>
                  <a:gd name="T24" fmla="*/ 329 w 658"/>
                  <a:gd name="T25" fmla="*/ 329 h 329"/>
                  <a:gd name="T26" fmla="*/ 658 w 658"/>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8" h="329">
                    <a:moveTo>
                      <a:pt x="658" y="0"/>
                    </a:moveTo>
                    <a:cubicBezTo>
                      <a:pt x="658" y="0"/>
                      <a:pt x="658" y="0"/>
                      <a:pt x="658" y="0"/>
                    </a:cubicBezTo>
                    <a:cubicBezTo>
                      <a:pt x="658" y="0"/>
                      <a:pt x="658" y="0"/>
                      <a:pt x="658" y="0"/>
                    </a:cubicBezTo>
                    <a:cubicBezTo>
                      <a:pt x="635" y="0"/>
                      <a:pt x="635" y="0"/>
                      <a:pt x="635" y="0"/>
                    </a:cubicBezTo>
                    <a:cubicBezTo>
                      <a:pt x="614" y="5"/>
                      <a:pt x="593" y="8"/>
                      <a:pt x="572" y="11"/>
                    </a:cubicBezTo>
                    <a:cubicBezTo>
                      <a:pt x="566" y="140"/>
                      <a:pt x="460" y="243"/>
                      <a:pt x="329" y="243"/>
                    </a:cubicBezTo>
                    <a:cubicBezTo>
                      <a:pt x="195" y="243"/>
                      <a:pt x="86" y="134"/>
                      <a:pt x="86" y="0"/>
                    </a:cubicBezTo>
                    <a:cubicBezTo>
                      <a:pt x="86" y="0"/>
                      <a:pt x="86" y="0"/>
                      <a:pt x="86" y="0"/>
                    </a:cubicBezTo>
                    <a:cubicBezTo>
                      <a:pt x="86" y="0"/>
                      <a:pt x="86" y="0"/>
                      <a:pt x="86" y="0"/>
                    </a:cubicBezTo>
                    <a:cubicBezTo>
                      <a:pt x="0" y="0"/>
                      <a:pt x="0" y="0"/>
                      <a:pt x="0" y="0"/>
                    </a:cubicBezTo>
                    <a:cubicBezTo>
                      <a:pt x="0" y="113"/>
                      <a:pt x="57" y="212"/>
                      <a:pt x="143" y="271"/>
                    </a:cubicBezTo>
                    <a:cubicBezTo>
                      <a:pt x="162" y="280"/>
                      <a:pt x="180" y="291"/>
                      <a:pt x="198" y="302"/>
                    </a:cubicBezTo>
                    <a:cubicBezTo>
                      <a:pt x="238" y="320"/>
                      <a:pt x="283" y="329"/>
                      <a:pt x="329" y="329"/>
                    </a:cubicBezTo>
                    <a:cubicBezTo>
                      <a:pt x="511" y="329"/>
                      <a:pt x="658" y="182"/>
                      <a:pt x="65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24"/>
              <p:cNvSpPr>
                <a:spLocks noEditPoints="1"/>
              </p:cNvSpPr>
              <p:nvPr userDrawn="1"/>
            </p:nvSpPr>
            <p:spPr bwMode="auto">
              <a:xfrm>
                <a:off x="10576897" y="5000252"/>
                <a:ext cx="753771" cy="232998"/>
              </a:xfrm>
              <a:custGeom>
                <a:avLst/>
                <a:gdLst>
                  <a:gd name="T0" fmla="*/ 153 w 598"/>
                  <a:gd name="T1" fmla="*/ 43 h 185"/>
                  <a:gd name="T2" fmla="*/ 0 w 598"/>
                  <a:gd name="T3" fmla="*/ 109 h 185"/>
                  <a:gd name="T4" fmla="*/ 259 w 598"/>
                  <a:gd name="T5" fmla="*/ 185 h 185"/>
                  <a:gd name="T6" fmla="*/ 266 w 598"/>
                  <a:gd name="T7" fmla="*/ 185 h 185"/>
                  <a:gd name="T8" fmla="*/ 239 w 598"/>
                  <a:gd name="T9" fmla="*/ 59 h 185"/>
                  <a:gd name="T10" fmla="*/ 153 w 598"/>
                  <a:gd name="T11" fmla="*/ 43 h 185"/>
                  <a:gd name="T12" fmla="*/ 456 w 598"/>
                  <a:gd name="T13" fmla="*/ 0 h 185"/>
                  <a:gd name="T14" fmla="*/ 426 w 598"/>
                  <a:gd name="T15" fmla="*/ 18 h 185"/>
                  <a:gd name="T16" fmla="*/ 452 w 598"/>
                  <a:gd name="T17" fmla="*/ 144 h 185"/>
                  <a:gd name="T18" fmla="*/ 598 w 598"/>
                  <a:gd name="T19" fmla="*/ 45 h 185"/>
                  <a:gd name="T20" fmla="*/ 598 w 598"/>
                  <a:gd name="T21" fmla="*/ 44 h 185"/>
                  <a:gd name="T22" fmla="*/ 598 w 598"/>
                  <a:gd name="T23" fmla="*/ 44 h 185"/>
                  <a:gd name="T24" fmla="*/ 563 w 598"/>
                  <a:gd name="T25" fmla="*/ 9 h 185"/>
                  <a:gd name="T26" fmla="*/ 456 w 598"/>
                  <a:gd name="T27"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8" h="185">
                    <a:moveTo>
                      <a:pt x="153" y="43"/>
                    </a:moveTo>
                    <a:cubicBezTo>
                      <a:pt x="101" y="60"/>
                      <a:pt x="49" y="82"/>
                      <a:pt x="0" y="109"/>
                    </a:cubicBezTo>
                    <a:cubicBezTo>
                      <a:pt x="79" y="160"/>
                      <a:pt x="169" y="185"/>
                      <a:pt x="259" y="185"/>
                    </a:cubicBezTo>
                    <a:cubicBezTo>
                      <a:pt x="261" y="185"/>
                      <a:pt x="263" y="185"/>
                      <a:pt x="266" y="185"/>
                    </a:cubicBezTo>
                    <a:cubicBezTo>
                      <a:pt x="262" y="142"/>
                      <a:pt x="253" y="100"/>
                      <a:pt x="239" y="59"/>
                    </a:cubicBezTo>
                    <a:cubicBezTo>
                      <a:pt x="210" y="57"/>
                      <a:pt x="181" y="52"/>
                      <a:pt x="153" y="43"/>
                    </a:cubicBezTo>
                    <a:moveTo>
                      <a:pt x="456" y="0"/>
                    </a:moveTo>
                    <a:cubicBezTo>
                      <a:pt x="446" y="6"/>
                      <a:pt x="436" y="12"/>
                      <a:pt x="426" y="18"/>
                    </a:cubicBezTo>
                    <a:cubicBezTo>
                      <a:pt x="438" y="59"/>
                      <a:pt x="447" y="102"/>
                      <a:pt x="452" y="144"/>
                    </a:cubicBezTo>
                    <a:cubicBezTo>
                      <a:pt x="505" y="121"/>
                      <a:pt x="555" y="88"/>
                      <a:pt x="598" y="45"/>
                    </a:cubicBezTo>
                    <a:cubicBezTo>
                      <a:pt x="598" y="44"/>
                      <a:pt x="598" y="44"/>
                      <a:pt x="598" y="44"/>
                    </a:cubicBezTo>
                    <a:cubicBezTo>
                      <a:pt x="598" y="44"/>
                      <a:pt x="598" y="44"/>
                      <a:pt x="598" y="44"/>
                    </a:cubicBezTo>
                    <a:cubicBezTo>
                      <a:pt x="563" y="9"/>
                      <a:pt x="563" y="9"/>
                      <a:pt x="563" y="9"/>
                    </a:cubicBezTo>
                    <a:cubicBezTo>
                      <a:pt x="527" y="4"/>
                      <a:pt x="492" y="1"/>
                      <a:pt x="45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4"/>
              <p:cNvSpPr>
                <a:spLocks/>
              </p:cNvSpPr>
              <p:nvPr userDrawn="1"/>
            </p:nvSpPr>
            <p:spPr bwMode="auto">
              <a:xfrm>
                <a:off x="9972801" y="4383811"/>
                <a:ext cx="252286" cy="256143"/>
              </a:xfrm>
              <a:custGeom>
                <a:avLst/>
                <a:gdLst>
                  <a:gd name="T0" fmla="*/ 134 w 200"/>
                  <a:gd name="T1" fmla="*/ 0 h 203"/>
                  <a:gd name="T2" fmla="*/ 0 w 200"/>
                  <a:gd name="T3" fmla="*/ 27 h 203"/>
                  <a:gd name="T4" fmla="*/ 76 w 200"/>
                  <a:gd name="T5" fmla="*/ 203 h 203"/>
                  <a:gd name="T6" fmla="*/ 200 w 200"/>
                  <a:gd name="T7" fmla="*/ 186 h 203"/>
                  <a:gd name="T8" fmla="*/ 134 w 200"/>
                  <a:gd name="T9" fmla="*/ 0 h 203"/>
                </a:gdLst>
                <a:ahLst/>
                <a:cxnLst>
                  <a:cxn ang="0">
                    <a:pos x="T0" y="T1"/>
                  </a:cxn>
                  <a:cxn ang="0">
                    <a:pos x="T2" y="T3"/>
                  </a:cxn>
                  <a:cxn ang="0">
                    <a:pos x="T4" y="T5"/>
                  </a:cxn>
                  <a:cxn ang="0">
                    <a:pos x="T6" y="T7"/>
                  </a:cxn>
                  <a:cxn ang="0">
                    <a:pos x="T8" y="T9"/>
                  </a:cxn>
                </a:cxnLst>
                <a:rect l="0" t="0" r="r" b="b"/>
                <a:pathLst>
                  <a:path w="200" h="203">
                    <a:moveTo>
                      <a:pt x="134" y="0"/>
                    </a:moveTo>
                    <a:cubicBezTo>
                      <a:pt x="89" y="5"/>
                      <a:pt x="44" y="14"/>
                      <a:pt x="0" y="27"/>
                    </a:cubicBezTo>
                    <a:cubicBezTo>
                      <a:pt x="42" y="79"/>
                      <a:pt x="67" y="140"/>
                      <a:pt x="76" y="203"/>
                    </a:cubicBezTo>
                    <a:cubicBezTo>
                      <a:pt x="116" y="193"/>
                      <a:pt x="158" y="187"/>
                      <a:pt x="200" y="186"/>
                    </a:cubicBezTo>
                    <a:cubicBezTo>
                      <a:pt x="191" y="121"/>
                      <a:pt x="169" y="58"/>
                      <a:pt x="13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8"/>
              <p:cNvSpPr>
                <a:spLocks noEditPoints="1"/>
              </p:cNvSpPr>
              <p:nvPr userDrawn="1"/>
            </p:nvSpPr>
            <p:spPr bwMode="auto">
              <a:xfrm>
                <a:off x="9161938" y="5227078"/>
                <a:ext cx="1521428" cy="1440420"/>
              </a:xfrm>
              <a:custGeom>
                <a:avLst/>
                <a:gdLst>
                  <a:gd name="T0" fmla="*/ 1203 w 1207"/>
                  <a:gd name="T1" fmla="*/ 689 h 1143"/>
                  <a:gd name="T2" fmla="*/ 1012 w 1207"/>
                  <a:gd name="T3" fmla="*/ 761 h 1143"/>
                  <a:gd name="T4" fmla="*/ 948 w 1207"/>
                  <a:gd name="T5" fmla="*/ 968 h 1143"/>
                  <a:gd name="T6" fmla="*/ 1058 w 1207"/>
                  <a:gd name="T7" fmla="*/ 1143 h 1143"/>
                  <a:gd name="T8" fmla="*/ 1203 w 1207"/>
                  <a:gd name="T9" fmla="*/ 689 h 1143"/>
                  <a:gd name="T10" fmla="*/ 1058 w 1207"/>
                  <a:gd name="T11" fmla="*/ 277 h 1143"/>
                  <a:gd name="T12" fmla="*/ 948 w 1207"/>
                  <a:gd name="T13" fmla="*/ 452 h 1143"/>
                  <a:gd name="T14" fmla="*/ 996 w 1207"/>
                  <a:gd name="T15" fmla="*/ 569 h 1143"/>
                  <a:gd name="T16" fmla="*/ 1168 w 1207"/>
                  <a:gd name="T17" fmla="*/ 487 h 1143"/>
                  <a:gd name="T18" fmla="*/ 1058 w 1207"/>
                  <a:gd name="T19" fmla="*/ 277 h 1143"/>
                  <a:gd name="T20" fmla="*/ 128 w 1207"/>
                  <a:gd name="T21" fmla="*/ 85 h 1143"/>
                  <a:gd name="T22" fmla="*/ 0 w 1207"/>
                  <a:gd name="T23" fmla="*/ 178 h 1143"/>
                  <a:gd name="T24" fmla="*/ 144 w 1207"/>
                  <a:gd name="T25" fmla="*/ 269 h 1143"/>
                  <a:gd name="T26" fmla="*/ 144 w 1207"/>
                  <a:gd name="T27" fmla="*/ 269 h 1143"/>
                  <a:gd name="T28" fmla="*/ 162 w 1207"/>
                  <a:gd name="T29" fmla="*/ 288 h 1143"/>
                  <a:gd name="T30" fmla="*/ 166 w 1207"/>
                  <a:gd name="T31" fmla="*/ 285 h 1143"/>
                  <a:gd name="T32" fmla="*/ 128 w 1207"/>
                  <a:gd name="T33" fmla="*/ 85 h 1143"/>
                  <a:gd name="T34" fmla="*/ 600 w 1207"/>
                  <a:gd name="T35" fmla="*/ 0 h 1143"/>
                  <a:gd name="T36" fmla="*/ 368 w 1207"/>
                  <a:gd name="T37" fmla="*/ 60 h 1143"/>
                  <a:gd name="T38" fmla="*/ 318 w 1207"/>
                  <a:gd name="T39" fmla="*/ 57 h 1143"/>
                  <a:gd name="T40" fmla="*/ 338 w 1207"/>
                  <a:gd name="T41" fmla="*/ 199 h 1143"/>
                  <a:gd name="T42" fmla="*/ 484 w 1207"/>
                  <a:gd name="T43" fmla="*/ 179 h 1143"/>
                  <a:gd name="T44" fmla="*/ 779 w 1207"/>
                  <a:gd name="T45" fmla="*/ 268 h 1143"/>
                  <a:gd name="T46" fmla="*/ 889 w 1207"/>
                  <a:gd name="T47" fmla="*/ 116 h 1143"/>
                  <a:gd name="T48" fmla="*/ 600 w 1207"/>
                  <a:gd name="T49" fmla="*/ 0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07" h="1143">
                    <a:moveTo>
                      <a:pt x="1203" y="689"/>
                    </a:moveTo>
                    <a:cubicBezTo>
                      <a:pt x="1142" y="722"/>
                      <a:pt x="1078" y="746"/>
                      <a:pt x="1012" y="761"/>
                    </a:cubicBezTo>
                    <a:cubicBezTo>
                      <a:pt x="1005" y="833"/>
                      <a:pt x="984" y="903"/>
                      <a:pt x="948" y="968"/>
                    </a:cubicBezTo>
                    <a:cubicBezTo>
                      <a:pt x="974" y="1030"/>
                      <a:pt x="1011" y="1089"/>
                      <a:pt x="1058" y="1143"/>
                    </a:cubicBezTo>
                    <a:cubicBezTo>
                      <a:pt x="1159" y="1009"/>
                      <a:pt x="1207" y="849"/>
                      <a:pt x="1203" y="689"/>
                    </a:cubicBezTo>
                    <a:moveTo>
                      <a:pt x="1058" y="277"/>
                    </a:moveTo>
                    <a:cubicBezTo>
                      <a:pt x="1011" y="330"/>
                      <a:pt x="975" y="389"/>
                      <a:pt x="948" y="452"/>
                    </a:cubicBezTo>
                    <a:cubicBezTo>
                      <a:pt x="969" y="489"/>
                      <a:pt x="985" y="529"/>
                      <a:pt x="996" y="569"/>
                    </a:cubicBezTo>
                    <a:cubicBezTo>
                      <a:pt x="1057" y="553"/>
                      <a:pt x="1115" y="525"/>
                      <a:pt x="1168" y="487"/>
                    </a:cubicBezTo>
                    <a:cubicBezTo>
                      <a:pt x="1144" y="413"/>
                      <a:pt x="1107" y="341"/>
                      <a:pt x="1058" y="277"/>
                    </a:cubicBezTo>
                    <a:moveTo>
                      <a:pt x="128" y="85"/>
                    </a:moveTo>
                    <a:cubicBezTo>
                      <a:pt x="83" y="110"/>
                      <a:pt x="40" y="142"/>
                      <a:pt x="0" y="178"/>
                    </a:cubicBezTo>
                    <a:cubicBezTo>
                      <a:pt x="53" y="197"/>
                      <a:pt x="102" y="227"/>
                      <a:pt x="144" y="269"/>
                    </a:cubicBezTo>
                    <a:cubicBezTo>
                      <a:pt x="144" y="269"/>
                      <a:pt x="144" y="269"/>
                      <a:pt x="144" y="269"/>
                    </a:cubicBezTo>
                    <a:cubicBezTo>
                      <a:pt x="151" y="275"/>
                      <a:pt x="156" y="282"/>
                      <a:pt x="162" y="288"/>
                    </a:cubicBezTo>
                    <a:cubicBezTo>
                      <a:pt x="163" y="287"/>
                      <a:pt x="164" y="286"/>
                      <a:pt x="166" y="285"/>
                    </a:cubicBezTo>
                    <a:cubicBezTo>
                      <a:pt x="144" y="220"/>
                      <a:pt x="131" y="152"/>
                      <a:pt x="128" y="85"/>
                    </a:cubicBezTo>
                    <a:moveTo>
                      <a:pt x="600" y="0"/>
                    </a:moveTo>
                    <a:cubicBezTo>
                      <a:pt x="528" y="40"/>
                      <a:pt x="448" y="60"/>
                      <a:pt x="368" y="60"/>
                    </a:cubicBezTo>
                    <a:cubicBezTo>
                      <a:pt x="351" y="60"/>
                      <a:pt x="335" y="59"/>
                      <a:pt x="318" y="57"/>
                    </a:cubicBezTo>
                    <a:cubicBezTo>
                      <a:pt x="318" y="105"/>
                      <a:pt x="325" y="153"/>
                      <a:pt x="338" y="199"/>
                    </a:cubicBezTo>
                    <a:cubicBezTo>
                      <a:pt x="386" y="186"/>
                      <a:pt x="435" y="179"/>
                      <a:pt x="484" y="179"/>
                    </a:cubicBezTo>
                    <a:cubicBezTo>
                      <a:pt x="587" y="179"/>
                      <a:pt x="690" y="209"/>
                      <a:pt x="779" y="268"/>
                    </a:cubicBezTo>
                    <a:cubicBezTo>
                      <a:pt x="810" y="215"/>
                      <a:pt x="847" y="163"/>
                      <a:pt x="889" y="116"/>
                    </a:cubicBezTo>
                    <a:cubicBezTo>
                      <a:pt x="801" y="55"/>
                      <a:pt x="702" y="17"/>
                      <a:pt x="60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62"/>
              <p:cNvSpPr>
                <a:spLocks noEditPoints="1"/>
              </p:cNvSpPr>
              <p:nvPr userDrawn="1"/>
            </p:nvSpPr>
            <p:spPr bwMode="auto">
              <a:xfrm>
                <a:off x="8510007" y="5422271"/>
                <a:ext cx="651931" cy="840952"/>
              </a:xfrm>
              <a:custGeom>
                <a:avLst/>
                <a:gdLst>
                  <a:gd name="T0" fmla="*/ 113 w 517"/>
                  <a:gd name="T1" fmla="*/ 487 h 667"/>
                  <a:gd name="T2" fmla="*/ 20 w 517"/>
                  <a:gd name="T3" fmla="*/ 529 h 667"/>
                  <a:gd name="T4" fmla="*/ 109 w 517"/>
                  <a:gd name="T5" fmla="*/ 667 h 667"/>
                  <a:gd name="T6" fmla="*/ 109 w 517"/>
                  <a:gd name="T7" fmla="*/ 666 h 667"/>
                  <a:gd name="T8" fmla="*/ 109 w 517"/>
                  <a:gd name="T9" fmla="*/ 666 h 667"/>
                  <a:gd name="T10" fmla="*/ 181 w 517"/>
                  <a:gd name="T11" fmla="*/ 594 h 667"/>
                  <a:gd name="T12" fmla="*/ 113 w 517"/>
                  <a:gd name="T13" fmla="*/ 487 h 667"/>
                  <a:gd name="T14" fmla="*/ 385 w 517"/>
                  <a:gd name="T15" fmla="*/ 0 h 667"/>
                  <a:gd name="T16" fmla="*/ 109 w 517"/>
                  <a:gd name="T17" fmla="*/ 115 h 667"/>
                  <a:gd name="T18" fmla="*/ 0 w 517"/>
                  <a:gd name="T19" fmla="*/ 327 h 667"/>
                  <a:gd name="T20" fmla="*/ 116 w 517"/>
                  <a:gd name="T21" fmla="*/ 288 h 667"/>
                  <a:gd name="T22" fmla="*/ 181 w 517"/>
                  <a:gd name="T23" fmla="*/ 187 h 667"/>
                  <a:gd name="T24" fmla="*/ 385 w 517"/>
                  <a:gd name="T25" fmla="*/ 102 h 667"/>
                  <a:gd name="T26" fmla="*/ 439 w 517"/>
                  <a:gd name="T27" fmla="*/ 107 h 667"/>
                  <a:gd name="T28" fmla="*/ 493 w 517"/>
                  <a:gd name="T29" fmla="*/ 47 h 667"/>
                  <a:gd name="T30" fmla="*/ 493 w 517"/>
                  <a:gd name="T31" fmla="*/ 46 h 667"/>
                  <a:gd name="T32" fmla="*/ 517 w 517"/>
                  <a:gd name="T33" fmla="*/ 23 h 667"/>
                  <a:gd name="T34" fmla="*/ 385 w 517"/>
                  <a:gd name="T35"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667">
                    <a:moveTo>
                      <a:pt x="113" y="487"/>
                    </a:moveTo>
                    <a:cubicBezTo>
                      <a:pt x="81" y="498"/>
                      <a:pt x="50" y="512"/>
                      <a:pt x="20" y="529"/>
                    </a:cubicBezTo>
                    <a:cubicBezTo>
                      <a:pt x="39" y="579"/>
                      <a:pt x="69" y="626"/>
                      <a:pt x="109" y="667"/>
                    </a:cubicBezTo>
                    <a:cubicBezTo>
                      <a:pt x="109" y="666"/>
                      <a:pt x="109" y="666"/>
                      <a:pt x="109" y="666"/>
                    </a:cubicBezTo>
                    <a:cubicBezTo>
                      <a:pt x="109" y="666"/>
                      <a:pt x="109" y="666"/>
                      <a:pt x="109" y="666"/>
                    </a:cubicBezTo>
                    <a:cubicBezTo>
                      <a:pt x="181" y="594"/>
                      <a:pt x="181" y="594"/>
                      <a:pt x="181" y="594"/>
                    </a:cubicBezTo>
                    <a:cubicBezTo>
                      <a:pt x="150" y="563"/>
                      <a:pt x="127" y="526"/>
                      <a:pt x="113" y="487"/>
                    </a:cubicBezTo>
                    <a:moveTo>
                      <a:pt x="385" y="0"/>
                    </a:moveTo>
                    <a:cubicBezTo>
                      <a:pt x="285" y="0"/>
                      <a:pt x="185" y="38"/>
                      <a:pt x="109" y="115"/>
                    </a:cubicBezTo>
                    <a:cubicBezTo>
                      <a:pt x="49" y="174"/>
                      <a:pt x="13" y="249"/>
                      <a:pt x="0" y="327"/>
                    </a:cubicBezTo>
                    <a:cubicBezTo>
                      <a:pt x="37" y="311"/>
                      <a:pt x="76" y="298"/>
                      <a:pt x="116" y="288"/>
                    </a:cubicBezTo>
                    <a:cubicBezTo>
                      <a:pt x="130" y="251"/>
                      <a:pt x="152" y="216"/>
                      <a:pt x="181" y="187"/>
                    </a:cubicBezTo>
                    <a:cubicBezTo>
                      <a:pt x="238" y="131"/>
                      <a:pt x="311" y="102"/>
                      <a:pt x="385" y="102"/>
                    </a:cubicBezTo>
                    <a:cubicBezTo>
                      <a:pt x="403" y="102"/>
                      <a:pt x="421" y="104"/>
                      <a:pt x="439" y="107"/>
                    </a:cubicBezTo>
                    <a:cubicBezTo>
                      <a:pt x="456" y="86"/>
                      <a:pt x="474" y="66"/>
                      <a:pt x="493" y="47"/>
                    </a:cubicBezTo>
                    <a:cubicBezTo>
                      <a:pt x="493" y="46"/>
                      <a:pt x="493" y="46"/>
                      <a:pt x="493" y="46"/>
                    </a:cubicBezTo>
                    <a:cubicBezTo>
                      <a:pt x="501" y="38"/>
                      <a:pt x="509" y="31"/>
                      <a:pt x="517" y="23"/>
                    </a:cubicBezTo>
                    <a:cubicBezTo>
                      <a:pt x="475" y="8"/>
                      <a:pt x="430" y="0"/>
                      <a:pt x="38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73"/>
              <p:cNvSpPr>
                <a:spLocks/>
              </p:cNvSpPr>
              <p:nvPr userDrawn="1"/>
            </p:nvSpPr>
            <p:spPr bwMode="auto">
              <a:xfrm>
                <a:off x="9215172" y="2144102"/>
                <a:ext cx="669675" cy="634186"/>
              </a:xfrm>
              <a:custGeom>
                <a:avLst/>
                <a:gdLst>
                  <a:gd name="T0" fmla="*/ 323 w 531"/>
                  <a:gd name="T1" fmla="*/ 0 h 503"/>
                  <a:gd name="T2" fmla="*/ 115 w 531"/>
                  <a:gd name="T3" fmla="*/ 87 h 503"/>
                  <a:gd name="T4" fmla="*/ 115 w 531"/>
                  <a:gd name="T5" fmla="*/ 503 h 503"/>
                  <a:gd name="T6" fmla="*/ 115 w 531"/>
                  <a:gd name="T7" fmla="*/ 503 h 503"/>
                  <a:gd name="T8" fmla="*/ 115 w 531"/>
                  <a:gd name="T9" fmla="*/ 503 h 503"/>
                  <a:gd name="T10" fmla="*/ 169 w 531"/>
                  <a:gd name="T11" fmla="*/ 448 h 503"/>
                  <a:gd name="T12" fmla="*/ 169 w 531"/>
                  <a:gd name="T13" fmla="*/ 141 h 503"/>
                  <a:gd name="T14" fmla="*/ 323 w 531"/>
                  <a:gd name="T15" fmla="*/ 77 h 503"/>
                  <a:gd name="T16" fmla="*/ 477 w 531"/>
                  <a:gd name="T17" fmla="*/ 141 h 503"/>
                  <a:gd name="T18" fmla="*/ 477 w 531"/>
                  <a:gd name="T19" fmla="*/ 141 h 503"/>
                  <a:gd name="T20" fmla="*/ 477 w 531"/>
                  <a:gd name="T21" fmla="*/ 141 h 503"/>
                  <a:gd name="T22" fmla="*/ 531 w 531"/>
                  <a:gd name="T23" fmla="*/ 87 h 503"/>
                  <a:gd name="T24" fmla="*/ 323 w 531"/>
                  <a:gd name="T25"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1" h="503">
                    <a:moveTo>
                      <a:pt x="323" y="0"/>
                    </a:moveTo>
                    <a:cubicBezTo>
                      <a:pt x="248" y="0"/>
                      <a:pt x="172" y="29"/>
                      <a:pt x="115" y="87"/>
                    </a:cubicBezTo>
                    <a:cubicBezTo>
                      <a:pt x="0" y="202"/>
                      <a:pt x="0" y="388"/>
                      <a:pt x="115" y="503"/>
                    </a:cubicBezTo>
                    <a:cubicBezTo>
                      <a:pt x="115" y="503"/>
                      <a:pt x="115" y="503"/>
                      <a:pt x="115" y="503"/>
                    </a:cubicBezTo>
                    <a:cubicBezTo>
                      <a:pt x="115" y="503"/>
                      <a:pt x="115" y="503"/>
                      <a:pt x="115" y="503"/>
                    </a:cubicBezTo>
                    <a:cubicBezTo>
                      <a:pt x="169" y="448"/>
                      <a:pt x="169" y="448"/>
                      <a:pt x="169" y="448"/>
                    </a:cubicBezTo>
                    <a:cubicBezTo>
                      <a:pt x="85" y="364"/>
                      <a:pt x="85" y="226"/>
                      <a:pt x="169" y="141"/>
                    </a:cubicBezTo>
                    <a:cubicBezTo>
                      <a:pt x="212" y="99"/>
                      <a:pt x="268" y="77"/>
                      <a:pt x="323" y="77"/>
                    </a:cubicBezTo>
                    <a:cubicBezTo>
                      <a:pt x="379" y="77"/>
                      <a:pt x="434" y="99"/>
                      <a:pt x="477" y="141"/>
                    </a:cubicBezTo>
                    <a:cubicBezTo>
                      <a:pt x="477" y="141"/>
                      <a:pt x="477" y="141"/>
                      <a:pt x="477" y="141"/>
                    </a:cubicBezTo>
                    <a:cubicBezTo>
                      <a:pt x="477" y="141"/>
                      <a:pt x="477" y="141"/>
                      <a:pt x="477" y="141"/>
                    </a:cubicBezTo>
                    <a:cubicBezTo>
                      <a:pt x="531" y="87"/>
                      <a:pt x="531" y="87"/>
                      <a:pt x="531" y="87"/>
                    </a:cubicBezTo>
                    <a:cubicBezTo>
                      <a:pt x="474" y="29"/>
                      <a:pt x="399" y="0"/>
                      <a:pt x="32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nvGrpSpPr>
              <p:cNvPr id="145" name="Group 144"/>
              <p:cNvGrpSpPr/>
              <p:nvPr userDrawn="1"/>
            </p:nvGrpSpPr>
            <p:grpSpPr>
              <a:xfrm>
                <a:off x="8290897" y="2205052"/>
                <a:ext cx="4059715" cy="4823514"/>
                <a:chOff x="8290897" y="2205052"/>
                <a:chExt cx="4059715" cy="4823514"/>
              </a:xfrm>
              <a:grpFill/>
            </p:grpSpPr>
            <p:sp>
              <p:nvSpPr>
                <p:cNvPr id="146" name="Freeform 8"/>
                <p:cNvSpPr>
                  <a:spLocks noEditPoints="1"/>
                </p:cNvSpPr>
                <p:nvPr userDrawn="1"/>
              </p:nvSpPr>
              <p:spPr bwMode="auto">
                <a:xfrm>
                  <a:off x="10324612" y="4998709"/>
                  <a:ext cx="2026000" cy="1916444"/>
                </a:xfrm>
                <a:custGeom>
                  <a:avLst/>
                  <a:gdLst>
                    <a:gd name="T0" fmla="*/ 200 w 1607"/>
                    <a:gd name="T1" fmla="*/ 110 h 1520"/>
                    <a:gd name="T2" fmla="*/ 0 w 1607"/>
                    <a:gd name="T3" fmla="*/ 261 h 1520"/>
                    <a:gd name="T4" fmla="*/ 1 w 1607"/>
                    <a:gd name="T5" fmla="*/ 262 h 1520"/>
                    <a:gd name="T6" fmla="*/ 1 w 1607"/>
                    <a:gd name="T7" fmla="*/ 262 h 1520"/>
                    <a:gd name="T8" fmla="*/ 165 w 1607"/>
                    <a:gd name="T9" fmla="*/ 426 h 1520"/>
                    <a:gd name="T10" fmla="*/ 467 w 1607"/>
                    <a:gd name="T11" fmla="*/ 254 h 1520"/>
                    <a:gd name="T12" fmla="*/ 466 w 1607"/>
                    <a:gd name="T13" fmla="*/ 186 h 1520"/>
                    <a:gd name="T14" fmla="*/ 459 w 1607"/>
                    <a:gd name="T15" fmla="*/ 186 h 1520"/>
                    <a:gd name="T16" fmla="*/ 200 w 1607"/>
                    <a:gd name="T17" fmla="*/ 110 h 1520"/>
                    <a:gd name="T18" fmla="*/ 425 w 1607"/>
                    <a:gd name="T19" fmla="*/ 24 h 1520"/>
                    <a:gd name="T20" fmla="*/ 353 w 1607"/>
                    <a:gd name="T21" fmla="*/ 44 h 1520"/>
                    <a:gd name="T22" fmla="*/ 439 w 1607"/>
                    <a:gd name="T23" fmla="*/ 60 h 1520"/>
                    <a:gd name="T24" fmla="*/ 425 w 1607"/>
                    <a:gd name="T25" fmla="*/ 24 h 1520"/>
                    <a:gd name="T26" fmla="*/ 820 w 1607"/>
                    <a:gd name="T27" fmla="*/ 21 h 1520"/>
                    <a:gd name="T28" fmla="*/ 798 w 1607"/>
                    <a:gd name="T29" fmla="*/ 45 h 1520"/>
                    <a:gd name="T30" fmla="*/ 798 w 1607"/>
                    <a:gd name="T31" fmla="*/ 46 h 1520"/>
                    <a:gd name="T32" fmla="*/ 652 w 1607"/>
                    <a:gd name="T33" fmla="*/ 145 h 1520"/>
                    <a:gd name="T34" fmla="*/ 658 w 1607"/>
                    <a:gd name="T35" fmla="*/ 234 h 1520"/>
                    <a:gd name="T36" fmla="*/ 1094 w 1607"/>
                    <a:gd name="T37" fmla="*/ 426 h 1520"/>
                    <a:gd name="T38" fmla="*/ 1094 w 1607"/>
                    <a:gd name="T39" fmla="*/ 1355 h 1520"/>
                    <a:gd name="T40" fmla="*/ 1095 w 1607"/>
                    <a:gd name="T41" fmla="*/ 1356 h 1520"/>
                    <a:gd name="T42" fmla="*/ 1095 w 1607"/>
                    <a:gd name="T43" fmla="*/ 1355 h 1520"/>
                    <a:gd name="T44" fmla="*/ 1259 w 1607"/>
                    <a:gd name="T45" fmla="*/ 1520 h 1520"/>
                    <a:gd name="T46" fmla="*/ 1259 w 1607"/>
                    <a:gd name="T47" fmla="*/ 261 h 1520"/>
                    <a:gd name="T48" fmla="*/ 820 w 1607"/>
                    <a:gd name="T49" fmla="*/ 21 h 1520"/>
                    <a:gd name="T50" fmla="*/ 630 w 1607"/>
                    <a:gd name="T51" fmla="*/ 0 h 1520"/>
                    <a:gd name="T52" fmla="*/ 620 w 1607"/>
                    <a:gd name="T53" fmla="*/ 0 h 1520"/>
                    <a:gd name="T54" fmla="*/ 626 w 1607"/>
                    <a:gd name="T55" fmla="*/ 19 h 1520"/>
                    <a:gd name="T56" fmla="*/ 656 w 1607"/>
                    <a:gd name="T57" fmla="*/ 1 h 1520"/>
                    <a:gd name="T58" fmla="*/ 630 w 1607"/>
                    <a:gd name="T59" fmla="*/ 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7" h="1520">
                      <a:moveTo>
                        <a:pt x="200" y="110"/>
                      </a:moveTo>
                      <a:cubicBezTo>
                        <a:pt x="129" y="150"/>
                        <a:pt x="61" y="200"/>
                        <a:pt x="0" y="261"/>
                      </a:cubicBezTo>
                      <a:cubicBezTo>
                        <a:pt x="1" y="262"/>
                        <a:pt x="1" y="262"/>
                        <a:pt x="1" y="262"/>
                      </a:cubicBezTo>
                      <a:cubicBezTo>
                        <a:pt x="1" y="262"/>
                        <a:pt x="1" y="262"/>
                        <a:pt x="1" y="262"/>
                      </a:cubicBezTo>
                      <a:cubicBezTo>
                        <a:pt x="165" y="426"/>
                        <a:pt x="165" y="426"/>
                        <a:pt x="165" y="426"/>
                      </a:cubicBezTo>
                      <a:cubicBezTo>
                        <a:pt x="252" y="339"/>
                        <a:pt x="357" y="282"/>
                        <a:pt x="467" y="254"/>
                      </a:cubicBezTo>
                      <a:cubicBezTo>
                        <a:pt x="468" y="231"/>
                        <a:pt x="468" y="209"/>
                        <a:pt x="466" y="186"/>
                      </a:cubicBezTo>
                      <a:cubicBezTo>
                        <a:pt x="463" y="186"/>
                        <a:pt x="461" y="186"/>
                        <a:pt x="459" y="186"/>
                      </a:cubicBezTo>
                      <a:cubicBezTo>
                        <a:pt x="369" y="186"/>
                        <a:pt x="279" y="161"/>
                        <a:pt x="200" y="110"/>
                      </a:cubicBezTo>
                      <a:moveTo>
                        <a:pt x="425" y="24"/>
                      </a:moveTo>
                      <a:cubicBezTo>
                        <a:pt x="401" y="30"/>
                        <a:pt x="377" y="37"/>
                        <a:pt x="353" y="44"/>
                      </a:cubicBezTo>
                      <a:cubicBezTo>
                        <a:pt x="381" y="53"/>
                        <a:pt x="410" y="58"/>
                        <a:pt x="439" y="60"/>
                      </a:cubicBezTo>
                      <a:cubicBezTo>
                        <a:pt x="435" y="48"/>
                        <a:pt x="430" y="36"/>
                        <a:pt x="425" y="24"/>
                      </a:cubicBezTo>
                      <a:moveTo>
                        <a:pt x="820" y="21"/>
                      </a:moveTo>
                      <a:cubicBezTo>
                        <a:pt x="813" y="29"/>
                        <a:pt x="806" y="37"/>
                        <a:pt x="798" y="45"/>
                      </a:cubicBezTo>
                      <a:cubicBezTo>
                        <a:pt x="798" y="46"/>
                        <a:pt x="798" y="46"/>
                        <a:pt x="798" y="46"/>
                      </a:cubicBezTo>
                      <a:cubicBezTo>
                        <a:pt x="755" y="89"/>
                        <a:pt x="705" y="122"/>
                        <a:pt x="652" y="145"/>
                      </a:cubicBezTo>
                      <a:cubicBezTo>
                        <a:pt x="656" y="175"/>
                        <a:pt x="658" y="205"/>
                        <a:pt x="658" y="234"/>
                      </a:cubicBezTo>
                      <a:cubicBezTo>
                        <a:pt x="816" y="241"/>
                        <a:pt x="973" y="305"/>
                        <a:pt x="1094" y="426"/>
                      </a:cubicBezTo>
                      <a:cubicBezTo>
                        <a:pt x="1351" y="683"/>
                        <a:pt x="1351" y="1099"/>
                        <a:pt x="1094" y="1355"/>
                      </a:cubicBezTo>
                      <a:cubicBezTo>
                        <a:pt x="1095" y="1356"/>
                        <a:pt x="1095" y="1356"/>
                        <a:pt x="1095" y="1356"/>
                      </a:cubicBezTo>
                      <a:cubicBezTo>
                        <a:pt x="1095" y="1355"/>
                        <a:pt x="1095" y="1355"/>
                        <a:pt x="1095" y="1355"/>
                      </a:cubicBezTo>
                      <a:cubicBezTo>
                        <a:pt x="1259" y="1520"/>
                        <a:pt x="1259" y="1520"/>
                        <a:pt x="1259" y="1520"/>
                      </a:cubicBezTo>
                      <a:cubicBezTo>
                        <a:pt x="1607" y="1172"/>
                        <a:pt x="1607" y="609"/>
                        <a:pt x="1259" y="261"/>
                      </a:cubicBezTo>
                      <a:cubicBezTo>
                        <a:pt x="1134" y="136"/>
                        <a:pt x="981" y="56"/>
                        <a:pt x="820" y="21"/>
                      </a:cubicBezTo>
                      <a:moveTo>
                        <a:pt x="630" y="0"/>
                      </a:moveTo>
                      <a:cubicBezTo>
                        <a:pt x="626" y="0"/>
                        <a:pt x="623" y="0"/>
                        <a:pt x="620" y="0"/>
                      </a:cubicBezTo>
                      <a:cubicBezTo>
                        <a:pt x="622" y="7"/>
                        <a:pt x="624" y="13"/>
                        <a:pt x="626" y="19"/>
                      </a:cubicBezTo>
                      <a:cubicBezTo>
                        <a:pt x="636" y="13"/>
                        <a:pt x="646" y="7"/>
                        <a:pt x="656" y="1"/>
                      </a:cubicBezTo>
                      <a:cubicBezTo>
                        <a:pt x="647" y="1"/>
                        <a:pt x="638" y="0"/>
                        <a:pt x="63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26"/>
                <p:cNvSpPr>
                  <a:spLocks noEditPoints="1"/>
                </p:cNvSpPr>
                <p:nvPr userDrawn="1"/>
              </p:nvSpPr>
              <p:spPr bwMode="auto">
                <a:xfrm>
                  <a:off x="10475829" y="4025828"/>
                  <a:ext cx="1032288" cy="999884"/>
                </a:xfrm>
                <a:custGeom>
                  <a:avLst/>
                  <a:gdLst>
                    <a:gd name="T0" fmla="*/ 655 w 819"/>
                    <a:gd name="T1" fmla="*/ 637 h 793"/>
                    <a:gd name="T2" fmla="*/ 589 w 819"/>
                    <a:gd name="T3" fmla="*/ 729 h 793"/>
                    <a:gd name="T4" fmla="*/ 589 w 819"/>
                    <a:gd name="T5" fmla="*/ 729 h 793"/>
                    <a:gd name="T6" fmla="*/ 589 w 819"/>
                    <a:gd name="T7" fmla="*/ 729 h 793"/>
                    <a:gd name="T8" fmla="*/ 643 w 819"/>
                    <a:gd name="T9" fmla="*/ 782 h 793"/>
                    <a:gd name="T10" fmla="*/ 700 w 819"/>
                    <a:gd name="T11" fmla="*/ 793 h 793"/>
                    <a:gd name="T12" fmla="*/ 779 w 819"/>
                    <a:gd name="T13" fmla="*/ 668 h 793"/>
                    <a:gd name="T14" fmla="*/ 655 w 819"/>
                    <a:gd name="T15" fmla="*/ 637 h 793"/>
                    <a:gd name="T16" fmla="*/ 172 w 819"/>
                    <a:gd name="T17" fmla="*/ 29 h 793"/>
                    <a:gd name="T18" fmla="*/ 0 w 819"/>
                    <a:gd name="T19" fmla="*/ 140 h 793"/>
                    <a:gd name="T20" fmla="*/ 0 w 819"/>
                    <a:gd name="T21" fmla="*/ 140 h 793"/>
                    <a:gd name="T22" fmla="*/ 0 w 819"/>
                    <a:gd name="T23" fmla="*/ 140 h 793"/>
                    <a:gd name="T24" fmla="*/ 89 w 819"/>
                    <a:gd name="T25" fmla="*/ 228 h 793"/>
                    <a:gd name="T26" fmla="*/ 196 w 819"/>
                    <a:gd name="T27" fmla="*/ 154 h 793"/>
                    <a:gd name="T28" fmla="*/ 172 w 819"/>
                    <a:gd name="T29" fmla="*/ 29 h 793"/>
                    <a:gd name="T30" fmla="*/ 360 w 819"/>
                    <a:gd name="T31" fmla="*/ 0 h 793"/>
                    <a:gd name="T32" fmla="*/ 388 w 819"/>
                    <a:gd name="T33" fmla="*/ 128 h 793"/>
                    <a:gd name="T34" fmla="*/ 589 w 819"/>
                    <a:gd name="T35" fmla="*/ 228 h 793"/>
                    <a:gd name="T36" fmla="*/ 691 w 819"/>
                    <a:gd name="T37" fmla="*/ 448 h 793"/>
                    <a:gd name="T38" fmla="*/ 818 w 819"/>
                    <a:gd name="T39" fmla="*/ 482 h 793"/>
                    <a:gd name="T40" fmla="*/ 678 w 819"/>
                    <a:gd name="T41" fmla="*/ 140 h 793"/>
                    <a:gd name="T42" fmla="*/ 360 w 819"/>
                    <a:gd name="T43" fmla="*/ 0 h 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9" h="793">
                      <a:moveTo>
                        <a:pt x="655" y="637"/>
                      </a:moveTo>
                      <a:cubicBezTo>
                        <a:pt x="638" y="670"/>
                        <a:pt x="616" y="701"/>
                        <a:pt x="589" y="729"/>
                      </a:cubicBezTo>
                      <a:cubicBezTo>
                        <a:pt x="589" y="729"/>
                        <a:pt x="589" y="729"/>
                        <a:pt x="589" y="729"/>
                      </a:cubicBezTo>
                      <a:cubicBezTo>
                        <a:pt x="589" y="729"/>
                        <a:pt x="589" y="729"/>
                        <a:pt x="589" y="729"/>
                      </a:cubicBezTo>
                      <a:cubicBezTo>
                        <a:pt x="643" y="782"/>
                        <a:pt x="643" y="782"/>
                        <a:pt x="643" y="782"/>
                      </a:cubicBezTo>
                      <a:cubicBezTo>
                        <a:pt x="662" y="785"/>
                        <a:pt x="681" y="789"/>
                        <a:pt x="700" y="793"/>
                      </a:cubicBezTo>
                      <a:cubicBezTo>
                        <a:pt x="734" y="755"/>
                        <a:pt x="760" y="713"/>
                        <a:pt x="779" y="668"/>
                      </a:cubicBezTo>
                      <a:cubicBezTo>
                        <a:pt x="736" y="662"/>
                        <a:pt x="695" y="651"/>
                        <a:pt x="655" y="637"/>
                      </a:cubicBezTo>
                      <a:moveTo>
                        <a:pt x="172" y="29"/>
                      </a:moveTo>
                      <a:cubicBezTo>
                        <a:pt x="109" y="52"/>
                        <a:pt x="50" y="89"/>
                        <a:pt x="0" y="140"/>
                      </a:cubicBezTo>
                      <a:cubicBezTo>
                        <a:pt x="0" y="140"/>
                        <a:pt x="0" y="140"/>
                        <a:pt x="0" y="140"/>
                      </a:cubicBezTo>
                      <a:cubicBezTo>
                        <a:pt x="0" y="140"/>
                        <a:pt x="0" y="140"/>
                        <a:pt x="0" y="140"/>
                      </a:cubicBezTo>
                      <a:cubicBezTo>
                        <a:pt x="89" y="228"/>
                        <a:pt x="89" y="228"/>
                        <a:pt x="89" y="228"/>
                      </a:cubicBezTo>
                      <a:cubicBezTo>
                        <a:pt x="121" y="196"/>
                        <a:pt x="157" y="172"/>
                        <a:pt x="196" y="154"/>
                      </a:cubicBezTo>
                      <a:cubicBezTo>
                        <a:pt x="185" y="114"/>
                        <a:pt x="176" y="72"/>
                        <a:pt x="172" y="29"/>
                      </a:cubicBezTo>
                      <a:moveTo>
                        <a:pt x="360" y="0"/>
                      </a:moveTo>
                      <a:cubicBezTo>
                        <a:pt x="364" y="44"/>
                        <a:pt x="373" y="87"/>
                        <a:pt x="388" y="128"/>
                      </a:cubicBezTo>
                      <a:cubicBezTo>
                        <a:pt x="461" y="138"/>
                        <a:pt x="532" y="172"/>
                        <a:pt x="589" y="228"/>
                      </a:cubicBezTo>
                      <a:cubicBezTo>
                        <a:pt x="650" y="290"/>
                        <a:pt x="684" y="368"/>
                        <a:pt x="691" y="448"/>
                      </a:cubicBezTo>
                      <a:cubicBezTo>
                        <a:pt x="731" y="464"/>
                        <a:pt x="774" y="476"/>
                        <a:pt x="818" y="482"/>
                      </a:cubicBezTo>
                      <a:cubicBezTo>
                        <a:pt x="819" y="358"/>
                        <a:pt x="772" y="234"/>
                        <a:pt x="678" y="140"/>
                      </a:cubicBezTo>
                      <a:cubicBezTo>
                        <a:pt x="589" y="51"/>
                        <a:pt x="475" y="5"/>
                        <a:pt x="36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33"/>
                <p:cNvSpPr>
                  <a:spLocks noEditPoints="1"/>
                </p:cNvSpPr>
                <p:nvPr userDrawn="1"/>
              </p:nvSpPr>
              <p:spPr bwMode="auto">
                <a:xfrm>
                  <a:off x="9198971" y="4094493"/>
                  <a:ext cx="1050033" cy="1030745"/>
                </a:xfrm>
                <a:custGeom>
                  <a:avLst/>
                  <a:gdLst>
                    <a:gd name="T0" fmla="*/ 814 w 833"/>
                    <a:gd name="T1" fmla="*/ 416 h 818"/>
                    <a:gd name="T2" fmla="*/ 690 w 833"/>
                    <a:gd name="T3" fmla="*/ 433 h 818"/>
                    <a:gd name="T4" fmla="*/ 589 w 833"/>
                    <a:gd name="T5" fmla="*/ 729 h 818"/>
                    <a:gd name="T6" fmla="*/ 589 w 833"/>
                    <a:gd name="T7" fmla="*/ 730 h 818"/>
                    <a:gd name="T8" fmla="*/ 589 w 833"/>
                    <a:gd name="T9" fmla="*/ 730 h 818"/>
                    <a:gd name="T10" fmla="*/ 678 w 833"/>
                    <a:gd name="T11" fmla="*/ 818 h 818"/>
                    <a:gd name="T12" fmla="*/ 814 w 833"/>
                    <a:gd name="T13" fmla="*/ 416 h 818"/>
                    <a:gd name="T14" fmla="*/ 339 w 833"/>
                    <a:gd name="T15" fmla="*/ 0 h 818"/>
                    <a:gd name="T16" fmla="*/ 0 w 833"/>
                    <a:gd name="T17" fmla="*/ 140 h 818"/>
                    <a:gd name="T18" fmla="*/ 0 w 833"/>
                    <a:gd name="T19" fmla="*/ 141 h 818"/>
                    <a:gd name="T20" fmla="*/ 0 w 833"/>
                    <a:gd name="T21" fmla="*/ 140 h 818"/>
                    <a:gd name="T22" fmla="*/ 89 w 833"/>
                    <a:gd name="T23" fmla="*/ 229 h 818"/>
                    <a:gd name="T24" fmla="*/ 339 w 833"/>
                    <a:gd name="T25" fmla="*/ 125 h 818"/>
                    <a:gd name="T26" fmla="*/ 589 w 833"/>
                    <a:gd name="T27" fmla="*/ 229 h 818"/>
                    <a:gd name="T28" fmla="*/ 614 w 833"/>
                    <a:gd name="T29" fmla="*/ 257 h 818"/>
                    <a:gd name="T30" fmla="*/ 748 w 833"/>
                    <a:gd name="T31" fmla="*/ 230 h 818"/>
                    <a:gd name="T32" fmla="*/ 678 w 833"/>
                    <a:gd name="T33" fmla="*/ 140 h 818"/>
                    <a:gd name="T34" fmla="*/ 598 w 833"/>
                    <a:gd name="T35" fmla="*/ 76 h 818"/>
                    <a:gd name="T36" fmla="*/ 543 w 833"/>
                    <a:gd name="T37" fmla="*/ 45 h 818"/>
                    <a:gd name="T38" fmla="*/ 339 w 833"/>
                    <a:gd name="T39" fmla="*/ 0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3" h="818">
                      <a:moveTo>
                        <a:pt x="814" y="416"/>
                      </a:moveTo>
                      <a:cubicBezTo>
                        <a:pt x="772" y="417"/>
                        <a:pt x="730" y="423"/>
                        <a:pt x="690" y="433"/>
                      </a:cubicBezTo>
                      <a:cubicBezTo>
                        <a:pt x="703" y="538"/>
                        <a:pt x="670" y="649"/>
                        <a:pt x="589" y="729"/>
                      </a:cubicBezTo>
                      <a:cubicBezTo>
                        <a:pt x="589" y="730"/>
                        <a:pt x="589" y="730"/>
                        <a:pt x="589" y="730"/>
                      </a:cubicBezTo>
                      <a:cubicBezTo>
                        <a:pt x="589" y="730"/>
                        <a:pt x="589" y="730"/>
                        <a:pt x="589" y="730"/>
                      </a:cubicBezTo>
                      <a:cubicBezTo>
                        <a:pt x="678" y="818"/>
                        <a:pt x="678" y="818"/>
                        <a:pt x="678" y="818"/>
                      </a:cubicBezTo>
                      <a:cubicBezTo>
                        <a:pt x="787" y="709"/>
                        <a:pt x="833" y="559"/>
                        <a:pt x="814" y="416"/>
                      </a:cubicBezTo>
                      <a:moveTo>
                        <a:pt x="339" y="0"/>
                      </a:moveTo>
                      <a:cubicBezTo>
                        <a:pt x="216" y="0"/>
                        <a:pt x="93" y="47"/>
                        <a:pt x="0" y="140"/>
                      </a:cubicBezTo>
                      <a:cubicBezTo>
                        <a:pt x="0" y="141"/>
                        <a:pt x="0" y="141"/>
                        <a:pt x="0" y="141"/>
                      </a:cubicBezTo>
                      <a:cubicBezTo>
                        <a:pt x="0" y="141"/>
                        <a:pt x="0" y="140"/>
                        <a:pt x="0" y="140"/>
                      </a:cubicBezTo>
                      <a:cubicBezTo>
                        <a:pt x="89" y="229"/>
                        <a:pt x="89" y="229"/>
                        <a:pt x="89" y="229"/>
                      </a:cubicBezTo>
                      <a:cubicBezTo>
                        <a:pt x="158" y="160"/>
                        <a:pt x="248" y="125"/>
                        <a:pt x="339" y="125"/>
                      </a:cubicBezTo>
                      <a:cubicBezTo>
                        <a:pt x="429" y="125"/>
                        <a:pt x="520" y="160"/>
                        <a:pt x="589" y="229"/>
                      </a:cubicBezTo>
                      <a:cubicBezTo>
                        <a:pt x="598" y="238"/>
                        <a:pt x="606" y="247"/>
                        <a:pt x="614" y="257"/>
                      </a:cubicBezTo>
                      <a:cubicBezTo>
                        <a:pt x="658" y="244"/>
                        <a:pt x="703" y="235"/>
                        <a:pt x="748" y="230"/>
                      </a:cubicBezTo>
                      <a:cubicBezTo>
                        <a:pt x="729" y="198"/>
                        <a:pt x="705" y="168"/>
                        <a:pt x="678" y="140"/>
                      </a:cubicBezTo>
                      <a:cubicBezTo>
                        <a:pt x="653" y="116"/>
                        <a:pt x="626" y="94"/>
                        <a:pt x="598" y="76"/>
                      </a:cubicBezTo>
                      <a:cubicBezTo>
                        <a:pt x="579" y="68"/>
                        <a:pt x="560" y="57"/>
                        <a:pt x="543" y="45"/>
                      </a:cubicBezTo>
                      <a:cubicBezTo>
                        <a:pt x="478" y="15"/>
                        <a:pt x="409" y="0"/>
                        <a:pt x="33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40"/>
                <p:cNvSpPr>
                  <a:spLocks/>
                </p:cNvSpPr>
                <p:nvPr userDrawn="1"/>
              </p:nvSpPr>
              <p:spPr bwMode="auto">
                <a:xfrm>
                  <a:off x="8290897" y="5851234"/>
                  <a:ext cx="184392" cy="280060"/>
                </a:xfrm>
                <a:custGeom>
                  <a:avLst/>
                  <a:gdLst>
                    <a:gd name="T0" fmla="*/ 144 w 146"/>
                    <a:gd name="T1" fmla="*/ 0 h 222"/>
                    <a:gd name="T2" fmla="*/ 59 w 146"/>
                    <a:gd name="T3" fmla="*/ 49 h 222"/>
                    <a:gd name="T4" fmla="*/ 0 w 146"/>
                    <a:gd name="T5" fmla="*/ 166 h 222"/>
                    <a:gd name="T6" fmla="*/ 0 w 146"/>
                    <a:gd name="T7" fmla="*/ 166 h 222"/>
                    <a:gd name="T8" fmla="*/ 0 w 146"/>
                    <a:gd name="T9" fmla="*/ 166 h 222"/>
                    <a:gd name="T10" fmla="*/ 59 w 146"/>
                    <a:gd name="T11" fmla="*/ 222 h 222"/>
                    <a:gd name="T12" fmla="*/ 144 w 146"/>
                    <a:gd name="T13" fmla="*/ 0 h 222"/>
                  </a:gdLst>
                  <a:ahLst/>
                  <a:cxnLst>
                    <a:cxn ang="0">
                      <a:pos x="T0" y="T1"/>
                    </a:cxn>
                    <a:cxn ang="0">
                      <a:pos x="T2" y="T3"/>
                    </a:cxn>
                    <a:cxn ang="0">
                      <a:pos x="T4" y="T5"/>
                    </a:cxn>
                    <a:cxn ang="0">
                      <a:pos x="T6" y="T7"/>
                    </a:cxn>
                    <a:cxn ang="0">
                      <a:pos x="T8" y="T9"/>
                    </a:cxn>
                    <a:cxn ang="0">
                      <a:pos x="T10" y="T11"/>
                    </a:cxn>
                    <a:cxn ang="0">
                      <a:pos x="T12" y="T13"/>
                    </a:cxn>
                  </a:cxnLst>
                  <a:rect l="0" t="0" r="r" b="b"/>
                  <a:pathLst>
                    <a:path w="146" h="222">
                      <a:moveTo>
                        <a:pt x="144" y="0"/>
                      </a:moveTo>
                      <a:cubicBezTo>
                        <a:pt x="115" y="15"/>
                        <a:pt x="87" y="31"/>
                        <a:pt x="59" y="49"/>
                      </a:cubicBezTo>
                      <a:cubicBezTo>
                        <a:pt x="52" y="92"/>
                        <a:pt x="32" y="132"/>
                        <a:pt x="0" y="166"/>
                      </a:cubicBezTo>
                      <a:cubicBezTo>
                        <a:pt x="0" y="166"/>
                        <a:pt x="0" y="166"/>
                        <a:pt x="0" y="166"/>
                      </a:cubicBezTo>
                      <a:cubicBezTo>
                        <a:pt x="0" y="166"/>
                        <a:pt x="0" y="166"/>
                        <a:pt x="0" y="166"/>
                      </a:cubicBezTo>
                      <a:cubicBezTo>
                        <a:pt x="59" y="222"/>
                        <a:pt x="59" y="222"/>
                        <a:pt x="59" y="222"/>
                      </a:cubicBezTo>
                      <a:cubicBezTo>
                        <a:pt x="118" y="160"/>
                        <a:pt x="146" y="80"/>
                        <a:pt x="14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44"/>
                <p:cNvSpPr>
                  <a:spLocks/>
                </p:cNvSpPr>
                <p:nvPr userDrawn="1"/>
              </p:nvSpPr>
              <p:spPr bwMode="auto">
                <a:xfrm>
                  <a:off x="8874934" y="5761738"/>
                  <a:ext cx="304749" cy="278517"/>
                </a:xfrm>
                <a:custGeom>
                  <a:avLst/>
                  <a:gdLst>
                    <a:gd name="T0" fmla="*/ 53 w 242"/>
                    <a:gd name="T1" fmla="*/ 0 h 221"/>
                    <a:gd name="T2" fmla="*/ 0 w 242"/>
                    <a:gd name="T3" fmla="*/ 188 h 221"/>
                    <a:gd name="T4" fmla="*/ 186 w 242"/>
                    <a:gd name="T5" fmla="*/ 221 h 221"/>
                    <a:gd name="T6" fmla="*/ 242 w 242"/>
                    <a:gd name="T7" fmla="*/ 39 h 221"/>
                    <a:gd name="T8" fmla="*/ 53 w 242"/>
                    <a:gd name="T9" fmla="*/ 0 h 221"/>
                  </a:gdLst>
                  <a:ahLst/>
                  <a:cxnLst>
                    <a:cxn ang="0">
                      <a:pos x="T0" y="T1"/>
                    </a:cxn>
                    <a:cxn ang="0">
                      <a:pos x="T2" y="T3"/>
                    </a:cxn>
                    <a:cxn ang="0">
                      <a:pos x="T4" y="T5"/>
                    </a:cxn>
                    <a:cxn ang="0">
                      <a:pos x="T6" y="T7"/>
                    </a:cxn>
                    <a:cxn ang="0">
                      <a:pos x="T8" y="T9"/>
                    </a:cxn>
                  </a:cxnLst>
                  <a:rect l="0" t="0" r="r" b="b"/>
                  <a:pathLst>
                    <a:path w="242" h="221">
                      <a:moveTo>
                        <a:pt x="53" y="0"/>
                      </a:moveTo>
                      <a:cubicBezTo>
                        <a:pt x="27" y="60"/>
                        <a:pt x="9" y="124"/>
                        <a:pt x="0" y="188"/>
                      </a:cubicBezTo>
                      <a:cubicBezTo>
                        <a:pt x="66" y="188"/>
                        <a:pt x="128" y="200"/>
                        <a:pt x="186" y="221"/>
                      </a:cubicBezTo>
                      <a:cubicBezTo>
                        <a:pt x="194" y="158"/>
                        <a:pt x="212" y="97"/>
                        <a:pt x="242" y="39"/>
                      </a:cubicBezTo>
                      <a:cubicBezTo>
                        <a:pt x="182" y="18"/>
                        <a:pt x="119" y="5"/>
                        <a:pt x="5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45"/>
                <p:cNvSpPr>
                  <a:spLocks noEditPoints="1"/>
                </p:cNvSpPr>
                <p:nvPr userDrawn="1"/>
              </p:nvSpPr>
              <p:spPr bwMode="auto">
                <a:xfrm>
                  <a:off x="8909652" y="6380493"/>
                  <a:ext cx="1373298" cy="648073"/>
                </a:xfrm>
                <a:custGeom>
                  <a:avLst/>
                  <a:gdLst>
                    <a:gd name="T0" fmla="*/ 979 w 1089"/>
                    <a:gd name="T1" fmla="*/ 236 h 514"/>
                    <a:gd name="T2" fmla="*/ 693 w 1089"/>
                    <a:gd name="T3" fmla="*/ 325 h 514"/>
                    <a:gd name="T4" fmla="*/ 643 w 1089"/>
                    <a:gd name="T5" fmla="*/ 513 h 514"/>
                    <a:gd name="T6" fmla="*/ 685 w 1089"/>
                    <a:gd name="T7" fmla="*/ 514 h 514"/>
                    <a:gd name="T8" fmla="*/ 1089 w 1089"/>
                    <a:gd name="T9" fmla="*/ 389 h 514"/>
                    <a:gd name="T10" fmla="*/ 979 w 1089"/>
                    <a:gd name="T11" fmla="*/ 236 h 514"/>
                    <a:gd name="T12" fmla="*/ 195 w 1089"/>
                    <a:gd name="T13" fmla="*/ 0 h 514"/>
                    <a:gd name="T14" fmla="*/ 68 w 1089"/>
                    <a:gd name="T15" fmla="*/ 21 h 514"/>
                    <a:gd name="T16" fmla="*/ 0 w 1089"/>
                    <a:gd name="T17" fmla="*/ 15 h 514"/>
                    <a:gd name="T18" fmla="*/ 176 w 1089"/>
                    <a:gd name="T19" fmla="*/ 303 h 514"/>
                    <a:gd name="T20" fmla="*/ 451 w 1089"/>
                    <a:gd name="T21" fmla="*/ 475 h 514"/>
                    <a:gd name="T22" fmla="*/ 505 w 1089"/>
                    <a:gd name="T23" fmla="*/ 294 h 514"/>
                    <a:gd name="T24" fmla="*/ 309 w 1089"/>
                    <a:gd name="T25" fmla="*/ 170 h 514"/>
                    <a:gd name="T26" fmla="*/ 195 w 1089"/>
                    <a:gd name="T2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9" h="514">
                      <a:moveTo>
                        <a:pt x="979" y="236"/>
                      </a:moveTo>
                      <a:cubicBezTo>
                        <a:pt x="892" y="294"/>
                        <a:pt x="793" y="324"/>
                        <a:pt x="693" y="325"/>
                      </a:cubicBezTo>
                      <a:cubicBezTo>
                        <a:pt x="684" y="391"/>
                        <a:pt x="667" y="454"/>
                        <a:pt x="643" y="513"/>
                      </a:cubicBezTo>
                      <a:cubicBezTo>
                        <a:pt x="657" y="513"/>
                        <a:pt x="671" y="514"/>
                        <a:pt x="685" y="514"/>
                      </a:cubicBezTo>
                      <a:cubicBezTo>
                        <a:pt x="826" y="514"/>
                        <a:pt x="968" y="472"/>
                        <a:pt x="1089" y="389"/>
                      </a:cubicBezTo>
                      <a:cubicBezTo>
                        <a:pt x="1047" y="341"/>
                        <a:pt x="1010" y="290"/>
                        <a:pt x="979" y="236"/>
                      </a:cubicBezTo>
                      <a:moveTo>
                        <a:pt x="195" y="0"/>
                      </a:moveTo>
                      <a:cubicBezTo>
                        <a:pt x="154" y="14"/>
                        <a:pt x="111" y="21"/>
                        <a:pt x="68" y="21"/>
                      </a:cubicBezTo>
                      <a:cubicBezTo>
                        <a:pt x="45" y="21"/>
                        <a:pt x="23" y="19"/>
                        <a:pt x="0" y="15"/>
                      </a:cubicBezTo>
                      <a:cubicBezTo>
                        <a:pt x="34" y="120"/>
                        <a:pt x="92" y="219"/>
                        <a:pt x="176" y="303"/>
                      </a:cubicBezTo>
                      <a:cubicBezTo>
                        <a:pt x="256" y="383"/>
                        <a:pt x="350" y="440"/>
                        <a:pt x="451" y="475"/>
                      </a:cubicBezTo>
                      <a:cubicBezTo>
                        <a:pt x="479" y="419"/>
                        <a:pt x="498" y="359"/>
                        <a:pt x="505" y="294"/>
                      </a:cubicBezTo>
                      <a:cubicBezTo>
                        <a:pt x="433" y="269"/>
                        <a:pt x="367" y="227"/>
                        <a:pt x="309" y="170"/>
                      </a:cubicBezTo>
                      <a:cubicBezTo>
                        <a:pt x="259" y="120"/>
                        <a:pt x="221" y="62"/>
                        <a:pt x="19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49"/>
                <p:cNvSpPr>
                  <a:spLocks/>
                </p:cNvSpPr>
                <p:nvPr userDrawn="1"/>
              </p:nvSpPr>
              <p:spPr bwMode="auto">
                <a:xfrm>
                  <a:off x="9323185" y="5274912"/>
                  <a:ext cx="265401" cy="311692"/>
                </a:xfrm>
                <a:custGeom>
                  <a:avLst/>
                  <a:gdLst>
                    <a:gd name="T0" fmla="*/ 98 w 210"/>
                    <a:gd name="T1" fmla="*/ 0 h 247"/>
                    <a:gd name="T2" fmla="*/ 0 w 210"/>
                    <a:gd name="T3" fmla="*/ 47 h 247"/>
                    <a:gd name="T4" fmla="*/ 38 w 210"/>
                    <a:gd name="T5" fmla="*/ 247 h 247"/>
                    <a:gd name="T6" fmla="*/ 210 w 210"/>
                    <a:gd name="T7" fmla="*/ 161 h 247"/>
                    <a:gd name="T8" fmla="*/ 190 w 210"/>
                    <a:gd name="T9" fmla="*/ 19 h 247"/>
                    <a:gd name="T10" fmla="*/ 98 w 210"/>
                    <a:gd name="T11" fmla="*/ 0 h 247"/>
                  </a:gdLst>
                  <a:ahLst/>
                  <a:cxnLst>
                    <a:cxn ang="0">
                      <a:pos x="T0" y="T1"/>
                    </a:cxn>
                    <a:cxn ang="0">
                      <a:pos x="T2" y="T3"/>
                    </a:cxn>
                    <a:cxn ang="0">
                      <a:pos x="T4" y="T5"/>
                    </a:cxn>
                    <a:cxn ang="0">
                      <a:pos x="T6" y="T7"/>
                    </a:cxn>
                    <a:cxn ang="0">
                      <a:pos x="T8" y="T9"/>
                    </a:cxn>
                    <a:cxn ang="0">
                      <a:pos x="T10" y="T11"/>
                    </a:cxn>
                  </a:cxnLst>
                  <a:rect l="0" t="0" r="r" b="b"/>
                  <a:pathLst>
                    <a:path w="210" h="247">
                      <a:moveTo>
                        <a:pt x="98" y="0"/>
                      </a:moveTo>
                      <a:cubicBezTo>
                        <a:pt x="65" y="13"/>
                        <a:pt x="32" y="29"/>
                        <a:pt x="0" y="47"/>
                      </a:cubicBezTo>
                      <a:cubicBezTo>
                        <a:pt x="3" y="114"/>
                        <a:pt x="16" y="182"/>
                        <a:pt x="38" y="247"/>
                      </a:cubicBezTo>
                      <a:cubicBezTo>
                        <a:pt x="91" y="207"/>
                        <a:pt x="149" y="179"/>
                        <a:pt x="210" y="161"/>
                      </a:cubicBezTo>
                      <a:cubicBezTo>
                        <a:pt x="197" y="115"/>
                        <a:pt x="190" y="67"/>
                        <a:pt x="190" y="19"/>
                      </a:cubicBezTo>
                      <a:cubicBezTo>
                        <a:pt x="159" y="16"/>
                        <a:pt x="128" y="10"/>
                        <a:pt x="9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72"/>
                <p:cNvSpPr>
                  <a:spLocks noEditPoints="1"/>
                </p:cNvSpPr>
                <p:nvPr userDrawn="1"/>
              </p:nvSpPr>
              <p:spPr bwMode="auto">
                <a:xfrm>
                  <a:off x="9360217" y="2252886"/>
                  <a:ext cx="620298" cy="633414"/>
                </a:xfrm>
                <a:custGeom>
                  <a:avLst/>
                  <a:gdLst>
                    <a:gd name="T0" fmla="*/ 55 w 492"/>
                    <a:gd name="T1" fmla="*/ 362 h 503"/>
                    <a:gd name="T2" fmla="*/ 54 w 492"/>
                    <a:gd name="T3" fmla="*/ 362 h 503"/>
                    <a:gd name="T4" fmla="*/ 54 w 492"/>
                    <a:gd name="T5" fmla="*/ 363 h 503"/>
                    <a:gd name="T6" fmla="*/ 0 w 492"/>
                    <a:gd name="T7" fmla="*/ 417 h 503"/>
                    <a:gd name="T8" fmla="*/ 200 w 492"/>
                    <a:gd name="T9" fmla="*/ 503 h 503"/>
                    <a:gd name="T10" fmla="*/ 227 w 492"/>
                    <a:gd name="T11" fmla="*/ 425 h 503"/>
                    <a:gd name="T12" fmla="*/ 208 w 492"/>
                    <a:gd name="T13" fmla="*/ 426 h 503"/>
                    <a:gd name="T14" fmla="*/ 55 w 492"/>
                    <a:gd name="T15" fmla="*/ 362 h 503"/>
                    <a:gd name="T16" fmla="*/ 475 w 492"/>
                    <a:gd name="T17" fmla="*/ 333 h 503"/>
                    <a:gd name="T18" fmla="*/ 394 w 492"/>
                    <a:gd name="T19" fmla="*/ 437 h 503"/>
                    <a:gd name="T20" fmla="*/ 417 w 492"/>
                    <a:gd name="T21" fmla="*/ 417 h 503"/>
                    <a:gd name="T22" fmla="*/ 475 w 492"/>
                    <a:gd name="T23" fmla="*/ 333 h 503"/>
                    <a:gd name="T24" fmla="*/ 417 w 492"/>
                    <a:gd name="T25" fmla="*/ 0 h 503"/>
                    <a:gd name="T26" fmla="*/ 416 w 492"/>
                    <a:gd name="T27" fmla="*/ 1 h 503"/>
                    <a:gd name="T28" fmla="*/ 416 w 492"/>
                    <a:gd name="T29" fmla="*/ 1 h 503"/>
                    <a:gd name="T30" fmla="*/ 362 w 492"/>
                    <a:gd name="T31" fmla="*/ 55 h 503"/>
                    <a:gd name="T32" fmla="*/ 423 w 492"/>
                    <a:gd name="T33" fmla="*/ 174 h 503"/>
                    <a:gd name="T34" fmla="*/ 492 w 492"/>
                    <a:gd name="T35" fmla="*/ 129 h 503"/>
                    <a:gd name="T36" fmla="*/ 417 w 492"/>
                    <a:gd name="T37"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2" h="503">
                      <a:moveTo>
                        <a:pt x="55" y="362"/>
                      </a:moveTo>
                      <a:cubicBezTo>
                        <a:pt x="54" y="362"/>
                        <a:pt x="54" y="362"/>
                        <a:pt x="54" y="362"/>
                      </a:cubicBezTo>
                      <a:cubicBezTo>
                        <a:pt x="54" y="363"/>
                        <a:pt x="54" y="363"/>
                        <a:pt x="54" y="363"/>
                      </a:cubicBezTo>
                      <a:cubicBezTo>
                        <a:pt x="0" y="417"/>
                        <a:pt x="0" y="417"/>
                        <a:pt x="0" y="417"/>
                      </a:cubicBezTo>
                      <a:cubicBezTo>
                        <a:pt x="56" y="472"/>
                        <a:pt x="128" y="501"/>
                        <a:pt x="200" y="503"/>
                      </a:cubicBezTo>
                      <a:cubicBezTo>
                        <a:pt x="207" y="476"/>
                        <a:pt x="216" y="450"/>
                        <a:pt x="227" y="425"/>
                      </a:cubicBezTo>
                      <a:cubicBezTo>
                        <a:pt x="220" y="426"/>
                        <a:pt x="214" y="426"/>
                        <a:pt x="208" y="426"/>
                      </a:cubicBezTo>
                      <a:cubicBezTo>
                        <a:pt x="153" y="426"/>
                        <a:pt x="97" y="405"/>
                        <a:pt x="55" y="362"/>
                      </a:cubicBezTo>
                      <a:moveTo>
                        <a:pt x="475" y="333"/>
                      </a:moveTo>
                      <a:cubicBezTo>
                        <a:pt x="443" y="364"/>
                        <a:pt x="416" y="399"/>
                        <a:pt x="394" y="437"/>
                      </a:cubicBezTo>
                      <a:cubicBezTo>
                        <a:pt x="402" y="431"/>
                        <a:pt x="409" y="424"/>
                        <a:pt x="417" y="417"/>
                      </a:cubicBezTo>
                      <a:cubicBezTo>
                        <a:pt x="441" y="392"/>
                        <a:pt x="461" y="364"/>
                        <a:pt x="475" y="333"/>
                      </a:cubicBezTo>
                      <a:moveTo>
                        <a:pt x="417" y="0"/>
                      </a:moveTo>
                      <a:cubicBezTo>
                        <a:pt x="416" y="1"/>
                        <a:pt x="416" y="1"/>
                        <a:pt x="416" y="1"/>
                      </a:cubicBezTo>
                      <a:cubicBezTo>
                        <a:pt x="416" y="1"/>
                        <a:pt x="416" y="1"/>
                        <a:pt x="416" y="1"/>
                      </a:cubicBezTo>
                      <a:cubicBezTo>
                        <a:pt x="362" y="55"/>
                        <a:pt x="362" y="55"/>
                        <a:pt x="362" y="55"/>
                      </a:cubicBezTo>
                      <a:cubicBezTo>
                        <a:pt x="396" y="88"/>
                        <a:pt x="416" y="130"/>
                        <a:pt x="423" y="174"/>
                      </a:cubicBezTo>
                      <a:cubicBezTo>
                        <a:pt x="445" y="157"/>
                        <a:pt x="468" y="142"/>
                        <a:pt x="492" y="129"/>
                      </a:cubicBezTo>
                      <a:cubicBezTo>
                        <a:pt x="479" y="82"/>
                        <a:pt x="454" y="37"/>
                        <a:pt x="41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75"/>
                <p:cNvSpPr>
                  <a:spLocks/>
                </p:cNvSpPr>
                <p:nvPr userDrawn="1"/>
              </p:nvSpPr>
              <p:spPr bwMode="auto">
                <a:xfrm>
                  <a:off x="11074525" y="2205052"/>
                  <a:ext cx="855611" cy="810091"/>
                </a:xfrm>
                <a:custGeom>
                  <a:avLst/>
                  <a:gdLst>
                    <a:gd name="T0" fmla="*/ 532 w 679"/>
                    <a:gd name="T1" fmla="*/ 0 h 643"/>
                    <a:gd name="T2" fmla="*/ 532 w 679"/>
                    <a:gd name="T3" fmla="*/ 0 h 643"/>
                    <a:gd name="T4" fmla="*/ 532 w 679"/>
                    <a:gd name="T5" fmla="*/ 0 h 643"/>
                    <a:gd name="T6" fmla="*/ 463 w 679"/>
                    <a:gd name="T7" fmla="*/ 70 h 643"/>
                    <a:gd name="T8" fmla="*/ 463 w 679"/>
                    <a:gd name="T9" fmla="*/ 463 h 643"/>
                    <a:gd name="T10" fmla="*/ 266 w 679"/>
                    <a:gd name="T11" fmla="*/ 544 h 643"/>
                    <a:gd name="T12" fmla="*/ 69 w 679"/>
                    <a:gd name="T13" fmla="*/ 463 h 643"/>
                    <a:gd name="T14" fmla="*/ 69 w 679"/>
                    <a:gd name="T15" fmla="*/ 463 h 643"/>
                    <a:gd name="T16" fmla="*/ 69 w 679"/>
                    <a:gd name="T17" fmla="*/ 463 h 643"/>
                    <a:gd name="T18" fmla="*/ 0 w 679"/>
                    <a:gd name="T19" fmla="*/ 533 h 643"/>
                    <a:gd name="T20" fmla="*/ 266 w 679"/>
                    <a:gd name="T21" fmla="*/ 643 h 643"/>
                    <a:gd name="T22" fmla="*/ 532 w 679"/>
                    <a:gd name="T23" fmla="*/ 533 h 643"/>
                    <a:gd name="T24" fmla="*/ 532 w 679"/>
                    <a:gd name="T25"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9" h="643">
                      <a:moveTo>
                        <a:pt x="532" y="0"/>
                      </a:moveTo>
                      <a:cubicBezTo>
                        <a:pt x="532" y="0"/>
                        <a:pt x="532" y="0"/>
                        <a:pt x="532" y="0"/>
                      </a:cubicBezTo>
                      <a:cubicBezTo>
                        <a:pt x="532" y="0"/>
                        <a:pt x="532" y="0"/>
                        <a:pt x="532" y="0"/>
                      </a:cubicBezTo>
                      <a:cubicBezTo>
                        <a:pt x="463" y="70"/>
                        <a:pt x="463" y="70"/>
                        <a:pt x="463" y="70"/>
                      </a:cubicBezTo>
                      <a:cubicBezTo>
                        <a:pt x="571" y="178"/>
                        <a:pt x="571" y="354"/>
                        <a:pt x="463" y="463"/>
                      </a:cubicBezTo>
                      <a:cubicBezTo>
                        <a:pt x="408" y="517"/>
                        <a:pt x="337" y="544"/>
                        <a:pt x="266" y="544"/>
                      </a:cubicBezTo>
                      <a:cubicBezTo>
                        <a:pt x="195" y="544"/>
                        <a:pt x="124" y="517"/>
                        <a:pt x="69" y="463"/>
                      </a:cubicBezTo>
                      <a:cubicBezTo>
                        <a:pt x="69" y="463"/>
                        <a:pt x="69" y="463"/>
                        <a:pt x="69" y="463"/>
                      </a:cubicBezTo>
                      <a:cubicBezTo>
                        <a:pt x="69" y="463"/>
                        <a:pt x="69" y="463"/>
                        <a:pt x="69" y="463"/>
                      </a:cubicBezTo>
                      <a:cubicBezTo>
                        <a:pt x="0" y="533"/>
                        <a:pt x="0" y="533"/>
                        <a:pt x="0" y="533"/>
                      </a:cubicBezTo>
                      <a:cubicBezTo>
                        <a:pt x="73" y="606"/>
                        <a:pt x="170" y="643"/>
                        <a:pt x="266" y="643"/>
                      </a:cubicBezTo>
                      <a:cubicBezTo>
                        <a:pt x="362" y="643"/>
                        <a:pt x="459" y="606"/>
                        <a:pt x="532" y="533"/>
                      </a:cubicBezTo>
                      <a:cubicBezTo>
                        <a:pt x="679" y="386"/>
                        <a:pt x="679" y="147"/>
                        <a:pt x="53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91"/>
                <p:cNvSpPr>
                  <a:spLocks/>
                </p:cNvSpPr>
                <p:nvPr userDrawn="1"/>
              </p:nvSpPr>
              <p:spPr bwMode="auto">
                <a:xfrm>
                  <a:off x="12022717" y="3186419"/>
                  <a:ext cx="306292" cy="300120"/>
                </a:xfrm>
                <a:custGeom>
                  <a:avLst/>
                  <a:gdLst>
                    <a:gd name="T0" fmla="*/ 47 w 243"/>
                    <a:gd name="T1" fmla="*/ 0 h 238"/>
                    <a:gd name="T2" fmla="*/ 0 w 243"/>
                    <a:gd name="T3" fmla="*/ 51 h 238"/>
                    <a:gd name="T4" fmla="*/ 1 w 243"/>
                    <a:gd name="T5" fmla="*/ 52 h 238"/>
                    <a:gd name="T6" fmla="*/ 1 w 243"/>
                    <a:gd name="T7" fmla="*/ 52 h 238"/>
                    <a:gd name="T8" fmla="*/ 187 w 243"/>
                    <a:gd name="T9" fmla="*/ 238 h 238"/>
                    <a:gd name="T10" fmla="*/ 243 w 243"/>
                    <a:gd name="T11" fmla="*/ 177 h 238"/>
                    <a:gd name="T12" fmla="*/ 47 w 243"/>
                    <a:gd name="T13" fmla="*/ 0 h 238"/>
                  </a:gdLst>
                  <a:ahLst/>
                  <a:cxnLst>
                    <a:cxn ang="0">
                      <a:pos x="T0" y="T1"/>
                    </a:cxn>
                    <a:cxn ang="0">
                      <a:pos x="T2" y="T3"/>
                    </a:cxn>
                    <a:cxn ang="0">
                      <a:pos x="T4" y="T5"/>
                    </a:cxn>
                    <a:cxn ang="0">
                      <a:pos x="T6" y="T7"/>
                    </a:cxn>
                    <a:cxn ang="0">
                      <a:pos x="T8" y="T9"/>
                    </a:cxn>
                    <a:cxn ang="0">
                      <a:pos x="T10" y="T11"/>
                    </a:cxn>
                    <a:cxn ang="0">
                      <a:pos x="T12" y="T13"/>
                    </a:cxn>
                  </a:cxnLst>
                  <a:rect l="0" t="0" r="r" b="b"/>
                  <a:pathLst>
                    <a:path w="243" h="238">
                      <a:moveTo>
                        <a:pt x="47" y="0"/>
                      </a:moveTo>
                      <a:cubicBezTo>
                        <a:pt x="33" y="18"/>
                        <a:pt x="17" y="35"/>
                        <a:pt x="0" y="51"/>
                      </a:cubicBezTo>
                      <a:cubicBezTo>
                        <a:pt x="1" y="52"/>
                        <a:pt x="1" y="52"/>
                        <a:pt x="1" y="52"/>
                      </a:cubicBezTo>
                      <a:cubicBezTo>
                        <a:pt x="1" y="52"/>
                        <a:pt x="1" y="52"/>
                        <a:pt x="1" y="52"/>
                      </a:cubicBezTo>
                      <a:cubicBezTo>
                        <a:pt x="187" y="238"/>
                        <a:pt x="187" y="238"/>
                        <a:pt x="187" y="238"/>
                      </a:cubicBezTo>
                      <a:cubicBezTo>
                        <a:pt x="206" y="218"/>
                        <a:pt x="225" y="198"/>
                        <a:pt x="243" y="177"/>
                      </a:cubicBezTo>
                      <a:cubicBezTo>
                        <a:pt x="189" y="107"/>
                        <a:pt x="123" y="47"/>
                        <a:pt x="4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94"/>
                <p:cNvSpPr>
                  <a:spLocks noEditPoints="1"/>
                </p:cNvSpPr>
                <p:nvPr userDrawn="1"/>
              </p:nvSpPr>
              <p:spPr bwMode="auto">
                <a:xfrm>
                  <a:off x="10340814" y="2323094"/>
                  <a:ext cx="544690" cy="1366354"/>
                </a:xfrm>
                <a:custGeom>
                  <a:avLst/>
                  <a:gdLst>
                    <a:gd name="T0" fmla="*/ 381 w 432"/>
                    <a:gd name="T1" fmla="*/ 818 h 1084"/>
                    <a:gd name="T2" fmla="*/ 182 w 432"/>
                    <a:gd name="T3" fmla="*/ 998 h 1084"/>
                    <a:gd name="T4" fmla="*/ 308 w 432"/>
                    <a:gd name="T5" fmla="*/ 1084 h 1084"/>
                    <a:gd name="T6" fmla="*/ 432 w 432"/>
                    <a:gd name="T7" fmla="*/ 851 h 1084"/>
                    <a:gd name="T8" fmla="*/ 381 w 432"/>
                    <a:gd name="T9" fmla="*/ 818 h 1084"/>
                    <a:gd name="T10" fmla="*/ 0 w 432"/>
                    <a:gd name="T11" fmla="*/ 0 h 1084"/>
                    <a:gd name="T12" fmla="*/ 0 w 432"/>
                    <a:gd name="T13" fmla="*/ 0 h 1084"/>
                    <a:gd name="T14" fmla="*/ 0 w 432"/>
                    <a:gd name="T15" fmla="*/ 0 h 1084"/>
                    <a:gd name="T16" fmla="*/ 0 w 432"/>
                    <a:gd name="T17" fmla="*/ 156 h 1084"/>
                    <a:gd name="T18" fmla="*/ 69 w 432"/>
                    <a:gd name="T19" fmla="*/ 161 h 1084"/>
                    <a:gd name="T20" fmla="*/ 96 w 432"/>
                    <a:gd name="T21" fmla="*/ 7 h 1084"/>
                    <a:gd name="T22" fmla="*/ 0 w 432"/>
                    <a:gd name="T23" fmla="*/ 0 h 1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1084">
                      <a:moveTo>
                        <a:pt x="381" y="818"/>
                      </a:moveTo>
                      <a:cubicBezTo>
                        <a:pt x="335" y="897"/>
                        <a:pt x="265" y="960"/>
                        <a:pt x="182" y="998"/>
                      </a:cubicBezTo>
                      <a:cubicBezTo>
                        <a:pt x="222" y="1030"/>
                        <a:pt x="264" y="1059"/>
                        <a:pt x="308" y="1084"/>
                      </a:cubicBezTo>
                      <a:cubicBezTo>
                        <a:pt x="335" y="998"/>
                        <a:pt x="377" y="920"/>
                        <a:pt x="432" y="851"/>
                      </a:cubicBezTo>
                      <a:cubicBezTo>
                        <a:pt x="414" y="841"/>
                        <a:pt x="398" y="830"/>
                        <a:pt x="381" y="818"/>
                      </a:cubicBezTo>
                      <a:moveTo>
                        <a:pt x="0" y="0"/>
                      </a:moveTo>
                      <a:cubicBezTo>
                        <a:pt x="0" y="0"/>
                        <a:pt x="0" y="0"/>
                        <a:pt x="0" y="0"/>
                      </a:cubicBezTo>
                      <a:cubicBezTo>
                        <a:pt x="0" y="0"/>
                        <a:pt x="0" y="0"/>
                        <a:pt x="0" y="0"/>
                      </a:cubicBezTo>
                      <a:cubicBezTo>
                        <a:pt x="0" y="156"/>
                        <a:pt x="0" y="156"/>
                        <a:pt x="0" y="156"/>
                      </a:cubicBezTo>
                      <a:cubicBezTo>
                        <a:pt x="24" y="156"/>
                        <a:pt x="46" y="158"/>
                        <a:pt x="69" y="161"/>
                      </a:cubicBezTo>
                      <a:cubicBezTo>
                        <a:pt x="72" y="109"/>
                        <a:pt x="81" y="58"/>
                        <a:pt x="96" y="7"/>
                      </a:cubicBezTo>
                      <a:cubicBezTo>
                        <a:pt x="65" y="2"/>
                        <a:pt x="33"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grpSp>
          <p:nvGrpSpPr>
            <p:cNvPr id="70" name="Group 69"/>
            <p:cNvGrpSpPr/>
            <p:nvPr userDrawn="1"/>
          </p:nvGrpSpPr>
          <p:grpSpPr>
            <a:xfrm>
              <a:off x="8427719" y="2737650"/>
              <a:ext cx="4066591" cy="4639149"/>
              <a:chOff x="7650539" y="1692765"/>
              <a:chExt cx="4865949" cy="5551054"/>
            </a:xfrm>
            <a:solidFill>
              <a:schemeClr val="tx2">
                <a:lumMod val="20000"/>
                <a:lumOff val="80000"/>
                <a:alpha val="15000"/>
              </a:schemeClr>
            </a:solidFill>
          </p:grpSpPr>
          <p:sp>
            <p:nvSpPr>
              <p:cNvPr id="71" name="Freeform 7"/>
              <p:cNvSpPr>
                <a:spLocks noEditPoints="1"/>
              </p:cNvSpPr>
              <p:nvPr userDrawn="1"/>
            </p:nvSpPr>
            <p:spPr bwMode="auto">
              <a:xfrm>
                <a:off x="9591672" y="4647669"/>
                <a:ext cx="1293832" cy="1293060"/>
              </a:xfrm>
              <a:custGeom>
                <a:avLst/>
                <a:gdLst>
                  <a:gd name="T0" fmla="*/ 134 w 1026"/>
                  <a:gd name="T1" fmla="*/ 892 h 1026"/>
                  <a:gd name="T2" fmla="*/ 0 w 1026"/>
                  <a:gd name="T3" fmla="*/ 1026 h 1026"/>
                  <a:gd name="T4" fmla="*/ 0 w 1026"/>
                  <a:gd name="T5" fmla="*/ 1026 h 1026"/>
                  <a:gd name="T6" fmla="*/ 134 w 1026"/>
                  <a:gd name="T7" fmla="*/ 892 h 1026"/>
                  <a:gd name="T8" fmla="*/ 134 w 1026"/>
                  <a:gd name="T9" fmla="*/ 892 h 1026"/>
                  <a:gd name="T10" fmla="*/ 1026 w 1026"/>
                  <a:gd name="T11" fmla="*/ 0 h 1026"/>
                  <a:gd name="T12" fmla="*/ 892 w 1026"/>
                  <a:gd name="T13" fmla="*/ 134 h 1026"/>
                  <a:gd name="T14" fmla="*/ 892 w 1026"/>
                  <a:gd name="T15" fmla="*/ 134 h 1026"/>
                  <a:gd name="T16" fmla="*/ 1026 w 1026"/>
                  <a:gd name="T17" fmla="*/ 0 h 1026"/>
                  <a:gd name="T18" fmla="*/ 1026 w 1026"/>
                  <a:gd name="T19" fmla="*/ 0 h 1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6" h="1026">
                    <a:moveTo>
                      <a:pt x="134" y="892"/>
                    </a:moveTo>
                    <a:cubicBezTo>
                      <a:pt x="0" y="1026"/>
                      <a:pt x="0" y="1026"/>
                      <a:pt x="0" y="1026"/>
                    </a:cubicBezTo>
                    <a:cubicBezTo>
                      <a:pt x="0" y="1026"/>
                      <a:pt x="0" y="1026"/>
                      <a:pt x="0" y="1026"/>
                    </a:cubicBezTo>
                    <a:cubicBezTo>
                      <a:pt x="134" y="892"/>
                      <a:pt x="134" y="892"/>
                      <a:pt x="134" y="892"/>
                    </a:cubicBezTo>
                    <a:cubicBezTo>
                      <a:pt x="134" y="892"/>
                      <a:pt x="134" y="892"/>
                      <a:pt x="134" y="892"/>
                    </a:cubicBezTo>
                    <a:moveTo>
                      <a:pt x="1026" y="0"/>
                    </a:moveTo>
                    <a:cubicBezTo>
                      <a:pt x="892" y="134"/>
                      <a:pt x="892" y="134"/>
                      <a:pt x="892" y="134"/>
                    </a:cubicBezTo>
                    <a:cubicBezTo>
                      <a:pt x="892" y="134"/>
                      <a:pt x="892" y="134"/>
                      <a:pt x="892" y="134"/>
                    </a:cubicBezTo>
                    <a:cubicBezTo>
                      <a:pt x="1026" y="0"/>
                      <a:pt x="1026" y="0"/>
                      <a:pt x="1026" y="0"/>
                    </a:cubicBezTo>
                    <a:cubicBezTo>
                      <a:pt x="1026" y="0"/>
                      <a:pt x="1026" y="0"/>
                      <a:pt x="10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9"/>
              <p:cNvSpPr>
                <a:spLocks noEditPoints="1"/>
              </p:cNvSpPr>
              <p:nvPr userDrawn="1"/>
            </p:nvSpPr>
            <p:spPr bwMode="auto">
              <a:xfrm>
                <a:off x="10860043" y="4998709"/>
                <a:ext cx="293948" cy="320179"/>
              </a:xfrm>
              <a:custGeom>
                <a:avLst/>
                <a:gdLst>
                  <a:gd name="T0" fmla="*/ 227 w 233"/>
                  <a:gd name="T1" fmla="*/ 145 h 254"/>
                  <a:gd name="T2" fmla="*/ 41 w 233"/>
                  <a:gd name="T3" fmla="*/ 186 h 254"/>
                  <a:gd name="T4" fmla="*/ 42 w 233"/>
                  <a:gd name="T5" fmla="*/ 254 h 254"/>
                  <a:gd name="T6" fmla="*/ 205 w 233"/>
                  <a:gd name="T7" fmla="*/ 234 h 254"/>
                  <a:gd name="T8" fmla="*/ 233 w 233"/>
                  <a:gd name="T9" fmla="*/ 234 h 254"/>
                  <a:gd name="T10" fmla="*/ 227 w 233"/>
                  <a:gd name="T11" fmla="*/ 145 h 254"/>
                  <a:gd name="T12" fmla="*/ 195 w 233"/>
                  <a:gd name="T13" fmla="*/ 0 h 254"/>
                  <a:gd name="T14" fmla="*/ 0 w 233"/>
                  <a:gd name="T15" fmla="*/ 24 h 254"/>
                  <a:gd name="T16" fmla="*/ 14 w 233"/>
                  <a:gd name="T17" fmla="*/ 60 h 254"/>
                  <a:gd name="T18" fmla="*/ 34 w 233"/>
                  <a:gd name="T19" fmla="*/ 61 h 254"/>
                  <a:gd name="T20" fmla="*/ 201 w 233"/>
                  <a:gd name="T21" fmla="*/ 19 h 254"/>
                  <a:gd name="T22" fmla="*/ 195 w 233"/>
                  <a:gd name="T23"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3" h="254">
                    <a:moveTo>
                      <a:pt x="227" y="145"/>
                    </a:moveTo>
                    <a:cubicBezTo>
                      <a:pt x="168" y="172"/>
                      <a:pt x="104" y="185"/>
                      <a:pt x="41" y="186"/>
                    </a:cubicBezTo>
                    <a:cubicBezTo>
                      <a:pt x="43" y="209"/>
                      <a:pt x="43" y="231"/>
                      <a:pt x="42" y="254"/>
                    </a:cubicBezTo>
                    <a:cubicBezTo>
                      <a:pt x="96" y="240"/>
                      <a:pt x="150" y="234"/>
                      <a:pt x="205" y="234"/>
                    </a:cubicBezTo>
                    <a:cubicBezTo>
                      <a:pt x="214" y="234"/>
                      <a:pt x="223" y="234"/>
                      <a:pt x="233" y="234"/>
                    </a:cubicBezTo>
                    <a:cubicBezTo>
                      <a:pt x="233" y="205"/>
                      <a:pt x="231" y="175"/>
                      <a:pt x="227" y="145"/>
                    </a:cubicBezTo>
                    <a:moveTo>
                      <a:pt x="195" y="0"/>
                    </a:moveTo>
                    <a:cubicBezTo>
                      <a:pt x="129" y="1"/>
                      <a:pt x="64" y="9"/>
                      <a:pt x="0" y="24"/>
                    </a:cubicBezTo>
                    <a:cubicBezTo>
                      <a:pt x="5" y="36"/>
                      <a:pt x="10" y="48"/>
                      <a:pt x="14" y="60"/>
                    </a:cubicBezTo>
                    <a:cubicBezTo>
                      <a:pt x="21" y="60"/>
                      <a:pt x="27" y="61"/>
                      <a:pt x="34" y="61"/>
                    </a:cubicBezTo>
                    <a:cubicBezTo>
                      <a:pt x="91" y="61"/>
                      <a:pt x="149" y="47"/>
                      <a:pt x="201" y="19"/>
                    </a:cubicBezTo>
                    <a:cubicBezTo>
                      <a:pt x="199" y="13"/>
                      <a:pt x="197" y="7"/>
                      <a:pt x="19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0"/>
              <p:cNvSpPr>
                <a:spLocks noEditPoints="1"/>
              </p:cNvSpPr>
              <p:nvPr userDrawn="1"/>
            </p:nvSpPr>
            <p:spPr bwMode="auto">
              <a:xfrm>
                <a:off x="9998261" y="5329689"/>
                <a:ext cx="1914901" cy="1914130"/>
              </a:xfrm>
              <a:custGeom>
                <a:avLst/>
                <a:gdLst>
                  <a:gd name="T0" fmla="*/ 395 w 1519"/>
                  <a:gd name="T1" fmla="*/ 1062 h 1519"/>
                  <a:gd name="T2" fmla="*/ 330 w 1519"/>
                  <a:gd name="T3" fmla="*/ 1137 h 1519"/>
                  <a:gd name="T4" fmla="*/ 330 w 1519"/>
                  <a:gd name="T5" fmla="*/ 1137 h 1519"/>
                  <a:gd name="T6" fmla="*/ 226 w 1519"/>
                  <a:gd name="T7" fmla="*/ 1223 h 1519"/>
                  <a:gd name="T8" fmla="*/ 260 w 1519"/>
                  <a:gd name="T9" fmla="*/ 1258 h 1519"/>
                  <a:gd name="T10" fmla="*/ 889 w 1519"/>
                  <a:gd name="T11" fmla="*/ 1519 h 1519"/>
                  <a:gd name="T12" fmla="*/ 1519 w 1519"/>
                  <a:gd name="T13" fmla="*/ 1258 h 1519"/>
                  <a:gd name="T14" fmla="*/ 1518 w 1519"/>
                  <a:gd name="T15" fmla="*/ 1258 h 1519"/>
                  <a:gd name="T16" fmla="*/ 1518 w 1519"/>
                  <a:gd name="T17" fmla="*/ 1258 h 1519"/>
                  <a:gd name="T18" fmla="*/ 1354 w 1519"/>
                  <a:gd name="T19" fmla="*/ 1094 h 1519"/>
                  <a:gd name="T20" fmla="*/ 889 w 1519"/>
                  <a:gd name="T21" fmla="*/ 1286 h 1519"/>
                  <a:gd name="T22" fmla="*/ 425 w 1519"/>
                  <a:gd name="T23" fmla="*/ 1093 h 1519"/>
                  <a:gd name="T24" fmla="*/ 395 w 1519"/>
                  <a:gd name="T25" fmla="*/ 1062 h 1519"/>
                  <a:gd name="T26" fmla="*/ 0 w 1519"/>
                  <a:gd name="T27" fmla="*/ 672 h 1519"/>
                  <a:gd name="T28" fmla="*/ 116 w 1519"/>
                  <a:gd name="T29" fmla="*/ 1070 h 1519"/>
                  <a:gd name="T30" fmla="*/ 197 w 1519"/>
                  <a:gd name="T31" fmla="*/ 1004 h 1519"/>
                  <a:gd name="T32" fmla="*/ 196 w 1519"/>
                  <a:gd name="T33" fmla="*/ 1004 h 1519"/>
                  <a:gd name="T34" fmla="*/ 285 w 1519"/>
                  <a:gd name="T35" fmla="*/ 887 h 1519"/>
                  <a:gd name="T36" fmla="*/ 236 w 1519"/>
                  <a:gd name="T37" fmla="*/ 696 h 1519"/>
                  <a:gd name="T38" fmla="*/ 191 w 1519"/>
                  <a:gd name="T39" fmla="*/ 697 h 1519"/>
                  <a:gd name="T40" fmla="*/ 0 w 1519"/>
                  <a:gd name="T41" fmla="*/ 672 h 1519"/>
                  <a:gd name="T42" fmla="*/ 116 w 1519"/>
                  <a:gd name="T43" fmla="*/ 187 h 1519"/>
                  <a:gd name="T44" fmla="*/ 12 w 1519"/>
                  <a:gd name="T45" fmla="*/ 477 h 1519"/>
                  <a:gd name="T46" fmla="*/ 191 w 1519"/>
                  <a:gd name="T47" fmla="*/ 507 h 1519"/>
                  <a:gd name="T48" fmla="*/ 244 w 1519"/>
                  <a:gd name="T49" fmla="*/ 505 h 1519"/>
                  <a:gd name="T50" fmla="*/ 285 w 1519"/>
                  <a:gd name="T51" fmla="*/ 371 h 1519"/>
                  <a:gd name="T52" fmla="*/ 196 w 1519"/>
                  <a:gd name="T53" fmla="*/ 253 h 1519"/>
                  <a:gd name="T54" fmla="*/ 116 w 1519"/>
                  <a:gd name="T55" fmla="*/ 187 h 1519"/>
                  <a:gd name="T56" fmla="*/ 260 w 1519"/>
                  <a:gd name="T57" fmla="*/ 0 h 1519"/>
                  <a:gd name="T58" fmla="*/ 226 w 1519"/>
                  <a:gd name="T59" fmla="*/ 35 h 1519"/>
                  <a:gd name="T60" fmla="*/ 329 w 1519"/>
                  <a:gd name="T61" fmla="*/ 120 h 1519"/>
                  <a:gd name="T62" fmla="*/ 395 w 1519"/>
                  <a:gd name="T63" fmla="*/ 196 h 1519"/>
                  <a:gd name="T64" fmla="*/ 425 w 1519"/>
                  <a:gd name="T65" fmla="*/ 164 h 1519"/>
                  <a:gd name="T66" fmla="*/ 424 w 1519"/>
                  <a:gd name="T67" fmla="*/ 164 h 1519"/>
                  <a:gd name="T68" fmla="*/ 424 w 1519"/>
                  <a:gd name="T69" fmla="*/ 164 h 1519"/>
                  <a:gd name="T70" fmla="*/ 260 w 1519"/>
                  <a:gd name="T71"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9" h="1519">
                    <a:moveTo>
                      <a:pt x="395" y="1062"/>
                    </a:moveTo>
                    <a:cubicBezTo>
                      <a:pt x="375" y="1088"/>
                      <a:pt x="353" y="1113"/>
                      <a:pt x="330" y="1137"/>
                    </a:cubicBezTo>
                    <a:cubicBezTo>
                      <a:pt x="330" y="1137"/>
                      <a:pt x="330" y="1137"/>
                      <a:pt x="330" y="1137"/>
                    </a:cubicBezTo>
                    <a:cubicBezTo>
                      <a:pt x="298" y="1170"/>
                      <a:pt x="263" y="1198"/>
                      <a:pt x="226" y="1223"/>
                    </a:cubicBezTo>
                    <a:cubicBezTo>
                      <a:pt x="237" y="1235"/>
                      <a:pt x="248" y="1247"/>
                      <a:pt x="260" y="1258"/>
                    </a:cubicBezTo>
                    <a:cubicBezTo>
                      <a:pt x="434" y="1432"/>
                      <a:pt x="661" y="1519"/>
                      <a:pt x="889" y="1519"/>
                    </a:cubicBezTo>
                    <a:cubicBezTo>
                      <a:pt x="1117" y="1519"/>
                      <a:pt x="1345" y="1432"/>
                      <a:pt x="1519" y="1258"/>
                    </a:cubicBezTo>
                    <a:cubicBezTo>
                      <a:pt x="1518" y="1258"/>
                      <a:pt x="1518" y="1258"/>
                      <a:pt x="1518" y="1258"/>
                    </a:cubicBezTo>
                    <a:cubicBezTo>
                      <a:pt x="1518" y="1258"/>
                      <a:pt x="1518" y="1258"/>
                      <a:pt x="1518" y="1258"/>
                    </a:cubicBezTo>
                    <a:cubicBezTo>
                      <a:pt x="1354" y="1094"/>
                      <a:pt x="1354" y="1094"/>
                      <a:pt x="1354" y="1094"/>
                    </a:cubicBezTo>
                    <a:cubicBezTo>
                      <a:pt x="1225" y="1222"/>
                      <a:pt x="1057" y="1286"/>
                      <a:pt x="889" y="1286"/>
                    </a:cubicBezTo>
                    <a:cubicBezTo>
                      <a:pt x="721" y="1286"/>
                      <a:pt x="553" y="1222"/>
                      <a:pt x="425" y="1093"/>
                    </a:cubicBezTo>
                    <a:cubicBezTo>
                      <a:pt x="414" y="1083"/>
                      <a:pt x="404" y="1073"/>
                      <a:pt x="395" y="1062"/>
                    </a:cubicBezTo>
                    <a:moveTo>
                      <a:pt x="0" y="672"/>
                    </a:moveTo>
                    <a:cubicBezTo>
                      <a:pt x="7" y="810"/>
                      <a:pt x="45" y="947"/>
                      <a:pt x="116" y="1070"/>
                    </a:cubicBezTo>
                    <a:cubicBezTo>
                      <a:pt x="144" y="1051"/>
                      <a:pt x="172" y="1029"/>
                      <a:pt x="197" y="1004"/>
                    </a:cubicBezTo>
                    <a:cubicBezTo>
                      <a:pt x="196" y="1004"/>
                      <a:pt x="196" y="1004"/>
                      <a:pt x="196" y="1004"/>
                    </a:cubicBezTo>
                    <a:cubicBezTo>
                      <a:pt x="232" y="968"/>
                      <a:pt x="261" y="929"/>
                      <a:pt x="285" y="887"/>
                    </a:cubicBezTo>
                    <a:cubicBezTo>
                      <a:pt x="259" y="826"/>
                      <a:pt x="242" y="761"/>
                      <a:pt x="236" y="696"/>
                    </a:cubicBezTo>
                    <a:cubicBezTo>
                      <a:pt x="221" y="697"/>
                      <a:pt x="206" y="697"/>
                      <a:pt x="191" y="697"/>
                    </a:cubicBezTo>
                    <a:cubicBezTo>
                      <a:pt x="127" y="697"/>
                      <a:pt x="62" y="689"/>
                      <a:pt x="0" y="672"/>
                    </a:cubicBezTo>
                    <a:moveTo>
                      <a:pt x="116" y="187"/>
                    </a:moveTo>
                    <a:cubicBezTo>
                      <a:pt x="64" y="278"/>
                      <a:pt x="29" y="376"/>
                      <a:pt x="12" y="477"/>
                    </a:cubicBezTo>
                    <a:cubicBezTo>
                      <a:pt x="70" y="497"/>
                      <a:pt x="130" y="507"/>
                      <a:pt x="191" y="507"/>
                    </a:cubicBezTo>
                    <a:cubicBezTo>
                      <a:pt x="209" y="507"/>
                      <a:pt x="226" y="506"/>
                      <a:pt x="244" y="505"/>
                    </a:cubicBezTo>
                    <a:cubicBezTo>
                      <a:pt x="253" y="459"/>
                      <a:pt x="266" y="414"/>
                      <a:pt x="285" y="371"/>
                    </a:cubicBezTo>
                    <a:cubicBezTo>
                      <a:pt x="262" y="329"/>
                      <a:pt x="232" y="289"/>
                      <a:pt x="196" y="253"/>
                    </a:cubicBezTo>
                    <a:cubicBezTo>
                      <a:pt x="171" y="228"/>
                      <a:pt x="144" y="206"/>
                      <a:pt x="116" y="187"/>
                    </a:cubicBezTo>
                    <a:moveTo>
                      <a:pt x="260" y="0"/>
                    </a:moveTo>
                    <a:cubicBezTo>
                      <a:pt x="248" y="11"/>
                      <a:pt x="237" y="23"/>
                      <a:pt x="226" y="35"/>
                    </a:cubicBezTo>
                    <a:cubicBezTo>
                      <a:pt x="263" y="59"/>
                      <a:pt x="297" y="88"/>
                      <a:pt x="329" y="120"/>
                    </a:cubicBezTo>
                    <a:cubicBezTo>
                      <a:pt x="353" y="144"/>
                      <a:pt x="375" y="169"/>
                      <a:pt x="395" y="196"/>
                    </a:cubicBezTo>
                    <a:cubicBezTo>
                      <a:pt x="405" y="185"/>
                      <a:pt x="414" y="175"/>
                      <a:pt x="425" y="164"/>
                    </a:cubicBezTo>
                    <a:cubicBezTo>
                      <a:pt x="424" y="164"/>
                      <a:pt x="424" y="164"/>
                      <a:pt x="424" y="164"/>
                    </a:cubicBezTo>
                    <a:cubicBezTo>
                      <a:pt x="424" y="164"/>
                      <a:pt x="424" y="164"/>
                      <a:pt x="424" y="164"/>
                    </a:cubicBezTo>
                    <a:cubicBezTo>
                      <a:pt x="260" y="0"/>
                      <a:pt x="260" y="0"/>
                      <a:pt x="26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1"/>
              <p:cNvSpPr>
                <a:spLocks/>
              </p:cNvSpPr>
              <p:nvPr userDrawn="1"/>
            </p:nvSpPr>
            <p:spPr bwMode="auto">
              <a:xfrm>
                <a:off x="9994403" y="5930700"/>
                <a:ext cx="310921" cy="276974"/>
              </a:xfrm>
              <a:custGeom>
                <a:avLst/>
                <a:gdLst>
                  <a:gd name="T0" fmla="*/ 15 w 247"/>
                  <a:gd name="T1" fmla="*/ 0 h 220"/>
                  <a:gd name="T2" fmla="*/ 3 w 247"/>
                  <a:gd name="T3" fmla="*/ 195 h 220"/>
                  <a:gd name="T4" fmla="*/ 194 w 247"/>
                  <a:gd name="T5" fmla="*/ 220 h 220"/>
                  <a:gd name="T6" fmla="*/ 239 w 247"/>
                  <a:gd name="T7" fmla="*/ 219 h 220"/>
                  <a:gd name="T8" fmla="*/ 247 w 247"/>
                  <a:gd name="T9" fmla="*/ 28 h 220"/>
                  <a:gd name="T10" fmla="*/ 194 w 247"/>
                  <a:gd name="T11" fmla="*/ 30 h 220"/>
                  <a:gd name="T12" fmla="*/ 15 w 247"/>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247" h="220">
                    <a:moveTo>
                      <a:pt x="15" y="0"/>
                    </a:moveTo>
                    <a:cubicBezTo>
                      <a:pt x="4" y="64"/>
                      <a:pt x="0" y="130"/>
                      <a:pt x="3" y="195"/>
                    </a:cubicBezTo>
                    <a:cubicBezTo>
                      <a:pt x="65" y="212"/>
                      <a:pt x="130" y="220"/>
                      <a:pt x="194" y="220"/>
                    </a:cubicBezTo>
                    <a:cubicBezTo>
                      <a:pt x="209" y="220"/>
                      <a:pt x="224" y="220"/>
                      <a:pt x="239" y="219"/>
                    </a:cubicBezTo>
                    <a:cubicBezTo>
                      <a:pt x="232" y="155"/>
                      <a:pt x="235" y="91"/>
                      <a:pt x="247" y="28"/>
                    </a:cubicBezTo>
                    <a:cubicBezTo>
                      <a:pt x="229" y="29"/>
                      <a:pt x="212" y="30"/>
                      <a:pt x="194" y="30"/>
                    </a:cubicBezTo>
                    <a:cubicBezTo>
                      <a:pt x="133" y="30"/>
                      <a:pt x="73" y="20"/>
                      <a:pt x="1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2"/>
              <p:cNvSpPr>
                <a:spLocks noEditPoints="1"/>
              </p:cNvSpPr>
              <p:nvPr userDrawn="1"/>
            </p:nvSpPr>
            <p:spPr bwMode="auto">
              <a:xfrm>
                <a:off x="10325383" y="5329689"/>
                <a:ext cx="1586236" cy="1585464"/>
              </a:xfrm>
              <a:custGeom>
                <a:avLst/>
                <a:gdLst>
                  <a:gd name="T0" fmla="*/ 1094 w 1258"/>
                  <a:gd name="T1" fmla="*/ 1093 h 1258"/>
                  <a:gd name="T2" fmla="*/ 1094 w 1258"/>
                  <a:gd name="T3" fmla="*/ 1094 h 1258"/>
                  <a:gd name="T4" fmla="*/ 1258 w 1258"/>
                  <a:gd name="T5" fmla="*/ 1258 h 1258"/>
                  <a:gd name="T6" fmla="*/ 1258 w 1258"/>
                  <a:gd name="T7" fmla="*/ 1258 h 1258"/>
                  <a:gd name="T8" fmla="*/ 1094 w 1258"/>
                  <a:gd name="T9" fmla="*/ 1093 h 1258"/>
                  <a:gd name="T10" fmla="*/ 0 w 1258"/>
                  <a:gd name="T11" fmla="*/ 0 h 1258"/>
                  <a:gd name="T12" fmla="*/ 0 w 1258"/>
                  <a:gd name="T13" fmla="*/ 0 h 1258"/>
                  <a:gd name="T14" fmla="*/ 164 w 1258"/>
                  <a:gd name="T15" fmla="*/ 164 h 1258"/>
                  <a:gd name="T16" fmla="*/ 164 w 1258"/>
                  <a:gd name="T17" fmla="*/ 164 h 1258"/>
                  <a:gd name="T18" fmla="*/ 0 w 1258"/>
                  <a:gd name="T19" fmla="*/ 0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8" h="1258">
                    <a:moveTo>
                      <a:pt x="1094" y="1093"/>
                    </a:moveTo>
                    <a:cubicBezTo>
                      <a:pt x="1094" y="1093"/>
                      <a:pt x="1094" y="1093"/>
                      <a:pt x="1094" y="1094"/>
                    </a:cubicBezTo>
                    <a:cubicBezTo>
                      <a:pt x="1258" y="1258"/>
                      <a:pt x="1258" y="1258"/>
                      <a:pt x="1258" y="1258"/>
                    </a:cubicBezTo>
                    <a:cubicBezTo>
                      <a:pt x="1258" y="1258"/>
                      <a:pt x="1258" y="1258"/>
                      <a:pt x="1258" y="1258"/>
                    </a:cubicBezTo>
                    <a:cubicBezTo>
                      <a:pt x="1094" y="1093"/>
                      <a:pt x="1094" y="1093"/>
                      <a:pt x="1094" y="1093"/>
                    </a:cubicBezTo>
                    <a:moveTo>
                      <a:pt x="0" y="0"/>
                    </a:moveTo>
                    <a:cubicBezTo>
                      <a:pt x="0" y="0"/>
                      <a:pt x="0" y="0"/>
                      <a:pt x="0" y="0"/>
                    </a:cubicBezTo>
                    <a:cubicBezTo>
                      <a:pt x="164" y="164"/>
                      <a:pt x="164" y="164"/>
                      <a:pt x="164" y="164"/>
                    </a:cubicBezTo>
                    <a:cubicBezTo>
                      <a:pt x="164" y="164"/>
                      <a:pt x="164" y="164"/>
                      <a:pt x="164" y="164"/>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3"/>
              <p:cNvSpPr>
                <a:spLocks noEditPoints="1"/>
              </p:cNvSpPr>
              <p:nvPr userDrawn="1"/>
            </p:nvSpPr>
            <p:spPr bwMode="auto">
              <a:xfrm>
                <a:off x="7959145" y="5759423"/>
                <a:ext cx="1830806" cy="915017"/>
              </a:xfrm>
              <a:custGeom>
                <a:avLst/>
                <a:gdLst>
                  <a:gd name="T0" fmla="*/ 1208 w 1452"/>
                  <a:gd name="T1" fmla="*/ 183 h 726"/>
                  <a:gd name="T2" fmla="*/ 1126 w 1452"/>
                  <a:gd name="T3" fmla="*/ 369 h 726"/>
                  <a:gd name="T4" fmla="*/ 1262 w 1452"/>
                  <a:gd name="T5" fmla="*/ 726 h 726"/>
                  <a:gd name="T6" fmla="*/ 1262 w 1452"/>
                  <a:gd name="T7" fmla="*/ 726 h 726"/>
                  <a:gd name="T8" fmla="*/ 1262 w 1452"/>
                  <a:gd name="T9" fmla="*/ 726 h 726"/>
                  <a:gd name="T10" fmla="*/ 1452 w 1452"/>
                  <a:gd name="T11" fmla="*/ 726 h 726"/>
                  <a:gd name="T12" fmla="*/ 1208 w 1452"/>
                  <a:gd name="T13" fmla="*/ 183 h 726"/>
                  <a:gd name="T14" fmla="*/ 322 w 1452"/>
                  <a:gd name="T15" fmla="*/ 122 h 726"/>
                  <a:gd name="T16" fmla="*/ 133 w 1452"/>
                  <a:gd name="T17" fmla="*/ 307 h 726"/>
                  <a:gd name="T18" fmla="*/ 263 w 1452"/>
                  <a:gd name="T19" fmla="*/ 239 h 726"/>
                  <a:gd name="T20" fmla="*/ 263 w 1452"/>
                  <a:gd name="T21" fmla="*/ 239 h 726"/>
                  <a:gd name="T22" fmla="*/ 322 w 1452"/>
                  <a:gd name="T23" fmla="*/ 122 h 726"/>
                  <a:gd name="T24" fmla="*/ 437 w 1452"/>
                  <a:gd name="T25" fmla="*/ 60 h 726"/>
                  <a:gd name="T26" fmla="*/ 407 w 1452"/>
                  <a:gd name="T27" fmla="*/ 73 h 726"/>
                  <a:gd name="T28" fmla="*/ 322 w 1452"/>
                  <a:gd name="T29" fmla="*/ 295 h 726"/>
                  <a:gd name="T30" fmla="*/ 322 w 1452"/>
                  <a:gd name="T31" fmla="*/ 295 h 726"/>
                  <a:gd name="T32" fmla="*/ 97 w 1452"/>
                  <a:gd name="T33" fmla="*/ 391 h 726"/>
                  <a:gd name="T34" fmla="*/ 82 w 1452"/>
                  <a:gd name="T35" fmla="*/ 390 h 726"/>
                  <a:gd name="T36" fmla="*/ 0 w 1452"/>
                  <a:gd name="T37" fmla="*/ 726 h 726"/>
                  <a:gd name="T38" fmla="*/ 1 w 1452"/>
                  <a:gd name="T39" fmla="*/ 726 h 726"/>
                  <a:gd name="T40" fmla="*/ 1 w 1452"/>
                  <a:gd name="T41" fmla="*/ 726 h 726"/>
                  <a:gd name="T42" fmla="*/ 190 w 1452"/>
                  <a:gd name="T43" fmla="*/ 726 h 726"/>
                  <a:gd name="T44" fmla="*/ 457 w 1452"/>
                  <a:gd name="T45" fmla="*/ 262 h 726"/>
                  <a:gd name="T46" fmla="*/ 437 w 1452"/>
                  <a:gd name="T47" fmla="*/ 60 h 726"/>
                  <a:gd name="T48" fmla="*/ 968 w 1452"/>
                  <a:gd name="T49" fmla="*/ 41 h 726"/>
                  <a:gd name="T50" fmla="*/ 912 w 1452"/>
                  <a:gd name="T51" fmla="*/ 223 h 726"/>
                  <a:gd name="T52" fmla="*/ 1051 w 1452"/>
                  <a:gd name="T53" fmla="*/ 299 h 726"/>
                  <a:gd name="T54" fmla="*/ 1110 w 1452"/>
                  <a:gd name="T55" fmla="*/ 110 h 726"/>
                  <a:gd name="T56" fmla="*/ 968 w 1452"/>
                  <a:gd name="T57" fmla="*/ 41 h 726"/>
                  <a:gd name="T58" fmla="*/ 726 w 1452"/>
                  <a:gd name="T59" fmla="*/ 0 h 726"/>
                  <a:gd name="T60" fmla="*/ 726 w 1452"/>
                  <a:gd name="T61" fmla="*/ 0 h 726"/>
                  <a:gd name="T62" fmla="*/ 553 w 1452"/>
                  <a:gd name="T63" fmla="*/ 21 h 726"/>
                  <a:gd name="T64" fmla="*/ 550 w 1452"/>
                  <a:gd name="T65" fmla="*/ 220 h 726"/>
                  <a:gd name="T66" fmla="*/ 726 w 1452"/>
                  <a:gd name="T67" fmla="*/ 190 h 726"/>
                  <a:gd name="T68" fmla="*/ 726 w 1452"/>
                  <a:gd name="T69" fmla="*/ 190 h 726"/>
                  <a:gd name="T70" fmla="*/ 779 w 1452"/>
                  <a:gd name="T71" fmla="*/ 2 h 726"/>
                  <a:gd name="T72" fmla="*/ 726 w 1452"/>
                  <a:gd name="T7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52" h="726">
                    <a:moveTo>
                      <a:pt x="1208" y="183"/>
                    </a:moveTo>
                    <a:cubicBezTo>
                      <a:pt x="1198" y="250"/>
                      <a:pt x="1170" y="314"/>
                      <a:pt x="1126" y="369"/>
                    </a:cubicBezTo>
                    <a:cubicBezTo>
                      <a:pt x="1210" y="464"/>
                      <a:pt x="1262" y="589"/>
                      <a:pt x="1262" y="726"/>
                    </a:cubicBezTo>
                    <a:cubicBezTo>
                      <a:pt x="1262" y="726"/>
                      <a:pt x="1262" y="726"/>
                      <a:pt x="1262" y="726"/>
                    </a:cubicBezTo>
                    <a:cubicBezTo>
                      <a:pt x="1262" y="726"/>
                      <a:pt x="1262" y="726"/>
                      <a:pt x="1262" y="726"/>
                    </a:cubicBezTo>
                    <a:cubicBezTo>
                      <a:pt x="1452" y="726"/>
                      <a:pt x="1452" y="726"/>
                      <a:pt x="1452" y="726"/>
                    </a:cubicBezTo>
                    <a:cubicBezTo>
                      <a:pt x="1452" y="510"/>
                      <a:pt x="1358" y="316"/>
                      <a:pt x="1208" y="183"/>
                    </a:cubicBezTo>
                    <a:moveTo>
                      <a:pt x="322" y="122"/>
                    </a:moveTo>
                    <a:cubicBezTo>
                      <a:pt x="249" y="172"/>
                      <a:pt x="185" y="234"/>
                      <a:pt x="133" y="307"/>
                    </a:cubicBezTo>
                    <a:cubicBezTo>
                      <a:pt x="181" y="299"/>
                      <a:pt x="227" y="276"/>
                      <a:pt x="263" y="239"/>
                    </a:cubicBezTo>
                    <a:cubicBezTo>
                      <a:pt x="263" y="239"/>
                      <a:pt x="263" y="239"/>
                      <a:pt x="263" y="239"/>
                    </a:cubicBezTo>
                    <a:cubicBezTo>
                      <a:pt x="295" y="205"/>
                      <a:pt x="315" y="165"/>
                      <a:pt x="322" y="122"/>
                    </a:cubicBezTo>
                    <a:moveTo>
                      <a:pt x="437" y="60"/>
                    </a:moveTo>
                    <a:cubicBezTo>
                      <a:pt x="427" y="64"/>
                      <a:pt x="417" y="69"/>
                      <a:pt x="407" y="73"/>
                    </a:cubicBezTo>
                    <a:cubicBezTo>
                      <a:pt x="409" y="153"/>
                      <a:pt x="381" y="233"/>
                      <a:pt x="322" y="295"/>
                    </a:cubicBezTo>
                    <a:cubicBezTo>
                      <a:pt x="322" y="295"/>
                      <a:pt x="322" y="295"/>
                      <a:pt x="322" y="295"/>
                    </a:cubicBezTo>
                    <a:cubicBezTo>
                      <a:pt x="261" y="359"/>
                      <a:pt x="179" y="391"/>
                      <a:pt x="97" y="391"/>
                    </a:cubicBezTo>
                    <a:cubicBezTo>
                      <a:pt x="92" y="391"/>
                      <a:pt x="87" y="391"/>
                      <a:pt x="82" y="390"/>
                    </a:cubicBezTo>
                    <a:cubicBezTo>
                      <a:pt x="30" y="491"/>
                      <a:pt x="0" y="605"/>
                      <a:pt x="0" y="726"/>
                    </a:cubicBezTo>
                    <a:cubicBezTo>
                      <a:pt x="1" y="726"/>
                      <a:pt x="1" y="726"/>
                      <a:pt x="1" y="726"/>
                    </a:cubicBezTo>
                    <a:cubicBezTo>
                      <a:pt x="1" y="726"/>
                      <a:pt x="1" y="726"/>
                      <a:pt x="1" y="726"/>
                    </a:cubicBezTo>
                    <a:cubicBezTo>
                      <a:pt x="190" y="726"/>
                      <a:pt x="190" y="726"/>
                      <a:pt x="190" y="726"/>
                    </a:cubicBezTo>
                    <a:cubicBezTo>
                      <a:pt x="190" y="528"/>
                      <a:pt x="298" y="355"/>
                      <a:pt x="457" y="262"/>
                    </a:cubicBezTo>
                    <a:cubicBezTo>
                      <a:pt x="433" y="198"/>
                      <a:pt x="426" y="127"/>
                      <a:pt x="437" y="60"/>
                    </a:cubicBezTo>
                    <a:moveTo>
                      <a:pt x="968" y="41"/>
                    </a:moveTo>
                    <a:cubicBezTo>
                      <a:pt x="938" y="99"/>
                      <a:pt x="920" y="160"/>
                      <a:pt x="912" y="223"/>
                    </a:cubicBezTo>
                    <a:cubicBezTo>
                      <a:pt x="962" y="242"/>
                      <a:pt x="1009" y="268"/>
                      <a:pt x="1051" y="299"/>
                    </a:cubicBezTo>
                    <a:cubicBezTo>
                      <a:pt x="1093" y="244"/>
                      <a:pt x="1113" y="176"/>
                      <a:pt x="1110" y="110"/>
                    </a:cubicBezTo>
                    <a:cubicBezTo>
                      <a:pt x="1066" y="82"/>
                      <a:pt x="1018" y="59"/>
                      <a:pt x="968" y="41"/>
                    </a:cubicBezTo>
                    <a:moveTo>
                      <a:pt x="726" y="0"/>
                    </a:moveTo>
                    <a:cubicBezTo>
                      <a:pt x="726" y="0"/>
                      <a:pt x="726" y="0"/>
                      <a:pt x="726" y="0"/>
                    </a:cubicBezTo>
                    <a:cubicBezTo>
                      <a:pt x="666" y="0"/>
                      <a:pt x="608" y="7"/>
                      <a:pt x="553" y="21"/>
                    </a:cubicBezTo>
                    <a:cubicBezTo>
                      <a:pt x="529" y="85"/>
                      <a:pt x="528" y="155"/>
                      <a:pt x="550" y="220"/>
                    </a:cubicBezTo>
                    <a:cubicBezTo>
                      <a:pt x="605" y="200"/>
                      <a:pt x="665" y="190"/>
                      <a:pt x="726" y="190"/>
                    </a:cubicBezTo>
                    <a:cubicBezTo>
                      <a:pt x="726" y="190"/>
                      <a:pt x="726" y="190"/>
                      <a:pt x="726" y="190"/>
                    </a:cubicBezTo>
                    <a:cubicBezTo>
                      <a:pt x="735" y="126"/>
                      <a:pt x="753" y="62"/>
                      <a:pt x="779" y="2"/>
                    </a:cubicBezTo>
                    <a:cubicBezTo>
                      <a:pt x="761" y="1"/>
                      <a:pt x="744" y="0"/>
                      <a:pt x="7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5"/>
              <p:cNvSpPr>
                <a:spLocks noEditPoints="1"/>
              </p:cNvSpPr>
              <p:nvPr userDrawn="1"/>
            </p:nvSpPr>
            <p:spPr bwMode="auto">
              <a:xfrm>
                <a:off x="7960688" y="6674441"/>
                <a:ext cx="1829263" cy="0"/>
              </a:xfrm>
              <a:custGeom>
                <a:avLst/>
                <a:gdLst>
                  <a:gd name="T0" fmla="*/ 1451 w 1451"/>
                  <a:gd name="T1" fmla="*/ 1261 w 1451"/>
                  <a:gd name="T2" fmla="*/ 1261 w 1451"/>
                  <a:gd name="T3" fmla="*/ 1451 w 1451"/>
                  <a:gd name="T4" fmla="*/ 1451 w 1451"/>
                  <a:gd name="T5" fmla="*/ 189 w 1451"/>
                  <a:gd name="T6" fmla="*/ 0 w 1451"/>
                  <a:gd name="T7" fmla="*/ 0 w 1451"/>
                  <a:gd name="T8" fmla="*/ 189 w 1451"/>
                  <a:gd name="T9" fmla="*/ 189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moveTo>
                      <a:pt x="189" y="0"/>
                    </a:moveTo>
                    <a:cubicBezTo>
                      <a:pt x="0" y="0"/>
                      <a:pt x="0" y="0"/>
                      <a:pt x="0" y="0"/>
                    </a:cubicBezTo>
                    <a:cubicBezTo>
                      <a:pt x="0" y="0"/>
                      <a:pt x="0" y="0"/>
                      <a:pt x="0" y="0"/>
                    </a:cubicBezTo>
                    <a:cubicBezTo>
                      <a:pt x="189" y="0"/>
                      <a:pt x="189" y="0"/>
                      <a:pt x="189" y="0"/>
                    </a:cubicBezTo>
                    <a:cubicBezTo>
                      <a:pt x="189" y="0"/>
                      <a:pt x="189" y="0"/>
                      <a:pt x="18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p:cNvSpPr>
                <a:spLocks noEditPoints="1"/>
              </p:cNvSpPr>
              <p:nvPr userDrawn="1"/>
            </p:nvSpPr>
            <p:spPr bwMode="auto">
              <a:xfrm>
                <a:off x="9702770" y="3395500"/>
                <a:ext cx="829379" cy="413532"/>
              </a:xfrm>
              <a:custGeom>
                <a:avLst/>
                <a:gdLst>
                  <a:gd name="T0" fmla="*/ 658 w 658"/>
                  <a:gd name="T1" fmla="*/ 323 h 328"/>
                  <a:gd name="T2" fmla="*/ 635 w 658"/>
                  <a:gd name="T3" fmla="*/ 328 h 328"/>
                  <a:gd name="T4" fmla="*/ 658 w 658"/>
                  <a:gd name="T5" fmla="*/ 328 h 328"/>
                  <a:gd name="T6" fmla="*/ 658 w 658"/>
                  <a:gd name="T7" fmla="*/ 323 h 328"/>
                  <a:gd name="T8" fmla="*/ 59 w 658"/>
                  <a:gd name="T9" fmla="*/ 141 h 328"/>
                  <a:gd name="T10" fmla="*/ 0 w 658"/>
                  <a:gd name="T11" fmla="*/ 328 h 328"/>
                  <a:gd name="T12" fmla="*/ 0 w 658"/>
                  <a:gd name="T13" fmla="*/ 328 h 328"/>
                  <a:gd name="T14" fmla="*/ 0 w 658"/>
                  <a:gd name="T15" fmla="*/ 328 h 328"/>
                  <a:gd name="T16" fmla="*/ 86 w 658"/>
                  <a:gd name="T17" fmla="*/ 328 h 328"/>
                  <a:gd name="T18" fmla="*/ 121 w 658"/>
                  <a:gd name="T19" fmla="*/ 202 h 328"/>
                  <a:gd name="T20" fmla="*/ 59 w 658"/>
                  <a:gd name="T21" fmla="*/ 141 h 328"/>
                  <a:gd name="T22" fmla="*/ 329 w 658"/>
                  <a:gd name="T23" fmla="*/ 0 h 328"/>
                  <a:gd name="T24" fmla="*/ 329 w 658"/>
                  <a:gd name="T25" fmla="*/ 0 h 328"/>
                  <a:gd name="T26" fmla="*/ 176 w 658"/>
                  <a:gd name="T27" fmla="*/ 37 h 328"/>
                  <a:gd name="T28" fmla="*/ 245 w 658"/>
                  <a:gd name="T29" fmla="*/ 101 h 328"/>
                  <a:gd name="T30" fmla="*/ 329 w 658"/>
                  <a:gd name="T31" fmla="*/ 86 h 328"/>
                  <a:gd name="T32" fmla="*/ 525 w 658"/>
                  <a:gd name="T33" fmla="*/ 186 h 328"/>
                  <a:gd name="T34" fmla="*/ 618 w 658"/>
                  <a:gd name="T35" fmla="*/ 172 h 328"/>
                  <a:gd name="T36" fmla="*/ 329 w 658"/>
                  <a:gd name="T37" fmla="*/ 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58" h="328">
                    <a:moveTo>
                      <a:pt x="658" y="323"/>
                    </a:moveTo>
                    <a:cubicBezTo>
                      <a:pt x="650" y="325"/>
                      <a:pt x="643" y="327"/>
                      <a:pt x="635" y="328"/>
                    </a:cubicBezTo>
                    <a:cubicBezTo>
                      <a:pt x="658" y="328"/>
                      <a:pt x="658" y="328"/>
                      <a:pt x="658" y="328"/>
                    </a:cubicBezTo>
                    <a:cubicBezTo>
                      <a:pt x="658" y="327"/>
                      <a:pt x="658" y="325"/>
                      <a:pt x="658" y="323"/>
                    </a:cubicBezTo>
                    <a:moveTo>
                      <a:pt x="59" y="141"/>
                    </a:moveTo>
                    <a:cubicBezTo>
                      <a:pt x="22" y="194"/>
                      <a:pt x="0" y="259"/>
                      <a:pt x="0" y="328"/>
                    </a:cubicBezTo>
                    <a:cubicBezTo>
                      <a:pt x="0" y="328"/>
                      <a:pt x="0" y="328"/>
                      <a:pt x="0" y="328"/>
                    </a:cubicBezTo>
                    <a:cubicBezTo>
                      <a:pt x="0" y="328"/>
                      <a:pt x="0" y="328"/>
                      <a:pt x="0" y="328"/>
                    </a:cubicBezTo>
                    <a:cubicBezTo>
                      <a:pt x="86" y="328"/>
                      <a:pt x="86" y="328"/>
                      <a:pt x="86" y="328"/>
                    </a:cubicBezTo>
                    <a:cubicBezTo>
                      <a:pt x="86" y="282"/>
                      <a:pt x="99" y="239"/>
                      <a:pt x="121" y="202"/>
                    </a:cubicBezTo>
                    <a:cubicBezTo>
                      <a:pt x="99" y="183"/>
                      <a:pt x="78" y="163"/>
                      <a:pt x="59" y="141"/>
                    </a:cubicBezTo>
                    <a:moveTo>
                      <a:pt x="329" y="0"/>
                    </a:moveTo>
                    <a:cubicBezTo>
                      <a:pt x="329" y="0"/>
                      <a:pt x="329" y="0"/>
                      <a:pt x="329" y="0"/>
                    </a:cubicBezTo>
                    <a:cubicBezTo>
                      <a:pt x="274" y="0"/>
                      <a:pt x="222" y="13"/>
                      <a:pt x="176" y="37"/>
                    </a:cubicBezTo>
                    <a:cubicBezTo>
                      <a:pt x="197" y="61"/>
                      <a:pt x="220" y="82"/>
                      <a:pt x="245" y="101"/>
                    </a:cubicBezTo>
                    <a:cubicBezTo>
                      <a:pt x="271" y="91"/>
                      <a:pt x="299" y="86"/>
                      <a:pt x="329" y="86"/>
                    </a:cubicBezTo>
                    <a:cubicBezTo>
                      <a:pt x="410" y="86"/>
                      <a:pt x="481" y="125"/>
                      <a:pt x="525" y="186"/>
                    </a:cubicBezTo>
                    <a:cubicBezTo>
                      <a:pt x="557" y="184"/>
                      <a:pt x="588" y="180"/>
                      <a:pt x="618" y="172"/>
                    </a:cubicBezTo>
                    <a:cubicBezTo>
                      <a:pt x="562" y="69"/>
                      <a:pt x="454" y="0"/>
                      <a:pt x="32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8"/>
              <p:cNvSpPr>
                <a:spLocks noEditPoints="1"/>
              </p:cNvSpPr>
              <p:nvPr userDrawn="1"/>
            </p:nvSpPr>
            <p:spPr bwMode="auto">
              <a:xfrm>
                <a:off x="9702770" y="3809032"/>
                <a:ext cx="829379" cy="0"/>
              </a:xfrm>
              <a:custGeom>
                <a:avLst/>
                <a:gdLst>
                  <a:gd name="T0" fmla="*/ 658 w 658"/>
                  <a:gd name="T1" fmla="*/ 635 w 658"/>
                  <a:gd name="T2" fmla="*/ 635 w 658"/>
                  <a:gd name="T3" fmla="*/ 658 w 658"/>
                  <a:gd name="T4" fmla="*/ 658 w 658"/>
                  <a:gd name="T5" fmla="*/ 86 w 658"/>
                  <a:gd name="T6" fmla="*/ 0 w 658"/>
                  <a:gd name="T7" fmla="*/ 0 w 658"/>
                  <a:gd name="T8" fmla="*/ 86 w 658"/>
                  <a:gd name="T9" fmla="*/ 86 w 658"/>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658">
                    <a:moveTo>
                      <a:pt x="658" y="0"/>
                    </a:moveTo>
                    <a:cubicBezTo>
                      <a:pt x="635" y="0"/>
                      <a:pt x="635" y="0"/>
                      <a:pt x="635" y="0"/>
                    </a:cubicBezTo>
                    <a:cubicBezTo>
                      <a:pt x="635" y="0"/>
                      <a:pt x="635" y="0"/>
                      <a:pt x="635" y="0"/>
                    </a:cubicBezTo>
                    <a:cubicBezTo>
                      <a:pt x="658" y="0"/>
                      <a:pt x="658" y="0"/>
                      <a:pt x="658" y="0"/>
                    </a:cubicBezTo>
                    <a:cubicBezTo>
                      <a:pt x="658" y="0"/>
                      <a:pt x="658" y="0"/>
                      <a:pt x="658" y="0"/>
                    </a:cubicBezTo>
                    <a:moveTo>
                      <a:pt x="86" y="0"/>
                    </a:moveTo>
                    <a:cubicBezTo>
                      <a:pt x="0" y="0"/>
                      <a:pt x="0" y="0"/>
                      <a:pt x="0" y="0"/>
                    </a:cubicBezTo>
                    <a:cubicBezTo>
                      <a:pt x="0" y="0"/>
                      <a:pt x="0" y="0"/>
                      <a:pt x="0" y="0"/>
                    </a:cubicBezTo>
                    <a:cubicBezTo>
                      <a:pt x="86" y="0"/>
                      <a:pt x="86" y="0"/>
                      <a:pt x="86" y="0"/>
                    </a:cubicBezTo>
                    <a:cubicBezTo>
                      <a:pt x="86" y="0"/>
                      <a:pt x="86" y="0"/>
                      <a:pt x="8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9"/>
              <p:cNvSpPr>
                <a:spLocks noEditPoints="1"/>
              </p:cNvSpPr>
              <p:nvPr userDrawn="1"/>
            </p:nvSpPr>
            <p:spPr bwMode="auto">
              <a:xfrm>
                <a:off x="10686453" y="3050633"/>
                <a:ext cx="1830035" cy="915017"/>
              </a:xfrm>
              <a:custGeom>
                <a:avLst/>
                <a:gdLst>
                  <a:gd name="T0" fmla="*/ 54 w 1452"/>
                  <a:gd name="T1" fmla="*/ 518 h 726"/>
                  <a:gd name="T2" fmla="*/ 25 w 1452"/>
                  <a:gd name="T3" fmla="*/ 536 h 726"/>
                  <a:gd name="T4" fmla="*/ 0 w 1452"/>
                  <a:gd name="T5" fmla="*/ 726 h 726"/>
                  <a:gd name="T6" fmla="*/ 1 w 1452"/>
                  <a:gd name="T7" fmla="*/ 726 h 726"/>
                  <a:gd name="T8" fmla="*/ 1 w 1452"/>
                  <a:gd name="T9" fmla="*/ 726 h 726"/>
                  <a:gd name="T10" fmla="*/ 190 w 1452"/>
                  <a:gd name="T11" fmla="*/ 726 h 726"/>
                  <a:gd name="T12" fmla="*/ 209 w 1452"/>
                  <a:gd name="T13" fmla="*/ 586 h 726"/>
                  <a:gd name="T14" fmla="*/ 54 w 1452"/>
                  <a:gd name="T15" fmla="*/ 518 h 726"/>
                  <a:gd name="T16" fmla="*/ 1303 w 1452"/>
                  <a:gd name="T17" fmla="*/ 285 h 726"/>
                  <a:gd name="T18" fmla="*/ 1247 w 1452"/>
                  <a:gd name="T19" fmla="*/ 346 h 726"/>
                  <a:gd name="T20" fmla="*/ 1247 w 1452"/>
                  <a:gd name="T21" fmla="*/ 346 h 726"/>
                  <a:gd name="T22" fmla="*/ 1166 w 1452"/>
                  <a:gd name="T23" fmla="*/ 419 h 726"/>
                  <a:gd name="T24" fmla="*/ 1262 w 1452"/>
                  <a:gd name="T25" fmla="*/ 726 h 726"/>
                  <a:gd name="T26" fmla="*/ 1262 w 1452"/>
                  <a:gd name="T27" fmla="*/ 726 h 726"/>
                  <a:gd name="T28" fmla="*/ 1262 w 1452"/>
                  <a:gd name="T29" fmla="*/ 726 h 726"/>
                  <a:gd name="T30" fmla="*/ 1452 w 1452"/>
                  <a:gd name="T31" fmla="*/ 726 h 726"/>
                  <a:gd name="T32" fmla="*/ 1303 w 1452"/>
                  <a:gd name="T33" fmla="*/ 285 h 726"/>
                  <a:gd name="T34" fmla="*/ 726 w 1452"/>
                  <a:gd name="T35" fmla="*/ 0 h 726"/>
                  <a:gd name="T36" fmla="*/ 726 w 1452"/>
                  <a:gd name="T37" fmla="*/ 0 h 726"/>
                  <a:gd name="T38" fmla="*/ 313 w 1452"/>
                  <a:gd name="T39" fmla="*/ 129 h 726"/>
                  <a:gd name="T40" fmla="*/ 243 w 1452"/>
                  <a:gd name="T41" fmla="*/ 317 h 726"/>
                  <a:gd name="T42" fmla="*/ 342 w 1452"/>
                  <a:gd name="T43" fmla="*/ 352 h 726"/>
                  <a:gd name="T44" fmla="*/ 726 w 1452"/>
                  <a:gd name="T45" fmla="*/ 190 h 726"/>
                  <a:gd name="T46" fmla="*/ 961 w 1452"/>
                  <a:gd name="T47" fmla="*/ 244 h 726"/>
                  <a:gd name="T48" fmla="*/ 1061 w 1452"/>
                  <a:gd name="T49" fmla="*/ 160 h 726"/>
                  <a:gd name="T50" fmla="*/ 1060 w 1452"/>
                  <a:gd name="T51" fmla="*/ 159 h 726"/>
                  <a:gd name="T52" fmla="*/ 1107 w 1452"/>
                  <a:gd name="T53" fmla="*/ 108 h 726"/>
                  <a:gd name="T54" fmla="*/ 726 w 1452"/>
                  <a:gd name="T55"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52" h="726">
                    <a:moveTo>
                      <a:pt x="54" y="518"/>
                    </a:moveTo>
                    <a:cubicBezTo>
                      <a:pt x="45" y="525"/>
                      <a:pt x="35" y="531"/>
                      <a:pt x="25" y="536"/>
                    </a:cubicBezTo>
                    <a:cubicBezTo>
                      <a:pt x="9" y="597"/>
                      <a:pt x="0" y="660"/>
                      <a:pt x="0" y="726"/>
                    </a:cubicBezTo>
                    <a:cubicBezTo>
                      <a:pt x="1" y="726"/>
                      <a:pt x="1" y="726"/>
                      <a:pt x="1" y="726"/>
                    </a:cubicBezTo>
                    <a:cubicBezTo>
                      <a:pt x="1" y="726"/>
                      <a:pt x="1" y="726"/>
                      <a:pt x="1" y="726"/>
                    </a:cubicBezTo>
                    <a:cubicBezTo>
                      <a:pt x="190" y="726"/>
                      <a:pt x="190" y="726"/>
                      <a:pt x="190" y="726"/>
                    </a:cubicBezTo>
                    <a:cubicBezTo>
                      <a:pt x="190" y="677"/>
                      <a:pt x="197" y="631"/>
                      <a:pt x="209" y="586"/>
                    </a:cubicBezTo>
                    <a:cubicBezTo>
                      <a:pt x="156" y="568"/>
                      <a:pt x="104" y="545"/>
                      <a:pt x="54" y="518"/>
                    </a:cubicBezTo>
                    <a:moveTo>
                      <a:pt x="1303" y="285"/>
                    </a:moveTo>
                    <a:cubicBezTo>
                      <a:pt x="1285" y="306"/>
                      <a:pt x="1266" y="326"/>
                      <a:pt x="1247" y="346"/>
                    </a:cubicBezTo>
                    <a:cubicBezTo>
                      <a:pt x="1247" y="346"/>
                      <a:pt x="1247" y="346"/>
                      <a:pt x="1247" y="346"/>
                    </a:cubicBezTo>
                    <a:cubicBezTo>
                      <a:pt x="1221" y="372"/>
                      <a:pt x="1194" y="397"/>
                      <a:pt x="1166" y="419"/>
                    </a:cubicBezTo>
                    <a:cubicBezTo>
                      <a:pt x="1226" y="506"/>
                      <a:pt x="1262" y="612"/>
                      <a:pt x="1262" y="726"/>
                    </a:cubicBezTo>
                    <a:cubicBezTo>
                      <a:pt x="1262" y="726"/>
                      <a:pt x="1262" y="726"/>
                      <a:pt x="1262" y="726"/>
                    </a:cubicBezTo>
                    <a:cubicBezTo>
                      <a:pt x="1262" y="726"/>
                      <a:pt x="1262" y="726"/>
                      <a:pt x="1262" y="726"/>
                    </a:cubicBezTo>
                    <a:cubicBezTo>
                      <a:pt x="1452" y="726"/>
                      <a:pt x="1452" y="726"/>
                      <a:pt x="1452" y="726"/>
                    </a:cubicBezTo>
                    <a:cubicBezTo>
                      <a:pt x="1452" y="560"/>
                      <a:pt x="1396" y="407"/>
                      <a:pt x="1303" y="285"/>
                    </a:cubicBezTo>
                    <a:moveTo>
                      <a:pt x="726" y="0"/>
                    </a:moveTo>
                    <a:cubicBezTo>
                      <a:pt x="726" y="0"/>
                      <a:pt x="726" y="0"/>
                      <a:pt x="726" y="0"/>
                    </a:cubicBezTo>
                    <a:cubicBezTo>
                      <a:pt x="573" y="0"/>
                      <a:pt x="430" y="47"/>
                      <a:pt x="313" y="129"/>
                    </a:cubicBezTo>
                    <a:cubicBezTo>
                      <a:pt x="301" y="196"/>
                      <a:pt x="277" y="260"/>
                      <a:pt x="243" y="317"/>
                    </a:cubicBezTo>
                    <a:cubicBezTo>
                      <a:pt x="276" y="331"/>
                      <a:pt x="309" y="343"/>
                      <a:pt x="342" y="352"/>
                    </a:cubicBezTo>
                    <a:cubicBezTo>
                      <a:pt x="440" y="252"/>
                      <a:pt x="576" y="190"/>
                      <a:pt x="726" y="190"/>
                    </a:cubicBezTo>
                    <a:cubicBezTo>
                      <a:pt x="810" y="190"/>
                      <a:pt x="890" y="209"/>
                      <a:pt x="961" y="244"/>
                    </a:cubicBezTo>
                    <a:cubicBezTo>
                      <a:pt x="996" y="219"/>
                      <a:pt x="1029" y="191"/>
                      <a:pt x="1061" y="160"/>
                    </a:cubicBezTo>
                    <a:cubicBezTo>
                      <a:pt x="1060" y="159"/>
                      <a:pt x="1060" y="159"/>
                      <a:pt x="1060" y="159"/>
                    </a:cubicBezTo>
                    <a:cubicBezTo>
                      <a:pt x="1077" y="143"/>
                      <a:pt x="1093" y="126"/>
                      <a:pt x="1107" y="108"/>
                    </a:cubicBezTo>
                    <a:cubicBezTo>
                      <a:pt x="996" y="39"/>
                      <a:pt x="866" y="0"/>
                      <a:pt x="7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1"/>
              <p:cNvSpPr>
                <a:spLocks noEditPoints="1"/>
              </p:cNvSpPr>
              <p:nvPr userDrawn="1"/>
            </p:nvSpPr>
            <p:spPr bwMode="auto">
              <a:xfrm>
                <a:off x="10687224" y="3965650"/>
                <a:ext cx="1829263" cy="0"/>
              </a:xfrm>
              <a:custGeom>
                <a:avLst/>
                <a:gdLst>
                  <a:gd name="T0" fmla="*/ 189 w 1451"/>
                  <a:gd name="T1" fmla="*/ 0 w 1451"/>
                  <a:gd name="T2" fmla="*/ 0 w 1451"/>
                  <a:gd name="T3" fmla="*/ 189 w 1451"/>
                  <a:gd name="T4" fmla="*/ 189 w 1451"/>
                  <a:gd name="T5" fmla="*/ 1451 w 1451"/>
                  <a:gd name="T6" fmla="*/ 1261 w 1451"/>
                  <a:gd name="T7" fmla="*/ 1261 w 1451"/>
                  <a:gd name="T8" fmla="*/ 1451 w 1451"/>
                  <a:gd name="T9" fmla="*/ 1451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89" y="0"/>
                    </a:moveTo>
                    <a:cubicBezTo>
                      <a:pt x="0" y="0"/>
                      <a:pt x="0" y="0"/>
                      <a:pt x="0" y="0"/>
                    </a:cubicBezTo>
                    <a:cubicBezTo>
                      <a:pt x="0" y="0"/>
                      <a:pt x="0" y="0"/>
                      <a:pt x="0" y="0"/>
                    </a:cubicBezTo>
                    <a:cubicBezTo>
                      <a:pt x="189" y="0"/>
                      <a:pt x="189" y="0"/>
                      <a:pt x="189" y="0"/>
                    </a:cubicBezTo>
                    <a:cubicBezTo>
                      <a:pt x="189" y="0"/>
                      <a:pt x="189" y="0"/>
                      <a:pt x="189" y="0"/>
                    </a:cubicBezTo>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22"/>
              <p:cNvSpPr>
                <a:spLocks noEditPoints="1"/>
              </p:cNvSpPr>
              <p:nvPr userDrawn="1"/>
            </p:nvSpPr>
            <p:spPr bwMode="auto">
              <a:xfrm>
                <a:off x="10296837" y="4202505"/>
                <a:ext cx="989855" cy="935077"/>
              </a:xfrm>
              <a:custGeom>
                <a:avLst/>
                <a:gdLst>
                  <a:gd name="T0" fmla="*/ 731 w 785"/>
                  <a:gd name="T1" fmla="*/ 589 h 742"/>
                  <a:gd name="T2" fmla="*/ 678 w 785"/>
                  <a:gd name="T3" fmla="*/ 633 h 742"/>
                  <a:gd name="T4" fmla="*/ 785 w 785"/>
                  <a:gd name="T5" fmla="*/ 642 h 742"/>
                  <a:gd name="T6" fmla="*/ 731 w 785"/>
                  <a:gd name="T7" fmla="*/ 589 h 742"/>
                  <a:gd name="T8" fmla="*/ 2 w 785"/>
                  <a:gd name="T9" fmla="*/ 332 h 742"/>
                  <a:gd name="T10" fmla="*/ 142 w 785"/>
                  <a:gd name="T11" fmla="*/ 678 h 742"/>
                  <a:gd name="T12" fmla="*/ 222 w 785"/>
                  <a:gd name="T13" fmla="*/ 742 h 742"/>
                  <a:gd name="T14" fmla="*/ 375 w 785"/>
                  <a:gd name="T15" fmla="*/ 676 h 742"/>
                  <a:gd name="T16" fmla="*/ 231 w 785"/>
                  <a:gd name="T17" fmla="*/ 589 h 742"/>
                  <a:gd name="T18" fmla="*/ 128 w 785"/>
                  <a:gd name="T19" fmla="*/ 359 h 742"/>
                  <a:gd name="T20" fmla="*/ 2 w 785"/>
                  <a:gd name="T21" fmla="*/ 332 h 742"/>
                  <a:gd name="T22" fmla="*/ 142 w 785"/>
                  <a:gd name="T23" fmla="*/ 0 h 742"/>
                  <a:gd name="T24" fmla="*/ 42 w 785"/>
                  <a:gd name="T25" fmla="*/ 145 h 742"/>
                  <a:gd name="T26" fmla="*/ 169 w 785"/>
                  <a:gd name="T27" fmla="*/ 172 h 742"/>
                  <a:gd name="T28" fmla="*/ 231 w 785"/>
                  <a:gd name="T29" fmla="*/ 89 h 742"/>
                  <a:gd name="T30" fmla="*/ 231 w 785"/>
                  <a:gd name="T31" fmla="*/ 88 h 742"/>
                  <a:gd name="T32" fmla="*/ 231 w 785"/>
                  <a:gd name="T33" fmla="*/ 88 h 742"/>
                  <a:gd name="T34" fmla="*/ 142 w 785"/>
                  <a:gd name="T35"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5" h="742">
                    <a:moveTo>
                      <a:pt x="731" y="589"/>
                    </a:moveTo>
                    <a:cubicBezTo>
                      <a:pt x="715" y="606"/>
                      <a:pt x="697" y="620"/>
                      <a:pt x="678" y="633"/>
                    </a:cubicBezTo>
                    <a:cubicBezTo>
                      <a:pt x="714" y="634"/>
                      <a:pt x="749" y="637"/>
                      <a:pt x="785" y="642"/>
                    </a:cubicBezTo>
                    <a:cubicBezTo>
                      <a:pt x="731" y="589"/>
                      <a:pt x="731" y="589"/>
                      <a:pt x="731" y="589"/>
                    </a:cubicBezTo>
                    <a:moveTo>
                      <a:pt x="2" y="332"/>
                    </a:moveTo>
                    <a:cubicBezTo>
                      <a:pt x="0" y="457"/>
                      <a:pt x="47" y="582"/>
                      <a:pt x="142" y="678"/>
                    </a:cubicBezTo>
                    <a:cubicBezTo>
                      <a:pt x="167" y="703"/>
                      <a:pt x="194" y="724"/>
                      <a:pt x="222" y="742"/>
                    </a:cubicBezTo>
                    <a:cubicBezTo>
                      <a:pt x="271" y="715"/>
                      <a:pt x="323" y="693"/>
                      <a:pt x="375" y="676"/>
                    </a:cubicBezTo>
                    <a:cubicBezTo>
                      <a:pt x="322" y="660"/>
                      <a:pt x="273" y="631"/>
                      <a:pt x="231" y="589"/>
                    </a:cubicBezTo>
                    <a:cubicBezTo>
                      <a:pt x="167" y="525"/>
                      <a:pt x="133" y="443"/>
                      <a:pt x="128" y="359"/>
                    </a:cubicBezTo>
                    <a:cubicBezTo>
                      <a:pt x="87" y="345"/>
                      <a:pt x="44" y="336"/>
                      <a:pt x="2" y="332"/>
                    </a:cubicBezTo>
                    <a:moveTo>
                      <a:pt x="142" y="0"/>
                    </a:moveTo>
                    <a:cubicBezTo>
                      <a:pt x="99" y="43"/>
                      <a:pt x="65" y="93"/>
                      <a:pt x="42" y="145"/>
                    </a:cubicBezTo>
                    <a:cubicBezTo>
                      <a:pt x="85" y="151"/>
                      <a:pt x="127" y="160"/>
                      <a:pt x="169" y="172"/>
                    </a:cubicBezTo>
                    <a:cubicBezTo>
                      <a:pt x="185" y="142"/>
                      <a:pt x="205" y="114"/>
                      <a:pt x="231" y="89"/>
                    </a:cubicBezTo>
                    <a:cubicBezTo>
                      <a:pt x="231" y="88"/>
                      <a:pt x="231" y="88"/>
                      <a:pt x="231" y="88"/>
                    </a:cubicBezTo>
                    <a:cubicBezTo>
                      <a:pt x="231" y="88"/>
                      <a:pt x="231" y="88"/>
                      <a:pt x="231" y="88"/>
                    </a:cubicBezTo>
                    <a:cubicBezTo>
                      <a:pt x="142" y="0"/>
                      <a:pt x="142" y="0"/>
                      <a:pt x="14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3"/>
              <p:cNvSpPr>
                <a:spLocks/>
              </p:cNvSpPr>
              <p:nvPr userDrawn="1"/>
            </p:nvSpPr>
            <p:spPr bwMode="auto">
              <a:xfrm>
                <a:off x="10299152" y="4385354"/>
                <a:ext cx="210624" cy="269259"/>
              </a:xfrm>
              <a:custGeom>
                <a:avLst/>
                <a:gdLst>
                  <a:gd name="T0" fmla="*/ 40 w 167"/>
                  <a:gd name="T1" fmla="*/ 0 h 214"/>
                  <a:gd name="T2" fmla="*/ 0 w 167"/>
                  <a:gd name="T3" fmla="*/ 187 h 214"/>
                  <a:gd name="T4" fmla="*/ 126 w 167"/>
                  <a:gd name="T5" fmla="*/ 214 h 214"/>
                  <a:gd name="T6" fmla="*/ 167 w 167"/>
                  <a:gd name="T7" fmla="*/ 27 h 214"/>
                  <a:gd name="T8" fmla="*/ 40 w 167"/>
                  <a:gd name="T9" fmla="*/ 0 h 214"/>
                </a:gdLst>
                <a:ahLst/>
                <a:cxnLst>
                  <a:cxn ang="0">
                    <a:pos x="T0" y="T1"/>
                  </a:cxn>
                  <a:cxn ang="0">
                    <a:pos x="T2" y="T3"/>
                  </a:cxn>
                  <a:cxn ang="0">
                    <a:pos x="T4" y="T5"/>
                  </a:cxn>
                  <a:cxn ang="0">
                    <a:pos x="T6" y="T7"/>
                  </a:cxn>
                  <a:cxn ang="0">
                    <a:pos x="T8" y="T9"/>
                  </a:cxn>
                </a:cxnLst>
                <a:rect l="0" t="0" r="r" b="b"/>
                <a:pathLst>
                  <a:path w="167" h="214">
                    <a:moveTo>
                      <a:pt x="40" y="0"/>
                    </a:moveTo>
                    <a:cubicBezTo>
                      <a:pt x="14" y="60"/>
                      <a:pt x="1" y="123"/>
                      <a:pt x="0" y="187"/>
                    </a:cubicBezTo>
                    <a:cubicBezTo>
                      <a:pt x="42" y="191"/>
                      <a:pt x="85" y="200"/>
                      <a:pt x="126" y="214"/>
                    </a:cubicBezTo>
                    <a:cubicBezTo>
                      <a:pt x="122" y="150"/>
                      <a:pt x="136" y="85"/>
                      <a:pt x="167" y="27"/>
                    </a:cubicBezTo>
                    <a:cubicBezTo>
                      <a:pt x="125" y="15"/>
                      <a:pt x="83" y="6"/>
                      <a:pt x="4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27"/>
              <p:cNvSpPr>
                <a:spLocks/>
              </p:cNvSpPr>
              <p:nvPr userDrawn="1"/>
            </p:nvSpPr>
            <p:spPr bwMode="auto">
              <a:xfrm>
                <a:off x="11286692" y="5011825"/>
                <a:ext cx="71751" cy="43977"/>
              </a:xfrm>
              <a:custGeom>
                <a:avLst/>
                <a:gdLst>
                  <a:gd name="T0" fmla="*/ 0 w 57"/>
                  <a:gd name="T1" fmla="*/ 0 h 35"/>
                  <a:gd name="T2" fmla="*/ 35 w 57"/>
                  <a:gd name="T3" fmla="*/ 35 h 35"/>
                  <a:gd name="T4" fmla="*/ 57 w 57"/>
                  <a:gd name="T5" fmla="*/ 11 h 35"/>
                  <a:gd name="T6" fmla="*/ 0 w 57"/>
                  <a:gd name="T7" fmla="*/ 0 h 35"/>
                </a:gdLst>
                <a:ahLst/>
                <a:cxnLst>
                  <a:cxn ang="0">
                    <a:pos x="T0" y="T1"/>
                  </a:cxn>
                  <a:cxn ang="0">
                    <a:pos x="T2" y="T3"/>
                  </a:cxn>
                  <a:cxn ang="0">
                    <a:pos x="T4" y="T5"/>
                  </a:cxn>
                  <a:cxn ang="0">
                    <a:pos x="T6" y="T7"/>
                  </a:cxn>
                </a:cxnLst>
                <a:rect l="0" t="0" r="r" b="b"/>
                <a:pathLst>
                  <a:path w="57" h="35">
                    <a:moveTo>
                      <a:pt x="0" y="0"/>
                    </a:moveTo>
                    <a:cubicBezTo>
                      <a:pt x="35" y="35"/>
                      <a:pt x="35" y="35"/>
                      <a:pt x="35" y="35"/>
                    </a:cubicBezTo>
                    <a:cubicBezTo>
                      <a:pt x="43" y="27"/>
                      <a:pt x="50" y="19"/>
                      <a:pt x="57" y="11"/>
                    </a:cubicBezTo>
                    <a:cubicBezTo>
                      <a:pt x="38" y="7"/>
                      <a:pt x="19" y="3"/>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8"/>
              <p:cNvSpPr>
                <a:spLocks noEditPoints="1"/>
              </p:cNvSpPr>
              <p:nvPr userDrawn="1"/>
            </p:nvSpPr>
            <p:spPr bwMode="auto">
              <a:xfrm>
                <a:off x="10692625" y="4025057"/>
                <a:ext cx="813949" cy="843267"/>
              </a:xfrm>
              <a:custGeom>
                <a:avLst/>
                <a:gdLst>
                  <a:gd name="T0" fmla="*/ 519 w 646"/>
                  <a:gd name="T1" fmla="*/ 449 h 669"/>
                  <a:gd name="T2" fmla="*/ 483 w 646"/>
                  <a:gd name="T3" fmla="*/ 638 h 669"/>
                  <a:gd name="T4" fmla="*/ 607 w 646"/>
                  <a:gd name="T5" fmla="*/ 669 h 669"/>
                  <a:gd name="T6" fmla="*/ 646 w 646"/>
                  <a:gd name="T7" fmla="*/ 483 h 669"/>
                  <a:gd name="T8" fmla="*/ 519 w 646"/>
                  <a:gd name="T9" fmla="*/ 449 h 669"/>
                  <a:gd name="T10" fmla="*/ 167 w 646"/>
                  <a:gd name="T11" fmla="*/ 0 h 669"/>
                  <a:gd name="T12" fmla="*/ 0 w 646"/>
                  <a:gd name="T13" fmla="*/ 30 h 669"/>
                  <a:gd name="T14" fmla="*/ 24 w 646"/>
                  <a:gd name="T15" fmla="*/ 155 h 669"/>
                  <a:gd name="T16" fmla="*/ 167 w 646"/>
                  <a:gd name="T17" fmla="*/ 126 h 669"/>
                  <a:gd name="T18" fmla="*/ 216 w 646"/>
                  <a:gd name="T19" fmla="*/ 129 h 669"/>
                  <a:gd name="T20" fmla="*/ 188 w 646"/>
                  <a:gd name="T21" fmla="*/ 1 h 669"/>
                  <a:gd name="T22" fmla="*/ 167 w 646"/>
                  <a:gd name="T23" fmla="*/ 0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6" h="669">
                    <a:moveTo>
                      <a:pt x="519" y="449"/>
                    </a:moveTo>
                    <a:cubicBezTo>
                      <a:pt x="525" y="513"/>
                      <a:pt x="513" y="579"/>
                      <a:pt x="483" y="638"/>
                    </a:cubicBezTo>
                    <a:cubicBezTo>
                      <a:pt x="523" y="652"/>
                      <a:pt x="564" y="663"/>
                      <a:pt x="607" y="669"/>
                    </a:cubicBezTo>
                    <a:cubicBezTo>
                      <a:pt x="633" y="610"/>
                      <a:pt x="646" y="547"/>
                      <a:pt x="646" y="483"/>
                    </a:cubicBezTo>
                    <a:cubicBezTo>
                      <a:pt x="602" y="477"/>
                      <a:pt x="559" y="465"/>
                      <a:pt x="519" y="449"/>
                    </a:cubicBezTo>
                    <a:moveTo>
                      <a:pt x="167" y="0"/>
                    </a:moveTo>
                    <a:cubicBezTo>
                      <a:pt x="110" y="0"/>
                      <a:pt x="54" y="10"/>
                      <a:pt x="0" y="30"/>
                    </a:cubicBezTo>
                    <a:cubicBezTo>
                      <a:pt x="4" y="73"/>
                      <a:pt x="13" y="115"/>
                      <a:pt x="24" y="155"/>
                    </a:cubicBezTo>
                    <a:cubicBezTo>
                      <a:pt x="70" y="136"/>
                      <a:pt x="118" y="126"/>
                      <a:pt x="167" y="126"/>
                    </a:cubicBezTo>
                    <a:cubicBezTo>
                      <a:pt x="183" y="126"/>
                      <a:pt x="199" y="127"/>
                      <a:pt x="216" y="129"/>
                    </a:cubicBezTo>
                    <a:cubicBezTo>
                      <a:pt x="201" y="88"/>
                      <a:pt x="192" y="45"/>
                      <a:pt x="188" y="1"/>
                    </a:cubicBezTo>
                    <a:cubicBezTo>
                      <a:pt x="181" y="0"/>
                      <a:pt x="174" y="0"/>
                      <a:pt x="16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9"/>
              <p:cNvSpPr>
                <a:spLocks noEditPoints="1"/>
              </p:cNvSpPr>
              <p:nvPr userDrawn="1"/>
            </p:nvSpPr>
            <p:spPr bwMode="auto">
              <a:xfrm>
                <a:off x="10475829" y="4202505"/>
                <a:ext cx="810863" cy="809320"/>
              </a:xfrm>
              <a:custGeom>
                <a:avLst/>
                <a:gdLst>
                  <a:gd name="T0" fmla="*/ 589 w 643"/>
                  <a:gd name="T1" fmla="*/ 589 h 642"/>
                  <a:gd name="T2" fmla="*/ 589 w 643"/>
                  <a:gd name="T3" fmla="*/ 589 h 642"/>
                  <a:gd name="T4" fmla="*/ 643 w 643"/>
                  <a:gd name="T5" fmla="*/ 642 h 642"/>
                  <a:gd name="T6" fmla="*/ 643 w 643"/>
                  <a:gd name="T7" fmla="*/ 642 h 642"/>
                  <a:gd name="T8" fmla="*/ 589 w 643"/>
                  <a:gd name="T9" fmla="*/ 589 h 642"/>
                  <a:gd name="T10" fmla="*/ 0 w 643"/>
                  <a:gd name="T11" fmla="*/ 0 h 642"/>
                  <a:gd name="T12" fmla="*/ 0 w 643"/>
                  <a:gd name="T13" fmla="*/ 0 h 642"/>
                  <a:gd name="T14" fmla="*/ 89 w 643"/>
                  <a:gd name="T15" fmla="*/ 88 h 642"/>
                  <a:gd name="T16" fmla="*/ 89 w 643"/>
                  <a:gd name="T17" fmla="*/ 88 h 642"/>
                  <a:gd name="T18" fmla="*/ 0 w 643"/>
                  <a:gd name="T19"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3" h="642">
                    <a:moveTo>
                      <a:pt x="589" y="589"/>
                    </a:moveTo>
                    <a:cubicBezTo>
                      <a:pt x="589" y="589"/>
                      <a:pt x="589" y="589"/>
                      <a:pt x="589" y="589"/>
                    </a:cubicBezTo>
                    <a:cubicBezTo>
                      <a:pt x="643" y="642"/>
                      <a:pt x="643" y="642"/>
                      <a:pt x="643" y="642"/>
                    </a:cubicBezTo>
                    <a:cubicBezTo>
                      <a:pt x="643" y="642"/>
                      <a:pt x="643" y="642"/>
                      <a:pt x="643" y="642"/>
                    </a:cubicBezTo>
                    <a:cubicBezTo>
                      <a:pt x="589" y="589"/>
                      <a:pt x="589" y="589"/>
                      <a:pt x="589" y="589"/>
                    </a:cubicBezTo>
                    <a:moveTo>
                      <a:pt x="0" y="0"/>
                    </a:moveTo>
                    <a:cubicBezTo>
                      <a:pt x="0" y="0"/>
                      <a:pt x="0" y="0"/>
                      <a:pt x="0" y="0"/>
                    </a:cubicBezTo>
                    <a:cubicBezTo>
                      <a:pt x="89" y="88"/>
                      <a:pt x="89" y="88"/>
                      <a:pt x="89" y="88"/>
                    </a:cubicBezTo>
                    <a:cubicBezTo>
                      <a:pt x="89" y="88"/>
                      <a:pt x="89" y="88"/>
                      <a:pt x="89" y="88"/>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30"/>
              <p:cNvSpPr>
                <a:spLocks/>
              </p:cNvSpPr>
              <p:nvPr userDrawn="1"/>
            </p:nvSpPr>
            <p:spPr bwMode="auto">
              <a:xfrm>
                <a:off x="11286692" y="5011825"/>
                <a:ext cx="43977" cy="43977"/>
              </a:xfrm>
              <a:custGeom>
                <a:avLst/>
                <a:gdLst>
                  <a:gd name="T0" fmla="*/ 0 w 35"/>
                  <a:gd name="T1" fmla="*/ 0 h 35"/>
                  <a:gd name="T2" fmla="*/ 35 w 35"/>
                  <a:gd name="T3" fmla="*/ 35 h 35"/>
                  <a:gd name="T4" fmla="*/ 35 w 35"/>
                  <a:gd name="T5" fmla="*/ 35 h 35"/>
                  <a:gd name="T6" fmla="*/ 0 w 35"/>
                  <a:gd name="T7" fmla="*/ 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cubicBezTo>
                      <a:pt x="35" y="35"/>
                      <a:pt x="35" y="35"/>
                      <a:pt x="35" y="35"/>
                    </a:cubicBezTo>
                    <a:cubicBezTo>
                      <a:pt x="35" y="35"/>
                      <a:pt x="35" y="35"/>
                      <a:pt x="35" y="35"/>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31"/>
              <p:cNvSpPr>
                <a:spLocks noEditPoints="1"/>
              </p:cNvSpPr>
              <p:nvPr userDrawn="1"/>
            </p:nvSpPr>
            <p:spPr bwMode="auto">
              <a:xfrm>
                <a:off x="8962887" y="4271942"/>
                <a:ext cx="1090152" cy="968252"/>
              </a:xfrm>
              <a:custGeom>
                <a:avLst/>
                <a:gdLst>
                  <a:gd name="T0" fmla="*/ 776 w 865"/>
                  <a:gd name="T1" fmla="*/ 589 h 768"/>
                  <a:gd name="T2" fmla="*/ 526 w 865"/>
                  <a:gd name="T3" fmla="*/ 692 h 768"/>
                  <a:gd name="T4" fmla="*/ 490 w 865"/>
                  <a:gd name="T5" fmla="*/ 690 h 768"/>
                  <a:gd name="T6" fmla="*/ 478 w 865"/>
                  <a:gd name="T7" fmla="*/ 768 h 768"/>
                  <a:gd name="T8" fmla="*/ 642 w 865"/>
                  <a:gd name="T9" fmla="*/ 749 h 768"/>
                  <a:gd name="T10" fmla="*/ 758 w 865"/>
                  <a:gd name="T11" fmla="*/ 758 h 768"/>
                  <a:gd name="T12" fmla="*/ 865 w 865"/>
                  <a:gd name="T13" fmla="*/ 677 h 768"/>
                  <a:gd name="T14" fmla="*/ 865 w 865"/>
                  <a:gd name="T15" fmla="*/ 677 h 768"/>
                  <a:gd name="T16" fmla="*/ 865 w 865"/>
                  <a:gd name="T17" fmla="*/ 677 h 768"/>
                  <a:gd name="T18" fmla="*/ 776 w 865"/>
                  <a:gd name="T19" fmla="*/ 589 h 768"/>
                  <a:gd name="T20" fmla="*/ 187 w 865"/>
                  <a:gd name="T21" fmla="*/ 0 h 768"/>
                  <a:gd name="T22" fmla="*/ 187 w 865"/>
                  <a:gd name="T23" fmla="*/ 677 h 768"/>
                  <a:gd name="T24" fmla="*/ 288 w 865"/>
                  <a:gd name="T25" fmla="*/ 755 h 768"/>
                  <a:gd name="T26" fmla="*/ 311 w 865"/>
                  <a:gd name="T27" fmla="*/ 620 h 768"/>
                  <a:gd name="T28" fmla="*/ 276 w 865"/>
                  <a:gd name="T29" fmla="*/ 589 h 768"/>
                  <a:gd name="T30" fmla="*/ 276 w 865"/>
                  <a:gd name="T31" fmla="*/ 88 h 768"/>
                  <a:gd name="T32" fmla="*/ 276 w 865"/>
                  <a:gd name="T33" fmla="*/ 88 h 768"/>
                  <a:gd name="T34" fmla="*/ 276 w 865"/>
                  <a:gd name="T35" fmla="*/ 88 h 768"/>
                  <a:gd name="T36" fmla="*/ 187 w 865"/>
                  <a:gd name="T37"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5" h="768">
                    <a:moveTo>
                      <a:pt x="776" y="589"/>
                    </a:moveTo>
                    <a:cubicBezTo>
                      <a:pt x="707" y="658"/>
                      <a:pt x="617" y="692"/>
                      <a:pt x="526" y="692"/>
                    </a:cubicBezTo>
                    <a:cubicBezTo>
                      <a:pt x="514" y="692"/>
                      <a:pt x="502" y="692"/>
                      <a:pt x="490" y="690"/>
                    </a:cubicBezTo>
                    <a:cubicBezTo>
                      <a:pt x="484" y="716"/>
                      <a:pt x="480" y="742"/>
                      <a:pt x="478" y="768"/>
                    </a:cubicBezTo>
                    <a:cubicBezTo>
                      <a:pt x="532" y="755"/>
                      <a:pt x="587" y="749"/>
                      <a:pt x="642" y="749"/>
                    </a:cubicBezTo>
                    <a:cubicBezTo>
                      <a:pt x="681" y="749"/>
                      <a:pt x="720" y="752"/>
                      <a:pt x="758" y="758"/>
                    </a:cubicBezTo>
                    <a:cubicBezTo>
                      <a:pt x="796" y="737"/>
                      <a:pt x="832" y="710"/>
                      <a:pt x="865" y="677"/>
                    </a:cubicBezTo>
                    <a:cubicBezTo>
                      <a:pt x="865" y="677"/>
                      <a:pt x="865" y="677"/>
                      <a:pt x="865" y="677"/>
                    </a:cubicBezTo>
                    <a:cubicBezTo>
                      <a:pt x="865" y="677"/>
                      <a:pt x="865" y="677"/>
                      <a:pt x="865" y="677"/>
                    </a:cubicBezTo>
                    <a:cubicBezTo>
                      <a:pt x="776" y="589"/>
                      <a:pt x="776" y="589"/>
                      <a:pt x="776" y="589"/>
                    </a:cubicBezTo>
                    <a:moveTo>
                      <a:pt x="187" y="0"/>
                    </a:moveTo>
                    <a:cubicBezTo>
                      <a:pt x="0" y="187"/>
                      <a:pt x="0" y="490"/>
                      <a:pt x="187" y="677"/>
                    </a:cubicBezTo>
                    <a:cubicBezTo>
                      <a:pt x="218" y="708"/>
                      <a:pt x="252" y="734"/>
                      <a:pt x="288" y="755"/>
                    </a:cubicBezTo>
                    <a:cubicBezTo>
                      <a:pt x="291" y="709"/>
                      <a:pt x="299" y="664"/>
                      <a:pt x="311" y="620"/>
                    </a:cubicBezTo>
                    <a:cubicBezTo>
                      <a:pt x="299" y="610"/>
                      <a:pt x="287" y="600"/>
                      <a:pt x="276" y="589"/>
                    </a:cubicBezTo>
                    <a:cubicBezTo>
                      <a:pt x="138" y="450"/>
                      <a:pt x="138" y="226"/>
                      <a:pt x="276" y="88"/>
                    </a:cubicBezTo>
                    <a:cubicBezTo>
                      <a:pt x="276" y="88"/>
                      <a:pt x="276" y="88"/>
                      <a:pt x="276" y="88"/>
                    </a:cubicBezTo>
                    <a:cubicBezTo>
                      <a:pt x="276" y="88"/>
                      <a:pt x="276" y="88"/>
                      <a:pt x="276" y="88"/>
                    </a:cubicBezTo>
                    <a:cubicBezTo>
                      <a:pt x="187" y="0"/>
                      <a:pt x="187" y="0"/>
                      <a:pt x="18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35"/>
              <p:cNvSpPr>
                <a:spLocks/>
              </p:cNvSpPr>
              <p:nvPr userDrawn="1"/>
            </p:nvSpPr>
            <p:spPr bwMode="auto">
              <a:xfrm>
                <a:off x="9883305" y="4150814"/>
                <a:ext cx="69436" cy="39348"/>
              </a:xfrm>
              <a:custGeom>
                <a:avLst/>
                <a:gdLst>
                  <a:gd name="T0" fmla="*/ 0 w 55"/>
                  <a:gd name="T1" fmla="*/ 0 h 31"/>
                  <a:gd name="T2" fmla="*/ 55 w 55"/>
                  <a:gd name="T3" fmla="*/ 31 h 31"/>
                  <a:gd name="T4" fmla="*/ 0 w 55"/>
                  <a:gd name="T5" fmla="*/ 0 h 31"/>
                </a:gdLst>
                <a:ahLst/>
                <a:cxnLst>
                  <a:cxn ang="0">
                    <a:pos x="T0" y="T1"/>
                  </a:cxn>
                  <a:cxn ang="0">
                    <a:pos x="T2" y="T3"/>
                  </a:cxn>
                  <a:cxn ang="0">
                    <a:pos x="T4" y="T5"/>
                  </a:cxn>
                </a:cxnLst>
                <a:rect l="0" t="0" r="r" b="b"/>
                <a:pathLst>
                  <a:path w="55" h="31">
                    <a:moveTo>
                      <a:pt x="0" y="0"/>
                    </a:moveTo>
                    <a:cubicBezTo>
                      <a:pt x="17" y="12"/>
                      <a:pt x="36" y="23"/>
                      <a:pt x="55" y="31"/>
                    </a:cubicBezTo>
                    <a:cubicBezTo>
                      <a:pt x="37" y="20"/>
                      <a:pt x="19" y="9"/>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36"/>
              <p:cNvSpPr>
                <a:spLocks noEditPoints="1"/>
              </p:cNvSpPr>
              <p:nvPr userDrawn="1"/>
            </p:nvSpPr>
            <p:spPr bwMode="auto">
              <a:xfrm>
                <a:off x="9198971" y="4270399"/>
                <a:ext cx="854068" cy="854839"/>
              </a:xfrm>
              <a:custGeom>
                <a:avLst/>
                <a:gdLst>
                  <a:gd name="T0" fmla="*/ 589 w 678"/>
                  <a:gd name="T1" fmla="*/ 590 h 678"/>
                  <a:gd name="T2" fmla="*/ 589 w 678"/>
                  <a:gd name="T3" fmla="*/ 590 h 678"/>
                  <a:gd name="T4" fmla="*/ 678 w 678"/>
                  <a:gd name="T5" fmla="*/ 678 h 678"/>
                  <a:gd name="T6" fmla="*/ 678 w 678"/>
                  <a:gd name="T7" fmla="*/ 678 h 678"/>
                  <a:gd name="T8" fmla="*/ 589 w 678"/>
                  <a:gd name="T9" fmla="*/ 590 h 678"/>
                  <a:gd name="T10" fmla="*/ 0 w 678"/>
                  <a:gd name="T11" fmla="*/ 0 h 678"/>
                  <a:gd name="T12" fmla="*/ 0 w 678"/>
                  <a:gd name="T13" fmla="*/ 1 h 678"/>
                  <a:gd name="T14" fmla="*/ 89 w 678"/>
                  <a:gd name="T15" fmla="*/ 89 h 678"/>
                  <a:gd name="T16" fmla="*/ 89 w 678"/>
                  <a:gd name="T17" fmla="*/ 89 h 678"/>
                  <a:gd name="T18" fmla="*/ 0 w 678"/>
                  <a:gd name="T19" fmla="*/ 0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8" h="678">
                    <a:moveTo>
                      <a:pt x="589" y="590"/>
                    </a:moveTo>
                    <a:cubicBezTo>
                      <a:pt x="589" y="590"/>
                      <a:pt x="589" y="590"/>
                      <a:pt x="589" y="590"/>
                    </a:cubicBezTo>
                    <a:cubicBezTo>
                      <a:pt x="678" y="678"/>
                      <a:pt x="678" y="678"/>
                      <a:pt x="678" y="678"/>
                    </a:cubicBezTo>
                    <a:cubicBezTo>
                      <a:pt x="678" y="678"/>
                      <a:pt x="678" y="678"/>
                      <a:pt x="678" y="678"/>
                    </a:cubicBezTo>
                    <a:cubicBezTo>
                      <a:pt x="589" y="590"/>
                      <a:pt x="589" y="590"/>
                      <a:pt x="589" y="590"/>
                    </a:cubicBezTo>
                    <a:moveTo>
                      <a:pt x="0" y="0"/>
                    </a:moveTo>
                    <a:cubicBezTo>
                      <a:pt x="0" y="0"/>
                      <a:pt x="0" y="1"/>
                      <a:pt x="0" y="1"/>
                    </a:cubicBezTo>
                    <a:cubicBezTo>
                      <a:pt x="89" y="89"/>
                      <a:pt x="89" y="89"/>
                      <a:pt x="89" y="89"/>
                    </a:cubicBezTo>
                    <a:cubicBezTo>
                      <a:pt x="89" y="89"/>
                      <a:pt x="89" y="89"/>
                      <a:pt x="89" y="89"/>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37"/>
              <p:cNvSpPr>
                <a:spLocks/>
              </p:cNvSpPr>
              <p:nvPr userDrawn="1"/>
            </p:nvSpPr>
            <p:spPr bwMode="auto">
              <a:xfrm>
                <a:off x="7650539" y="5590461"/>
                <a:ext cx="476797" cy="660417"/>
              </a:xfrm>
              <a:custGeom>
                <a:avLst/>
                <a:gdLst>
                  <a:gd name="T0" fmla="*/ 118 w 378"/>
                  <a:gd name="T1" fmla="*/ 0 h 524"/>
                  <a:gd name="T2" fmla="*/ 128 w 378"/>
                  <a:gd name="T3" fmla="*/ 439 h 524"/>
                  <a:gd name="T4" fmla="*/ 327 w 378"/>
                  <a:gd name="T5" fmla="*/ 524 h 524"/>
                  <a:gd name="T6" fmla="*/ 378 w 378"/>
                  <a:gd name="T7" fmla="*/ 441 h 524"/>
                  <a:gd name="T8" fmla="*/ 342 w 378"/>
                  <a:gd name="T9" fmla="*/ 444 h 524"/>
                  <a:gd name="T10" fmla="*/ 184 w 378"/>
                  <a:gd name="T11" fmla="*/ 380 h 524"/>
                  <a:gd name="T12" fmla="*/ 177 w 378"/>
                  <a:gd name="T13" fmla="*/ 56 h 524"/>
                  <a:gd name="T14" fmla="*/ 177 w 378"/>
                  <a:gd name="T15" fmla="*/ 56 h 524"/>
                  <a:gd name="T16" fmla="*/ 177 w 378"/>
                  <a:gd name="T17" fmla="*/ 56 h 524"/>
                  <a:gd name="T18" fmla="*/ 118 w 378"/>
                  <a:gd name="T19"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8" h="524">
                    <a:moveTo>
                      <a:pt x="118" y="0"/>
                    </a:moveTo>
                    <a:cubicBezTo>
                      <a:pt x="0" y="124"/>
                      <a:pt x="4" y="321"/>
                      <a:pt x="128" y="439"/>
                    </a:cubicBezTo>
                    <a:cubicBezTo>
                      <a:pt x="184" y="492"/>
                      <a:pt x="255" y="521"/>
                      <a:pt x="327" y="524"/>
                    </a:cubicBezTo>
                    <a:cubicBezTo>
                      <a:pt x="342" y="495"/>
                      <a:pt x="360" y="467"/>
                      <a:pt x="378" y="441"/>
                    </a:cubicBezTo>
                    <a:cubicBezTo>
                      <a:pt x="367" y="443"/>
                      <a:pt x="355" y="444"/>
                      <a:pt x="342" y="444"/>
                    </a:cubicBezTo>
                    <a:cubicBezTo>
                      <a:pt x="286" y="444"/>
                      <a:pt x="229" y="422"/>
                      <a:pt x="184" y="380"/>
                    </a:cubicBezTo>
                    <a:cubicBezTo>
                      <a:pt x="93" y="293"/>
                      <a:pt x="90" y="148"/>
                      <a:pt x="177" y="56"/>
                    </a:cubicBezTo>
                    <a:cubicBezTo>
                      <a:pt x="177" y="56"/>
                      <a:pt x="177" y="56"/>
                      <a:pt x="177" y="56"/>
                    </a:cubicBezTo>
                    <a:cubicBezTo>
                      <a:pt x="177" y="56"/>
                      <a:pt x="177" y="56"/>
                      <a:pt x="177" y="56"/>
                    </a:cubicBezTo>
                    <a:cubicBezTo>
                      <a:pt x="118" y="0"/>
                      <a:pt x="118" y="0"/>
                      <a:pt x="11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38"/>
              <p:cNvSpPr>
                <a:spLocks/>
              </p:cNvSpPr>
              <p:nvPr userDrawn="1"/>
            </p:nvSpPr>
            <p:spPr bwMode="auto">
              <a:xfrm>
                <a:off x="8062528" y="6060314"/>
                <a:ext cx="303206" cy="191336"/>
              </a:xfrm>
              <a:custGeom>
                <a:avLst/>
                <a:gdLst>
                  <a:gd name="T0" fmla="*/ 181 w 240"/>
                  <a:gd name="T1" fmla="*/ 0 h 152"/>
                  <a:gd name="T2" fmla="*/ 51 w 240"/>
                  <a:gd name="T3" fmla="*/ 68 h 152"/>
                  <a:gd name="T4" fmla="*/ 0 w 240"/>
                  <a:gd name="T5" fmla="*/ 151 h 152"/>
                  <a:gd name="T6" fmla="*/ 15 w 240"/>
                  <a:gd name="T7" fmla="*/ 152 h 152"/>
                  <a:gd name="T8" fmla="*/ 240 w 240"/>
                  <a:gd name="T9" fmla="*/ 56 h 152"/>
                  <a:gd name="T10" fmla="*/ 240 w 240"/>
                  <a:gd name="T11" fmla="*/ 56 h 152"/>
                  <a:gd name="T12" fmla="*/ 240 w 240"/>
                  <a:gd name="T13" fmla="*/ 56 h 152"/>
                  <a:gd name="T14" fmla="*/ 181 w 240"/>
                  <a:gd name="T15" fmla="*/ 0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152">
                    <a:moveTo>
                      <a:pt x="181" y="0"/>
                    </a:moveTo>
                    <a:cubicBezTo>
                      <a:pt x="145" y="37"/>
                      <a:pt x="99" y="60"/>
                      <a:pt x="51" y="68"/>
                    </a:cubicBezTo>
                    <a:cubicBezTo>
                      <a:pt x="33" y="94"/>
                      <a:pt x="15" y="122"/>
                      <a:pt x="0" y="151"/>
                    </a:cubicBezTo>
                    <a:cubicBezTo>
                      <a:pt x="5" y="152"/>
                      <a:pt x="10" y="152"/>
                      <a:pt x="15" y="152"/>
                    </a:cubicBezTo>
                    <a:cubicBezTo>
                      <a:pt x="97" y="152"/>
                      <a:pt x="179" y="120"/>
                      <a:pt x="240" y="56"/>
                    </a:cubicBezTo>
                    <a:cubicBezTo>
                      <a:pt x="240" y="56"/>
                      <a:pt x="240" y="56"/>
                      <a:pt x="240" y="56"/>
                    </a:cubicBezTo>
                    <a:cubicBezTo>
                      <a:pt x="240" y="56"/>
                      <a:pt x="240" y="56"/>
                      <a:pt x="240" y="56"/>
                    </a:cubicBezTo>
                    <a:cubicBezTo>
                      <a:pt x="181" y="0"/>
                      <a:pt x="181" y="0"/>
                      <a:pt x="18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39"/>
              <p:cNvSpPr>
                <a:spLocks/>
              </p:cNvSpPr>
              <p:nvPr userDrawn="1"/>
            </p:nvSpPr>
            <p:spPr bwMode="auto">
              <a:xfrm>
                <a:off x="7799442" y="5469334"/>
                <a:ext cx="672761" cy="443622"/>
              </a:xfrm>
              <a:custGeom>
                <a:avLst/>
                <a:gdLst>
                  <a:gd name="T0" fmla="*/ 224 w 534"/>
                  <a:gd name="T1" fmla="*/ 0 h 352"/>
                  <a:gd name="T2" fmla="*/ 0 w 534"/>
                  <a:gd name="T3" fmla="*/ 96 h 352"/>
                  <a:gd name="T4" fmla="*/ 0 w 534"/>
                  <a:gd name="T5" fmla="*/ 96 h 352"/>
                  <a:gd name="T6" fmla="*/ 0 w 534"/>
                  <a:gd name="T7" fmla="*/ 96 h 352"/>
                  <a:gd name="T8" fmla="*/ 59 w 534"/>
                  <a:gd name="T9" fmla="*/ 152 h 352"/>
                  <a:gd name="T10" fmla="*/ 224 w 534"/>
                  <a:gd name="T11" fmla="*/ 81 h 352"/>
                  <a:gd name="T12" fmla="*/ 382 w 534"/>
                  <a:gd name="T13" fmla="*/ 145 h 352"/>
                  <a:gd name="T14" fmla="*/ 449 w 534"/>
                  <a:gd name="T15" fmla="*/ 352 h 352"/>
                  <a:gd name="T16" fmla="*/ 534 w 534"/>
                  <a:gd name="T17" fmla="*/ 303 h 352"/>
                  <a:gd name="T18" fmla="*/ 439 w 534"/>
                  <a:gd name="T19" fmla="*/ 86 h 352"/>
                  <a:gd name="T20" fmla="*/ 224 w 534"/>
                  <a:gd name="T21"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4" h="352">
                    <a:moveTo>
                      <a:pt x="224" y="0"/>
                    </a:moveTo>
                    <a:cubicBezTo>
                      <a:pt x="143" y="0"/>
                      <a:pt x="61" y="32"/>
                      <a:pt x="0" y="96"/>
                    </a:cubicBezTo>
                    <a:cubicBezTo>
                      <a:pt x="0" y="96"/>
                      <a:pt x="0" y="96"/>
                      <a:pt x="0" y="96"/>
                    </a:cubicBezTo>
                    <a:cubicBezTo>
                      <a:pt x="0" y="96"/>
                      <a:pt x="0" y="96"/>
                      <a:pt x="0" y="96"/>
                    </a:cubicBezTo>
                    <a:cubicBezTo>
                      <a:pt x="59" y="152"/>
                      <a:pt x="59" y="152"/>
                      <a:pt x="59" y="152"/>
                    </a:cubicBezTo>
                    <a:cubicBezTo>
                      <a:pt x="104" y="105"/>
                      <a:pt x="164" y="81"/>
                      <a:pt x="224" y="81"/>
                    </a:cubicBezTo>
                    <a:cubicBezTo>
                      <a:pt x="281" y="81"/>
                      <a:pt x="338" y="103"/>
                      <a:pt x="382" y="145"/>
                    </a:cubicBezTo>
                    <a:cubicBezTo>
                      <a:pt x="441" y="200"/>
                      <a:pt x="463" y="279"/>
                      <a:pt x="449" y="352"/>
                    </a:cubicBezTo>
                    <a:cubicBezTo>
                      <a:pt x="477" y="334"/>
                      <a:pt x="505" y="318"/>
                      <a:pt x="534" y="303"/>
                    </a:cubicBezTo>
                    <a:cubicBezTo>
                      <a:pt x="533" y="224"/>
                      <a:pt x="501" y="145"/>
                      <a:pt x="439" y="86"/>
                    </a:cubicBezTo>
                    <a:cubicBezTo>
                      <a:pt x="379" y="29"/>
                      <a:pt x="301" y="0"/>
                      <a:pt x="2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41"/>
              <p:cNvSpPr>
                <a:spLocks/>
              </p:cNvSpPr>
              <p:nvPr userDrawn="1"/>
            </p:nvSpPr>
            <p:spPr bwMode="auto">
              <a:xfrm>
                <a:off x="7799442" y="5590461"/>
                <a:ext cx="74065" cy="70208"/>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42"/>
              <p:cNvSpPr>
                <a:spLocks/>
              </p:cNvSpPr>
              <p:nvPr userDrawn="1"/>
            </p:nvSpPr>
            <p:spPr bwMode="auto">
              <a:xfrm>
                <a:off x="8290897" y="6060314"/>
                <a:ext cx="74837" cy="70979"/>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43"/>
              <p:cNvSpPr>
                <a:spLocks noEditPoints="1"/>
              </p:cNvSpPr>
              <p:nvPr userDrawn="1"/>
            </p:nvSpPr>
            <p:spPr bwMode="auto">
              <a:xfrm>
                <a:off x="8863361" y="5557286"/>
                <a:ext cx="408132" cy="721367"/>
              </a:xfrm>
              <a:custGeom>
                <a:avLst/>
                <a:gdLst>
                  <a:gd name="T0" fmla="*/ 9 w 324"/>
                  <a:gd name="T1" fmla="*/ 350 h 572"/>
                  <a:gd name="T2" fmla="*/ 11 w 324"/>
                  <a:gd name="T3" fmla="*/ 556 h 572"/>
                  <a:gd name="T4" fmla="*/ 105 w 324"/>
                  <a:gd name="T5" fmla="*/ 572 h 572"/>
                  <a:gd name="T6" fmla="*/ 202 w 324"/>
                  <a:gd name="T7" fmla="*/ 555 h 572"/>
                  <a:gd name="T8" fmla="*/ 195 w 324"/>
                  <a:gd name="T9" fmla="*/ 383 h 572"/>
                  <a:gd name="T10" fmla="*/ 9 w 324"/>
                  <a:gd name="T11" fmla="*/ 350 h 572"/>
                  <a:gd name="T12" fmla="*/ 159 w 324"/>
                  <a:gd name="T13" fmla="*/ 0 h 572"/>
                  <a:gd name="T14" fmla="*/ 62 w 324"/>
                  <a:gd name="T15" fmla="*/ 162 h 572"/>
                  <a:gd name="T16" fmla="*/ 251 w 324"/>
                  <a:gd name="T17" fmla="*/ 201 h 572"/>
                  <a:gd name="T18" fmla="*/ 324 w 324"/>
                  <a:gd name="T19" fmla="*/ 96 h 572"/>
                  <a:gd name="T20" fmla="*/ 309 w 324"/>
                  <a:gd name="T21" fmla="*/ 80 h 572"/>
                  <a:gd name="T22" fmla="*/ 309 w 324"/>
                  <a:gd name="T23" fmla="*/ 80 h 572"/>
                  <a:gd name="T24" fmla="*/ 159 w 324"/>
                  <a:gd name="T25" fmla="*/ 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572">
                    <a:moveTo>
                      <a:pt x="9" y="350"/>
                    </a:moveTo>
                    <a:cubicBezTo>
                      <a:pt x="0" y="418"/>
                      <a:pt x="0" y="488"/>
                      <a:pt x="11" y="556"/>
                    </a:cubicBezTo>
                    <a:cubicBezTo>
                      <a:pt x="41" y="566"/>
                      <a:pt x="73" y="572"/>
                      <a:pt x="105" y="572"/>
                    </a:cubicBezTo>
                    <a:cubicBezTo>
                      <a:pt x="138" y="572"/>
                      <a:pt x="171" y="566"/>
                      <a:pt x="202" y="555"/>
                    </a:cubicBezTo>
                    <a:cubicBezTo>
                      <a:pt x="190" y="498"/>
                      <a:pt x="188" y="440"/>
                      <a:pt x="195" y="383"/>
                    </a:cubicBezTo>
                    <a:cubicBezTo>
                      <a:pt x="137" y="362"/>
                      <a:pt x="75" y="350"/>
                      <a:pt x="9" y="350"/>
                    </a:cubicBezTo>
                    <a:moveTo>
                      <a:pt x="159" y="0"/>
                    </a:moveTo>
                    <a:cubicBezTo>
                      <a:pt x="119" y="51"/>
                      <a:pt x="86" y="105"/>
                      <a:pt x="62" y="162"/>
                    </a:cubicBezTo>
                    <a:cubicBezTo>
                      <a:pt x="128" y="167"/>
                      <a:pt x="191" y="180"/>
                      <a:pt x="251" y="201"/>
                    </a:cubicBezTo>
                    <a:cubicBezTo>
                      <a:pt x="271" y="164"/>
                      <a:pt x="295" y="129"/>
                      <a:pt x="324" y="96"/>
                    </a:cubicBezTo>
                    <a:cubicBezTo>
                      <a:pt x="320" y="90"/>
                      <a:pt x="314" y="85"/>
                      <a:pt x="309" y="80"/>
                    </a:cubicBezTo>
                    <a:cubicBezTo>
                      <a:pt x="309" y="80"/>
                      <a:pt x="309" y="80"/>
                      <a:pt x="309" y="80"/>
                    </a:cubicBezTo>
                    <a:cubicBezTo>
                      <a:pt x="266" y="37"/>
                      <a:pt x="214" y="11"/>
                      <a:pt x="15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46"/>
              <p:cNvSpPr>
                <a:spLocks/>
              </p:cNvSpPr>
              <p:nvPr userDrawn="1"/>
            </p:nvSpPr>
            <p:spPr bwMode="auto">
              <a:xfrm>
                <a:off x="10144077" y="6594974"/>
                <a:ext cx="270030" cy="275431"/>
              </a:xfrm>
              <a:custGeom>
                <a:avLst/>
                <a:gdLst>
                  <a:gd name="T0" fmla="*/ 81 w 214"/>
                  <a:gd name="T1" fmla="*/ 0 h 219"/>
                  <a:gd name="T2" fmla="*/ 0 w 214"/>
                  <a:gd name="T3" fmla="*/ 66 h 219"/>
                  <a:gd name="T4" fmla="*/ 110 w 214"/>
                  <a:gd name="T5" fmla="*/ 219 h 219"/>
                  <a:gd name="T6" fmla="*/ 214 w 214"/>
                  <a:gd name="T7" fmla="*/ 133 h 219"/>
                  <a:gd name="T8" fmla="*/ 214 w 214"/>
                  <a:gd name="T9" fmla="*/ 133 h 219"/>
                  <a:gd name="T10" fmla="*/ 213 w 214"/>
                  <a:gd name="T11" fmla="*/ 133 h 219"/>
                  <a:gd name="T12" fmla="*/ 81 w 214"/>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214" h="219">
                    <a:moveTo>
                      <a:pt x="81" y="0"/>
                    </a:moveTo>
                    <a:cubicBezTo>
                      <a:pt x="56" y="25"/>
                      <a:pt x="28" y="47"/>
                      <a:pt x="0" y="66"/>
                    </a:cubicBezTo>
                    <a:cubicBezTo>
                      <a:pt x="31" y="120"/>
                      <a:pt x="68" y="171"/>
                      <a:pt x="110" y="219"/>
                    </a:cubicBezTo>
                    <a:cubicBezTo>
                      <a:pt x="147" y="194"/>
                      <a:pt x="182" y="166"/>
                      <a:pt x="214" y="133"/>
                    </a:cubicBezTo>
                    <a:cubicBezTo>
                      <a:pt x="214" y="133"/>
                      <a:pt x="214" y="133"/>
                      <a:pt x="214" y="133"/>
                    </a:cubicBezTo>
                    <a:cubicBezTo>
                      <a:pt x="213" y="133"/>
                      <a:pt x="213" y="133"/>
                      <a:pt x="213" y="133"/>
                    </a:cubicBezTo>
                    <a:cubicBezTo>
                      <a:pt x="81" y="0"/>
                      <a:pt x="81" y="0"/>
                      <a:pt x="8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47"/>
              <p:cNvSpPr>
                <a:spLocks/>
              </p:cNvSpPr>
              <p:nvPr userDrawn="1"/>
            </p:nvSpPr>
            <p:spPr bwMode="auto">
              <a:xfrm>
                <a:off x="9478259" y="6750820"/>
                <a:ext cx="305520" cy="276203"/>
              </a:xfrm>
              <a:custGeom>
                <a:avLst/>
                <a:gdLst>
                  <a:gd name="T0" fmla="*/ 54 w 242"/>
                  <a:gd name="T1" fmla="*/ 0 h 219"/>
                  <a:gd name="T2" fmla="*/ 0 w 242"/>
                  <a:gd name="T3" fmla="*/ 181 h 219"/>
                  <a:gd name="T4" fmla="*/ 192 w 242"/>
                  <a:gd name="T5" fmla="*/ 219 h 219"/>
                  <a:gd name="T6" fmla="*/ 242 w 242"/>
                  <a:gd name="T7" fmla="*/ 31 h 219"/>
                  <a:gd name="T8" fmla="*/ 234 w 242"/>
                  <a:gd name="T9" fmla="*/ 31 h 219"/>
                  <a:gd name="T10" fmla="*/ 54 w 242"/>
                  <a:gd name="T11" fmla="*/ 0 h 219"/>
                </a:gdLst>
                <a:ahLst/>
                <a:cxnLst>
                  <a:cxn ang="0">
                    <a:pos x="T0" y="T1"/>
                  </a:cxn>
                  <a:cxn ang="0">
                    <a:pos x="T2" y="T3"/>
                  </a:cxn>
                  <a:cxn ang="0">
                    <a:pos x="T4" y="T5"/>
                  </a:cxn>
                  <a:cxn ang="0">
                    <a:pos x="T6" y="T7"/>
                  </a:cxn>
                  <a:cxn ang="0">
                    <a:pos x="T8" y="T9"/>
                  </a:cxn>
                  <a:cxn ang="0">
                    <a:pos x="T10" y="T11"/>
                  </a:cxn>
                </a:cxnLst>
                <a:rect l="0" t="0" r="r" b="b"/>
                <a:pathLst>
                  <a:path w="242" h="219">
                    <a:moveTo>
                      <a:pt x="54" y="0"/>
                    </a:moveTo>
                    <a:cubicBezTo>
                      <a:pt x="47" y="65"/>
                      <a:pt x="28" y="125"/>
                      <a:pt x="0" y="181"/>
                    </a:cubicBezTo>
                    <a:cubicBezTo>
                      <a:pt x="62" y="202"/>
                      <a:pt x="127" y="215"/>
                      <a:pt x="192" y="219"/>
                    </a:cubicBezTo>
                    <a:cubicBezTo>
                      <a:pt x="216" y="160"/>
                      <a:pt x="233" y="97"/>
                      <a:pt x="242" y="31"/>
                    </a:cubicBezTo>
                    <a:cubicBezTo>
                      <a:pt x="239" y="31"/>
                      <a:pt x="236" y="31"/>
                      <a:pt x="234" y="31"/>
                    </a:cubicBezTo>
                    <a:cubicBezTo>
                      <a:pt x="173" y="31"/>
                      <a:pt x="112" y="21"/>
                      <a:pt x="5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50"/>
              <p:cNvSpPr>
                <a:spLocks/>
              </p:cNvSpPr>
              <p:nvPr userDrawn="1"/>
            </p:nvSpPr>
            <p:spPr bwMode="auto">
              <a:xfrm>
                <a:off x="10417965" y="5841204"/>
                <a:ext cx="260772" cy="344868"/>
              </a:xfrm>
              <a:custGeom>
                <a:avLst/>
                <a:gdLst>
                  <a:gd name="T0" fmla="*/ 172 w 207"/>
                  <a:gd name="T1" fmla="*/ 0 h 274"/>
                  <a:gd name="T2" fmla="*/ 0 w 207"/>
                  <a:gd name="T3" fmla="*/ 82 h 274"/>
                  <a:gd name="T4" fmla="*/ 16 w 207"/>
                  <a:gd name="T5" fmla="*/ 274 h 274"/>
                  <a:gd name="T6" fmla="*/ 207 w 207"/>
                  <a:gd name="T7" fmla="*/ 202 h 274"/>
                  <a:gd name="T8" fmla="*/ 172 w 207"/>
                  <a:gd name="T9" fmla="*/ 0 h 274"/>
                </a:gdLst>
                <a:ahLst/>
                <a:cxnLst>
                  <a:cxn ang="0">
                    <a:pos x="T0" y="T1"/>
                  </a:cxn>
                  <a:cxn ang="0">
                    <a:pos x="T2" y="T3"/>
                  </a:cxn>
                  <a:cxn ang="0">
                    <a:pos x="T4" y="T5"/>
                  </a:cxn>
                  <a:cxn ang="0">
                    <a:pos x="T6" y="T7"/>
                  </a:cxn>
                  <a:cxn ang="0">
                    <a:pos x="T8" y="T9"/>
                  </a:cxn>
                </a:cxnLst>
                <a:rect l="0" t="0" r="r" b="b"/>
                <a:pathLst>
                  <a:path w="207" h="274">
                    <a:moveTo>
                      <a:pt x="172" y="0"/>
                    </a:moveTo>
                    <a:cubicBezTo>
                      <a:pt x="119" y="38"/>
                      <a:pt x="61" y="66"/>
                      <a:pt x="0" y="82"/>
                    </a:cubicBezTo>
                    <a:cubicBezTo>
                      <a:pt x="17" y="145"/>
                      <a:pt x="22" y="210"/>
                      <a:pt x="16" y="274"/>
                    </a:cubicBezTo>
                    <a:cubicBezTo>
                      <a:pt x="82" y="259"/>
                      <a:pt x="146" y="235"/>
                      <a:pt x="207" y="202"/>
                    </a:cubicBezTo>
                    <a:cubicBezTo>
                      <a:pt x="205" y="134"/>
                      <a:pt x="193" y="66"/>
                      <a:pt x="17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51"/>
              <p:cNvSpPr>
                <a:spLocks noEditPoints="1"/>
              </p:cNvSpPr>
              <p:nvPr userDrawn="1"/>
            </p:nvSpPr>
            <p:spPr bwMode="auto">
              <a:xfrm>
                <a:off x="10144077" y="5373666"/>
                <a:ext cx="351811" cy="1388728"/>
              </a:xfrm>
              <a:custGeom>
                <a:avLst/>
                <a:gdLst>
                  <a:gd name="T0" fmla="*/ 169 w 279"/>
                  <a:gd name="T1" fmla="*/ 852 h 1102"/>
                  <a:gd name="T2" fmla="*/ 80 w 279"/>
                  <a:gd name="T3" fmla="*/ 969 h 1102"/>
                  <a:gd name="T4" fmla="*/ 81 w 279"/>
                  <a:gd name="T5" fmla="*/ 969 h 1102"/>
                  <a:gd name="T6" fmla="*/ 81 w 279"/>
                  <a:gd name="T7" fmla="*/ 969 h 1102"/>
                  <a:gd name="T8" fmla="*/ 214 w 279"/>
                  <a:gd name="T9" fmla="*/ 1102 h 1102"/>
                  <a:gd name="T10" fmla="*/ 279 w 279"/>
                  <a:gd name="T11" fmla="*/ 1027 h 1102"/>
                  <a:gd name="T12" fmla="*/ 169 w 279"/>
                  <a:gd name="T13" fmla="*/ 852 h 1102"/>
                  <a:gd name="T14" fmla="*/ 110 w 279"/>
                  <a:gd name="T15" fmla="*/ 0 h 1102"/>
                  <a:gd name="T16" fmla="*/ 0 w 279"/>
                  <a:gd name="T17" fmla="*/ 152 h 1102"/>
                  <a:gd name="T18" fmla="*/ 80 w 279"/>
                  <a:gd name="T19" fmla="*/ 218 h 1102"/>
                  <a:gd name="T20" fmla="*/ 169 w 279"/>
                  <a:gd name="T21" fmla="*/ 336 h 1102"/>
                  <a:gd name="T22" fmla="*/ 279 w 279"/>
                  <a:gd name="T23" fmla="*/ 161 h 1102"/>
                  <a:gd name="T24" fmla="*/ 213 w 279"/>
                  <a:gd name="T25" fmla="*/ 85 h 1102"/>
                  <a:gd name="T26" fmla="*/ 110 w 279"/>
                  <a:gd name="T27" fmla="*/ 0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1102">
                    <a:moveTo>
                      <a:pt x="169" y="852"/>
                    </a:moveTo>
                    <a:cubicBezTo>
                      <a:pt x="145" y="894"/>
                      <a:pt x="116" y="933"/>
                      <a:pt x="80" y="969"/>
                    </a:cubicBezTo>
                    <a:cubicBezTo>
                      <a:pt x="81" y="969"/>
                      <a:pt x="81" y="969"/>
                      <a:pt x="81" y="969"/>
                    </a:cubicBezTo>
                    <a:cubicBezTo>
                      <a:pt x="81" y="969"/>
                      <a:pt x="81" y="969"/>
                      <a:pt x="81" y="969"/>
                    </a:cubicBezTo>
                    <a:cubicBezTo>
                      <a:pt x="214" y="1102"/>
                      <a:pt x="214" y="1102"/>
                      <a:pt x="214" y="1102"/>
                    </a:cubicBezTo>
                    <a:cubicBezTo>
                      <a:pt x="237" y="1078"/>
                      <a:pt x="259" y="1053"/>
                      <a:pt x="279" y="1027"/>
                    </a:cubicBezTo>
                    <a:cubicBezTo>
                      <a:pt x="232" y="973"/>
                      <a:pt x="195" y="914"/>
                      <a:pt x="169" y="852"/>
                    </a:cubicBezTo>
                    <a:moveTo>
                      <a:pt x="110" y="0"/>
                    </a:moveTo>
                    <a:cubicBezTo>
                      <a:pt x="68" y="47"/>
                      <a:pt x="31" y="99"/>
                      <a:pt x="0" y="152"/>
                    </a:cubicBezTo>
                    <a:cubicBezTo>
                      <a:pt x="28" y="171"/>
                      <a:pt x="55" y="193"/>
                      <a:pt x="80" y="218"/>
                    </a:cubicBezTo>
                    <a:cubicBezTo>
                      <a:pt x="116" y="254"/>
                      <a:pt x="146" y="294"/>
                      <a:pt x="169" y="336"/>
                    </a:cubicBezTo>
                    <a:cubicBezTo>
                      <a:pt x="196" y="273"/>
                      <a:pt x="232" y="214"/>
                      <a:pt x="279" y="161"/>
                    </a:cubicBezTo>
                    <a:cubicBezTo>
                      <a:pt x="259" y="134"/>
                      <a:pt x="237" y="109"/>
                      <a:pt x="213" y="85"/>
                    </a:cubicBezTo>
                    <a:cubicBezTo>
                      <a:pt x="181" y="53"/>
                      <a:pt x="147" y="24"/>
                      <a:pt x="11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52"/>
              <p:cNvSpPr>
                <a:spLocks/>
              </p:cNvSpPr>
              <p:nvPr userDrawn="1"/>
            </p:nvSpPr>
            <p:spPr bwMode="auto">
              <a:xfrm>
                <a:off x="9563126" y="5215505"/>
                <a:ext cx="355669" cy="87181"/>
              </a:xfrm>
              <a:custGeom>
                <a:avLst/>
                <a:gdLst>
                  <a:gd name="T0" fmla="*/ 166 w 282"/>
                  <a:gd name="T1" fmla="*/ 0 h 69"/>
                  <a:gd name="T2" fmla="*/ 2 w 282"/>
                  <a:gd name="T3" fmla="*/ 19 h 69"/>
                  <a:gd name="T4" fmla="*/ 0 w 282"/>
                  <a:gd name="T5" fmla="*/ 66 h 69"/>
                  <a:gd name="T6" fmla="*/ 50 w 282"/>
                  <a:gd name="T7" fmla="*/ 69 h 69"/>
                  <a:gd name="T8" fmla="*/ 282 w 282"/>
                  <a:gd name="T9" fmla="*/ 9 h 69"/>
                  <a:gd name="T10" fmla="*/ 166 w 282"/>
                  <a:gd name="T11" fmla="*/ 0 h 69"/>
                </a:gdLst>
                <a:ahLst/>
                <a:cxnLst>
                  <a:cxn ang="0">
                    <a:pos x="T0" y="T1"/>
                  </a:cxn>
                  <a:cxn ang="0">
                    <a:pos x="T2" y="T3"/>
                  </a:cxn>
                  <a:cxn ang="0">
                    <a:pos x="T4" y="T5"/>
                  </a:cxn>
                  <a:cxn ang="0">
                    <a:pos x="T6" y="T7"/>
                  </a:cxn>
                  <a:cxn ang="0">
                    <a:pos x="T8" y="T9"/>
                  </a:cxn>
                  <a:cxn ang="0">
                    <a:pos x="T10" y="T11"/>
                  </a:cxn>
                </a:cxnLst>
                <a:rect l="0" t="0" r="r" b="b"/>
                <a:pathLst>
                  <a:path w="282" h="69">
                    <a:moveTo>
                      <a:pt x="166" y="0"/>
                    </a:moveTo>
                    <a:cubicBezTo>
                      <a:pt x="111" y="0"/>
                      <a:pt x="56" y="6"/>
                      <a:pt x="2" y="19"/>
                    </a:cubicBezTo>
                    <a:cubicBezTo>
                      <a:pt x="0" y="34"/>
                      <a:pt x="0" y="50"/>
                      <a:pt x="0" y="66"/>
                    </a:cubicBezTo>
                    <a:cubicBezTo>
                      <a:pt x="17" y="68"/>
                      <a:pt x="33" y="69"/>
                      <a:pt x="50" y="69"/>
                    </a:cubicBezTo>
                    <a:cubicBezTo>
                      <a:pt x="130" y="69"/>
                      <a:pt x="210" y="49"/>
                      <a:pt x="282" y="9"/>
                    </a:cubicBezTo>
                    <a:cubicBezTo>
                      <a:pt x="244" y="3"/>
                      <a:pt x="205" y="0"/>
                      <a:pt x="16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53"/>
              <p:cNvSpPr>
                <a:spLocks/>
              </p:cNvSpPr>
              <p:nvPr userDrawn="1"/>
            </p:nvSpPr>
            <p:spPr bwMode="auto">
              <a:xfrm>
                <a:off x="9447399" y="5240193"/>
                <a:ext cx="118042" cy="58635"/>
              </a:xfrm>
              <a:custGeom>
                <a:avLst/>
                <a:gdLst>
                  <a:gd name="T0" fmla="*/ 94 w 94"/>
                  <a:gd name="T1" fmla="*/ 0 h 47"/>
                  <a:gd name="T2" fmla="*/ 0 w 94"/>
                  <a:gd name="T3" fmla="*/ 28 h 47"/>
                  <a:gd name="T4" fmla="*/ 92 w 94"/>
                  <a:gd name="T5" fmla="*/ 47 h 47"/>
                  <a:gd name="T6" fmla="*/ 94 w 94"/>
                  <a:gd name="T7" fmla="*/ 0 h 47"/>
                </a:gdLst>
                <a:ahLst/>
                <a:cxnLst>
                  <a:cxn ang="0">
                    <a:pos x="T0" y="T1"/>
                  </a:cxn>
                  <a:cxn ang="0">
                    <a:pos x="T2" y="T3"/>
                  </a:cxn>
                  <a:cxn ang="0">
                    <a:pos x="T4" y="T5"/>
                  </a:cxn>
                  <a:cxn ang="0">
                    <a:pos x="T6" y="T7"/>
                  </a:cxn>
                </a:cxnLst>
                <a:rect l="0" t="0" r="r" b="b"/>
                <a:pathLst>
                  <a:path w="94" h="47">
                    <a:moveTo>
                      <a:pt x="94" y="0"/>
                    </a:moveTo>
                    <a:cubicBezTo>
                      <a:pt x="62" y="7"/>
                      <a:pt x="31" y="17"/>
                      <a:pt x="0" y="28"/>
                    </a:cubicBezTo>
                    <a:cubicBezTo>
                      <a:pt x="30" y="38"/>
                      <a:pt x="61" y="44"/>
                      <a:pt x="92" y="47"/>
                    </a:cubicBezTo>
                    <a:cubicBezTo>
                      <a:pt x="92" y="31"/>
                      <a:pt x="92" y="15"/>
                      <a:pt x="9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54"/>
              <p:cNvSpPr>
                <a:spLocks/>
              </p:cNvSpPr>
              <p:nvPr userDrawn="1"/>
            </p:nvSpPr>
            <p:spPr bwMode="auto">
              <a:xfrm>
                <a:off x="10245917" y="6594974"/>
                <a:ext cx="168190" cy="167419"/>
              </a:xfrm>
              <a:custGeom>
                <a:avLst/>
                <a:gdLst>
                  <a:gd name="T0" fmla="*/ 0 w 133"/>
                  <a:gd name="T1" fmla="*/ 0 h 133"/>
                  <a:gd name="T2" fmla="*/ 0 w 133"/>
                  <a:gd name="T3" fmla="*/ 0 h 133"/>
                  <a:gd name="T4" fmla="*/ 132 w 133"/>
                  <a:gd name="T5" fmla="*/ 133 h 133"/>
                  <a:gd name="T6" fmla="*/ 133 w 133"/>
                  <a:gd name="T7" fmla="*/ 133 h 133"/>
                  <a:gd name="T8" fmla="*/ 0 w 133"/>
                  <a:gd name="T9" fmla="*/ 0 h 133"/>
                </a:gdLst>
                <a:ahLst/>
                <a:cxnLst>
                  <a:cxn ang="0">
                    <a:pos x="T0" y="T1"/>
                  </a:cxn>
                  <a:cxn ang="0">
                    <a:pos x="T2" y="T3"/>
                  </a:cxn>
                  <a:cxn ang="0">
                    <a:pos x="T4" y="T5"/>
                  </a:cxn>
                  <a:cxn ang="0">
                    <a:pos x="T6" y="T7"/>
                  </a:cxn>
                  <a:cxn ang="0">
                    <a:pos x="T8" y="T9"/>
                  </a:cxn>
                </a:cxnLst>
                <a:rect l="0" t="0" r="r" b="b"/>
                <a:pathLst>
                  <a:path w="133" h="133">
                    <a:moveTo>
                      <a:pt x="0" y="0"/>
                    </a:moveTo>
                    <a:cubicBezTo>
                      <a:pt x="0" y="0"/>
                      <a:pt x="0" y="0"/>
                      <a:pt x="0" y="0"/>
                    </a:cubicBezTo>
                    <a:cubicBezTo>
                      <a:pt x="132" y="133"/>
                      <a:pt x="132" y="133"/>
                      <a:pt x="132" y="133"/>
                    </a:cubicBezTo>
                    <a:cubicBezTo>
                      <a:pt x="132" y="133"/>
                      <a:pt x="132" y="133"/>
                      <a:pt x="133" y="133"/>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55"/>
              <p:cNvSpPr>
                <a:spLocks noEditPoints="1"/>
              </p:cNvSpPr>
              <p:nvPr userDrawn="1"/>
            </p:nvSpPr>
            <p:spPr bwMode="auto">
              <a:xfrm>
                <a:off x="9117961" y="5590461"/>
                <a:ext cx="374185" cy="790032"/>
              </a:xfrm>
              <a:custGeom>
                <a:avLst/>
                <a:gdLst>
                  <a:gd name="T0" fmla="*/ 132 w 297"/>
                  <a:gd name="T1" fmla="*/ 433 h 627"/>
                  <a:gd name="T2" fmla="*/ 107 w 297"/>
                  <a:gd name="T3" fmla="*/ 461 h 627"/>
                  <a:gd name="T4" fmla="*/ 0 w 297"/>
                  <a:gd name="T5" fmla="*/ 529 h 627"/>
                  <a:gd name="T6" fmla="*/ 30 w 297"/>
                  <a:gd name="T7" fmla="*/ 627 h 627"/>
                  <a:gd name="T8" fmla="*/ 179 w 297"/>
                  <a:gd name="T9" fmla="*/ 533 h 627"/>
                  <a:gd name="T10" fmla="*/ 207 w 297"/>
                  <a:gd name="T11" fmla="*/ 503 h 627"/>
                  <a:gd name="T12" fmla="*/ 132 w 297"/>
                  <a:gd name="T13" fmla="*/ 433 h 627"/>
                  <a:gd name="T14" fmla="*/ 197 w 297"/>
                  <a:gd name="T15" fmla="*/ 0 h 627"/>
                  <a:gd name="T16" fmla="*/ 144 w 297"/>
                  <a:gd name="T17" fmla="*/ 46 h 627"/>
                  <a:gd name="T18" fmla="*/ 144 w 297"/>
                  <a:gd name="T19" fmla="*/ 47 h 627"/>
                  <a:gd name="T20" fmla="*/ 122 w 297"/>
                  <a:gd name="T21" fmla="*/ 70 h 627"/>
                  <a:gd name="T22" fmla="*/ 191 w 297"/>
                  <a:gd name="T23" fmla="*/ 244 h 627"/>
                  <a:gd name="T24" fmla="*/ 289 w 297"/>
                  <a:gd name="T25" fmla="*/ 317 h 627"/>
                  <a:gd name="T26" fmla="*/ 283 w 297"/>
                  <a:gd name="T27" fmla="*/ 165 h 627"/>
                  <a:gd name="T28" fmla="*/ 205 w 297"/>
                  <a:gd name="T29" fmla="*/ 10 h 627"/>
                  <a:gd name="T30" fmla="*/ 197 w 297"/>
                  <a:gd name="T31" fmla="*/ 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627">
                    <a:moveTo>
                      <a:pt x="132" y="433"/>
                    </a:moveTo>
                    <a:cubicBezTo>
                      <a:pt x="124" y="443"/>
                      <a:pt x="116" y="452"/>
                      <a:pt x="107" y="461"/>
                    </a:cubicBezTo>
                    <a:cubicBezTo>
                      <a:pt x="76" y="492"/>
                      <a:pt x="39" y="515"/>
                      <a:pt x="0" y="529"/>
                    </a:cubicBezTo>
                    <a:cubicBezTo>
                      <a:pt x="7" y="562"/>
                      <a:pt x="17" y="595"/>
                      <a:pt x="30" y="627"/>
                    </a:cubicBezTo>
                    <a:cubicBezTo>
                      <a:pt x="85" y="608"/>
                      <a:pt x="136" y="577"/>
                      <a:pt x="179" y="533"/>
                    </a:cubicBezTo>
                    <a:cubicBezTo>
                      <a:pt x="189" y="524"/>
                      <a:pt x="198" y="514"/>
                      <a:pt x="207" y="503"/>
                    </a:cubicBezTo>
                    <a:cubicBezTo>
                      <a:pt x="184" y="478"/>
                      <a:pt x="159" y="454"/>
                      <a:pt x="132" y="433"/>
                    </a:cubicBezTo>
                    <a:moveTo>
                      <a:pt x="197" y="0"/>
                    </a:moveTo>
                    <a:cubicBezTo>
                      <a:pt x="179" y="14"/>
                      <a:pt x="161" y="29"/>
                      <a:pt x="144" y="46"/>
                    </a:cubicBezTo>
                    <a:cubicBezTo>
                      <a:pt x="144" y="47"/>
                      <a:pt x="144" y="47"/>
                      <a:pt x="144" y="47"/>
                    </a:cubicBezTo>
                    <a:cubicBezTo>
                      <a:pt x="137" y="54"/>
                      <a:pt x="129" y="62"/>
                      <a:pt x="122" y="70"/>
                    </a:cubicBezTo>
                    <a:cubicBezTo>
                      <a:pt x="165" y="120"/>
                      <a:pt x="188" y="182"/>
                      <a:pt x="191" y="244"/>
                    </a:cubicBezTo>
                    <a:cubicBezTo>
                      <a:pt x="226" y="266"/>
                      <a:pt x="259" y="290"/>
                      <a:pt x="289" y="317"/>
                    </a:cubicBezTo>
                    <a:cubicBezTo>
                      <a:pt x="297" y="267"/>
                      <a:pt x="295" y="215"/>
                      <a:pt x="283" y="165"/>
                    </a:cubicBezTo>
                    <a:cubicBezTo>
                      <a:pt x="250" y="116"/>
                      <a:pt x="224" y="64"/>
                      <a:pt x="205" y="10"/>
                    </a:cubicBezTo>
                    <a:cubicBezTo>
                      <a:pt x="202" y="6"/>
                      <a:pt x="200" y="3"/>
                      <a:pt x="19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56"/>
              <p:cNvSpPr>
                <a:spLocks/>
              </p:cNvSpPr>
              <p:nvPr userDrawn="1"/>
            </p:nvSpPr>
            <p:spPr bwMode="auto">
              <a:xfrm>
                <a:off x="9376419" y="5602806"/>
                <a:ext cx="97983" cy="195194"/>
              </a:xfrm>
              <a:custGeom>
                <a:avLst/>
                <a:gdLst>
                  <a:gd name="T0" fmla="*/ 0 w 78"/>
                  <a:gd name="T1" fmla="*/ 0 h 155"/>
                  <a:gd name="T2" fmla="*/ 78 w 78"/>
                  <a:gd name="T3" fmla="*/ 155 h 155"/>
                  <a:gd name="T4" fmla="*/ 0 w 78"/>
                  <a:gd name="T5" fmla="*/ 0 h 155"/>
                </a:gdLst>
                <a:ahLst/>
                <a:cxnLst>
                  <a:cxn ang="0">
                    <a:pos x="T0" y="T1"/>
                  </a:cxn>
                  <a:cxn ang="0">
                    <a:pos x="T2" y="T3"/>
                  </a:cxn>
                  <a:cxn ang="0">
                    <a:pos x="T4" y="T5"/>
                  </a:cxn>
                </a:cxnLst>
                <a:rect l="0" t="0" r="r" b="b"/>
                <a:pathLst>
                  <a:path w="78" h="155">
                    <a:moveTo>
                      <a:pt x="0" y="0"/>
                    </a:moveTo>
                    <a:cubicBezTo>
                      <a:pt x="19" y="54"/>
                      <a:pt x="45" y="106"/>
                      <a:pt x="78" y="155"/>
                    </a:cubicBezTo>
                    <a:cubicBezTo>
                      <a:pt x="64" y="99"/>
                      <a:pt x="38" y="46"/>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57"/>
              <p:cNvSpPr>
                <a:spLocks/>
              </p:cNvSpPr>
              <p:nvPr userDrawn="1"/>
            </p:nvSpPr>
            <p:spPr bwMode="auto">
              <a:xfrm>
                <a:off x="9284609" y="5897524"/>
                <a:ext cx="197508" cy="326351"/>
              </a:xfrm>
              <a:custGeom>
                <a:avLst/>
                <a:gdLst>
                  <a:gd name="T0" fmla="*/ 59 w 157"/>
                  <a:gd name="T1" fmla="*/ 0 h 259"/>
                  <a:gd name="T2" fmla="*/ 0 w 157"/>
                  <a:gd name="T3" fmla="*/ 189 h 259"/>
                  <a:gd name="T4" fmla="*/ 75 w 157"/>
                  <a:gd name="T5" fmla="*/ 259 h 259"/>
                  <a:gd name="T6" fmla="*/ 157 w 157"/>
                  <a:gd name="T7" fmla="*/ 73 h 259"/>
                  <a:gd name="T8" fmla="*/ 59 w 157"/>
                  <a:gd name="T9" fmla="*/ 0 h 259"/>
                </a:gdLst>
                <a:ahLst/>
                <a:cxnLst>
                  <a:cxn ang="0">
                    <a:pos x="T0" y="T1"/>
                  </a:cxn>
                  <a:cxn ang="0">
                    <a:pos x="T2" y="T3"/>
                  </a:cxn>
                  <a:cxn ang="0">
                    <a:pos x="T4" y="T5"/>
                  </a:cxn>
                  <a:cxn ang="0">
                    <a:pos x="T6" y="T7"/>
                  </a:cxn>
                  <a:cxn ang="0">
                    <a:pos x="T8" y="T9"/>
                  </a:cxn>
                </a:cxnLst>
                <a:rect l="0" t="0" r="r" b="b"/>
                <a:pathLst>
                  <a:path w="157" h="259">
                    <a:moveTo>
                      <a:pt x="59" y="0"/>
                    </a:moveTo>
                    <a:cubicBezTo>
                      <a:pt x="62" y="66"/>
                      <a:pt x="42" y="134"/>
                      <a:pt x="0" y="189"/>
                    </a:cubicBezTo>
                    <a:cubicBezTo>
                      <a:pt x="27" y="210"/>
                      <a:pt x="52" y="234"/>
                      <a:pt x="75" y="259"/>
                    </a:cubicBezTo>
                    <a:cubicBezTo>
                      <a:pt x="119" y="204"/>
                      <a:pt x="147" y="140"/>
                      <a:pt x="157" y="73"/>
                    </a:cubicBezTo>
                    <a:cubicBezTo>
                      <a:pt x="127" y="46"/>
                      <a:pt x="94" y="22"/>
                      <a:pt x="5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58"/>
              <p:cNvSpPr>
                <a:spLocks/>
              </p:cNvSpPr>
              <p:nvPr userDrawn="1"/>
            </p:nvSpPr>
            <p:spPr bwMode="auto">
              <a:xfrm>
                <a:off x="8648109" y="6171413"/>
                <a:ext cx="261544" cy="227597"/>
              </a:xfrm>
              <a:custGeom>
                <a:avLst/>
                <a:gdLst>
                  <a:gd name="T0" fmla="*/ 73 w 208"/>
                  <a:gd name="T1" fmla="*/ 0 h 181"/>
                  <a:gd name="T2" fmla="*/ 72 w 208"/>
                  <a:gd name="T3" fmla="*/ 0 h 181"/>
                  <a:gd name="T4" fmla="*/ 72 w 208"/>
                  <a:gd name="T5" fmla="*/ 0 h 181"/>
                  <a:gd name="T6" fmla="*/ 0 w 208"/>
                  <a:gd name="T7" fmla="*/ 72 h 181"/>
                  <a:gd name="T8" fmla="*/ 208 w 208"/>
                  <a:gd name="T9" fmla="*/ 181 h 181"/>
                  <a:gd name="T10" fmla="*/ 182 w 208"/>
                  <a:gd name="T11" fmla="*/ 69 h 181"/>
                  <a:gd name="T12" fmla="*/ 73 w 208"/>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08" h="181">
                    <a:moveTo>
                      <a:pt x="73" y="0"/>
                    </a:moveTo>
                    <a:cubicBezTo>
                      <a:pt x="72" y="0"/>
                      <a:pt x="72" y="0"/>
                      <a:pt x="72" y="0"/>
                    </a:cubicBezTo>
                    <a:cubicBezTo>
                      <a:pt x="72" y="0"/>
                      <a:pt x="72" y="0"/>
                      <a:pt x="72" y="0"/>
                    </a:cubicBezTo>
                    <a:cubicBezTo>
                      <a:pt x="0" y="72"/>
                      <a:pt x="0" y="72"/>
                      <a:pt x="0" y="72"/>
                    </a:cubicBezTo>
                    <a:cubicBezTo>
                      <a:pt x="59" y="131"/>
                      <a:pt x="132" y="167"/>
                      <a:pt x="208" y="181"/>
                    </a:cubicBezTo>
                    <a:cubicBezTo>
                      <a:pt x="196" y="144"/>
                      <a:pt x="187" y="106"/>
                      <a:pt x="182" y="69"/>
                    </a:cubicBezTo>
                    <a:cubicBezTo>
                      <a:pt x="142" y="55"/>
                      <a:pt x="104" y="32"/>
                      <a:pt x="7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60"/>
              <p:cNvSpPr>
                <a:spLocks/>
              </p:cNvSpPr>
              <p:nvPr userDrawn="1"/>
            </p:nvSpPr>
            <p:spPr bwMode="auto">
              <a:xfrm>
                <a:off x="9280751" y="5566545"/>
                <a:ext cx="85638" cy="81781"/>
              </a:xfrm>
              <a:custGeom>
                <a:avLst/>
                <a:gdLst>
                  <a:gd name="T0" fmla="*/ 50 w 68"/>
                  <a:gd name="T1" fmla="*/ 0 h 65"/>
                  <a:gd name="T2" fmla="*/ 50 w 68"/>
                  <a:gd name="T3" fmla="*/ 0 h 65"/>
                  <a:gd name="T4" fmla="*/ 50 w 68"/>
                  <a:gd name="T5" fmla="*/ 1 h 65"/>
                  <a:gd name="T6" fmla="*/ 0 w 68"/>
                  <a:gd name="T7" fmla="*/ 51 h 65"/>
                  <a:gd name="T8" fmla="*/ 15 w 68"/>
                  <a:gd name="T9" fmla="*/ 65 h 65"/>
                  <a:gd name="T10" fmla="*/ 68 w 68"/>
                  <a:gd name="T11" fmla="*/ 19 h 65"/>
                  <a:gd name="T12" fmla="*/ 50 w 68"/>
                  <a:gd name="T13" fmla="*/ 0 h 65"/>
                </a:gdLst>
                <a:ahLst/>
                <a:cxnLst>
                  <a:cxn ang="0">
                    <a:pos x="T0" y="T1"/>
                  </a:cxn>
                  <a:cxn ang="0">
                    <a:pos x="T2" y="T3"/>
                  </a:cxn>
                  <a:cxn ang="0">
                    <a:pos x="T4" y="T5"/>
                  </a:cxn>
                  <a:cxn ang="0">
                    <a:pos x="T6" y="T7"/>
                  </a:cxn>
                  <a:cxn ang="0">
                    <a:pos x="T8" y="T9"/>
                  </a:cxn>
                  <a:cxn ang="0">
                    <a:pos x="T10" y="T11"/>
                  </a:cxn>
                  <a:cxn ang="0">
                    <a:pos x="T12" y="T13"/>
                  </a:cxn>
                </a:cxnLst>
                <a:rect l="0" t="0" r="r" b="b"/>
                <a:pathLst>
                  <a:path w="68" h="65">
                    <a:moveTo>
                      <a:pt x="50" y="0"/>
                    </a:moveTo>
                    <a:cubicBezTo>
                      <a:pt x="50" y="0"/>
                      <a:pt x="50" y="0"/>
                      <a:pt x="50" y="0"/>
                    </a:cubicBezTo>
                    <a:cubicBezTo>
                      <a:pt x="50" y="0"/>
                      <a:pt x="50" y="0"/>
                      <a:pt x="50" y="1"/>
                    </a:cubicBezTo>
                    <a:cubicBezTo>
                      <a:pt x="0" y="51"/>
                      <a:pt x="0" y="51"/>
                      <a:pt x="0" y="51"/>
                    </a:cubicBezTo>
                    <a:cubicBezTo>
                      <a:pt x="15" y="65"/>
                      <a:pt x="15" y="65"/>
                      <a:pt x="15" y="65"/>
                    </a:cubicBezTo>
                    <a:cubicBezTo>
                      <a:pt x="32" y="48"/>
                      <a:pt x="50" y="33"/>
                      <a:pt x="68" y="19"/>
                    </a:cubicBezTo>
                    <a:cubicBezTo>
                      <a:pt x="62" y="13"/>
                      <a:pt x="57" y="6"/>
                      <a:pt x="5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61"/>
              <p:cNvSpPr>
                <a:spLocks/>
              </p:cNvSpPr>
              <p:nvPr userDrawn="1"/>
            </p:nvSpPr>
            <p:spPr bwMode="auto">
              <a:xfrm>
                <a:off x="9280751" y="5630580"/>
                <a:ext cx="18516" cy="17745"/>
              </a:xfrm>
              <a:custGeom>
                <a:avLst/>
                <a:gdLst>
                  <a:gd name="T0" fmla="*/ 0 w 15"/>
                  <a:gd name="T1" fmla="*/ 0 h 14"/>
                  <a:gd name="T2" fmla="*/ 0 w 15"/>
                  <a:gd name="T3" fmla="*/ 0 h 14"/>
                  <a:gd name="T4" fmla="*/ 15 w 15"/>
                  <a:gd name="T5" fmla="*/ 14 h 14"/>
                  <a:gd name="T6" fmla="*/ 15 w 15"/>
                  <a:gd name="T7" fmla="*/ 14 h 14"/>
                  <a:gd name="T8" fmla="*/ 0 w 15"/>
                  <a:gd name="T9" fmla="*/ 0 h 14"/>
                </a:gdLst>
                <a:ahLst/>
                <a:cxnLst>
                  <a:cxn ang="0">
                    <a:pos x="T0" y="T1"/>
                  </a:cxn>
                  <a:cxn ang="0">
                    <a:pos x="T2" y="T3"/>
                  </a:cxn>
                  <a:cxn ang="0">
                    <a:pos x="T4" y="T5"/>
                  </a:cxn>
                  <a:cxn ang="0">
                    <a:pos x="T6" y="T7"/>
                  </a:cxn>
                  <a:cxn ang="0">
                    <a:pos x="T8" y="T9"/>
                  </a:cxn>
                </a:cxnLst>
                <a:rect l="0" t="0" r="r" b="b"/>
                <a:pathLst>
                  <a:path w="15" h="14">
                    <a:moveTo>
                      <a:pt x="0" y="0"/>
                    </a:moveTo>
                    <a:cubicBezTo>
                      <a:pt x="0" y="0"/>
                      <a:pt x="0" y="0"/>
                      <a:pt x="0" y="0"/>
                    </a:cubicBezTo>
                    <a:cubicBezTo>
                      <a:pt x="15" y="14"/>
                      <a:pt x="15" y="14"/>
                      <a:pt x="15" y="14"/>
                    </a:cubicBezTo>
                    <a:cubicBezTo>
                      <a:pt x="15" y="14"/>
                      <a:pt x="15" y="14"/>
                      <a:pt x="15" y="14"/>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63"/>
              <p:cNvSpPr>
                <a:spLocks/>
              </p:cNvSpPr>
              <p:nvPr userDrawn="1"/>
            </p:nvSpPr>
            <p:spPr bwMode="auto">
              <a:xfrm>
                <a:off x="8496892" y="5785655"/>
                <a:ext cx="159704" cy="303977"/>
              </a:xfrm>
              <a:custGeom>
                <a:avLst/>
                <a:gdLst>
                  <a:gd name="T0" fmla="*/ 127 w 127"/>
                  <a:gd name="T1" fmla="*/ 0 h 241"/>
                  <a:gd name="T2" fmla="*/ 11 w 127"/>
                  <a:gd name="T3" fmla="*/ 39 h 241"/>
                  <a:gd name="T4" fmla="*/ 31 w 127"/>
                  <a:gd name="T5" fmla="*/ 241 h 241"/>
                  <a:gd name="T6" fmla="*/ 124 w 127"/>
                  <a:gd name="T7" fmla="*/ 199 h 241"/>
                  <a:gd name="T8" fmla="*/ 127 w 127"/>
                  <a:gd name="T9" fmla="*/ 0 h 241"/>
                </a:gdLst>
                <a:ahLst/>
                <a:cxnLst>
                  <a:cxn ang="0">
                    <a:pos x="T0" y="T1"/>
                  </a:cxn>
                  <a:cxn ang="0">
                    <a:pos x="T2" y="T3"/>
                  </a:cxn>
                  <a:cxn ang="0">
                    <a:pos x="T4" y="T5"/>
                  </a:cxn>
                  <a:cxn ang="0">
                    <a:pos x="T6" y="T7"/>
                  </a:cxn>
                  <a:cxn ang="0">
                    <a:pos x="T8" y="T9"/>
                  </a:cxn>
                </a:cxnLst>
                <a:rect l="0" t="0" r="r" b="b"/>
                <a:pathLst>
                  <a:path w="127" h="241">
                    <a:moveTo>
                      <a:pt x="127" y="0"/>
                    </a:moveTo>
                    <a:cubicBezTo>
                      <a:pt x="87" y="10"/>
                      <a:pt x="48" y="23"/>
                      <a:pt x="11" y="39"/>
                    </a:cubicBezTo>
                    <a:cubicBezTo>
                      <a:pt x="0" y="106"/>
                      <a:pt x="7" y="177"/>
                      <a:pt x="31" y="241"/>
                    </a:cubicBezTo>
                    <a:cubicBezTo>
                      <a:pt x="61" y="224"/>
                      <a:pt x="92" y="210"/>
                      <a:pt x="124" y="199"/>
                    </a:cubicBezTo>
                    <a:cubicBezTo>
                      <a:pt x="102" y="134"/>
                      <a:pt x="103" y="64"/>
                      <a:pt x="1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64"/>
              <p:cNvSpPr>
                <a:spLocks/>
              </p:cNvSpPr>
              <p:nvPr userDrawn="1"/>
            </p:nvSpPr>
            <p:spPr bwMode="auto">
              <a:xfrm>
                <a:off x="9063955" y="5481678"/>
                <a:ext cx="216796" cy="176677"/>
              </a:xfrm>
              <a:custGeom>
                <a:avLst/>
                <a:gdLst>
                  <a:gd name="T0" fmla="*/ 54 w 172"/>
                  <a:gd name="T1" fmla="*/ 0 h 140"/>
                  <a:gd name="T2" fmla="*/ 0 w 172"/>
                  <a:gd name="T3" fmla="*/ 60 h 140"/>
                  <a:gd name="T4" fmla="*/ 150 w 172"/>
                  <a:gd name="T5" fmla="*/ 140 h 140"/>
                  <a:gd name="T6" fmla="*/ 150 w 172"/>
                  <a:gd name="T7" fmla="*/ 140 h 140"/>
                  <a:gd name="T8" fmla="*/ 150 w 172"/>
                  <a:gd name="T9" fmla="*/ 140 h 140"/>
                  <a:gd name="T10" fmla="*/ 172 w 172"/>
                  <a:gd name="T11" fmla="*/ 118 h 140"/>
                  <a:gd name="T12" fmla="*/ 54 w 172"/>
                  <a:gd name="T13" fmla="*/ 0 h 140"/>
                </a:gdLst>
                <a:ahLst/>
                <a:cxnLst>
                  <a:cxn ang="0">
                    <a:pos x="T0" y="T1"/>
                  </a:cxn>
                  <a:cxn ang="0">
                    <a:pos x="T2" y="T3"/>
                  </a:cxn>
                  <a:cxn ang="0">
                    <a:pos x="T4" y="T5"/>
                  </a:cxn>
                  <a:cxn ang="0">
                    <a:pos x="T6" y="T7"/>
                  </a:cxn>
                  <a:cxn ang="0">
                    <a:pos x="T8" y="T9"/>
                  </a:cxn>
                  <a:cxn ang="0">
                    <a:pos x="T10" y="T11"/>
                  </a:cxn>
                  <a:cxn ang="0">
                    <a:pos x="T12" y="T13"/>
                  </a:cxn>
                </a:cxnLst>
                <a:rect l="0" t="0" r="r" b="b"/>
                <a:pathLst>
                  <a:path w="172" h="140">
                    <a:moveTo>
                      <a:pt x="54" y="0"/>
                    </a:moveTo>
                    <a:cubicBezTo>
                      <a:pt x="35" y="19"/>
                      <a:pt x="17" y="39"/>
                      <a:pt x="0" y="60"/>
                    </a:cubicBezTo>
                    <a:cubicBezTo>
                      <a:pt x="55" y="71"/>
                      <a:pt x="107" y="97"/>
                      <a:pt x="150" y="140"/>
                    </a:cubicBezTo>
                    <a:cubicBezTo>
                      <a:pt x="150" y="140"/>
                      <a:pt x="150" y="140"/>
                      <a:pt x="150" y="140"/>
                    </a:cubicBezTo>
                    <a:cubicBezTo>
                      <a:pt x="150" y="140"/>
                      <a:pt x="150" y="140"/>
                      <a:pt x="150" y="140"/>
                    </a:cubicBezTo>
                    <a:cubicBezTo>
                      <a:pt x="172" y="118"/>
                      <a:pt x="172" y="118"/>
                      <a:pt x="172" y="118"/>
                    </a:cubicBezTo>
                    <a:cubicBezTo>
                      <a:pt x="54" y="0"/>
                      <a:pt x="54" y="0"/>
                      <a:pt x="5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65"/>
              <p:cNvSpPr>
                <a:spLocks/>
              </p:cNvSpPr>
              <p:nvPr userDrawn="1"/>
            </p:nvSpPr>
            <p:spPr bwMode="auto">
              <a:xfrm>
                <a:off x="9131849" y="5451589"/>
                <a:ext cx="212167" cy="178992"/>
              </a:xfrm>
              <a:custGeom>
                <a:avLst/>
                <a:gdLst>
                  <a:gd name="T0" fmla="*/ 24 w 168"/>
                  <a:gd name="T1" fmla="*/ 0 h 142"/>
                  <a:gd name="T2" fmla="*/ 0 w 168"/>
                  <a:gd name="T3" fmla="*/ 23 h 142"/>
                  <a:gd name="T4" fmla="*/ 0 w 168"/>
                  <a:gd name="T5" fmla="*/ 24 h 142"/>
                  <a:gd name="T6" fmla="*/ 0 w 168"/>
                  <a:gd name="T7" fmla="*/ 24 h 142"/>
                  <a:gd name="T8" fmla="*/ 118 w 168"/>
                  <a:gd name="T9" fmla="*/ 142 h 142"/>
                  <a:gd name="T10" fmla="*/ 168 w 168"/>
                  <a:gd name="T11" fmla="*/ 91 h 142"/>
                  <a:gd name="T12" fmla="*/ 24 w 168"/>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168" h="142">
                    <a:moveTo>
                      <a:pt x="24" y="0"/>
                    </a:moveTo>
                    <a:cubicBezTo>
                      <a:pt x="16" y="8"/>
                      <a:pt x="8" y="15"/>
                      <a:pt x="0" y="23"/>
                    </a:cubicBezTo>
                    <a:cubicBezTo>
                      <a:pt x="0" y="24"/>
                      <a:pt x="0" y="24"/>
                      <a:pt x="0" y="24"/>
                    </a:cubicBezTo>
                    <a:cubicBezTo>
                      <a:pt x="0" y="24"/>
                      <a:pt x="0" y="24"/>
                      <a:pt x="0" y="24"/>
                    </a:cubicBezTo>
                    <a:cubicBezTo>
                      <a:pt x="118" y="142"/>
                      <a:pt x="118" y="142"/>
                      <a:pt x="118" y="142"/>
                    </a:cubicBezTo>
                    <a:cubicBezTo>
                      <a:pt x="168" y="91"/>
                      <a:pt x="168" y="91"/>
                      <a:pt x="168" y="91"/>
                    </a:cubicBezTo>
                    <a:cubicBezTo>
                      <a:pt x="126" y="49"/>
                      <a:pt x="77" y="19"/>
                      <a:pt x="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66"/>
              <p:cNvSpPr>
                <a:spLocks/>
              </p:cNvSpPr>
              <p:nvPr userDrawn="1"/>
            </p:nvSpPr>
            <p:spPr bwMode="auto">
              <a:xfrm>
                <a:off x="9131849" y="5481678"/>
                <a:ext cx="148903" cy="148903"/>
              </a:xfrm>
              <a:custGeom>
                <a:avLst/>
                <a:gdLst>
                  <a:gd name="T0" fmla="*/ 0 w 118"/>
                  <a:gd name="T1" fmla="*/ 0 h 118"/>
                  <a:gd name="T2" fmla="*/ 0 w 118"/>
                  <a:gd name="T3" fmla="*/ 0 h 118"/>
                  <a:gd name="T4" fmla="*/ 118 w 118"/>
                  <a:gd name="T5" fmla="*/ 118 h 118"/>
                  <a:gd name="T6" fmla="*/ 118 w 118"/>
                  <a:gd name="T7" fmla="*/ 118 h 118"/>
                  <a:gd name="T8" fmla="*/ 0 w 118"/>
                  <a:gd name="T9" fmla="*/ 0 h 118"/>
                </a:gdLst>
                <a:ahLst/>
                <a:cxnLst>
                  <a:cxn ang="0">
                    <a:pos x="T0" y="T1"/>
                  </a:cxn>
                  <a:cxn ang="0">
                    <a:pos x="T2" y="T3"/>
                  </a:cxn>
                  <a:cxn ang="0">
                    <a:pos x="T4" y="T5"/>
                  </a:cxn>
                  <a:cxn ang="0">
                    <a:pos x="T6" y="T7"/>
                  </a:cxn>
                  <a:cxn ang="0">
                    <a:pos x="T8" y="T9"/>
                  </a:cxn>
                </a:cxnLst>
                <a:rect l="0" t="0" r="r" b="b"/>
                <a:pathLst>
                  <a:path w="118" h="118">
                    <a:moveTo>
                      <a:pt x="0" y="0"/>
                    </a:moveTo>
                    <a:cubicBezTo>
                      <a:pt x="0" y="0"/>
                      <a:pt x="0" y="0"/>
                      <a:pt x="0" y="0"/>
                    </a:cubicBezTo>
                    <a:cubicBezTo>
                      <a:pt x="118" y="118"/>
                      <a:pt x="118" y="118"/>
                      <a:pt x="118" y="118"/>
                    </a:cubicBezTo>
                    <a:cubicBezTo>
                      <a:pt x="118" y="118"/>
                      <a:pt x="118" y="118"/>
                      <a:pt x="118" y="118"/>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67"/>
              <p:cNvSpPr>
                <a:spLocks/>
              </p:cNvSpPr>
              <p:nvPr userDrawn="1"/>
            </p:nvSpPr>
            <p:spPr bwMode="auto">
              <a:xfrm>
                <a:off x="9252977" y="5630580"/>
                <a:ext cx="27775" cy="27775"/>
              </a:xfrm>
              <a:custGeom>
                <a:avLst/>
                <a:gdLst>
                  <a:gd name="T0" fmla="*/ 22 w 22"/>
                  <a:gd name="T1" fmla="*/ 0 h 22"/>
                  <a:gd name="T2" fmla="*/ 0 w 22"/>
                  <a:gd name="T3" fmla="*/ 22 h 22"/>
                  <a:gd name="T4" fmla="*/ 0 w 22"/>
                  <a:gd name="T5" fmla="*/ 22 h 22"/>
                  <a:gd name="T6" fmla="*/ 22 w 22"/>
                  <a:gd name="T7" fmla="*/ 0 h 22"/>
                  <a:gd name="T8" fmla="*/ 22 w 22"/>
                  <a:gd name="T9" fmla="*/ 0 h 22"/>
                </a:gdLst>
                <a:ahLst/>
                <a:cxnLst>
                  <a:cxn ang="0">
                    <a:pos x="T0" y="T1"/>
                  </a:cxn>
                  <a:cxn ang="0">
                    <a:pos x="T2" y="T3"/>
                  </a:cxn>
                  <a:cxn ang="0">
                    <a:pos x="T4" y="T5"/>
                  </a:cxn>
                  <a:cxn ang="0">
                    <a:pos x="T6" y="T7"/>
                  </a:cxn>
                  <a:cxn ang="0">
                    <a:pos x="T8" y="T9"/>
                  </a:cxn>
                </a:cxnLst>
                <a:rect l="0" t="0" r="r" b="b"/>
                <a:pathLst>
                  <a:path w="22" h="22">
                    <a:moveTo>
                      <a:pt x="22" y="0"/>
                    </a:moveTo>
                    <a:cubicBezTo>
                      <a:pt x="0" y="22"/>
                      <a:pt x="0" y="22"/>
                      <a:pt x="0" y="22"/>
                    </a:cubicBezTo>
                    <a:cubicBezTo>
                      <a:pt x="0" y="22"/>
                      <a:pt x="0" y="22"/>
                      <a:pt x="0" y="22"/>
                    </a:cubicBezTo>
                    <a:cubicBezTo>
                      <a:pt x="22" y="0"/>
                      <a:pt x="22" y="0"/>
                      <a:pt x="22" y="0"/>
                    </a:cubicBezTo>
                    <a:cubicBezTo>
                      <a:pt x="22" y="0"/>
                      <a:pt x="22" y="0"/>
                      <a:pt x="2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68"/>
              <p:cNvSpPr>
                <a:spLocks/>
              </p:cNvSpPr>
              <p:nvPr userDrawn="1"/>
            </p:nvSpPr>
            <p:spPr bwMode="auto">
              <a:xfrm>
                <a:off x="9280751" y="5566545"/>
                <a:ext cx="63264" cy="64036"/>
              </a:xfrm>
              <a:custGeom>
                <a:avLst/>
                <a:gdLst>
                  <a:gd name="T0" fmla="*/ 50 w 50"/>
                  <a:gd name="T1" fmla="*/ 0 h 51"/>
                  <a:gd name="T2" fmla="*/ 0 w 50"/>
                  <a:gd name="T3" fmla="*/ 51 h 51"/>
                  <a:gd name="T4" fmla="*/ 0 w 50"/>
                  <a:gd name="T5" fmla="*/ 51 h 51"/>
                  <a:gd name="T6" fmla="*/ 50 w 50"/>
                  <a:gd name="T7" fmla="*/ 1 h 51"/>
                  <a:gd name="T8" fmla="*/ 50 w 50"/>
                  <a:gd name="T9" fmla="*/ 0 h 51"/>
                </a:gdLst>
                <a:ahLst/>
                <a:cxnLst>
                  <a:cxn ang="0">
                    <a:pos x="T0" y="T1"/>
                  </a:cxn>
                  <a:cxn ang="0">
                    <a:pos x="T2" y="T3"/>
                  </a:cxn>
                  <a:cxn ang="0">
                    <a:pos x="T4" y="T5"/>
                  </a:cxn>
                  <a:cxn ang="0">
                    <a:pos x="T6" y="T7"/>
                  </a:cxn>
                  <a:cxn ang="0">
                    <a:pos x="T8" y="T9"/>
                  </a:cxn>
                </a:cxnLst>
                <a:rect l="0" t="0" r="r" b="b"/>
                <a:pathLst>
                  <a:path w="50" h="51">
                    <a:moveTo>
                      <a:pt x="50" y="0"/>
                    </a:moveTo>
                    <a:cubicBezTo>
                      <a:pt x="0" y="51"/>
                      <a:pt x="0" y="51"/>
                      <a:pt x="0" y="51"/>
                    </a:cubicBezTo>
                    <a:cubicBezTo>
                      <a:pt x="0" y="51"/>
                      <a:pt x="0" y="51"/>
                      <a:pt x="0" y="51"/>
                    </a:cubicBezTo>
                    <a:cubicBezTo>
                      <a:pt x="50" y="1"/>
                      <a:pt x="50" y="1"/>
                      <a:pt x="50" y="1"/>
                    </a:cubicBezTo>
                    <a:cubicBezTo>
                      <a:pt x="50" y="0"/>
                      <a:pt x="50" y="0"/>
                      <a:pt x="5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6" name="Rectangle 69"/>
              <p:cNvSpPr>
                <a:spLocks noChangeArrowheads="1"/>
              </p:cNvSpPr>
              <p:nvPr userDrawn="1"/>
            </p:nvSpPr>
            <p:spPr bwMode="auto">
              <a:xfrm>
                <a:off x="9280751" y="5630580"/>
                <a:ext cx="772" cy="772"/>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7" name="Rectangle 70"/>
              <p:cNvSpPr>
                <a:spLocks noChangeArrowheads="1"/>
              </p:cNvSpPr>
              <p:nvPr userDrawn="1"/>
            </p:nvSpPr>
            <p:spPr bwMode="auto">
              <a:xfrm>
                <a:off x="9280751" y="5630580"/>
                <a:ext cx="772" cy="772"/>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71"/>
              <p:cNvSpPr>
                <a:spLocks/>
              </p:cNvSpPr>
              <p:nvPr userDrawn="1"/>
            </p:nvSpPr>
            <p:spPr bwMode="auto">
              <a:xfrm>
                <a:off x="8648109" y="6171413"/>
                <a:ext cx="90268" cy="90268"/>
              </a:xfrm>
              <a:custGeom>
                <a:avLst/>
                <a:gdLst>
                  <a:gd name="T0" fmla="*/ 72 w 72"/>
                  <a:gd name="T1" fmla="*/ 0 h 72"/>
                  <a:gd name="T2" fmla="*/ 0 w 72"/>
                  <a:gd name="T3" fmla="*/ 72 h 72"/>
                  <a:gd name="T4" fmla="*/ 0 w 72"/>
                  <a:gd name="T5" fmla="*/ 72 h 72"/>
                  <a:gd name="T6" fmla="*/ 72 w 72"/>
                  <a:gd name="T7" fmla="*/ 0 h 72"/>
                  <a:gd name="T8" fmla="*/ 72 w 72"/>
                  <a:gd name="T9" fmla="*/ 0 h 72"/>
                </a:gdLst>
                <a:ahLst/>
                <a:cxnLst>
                  <a:cxn ang="0">
                    <a:pos x="T0" y="T1"/>
                  </a:cxn>
                  <a:cxn ang="0">
                    <a:pos x="T2" y="T3"/>
                  </a:cxn>
                  <a:cxn ang="0">
                    <a:pos x="T4" y="T5"/>
                  </a:cxn>
                  <a:cxn ang="0">
                    <a:pos x="T6" y="T7"/>
                  </a:cxn>
                  <a:cxn ang="0">
                    <a:pos x="T8" y="T9"/>
                  </a:cxn>
                </a:cxnLst>
                <a:rect l="0" t="0" r="r" b="b"/>
                <a:pathLst>
                  <a:path w="72" h="72">
                    <a:moveTo>
                      <a:pt x="72" y="0"/>
                    </a:moveTo>
                    <a:cubicBezTo>
                      <a:pt x="0" y="72"/>
                      <a:pt x="0" y="72"/>
                      <a:pt x="0" y="72"/>
                    </a:cubicBezTo>
                    <a:cubicBezTo>
                      <a:pt x="0" y="72"/>
                      <a:pt x="0" y="72"/>
                      <a:pt x="0" y="72"/>
                    </a:cubicBezTo>
                    <a:cubicBezTo>
                      <a:pt x="72" y="0"/>
                      <a:pt x="72" y="0"/>
                      <a:pt x="72" y="0"/>
                    </a:cubicBezTo>
                    <a:cubicBezTo>
                      <a:pt x="72" y="0"/>
                      <a:pt x="72" y="0"/>
                      <a:pt x="7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74"/>
              <p:cNvSpPr>
                <a:spLocks noEditPoints="1"/>
              </p:cNvSpPr>
              <p:nvPr userDrawn="1"/>
            </p:nvSpPr>
            <p:spPr bwMode="auto">
              <a:xfrm>
                <a:off x="9360217" y="2253657"/>
                <a:ext cx="524631" cy="524630"/>
              </a:xfrm>
              <a:custGeom>
                <a:avLst/>
                <a:gdLst>
                  <a:gd name="T0" fmla="*/ 54 w 416"/>
                  <a:gd name="T1" fmla="*/ 361 h 416"/>
                  <a:gd name="T2" fmla="*/ 0 w 416"/>
                  <a:gd name="T3" fmla="*/ 416 h 416"/>
                  <a:gd name="T4" fmla="*/ 0 w 416"/>
                  <a:gd name="T5" fmla="*/ 416 h 416"/>
                  <a:gd name="T6" fmla="*/ 54 w 416"/>
                  <a:gd name="T7" fmla="*/ 362 h 416"/>
                  <a:gd name="T8" fmla="*/ 54 w 416"/>
                  <a:gd name="T9" fmla="*/ 361 h 416"/>
                  <a:gd name="T10" fmla="*/ 416 w 416"/>
                  <a:gd name="T11" fmla="*/ 0 h 416"/>
                  <a:gd name="T12" fmla="*/ 362 w 416"/>
                  <a:gd name="T13" fmla="*/ 54 h 416"/>
                  <a:gd name="T14" fmla="*/ 362 w 416"/>
                  <a:gd name="T15" fmla="*/ 54 h 416"/>
                  <a:gd name="T16" fmla="*/ 416 w 416"/>
                  <a:gd name="T17" fmla="*/ 0 h 416"/>
                  <a:gd name="T18" fmla="*/ 416 w 416"/>
                  <a:gd name="T19"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6" h="416">
                    <a:moveTo>
                      <a:pt x="54" y="361"/>
                    </a:moveTo>
                    <a:cubicBezTo>
                      <a:pt x="0" y="416"/>
                      <a:pt x="0" y="416"/>
                      <a:pt x="0" y="416"/>
                    </a:cubicBezTo>
                    <a:cubicBezTo>
                      <a:pt x="0" y="416"/>
                      <a:pt x="0" y="416"/>
                      <a:pt x="0" y="416"/>
                    </a:cubicBezTo>
                    <a:cubicBezTo>
                      <a:pt x="54" y="362"/>
                      <a:pt x="54" y="362"/>
                      <a:pt x="54" y="362"/>
                    </a:cubicBezTo>
                    <a:cubicBezTo>
                      <a:pt x="54" y="362"/>
                      <a:pt x="54" y="362"/>
                      <a:pt x="54" y="361"/>
                    </a:cubicBezTo>
                    <a:moveTo>
                      <a:pt x="416" y="0"/>
                    </a:moveTo>
                    <a:cubicBezTo>
                      <a:pt x="362" y="54"/>
                      <a:pt x="362" y="54"/>
                      <a:pt x="362" y="54"/>
                    </a:cubicBezTo>
                    <a:cubicBezTo>
                      <a:pt x="362" y="54"/>
                      <a:pt x="362" y="54"/>
                      <a:pt x="362" y="54"/>
                    </a:cubicBezTo>
                    <a:cubicBezTo>
                      <a:pt x="416" y="0"/>
                      <a:pt x="416" y="0"/>
                      <a:pt x="416" y="0"/>
                    </a:cubicBezTo>
                    <a:cubicBezTo>
                      <a:pt x="416" y="0"/>
                      <a:pt x="416" y="0"/>
                      <a:pt x="41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76"/>
              <p:cNvSpPr>
                <a:spLocks/>
              </p:cNvSpPr>
              <p:nvPr userDrawn="1"/>
            </p:nvSpPr>
            <p:spPr bwMode="auto">
              <a:xfrm>
                <a:off x="10915592" y="2066179"/>
                <a:ext cx="829379" cy="810091"/>
              </a:xfrm>
              <a:custGeom>
                <a:avLst/>
                <a:gdLst>
                  <a:gd name="T0" fmla="*/ 392 w 658"/>
                  <a:gd name="T1" fmla="*/ 0 h 643"/>
                  <a:gd name="T2" fmla="*/ 125 w 658"/>
                  <a:gd name="T3" fmla="*/ 110 h 643"/>
                  <a:gd name="T4" fmla="*/ 21 w 658"/>
                  <a:gd name="T5" fmla="*/ 441 h 643"/>
                  <a:gd name="T6" fmla="*/ 118 w 658"/>
                  <a:gd name="T7" fmla="*/ 635 h 643"/>
                  <a:gd name="T8" fmla="*/ 125 w 658"/>
                  <a:gd name="T9" fmla="*/ 643 h 643"/>
                  <a:gd name="T10" fmla="*/ 126 w 658"/>
                  <a:gd name="T11" fmla="*/ 643 h 643"/>
                  <a:gd name="T12" fmla="*/ 126 w 658"/>
                  <a:gd name="T13" fmla="*/ 643 h 643"/>
                  <a:gd name="T14" fmla="*/ 195 w 658"/>
                  <a:gd name="T15" fmla="*/ 573 h 643"/>
                  <a:gd name="T16" fmla="*/ 195 w 658"/>
                  <a:gd name="T17" fmla="*/ 180 h 643"/>
                  <a:gd name="T18" fmla="*/ 392 w 658"/>
                  <a:gd name="T19" fmla="*/ 98 h 643"/>
                  <a:gd name="T20" fmla="*/ 588 w 658"/>
                  <a:gd name="T21" fmla="*/ 180 h 643"/>
                  <a:gd name="T22" fmla="*/ 589 w 658"/>
                  <a:gd name="T23" fmla="*/ 180 h 643"/>
                  <a:gd name="T24" fmla="*/ 589 w 658"/>
                  <a:gd name="T25" fmla="*/ 180 h 643"/>
                  <a:gd name="T26" fmla="*/ 658 w 658"/>
                  <a:gd name="T27" fmla="*/ 110 h 643"/>
                  <a:gd name="T28" fmla="*/ 392 w 658"/>
                  <a:gd name="T29"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8" h="643">
                    <a:moveTo>
                      <a:pt x="392" y="0"/>
                    </a:moveTo>
                    <a:cubicBezTo>
                      <a:pt x="295" y="0"/>
                      <a:pt x="199" y="37"/>
                      <a:pt x="125" y="110"/>
                    </a:cubicBezTo>
                    <a:cubicBezTo>
                      <a:pt x="35" y="200"/>
                      <a:pt x="0" y="325"/>
                      <a:pt x="21" y="441"/>
                    </a:cubicBezTo>
                    <a:cubicBezTo>
                      <a:pt x="64" y="499"/>
                      <a:pt x="97" y="564"/>
                      <a:pt x="118" y="635"/>
                    </a:cubicBezTo>
                    <a:cubicBezTo>
                      <a:pt x="120" y="638"/>
                      <a:pt x="123" y="640"/>
                      <a:pt x="125" y="643"/>
                    </a:cubicBezTo>
                    <a:cubicBezTo>
                      <a:pt x="126" y="643"/>
                      <a:pt x="126" y="643"/>
                      <a:pt x="126" y="643"/>
                    </a:cubicBezTo>
                    <a:cubicBezTo>
                      <a:pt x="126" y="643"/>
                      <a:pt x="126" y="643"/>
                      <a:pt x="126" y="643"/>
                    </a:cubicBezTo>
                    <a:cubicBezTo>
                      <a:pt x="195" y="573"/>
                      <a:pt x="195" y="573"/>
                      <a:pt x="195" y="573"/>
                    </a:cubicBezTo>
                    <a:cubicBezTo>
                      <a:pt x="87" y="465"/>
                      <a:pt x="87" y="288"/>
                      <a:pt x="195" y="180"/>
                    </a:cubicBezTo>
                    <a:cubicBezTo>
                      <a:pt x="249" y="126"/>
                      <a:pt x="321" y="98"/>
                      <a:pt x="392" y="98"/>
                    </a:cubicBezTo>
                    <a:cubicBezTo>
                      <a:pt x="463" y="98"/>
                      <a:pt x="534" y="126"/>
                      <a:pt x="588" y="180"/>
                    </a:cubicBezTo>
                    <a:cubicBezTo>
                      <a:pt x="589" y="180"/>
                      <a:pt x="589" y="180"/>
                      <a:pt x="589" y="180"/>
                    </a:cubicBezTo>
                    <a:cubicBezTo>
                      <a:pt x="589" y="180"/>
                      <a:pt x="589" y="180"/>
                      <a:pt x="589" y="180"/>
                    </a:cubicBezTo>
                    <a:cubicBezTo>
                      <a:pt x="658" y="110"/>
                      <a:pt x="658" y="110"/>
                      <a:pt x="658" y="110"/>
                    </a:cubicBezTo>
                    <a:cubicBezTo>
                      <a:pt x="585" y="37"/>
                      <a:pt x="488" y="0"/>
                      <a:pt x="39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77"/>
              <p:cNvSpPr>
                <a:spLocks noEditPoints="1"/>
              </p:cNvSpPr>
              <p:nvPr userDrawn="1"/>
            </p:nvSpPr>
            <p:spPr bwMode="auto">
              <a:xfrm>
                <a:off x="11074525" y="2205052"/>
                <a:ext cx="670447" cy="671218"/>
              </a:xfrm>
              <a:custGeom>
                <a:avLst/>
                <a:gdLst>
                  <a:gd name="T0" fmla="*/ 69 w 532"/>
                  <a:gd name="T1" fmla="*/ 463 h 533"/>
                  <a:gd name="T2" fmla="*/ 0 w 532"/>
                  <a:gd name="T3" fmla="*/ 533 h 533"/>
                  <a:gd name="T4" fmla="*/ 0 w 532"/>
                  <a:gd name="T5" fmla="*/ 533 h 533"/>
                  <a:gd name="T6" fmla="*/ 69 w 532"/>
                  <a:gd name="T7" fmla="*/ 463 h 533"/>
                  <a:gd name="T8" fmla="*/ 69 w 532"/>
                  <a:gd name="T9" fmla="*/ 463 h 533"/>
                  <a:gd name="T10" fmla="*/ 532 w 532"/>
                  <a:gd name="T11" fmla="*/ 0 h 533"/>
                  <a:gd name="T12" fmla="*/ 463 w 532"/>
                  <a:gd name="T13" fmla="*/ 70 h 533"/>
                  <a:gd name="T14" fmla="*/ 463 w 532"/>
                  <a:gd name="T15" fmla="*/ 70 h 533"/>
                  <a:gd name="T16" fmla="*/ 532 w 532"/>
                  <a:gd name="T17" fmla="*/ 0 h 533"/>
                  <a:gd name="T18" fmla="*/ 532 w 532"/>
                  <a:gd name="T19" fmla="*/ 0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2" h="533">
                    <a:moveTo>
                      <a:pt x="69" y="463"/>
                    </a:moveTo>
                    <a:cubicBezTo>
                      <a:pt x="0" y="533"/>
                      <a:pt x="0" y="533"/>
                      <a:pt x="0" y="533"/>
                    </a:cubicBezTo>
                    <a:cubicBezTo>
                      <a:pt x="0" y="533"/>
                      <a:pt x="0" y="533"/>
                      <a:pt x="0" y="533"/>
                    </a:cubicBezTo>
                    <a:cubicBezTo>
                      <a:pt x="69" y="463"/>
                      <a:pt x="69" y="463"/>
                      <a:pt x="69" y="463"/>
                    </a:cubicBezTo>
                    <a:cubicBezTo>
                      <a:pt x="69" y="463"/>
                      <a:pt x="69" y="463"/>
                      <a:pt x="69" y="463"/>
                    </a:cubicBezTo>
                    <a:moveTo>
                      <a:pt x="532" y="0"/>
                    </a:moveTo>
                    <a:cubicBezTo>
                      <a:pt x="463" y="70"/>
                      <a:pt x="463" y="70"/>
                      <a:pt x="463" y="70"/>
                    </a:cubicBezTo>
                    <a:cubicBezTo>
                      <a:pt x="463" y="70"/>
                      <a:pt x="463" y="70"/>
                      <a:pt x="463" y="70"/>
                    </a:cubicBezTo>
                    <a:cubicBezTo>
                      <a:pt x="532" y="0"/>
                      <a:pt x="532" y="0"/>
                      <a:pt x="532" y="0"/>
                    </a:cubicBezTo>
                    <a:cubicBezTo>
                      <a:pt x="532" y="0"/>
                      <a:pt x="532" y="0"/>
                      <a:pt x="53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78"/>
              <p:cNvSpPr>
                <a:spLocks/>
              </p:cNvSpPr>
              <p:nvPr userDrawn="1"/>
            </p:nvSpPr>
            <p:spPr bwMode="auto">
              <a:xfrm>
                <a:off x="10427995" y="2332352"/>
                <a:ext cx="665818" cy="1063148"/>
              </a:xfrm>
              <a:custGeom>
                <a:avLst/>
                <a:gdLst>
                  <a:gd name="T0" fmla="*/ 27 w 528"/>
                  <a:gd name="T1" fmla="*/ 0 h 844"/>
                  <a:gd name="T2" fmla="*/ 0 w 528"/>
                  <a:gd name="T3" fmla="*/ 154 h 844"/>
                  <a:gd name="T4" fmla="*/ 372 w 528"/>
                  <a:gd name="T5" fmla="*/ 590 h 844"/>
                  <a:gd name="T6" fmla="*/ 312 w 528"/>
                  <a:gd name="T7" fmla="*/ 811 h 844"/>
                  <a:gd name="T8" fmla="*/ 363 w 528"/>
                  <a:gd name="T9" fmla="*/ 844 h 844"/>
                  <a:gd name="T10" fmla="*/ 518 w 528"/>
                  <a:gd name="T11" fmla="*/ 699 h 844"/>
                  <a:gd name="T12" fmla="*/ 528 w 528"/>
                  <a:gd name="T13" fmla="*/ 590 h 844"/>
                  <a:gd name="T14" fmla="*/ 505 w 528"/>
                  <a:gd name="T15" fmla="*/ 424 h 844"/>
                  <a:gd name="T16" fmla="*/ 408 w 528"/>
                  <a:gd name="T17" fmla="*/ 230 h 844"/>
                  <a:gd name="T18" fmla="*/ 27 w 528"/>
                  <a:gd name="T19" fmla="*/ 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8" h="844">
                    <a:moveTo>
                      <a:pt x="27" y="0"/>
                    </a:moveTo>
                    <a:cubicBezTo>
                      <a:pt x="12" y="51"/>
                      <a:pt x="3" y="102"/>
                      <a:pt x="0" y="154"/>
                    </a:cubicBezTo>
                    <a:cubicBezTo>
                      <a:pt x="210" y="187"/>
                      <a:pt x="372" y="370"/>
                      <a:pt x="372" y="590"/>
                    </a:cubicBezTo>
                    <a:cubicBezTo>
                      <a:pt x="372" y="670"/>
                      <a:pt x="350" y="746"/>
                      <a:pt x="312" y="811"/>
                    </a:cubicBezTo>
                    <a:cubicBezTo>
                      <a:pt x="329" y="823"/>
                      <a:pt x="345" y="834"/>
                      <a:pt x="363" y="844"/>
                    </a:cubicBezTo>
                    <a:cubicBezTo>
                      <a:pt x="407" y="788"/>
                      <a:pt x="459" y="739"/>
                      <a:pt x="518" y="699"/>
                    </a:cubicBezTo>
                    <a:cubicBezTo>
                      <a:pt x="525" y="663"/>
                      <a:pt x="528" y="627"/>
                      <a:pt x="528" y="590"/>
                    </a:cubicBezTo>
                    <a:cubicBezTo>
                      <a:pt x="528" y="532"/>
                      <a:pt x="520" y="477"/>
                      <a:pt x="505" y="424"/>
                    </a:cubicBezTo>
                    <a:cubicBezTo>
                      <a:pt x="452" y="368"/>
                      <a:pt x="420" y="301"/>
                      <a:pt x="408" y="230"/>
                    </a:cubicBezTo>
                    <a:cubicBezTo>
                      <a:pt x="317" y="110"/>
                      <a:pt x="182" y="25"/>
                      <a:pt x="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79"/>
              <p:cNvSpPr>
                <a:spLocks/>
              </p:cNvSpPr>
              <p:nvPr userDrawn="1"/>
            </p:nvSpPr>
            <p:spPr bwMode="auto">
              <a:xfrm>
                <a:off x="10885504" y="3213423"/>
                <a:ext cx="195194" cy="236855"/>
              </a:xfrm>
              <a:custGeom>
                <a:avLst/>
                <a:gdLst>
                  <a:gd name="T0" fmla="*/ 155 w 155"/>
                  <a:gd name="T1" fmla="*/ 0 h 188"/>
                  <a:gd name="T2" fmla="*/ 0 w 155"/>
                  <a:gd name="T3" fmla="*/ 145 h 188"/>
                  <a:gd name="T4" fmla="*/ 85 w 155"/>
                  <a:gd name="T5" fmla="*/ 188 h 188"/>
                  <a:gd name="T6" fmla="*/ 155 w 155"/>
                  <a:gd name="T7" fmla="*/ 0 h 188"/>
                </a:gdLst>
                <a:ahLst/>
                <a:cxnLst>
                  <a:cxn ang="0">
                    <a:pos x="T0" y="T1"/>
                  </a:cxn>
                  <a:cxn ang="0">
                    <a:pos x="T2" y="T3"/>
                  </a:cxn>
                  <a:cxn ang="0">
                    <a:pos x="T4" y="T5"/>
                  </a:cxn>
                  <a:cxn ang="0">
                    <a:pos x="T6" y="T7"/>
                  </a:cxn>
                </a:cxnLst>
                <a:rect l="0" t="0" r="r" b="b"/>
                <a:pathLst>
                  <a:path w="155" h="188">
                    <a:moveTo>
                      <a:pt x="155" y="0"/>
                    </a:moveTo>
                    <a:cubicBezTo>
                      <a:pt x="96" y="40"/>
                      <a:pt x="44" y="89"/>
                      <a:pt x="0" y="145"/>
                    </a:cubicBezTo>
                    <a:cubicBezTo>
                      <a:pt x="27" y="161"/>
                      <a:pt x="56" y="176"/>
                      <a:pt x="85" y="188"/>
                    </a:cubicBezTo>
                    <a:cubicBezTo>
                      <a:pt x="119" y="131"/>
                      <a:pt x="143" y="67"/>
                      <a:pt x="15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80"/>
              <p:cNvSpPr>
                <a:spLocks/>
              </p:cNvSpPr>
              <p:nvPr userDrawn="1"/>
            </p:nvSpPr>
            <p:spPr bwMode="auto">
              <a:xfrm>
                <a:off x="10941824" y="2621670"/>
                <a:ext cx="122671" cy="244571"/>
              </a:xfrm>
              <a:custGeom>
                <a:avLst/>
                <a:gdLst>
                  <a:gd name="T0" fmla="*/ 0 w 97"/>
                  <a:gd name="T1" fmla="*/ 0 h 194"/>
                  <a:gd name="T2" fmla="*/ 97 w 97"/>
                  <a:gd name="T3" fmla="*/ 194 h 194"/>
                  <a:gd name="T4" fmla="*/ 0 w 97"/>
                  <a:gd name="T5" fmla="*/ 0 h 194"/>
                </a:gdLst>
                <a:ahLst/>
                <a:cxnLst>
                  <a:cxn ang="0">
                    <a:pos x="T0" y="T1"/>
                  </a:cxn>
                  <a:cxn ang="0">
                    <a:pos x="T2" y="T3"/>
                  </a:cxn>
                  <a:cxn ang="0">
                    <a:pos x="T4" y="T5"/>
                  </a:cxn>
                </a:cxnLst>
                <a:rect l="0" t="0" r="r" b="b"/>
                <a:pathLst>
                  <a:path w="97" h="194">
                    <a:moveTo>
                      <a:pt x="0" y="0"/>
                    </a:moveTo>
                    <a:cubicBezTo>
                      <a:pt x="12" y="71"/>
                      <a:pt x="44" y="138"/>
                      <a:pt x="97" y="194"/>
                    </a:cubicBezTo>
                    <a:cubicBezTo>
                      <a:pt x="76" y="123"/>
                      <a:pt x="43" y="58"/>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81"/>
              <p:cNvSpPr>
                <a:spLocks noEditPoints="1"/>
              </p:cNvSpPr>
              <p:nvPr userDrawn="1"/>
            </p:nvSpPr>
            <p:spPr bwMode="auto">
              <a:xfrm>
                <a:off x="10340814" y="3581435"/>
                <a:ext cx="388073" cy="245342"/>
              </a:xfrm>
              <a:custGeom>
                <a:avLst/>
                <a:gdLst>
                  <a:gd name="T0" fmla="*/ 19 w 308"/>
                  <a:gd name="T1" fmla="*/ 39 h 195"/>
                  <a:gd name="T2" fmla="*/ 0 w 308"/>
                  <a:gd name="T3" fmla="*/ 39 h 195"/>
                  <a:gd name="T4" fmla="*/ 0 w 308"/>
                  <a:gd name="T5" fmla="*/ 39 h 195"/>
                  <a:gd name="T6" fmla="*/ 0 w 308"/>
                  <a:gd name="T7" fmla="*/ 39 h 195"/>
                  <a:gd name="T8" fmla="*/ 0 w 308"/>
                  <a:gd name="T9" fmla="*/ 195 h 195"/>
                  <a:gd name="T10" fmla="*/ 66 w 308"/>
                  <a:gd name="T11" fmla="*/ 192 h 195"/>
                  <a:gd name="T12" fmla="*/ 66 w 308"/>
                  <a:gd name="T13" fmla="*/ 181 h 195"/>
                  <a:gd name="T14" fmla="*/ 66 w 308"/>
                  <a:gd name="T15" fmla="*/ 181 h 195"/>
                  <a:gd name="T16" fmla="*/ 19 w 308"/>
                  <a:gd name="T17" fmla="*/ 39 h 195"/>
                  <a:gd name="T18" fmla="*/ 182 w 308"/>
                  <a:gd name="T19" fmla="*/ 0 h 195"/>
                  <a:gd name="T20" fmla="*/ 112 w 308"/>
                  <a:gd name="T21" fmla="*/ 25 h 195"/>
                  <a:gd name="T22" fmla="*/ 152 w 308"/>
                  <a:gd name="T23" fmla="*/ 176 h 195"/>
                  <a:gd name="T24" fmla="*/ 299 w 308"/>
                  <a:gd name="T25" fmla="*/ 115 h 195"/>
                  <a:gd name="T26" fmla="*/ 308 w 308"/>
                  <a:gd name="T27" fmla="*/ 86 h 195"/>
                  <a:gd name="T28" fmla="*/ 182 w 308"/>
                  <a:gd name="T29"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8" h="195">
                    <a:moveTo>
                      <a:pt x="19" y="39"/>
                    </a:moveTo>
                    <a:cubicBezTo>
                      <a:pt x="13" y="39"/>
                      <a:pt x="7" y="39"/>
                      <a:pt x="0" y="39"/>
                    </a:cubicBezTo>
                    <a:cubicBezTo>
                      <a:pt x="0" y="39"/>
                      <a:pt x="0" y="39"/>
                      <a:pt x="0" y="39"/>
                    </a:cubicBezTo>
                    <a:cubicBezTo>
                      <a:pt x="0" y="39"/>
                      <a:pt x="0" y="39"/>
                      <a:pt x="0" y="39"/>
                    </a:cubicBezTo>
                    <a:cubicBezTo>
                      <a:pt x="0" y="195"/>
                      <a:pt x="0" y="195"/>
                      <a:pt x="0" y="195"/>
                    </a:cubicBezTo>
                    <a:cubicBezTo>
                      <a:pt x="22" y="195"/>
                      <a:pt x="44" y="194"/>
                      <a:pt x="66" y="192"/>
                    </a:cubicBezTo>
                    <a:cubicBezTo>
                      <a:pt x="66" y="188"/>
                      <a:pt x="66" y="185"/>
                      <a:pt x="66" y="181"/>
                    </a:cubicBezTo>
                    <a:cubicBezTo>
                      <a:pt x="66" y="181"/>
                      <a:pt x="66" y="181"/>
                      <a:pt x="66" y="181"/>
                    </a:cubicBezTo>
                    <a:cubicBezTo>
                      <a:pt x="66" y="128"/>
                      <a:pt x="48" y="79"/>
                      <a:pt x="19" y="39"/>
                    </a:cubicBezTo>
                    <a:moveTo>
                      <a:pt x="182" y="0"/>
                    </a:moveTo>
                    <a:cubicBezTo>
                      <a:pt x="160" y="10"/>
                      <a:pt x="136" y="18"/>
                      <a:pt x="112" y="25"/>
                    </a:cubicBezTo>
                    <a:cubicBezTo>
                      <a:pt x="137" y="70"/>
                      <a:pt x="151" y="121"/>
                      <a:pt x="152" y="176"/>
                    </a:cubicBezTo>
                    <a:cubicBezTo>
                      <a:pt x="204" y="162"/>
                      <a:pt x="253" y="142"/>
                      <a:pt x="299" y="115"/>
                    </a:cubicBezTo>
                    <a:cubicBezTo>
                      <a:pt x="302" y="105"/>
                      <a:pt x="305" y="96"/>
                      <a:pt x="308" y="86"/>
                    </a:cubicBezTo>
                    <a:cubicBezTo>
                      <a:pt x="264" y="61"/>
                      <a:pt x="222" y="32"/>
                      <a:pt x="18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82"/>
              <p:cNvSpPr>
                <a:spLocks/>
              </p:cNvSpPr>
              <p:nvPr userDrawn="1"/>
            </p:nvSpPr>
            <p:spPr bwMode="auto">
              <a:xfrm>
                <a:off x="10364730" y="3612296"/>
                <a:ext cx="167419" cy="196737"/>
              </a:xfrm>
              <a:custGeom>
                <a:avLst/>
                <a:gdLst>
                  <a:gd name="T0" fmla="*/ 93 w 133"/>
                  <a:gd name="T1" fmla="*/ 0 h 156"/>
                  <a:gd name="T2" fmla="*/ 0 w 133"/>
                  <a:gd name="T3" fmla="*/ 14 h 156"/>
                  <a:gd name="T4" fmla="*/ 47 w 133"/>
                  <a:gd name="T5" fmla="*/ 156 h 156"/>
                  <a:gd name="T6" fmla="*/ 47 w 133"/>
                  <a:gd name="T7" fmla="*/ 156 h 156"/>
                  <a:gd name="T8" fmla="*/ 47 w 133"/>
                  <a:gd name="T9" fmla="*/ 156 h 156"/>
                  <a:gd name="T10" fmla="*/ 110 w 133"/>
                  <a:gd name="T11" fmla="*/ 156 h 156"/>
                  <a:gd name="T12" fmla="*/ 133 w 133"/>
                  <a:gd name="T13" fmla="*/ 151 h 156"/>
                  <a:gd name="T14" fmla="*/ 93 w 133"/>
                  <a:gd name="T15" fmla="*/ 0 h 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56">
                    <a:moveTo>
                      <a:pt x="93" y="0"/>
                    </a:moveTo>
                    <a:cubicBezTo>
                      <a:pt x="63" y="8"/>
                      <a:pt x="32" y="12"/>
                      <a:pt x="0" y="14"/>
                    </a:cubicBezTo>
                    <a:cubicBezTo>
                      <a:pt x="29" y="54"/>
                      <a:pt x="47" y="103"/>
                      <a:pt x="47" y="156"/>
                    </a:cubicBezTo>
                    <a:cubicBezTo>
                      <a:pt x="47" y="156"/>
                      <a:pt x="47" y="156"/>
                      <a:pt x="47" y="156"/>
                    </a:cubicBezTo>
                    <a:cubicBezTo>
                      <a:pt x="47" y="156"/>
                      <a:pt x="47" y="156"/>
                      <a:pt x="47" y="156"/>
                    </a:cubicBezTo>
                    <a:cubicBezTo>
                      <a:pt x="110" y="156"/>
                      <a:pt x="110" y="156"/>
                      <a:pt x="110" y="156"/>
                    </a:cubicBezTo>
                    <a:cubicBezTo>
                      <a:pt x="118" y="155"/>
                      <a:pt x="125" y="153"/>
                      <a:pt x="133" y="151"/>
                    </a:cubicBezTo>
                    <a:cubicBezTo>
                      <a:pt x="132" y="96"/>
                      <a:pt x="118" y="45"/>
                      <a:pt x="9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83"/>
              <p:cNvSpPr>
                <a:spLocks/>
              </p:cNvSpPr>
              <p:nvPr userDrawn="1"/>
            </p:nvSpPr>
            <p:spPr bwMode="auto">
              <a:xfrm>
                <a:off x="10424137" y="3809032"/>
                <a:ext cx="79466" cy="13887"/>
              </a:xfrm>
              <a:custGeom>
                <a:avLst/>
                <a:gdLst>
                  <a:gd name="T0" fmla="*/ 63 w 63"/>
                  <a:gd name="T1" fmla="*/ 0 h 11"/>
                  <a:gd name="T2" fmla="*/ 0 w 63"/>
                  <a:gd name="T3" fmla="*/ 0 h 11"/>
                  <a:gd name="T4" fmla="*/ 0 w 63"/>
                  <a:gd name="T5" fmla="*/ 11 h 11"/>
                  <a:gd name="T6" fmla="*/ 63 w 63"/>
                  <a:gd name="T7" fmla="*/ 0 h 11"/>
                </a:gdLst>
                <a:ahLst/>
                <a:cxnLst>
                  <a:cxn ang="0">
                    <a:pos x="T0" y="T1"/>
                  </a:cxn>
                  <a:cxn ang="0">
                    <a:pos x="T2" y="T3"/>
                  </a:cxn>
                  <a:cxn ang="0">
                    <a:pos x="T4" y="T5"/>
                  </a:cxn>
                  <a:cxn ang="0">
                    <a:pos x="T6" y="T7"/>
                  </a:cxn>
                </a:cxnLst>
                <a:rect l="0" t="0" r="r" b="b"/>
                <a:pathLst>
                  <a:path w="63" h="11">
                    <a:moveTo>
                      <a:pt x="63" y="0"/>
                    </a:moveTo>
                    <a:cubicBezTo>
                      <a:pt x="0" y="0"/>
                      <a:pt x="0" y="0"/>
                      <a:pt x="0" y="0"/>
                    </a:cubicBezTo>
                    <a:cubicBezTo>
                      <a:pt x="0" y="4"/>
                      <a:pt x="0" y="7"/>
                      <a:pt x="0" y="11"/>
                    </a:cubicBezTo>
                    <a:cubicBezTo>
                      <a:pt x="21" y="8"/>
                      <a:pt x="42" y="5"/>
                      <a:pt x="6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84"/>
              <p:cNvSpPr>
                <a:spLocks/>
              </p:cNvSpPr>
              <p:nvPr userDrawn="1"/>
            </p:nvSpPr>
            <p:spPr bwMode="auto">
              <a:xfrm>
                <a:off x="10424137" y="3809032"/>
                <a:ext cx="79466" cy="0"/>
              </a:xfrm>
              <a:custGeom>
                <a:avLst/>
                <a:gdLst>
                  <a:gd name="T0" fmla="*/ 63 w 63"/>
                  <a:gd name="T1" fmla="*/ 0 w 63"/>
                  <a:gd name="T2" fmla="*/ 0 w 63"/>
                  <a:gd name="T3" fmla="*/ 63 w 63"/>
                  <a:gd name="T4" fmla="*/ 63 w 63"/>
                </a:gdLst>
                <a:ahLst/>
                <a:cxnLst>
                  <a:cxn ang="0">
                    <a:pos x="T0" y="0"/>
                  </a:cxn>
                  <a:cxn ang="0">
                    <a:pos x="T1" y="0"/>
                  </a:cxn>
                  <a:cxn ang="0">
                    <a:pos x="T2" y="0"/>
                  </a:cxn>
                  <a:cxn ang="0">
                    <a:pos x="T3" y="0"/>
                  </a:cxn>
                  <a:cxn ang="0">
                    <a:pos x="T4" y="0"/>
                  </a:cxn>
                </a:cxnLst>
                <a:rect l="0" t="0" r="r" b="b"/>
                <a:pathLst>
                  <a:path w="63">
                    <a:moveTo>
                      <a:pt x="63" y="0"/>
                    </a:moveTo>
                    <a:cubicBezTo>
                      <a:pt x="0" y="0"/>
                      <a:pt x="0" y="0"/>
                      <a:pt x="0" y="0"/>
                    </a:cubicBezTo>
                    <a:cubicBezTo>
                      <a:pt x="0" y="0"/>
                      <a:pt x="0" y="0"/>
                      <a:pt x="0" y="0"/>
                    </a:cubicBezTo>
                    <a:cubicBezTo>
                      <a:pt x="63" y="0"/>
                      <a:pt x="63" y="0"/>
                      <a:pt x="63" y="0"/>
                    </a:cubicBezTo>
                    <a:cubicBezTo>
                      <a:pt x="63" y="0"/>
                      <a:pt x="63" y="0"/>
                      <a:pt x="6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85"/>
              <p:cNvSpPr>
                <a:spLocks/>
              </p:cNvSpPr>
              <p:nvPr userDrawn="1"/>
            </p:nvSpPr>
            <p:spPr bwMode="auto">
              <a:xfrm>
                <a:off x="10718084" y="3689447"/>
                <a:ext cx="36261" cy="36261"/>
              </a:xfrm>
              <a:custGeom>
                <a:avLst/>
                <a:gdLst>
                  <a:gd name="T0" fmla="*/ 9 w 29"/>
                  <a:gd name="T1" fmla="*/ 0 h 29"/>
                  <a:gd name="T2" fmla="*/ 0 w 29"/>
                  <a:gd name="T3" fmla="*/ 29 h 29"/>
                  <a:gd name="T4" fmla="*/ 29 w 29"/>
                  <a:gd name="T5" fmla="*/ 11 h 29"/>
                  <a:gd name="T6" fmla="*/ 9 w 29"/>
                  <a:gd name="T7" fmla="*/ 0 h 29"/>
                </a:gdLst>
                <a:ahLst/>
                <a:cxnLst>
                  <a:cxn ang="0">
                    <a:pos x="T0" y="T1"/>
                  </a:cxn>
                  <a:cxn ang="0">
                    <a:pos x="T2" y="T3"/>
                  </a:cxn>
                  <a:cxn ang="0">
                    <a:pos x="T4" y="T5"/>
                  </a:cxn>
                  <a:cxn ang="0">
                    <a:pos x="T6" y="T7"/>
                  </a:cxn>
                </a:cxnLst>
                <a:rect l="0" t="0" r="r" b="b"/>
                <a:pathLst>
                  <a:path w="29" h="29">
                    <a:moveTo>
                      <a:pt x="9" y="0"/>
                    </a:moveTo>
                    <a:cubicBezTo>
                      <a:pt x="6" y="10"/>
                      <a:pt x="3" y="19"/>
                      <a:pt x="0" y="29"/>
                    </a:cubicBezTo>
                    <a:cubicBezTo>
                      <a:pt x="10" y="24"/>
                      <a:pt x="20" y="18"/>
                      <a:pt x="29" y="11"/>
                    </a:cubicBezTo>
                    <a:cubicBezTo>
                      <a:pt x="22" y="8"/>
                      <a:pt x="15" y="4"/>
                      <a:pt x="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87"/>
              <p:cNvSpPr>
                <a:spLocks/>
              </p:cNvSpPr>
              <p:nvPr userDrawn="1"/>
            </p:nvSpPr>
            <p:spPr bwMode="auto">
              <a:xfrm>
                <a:off x="9777607" y="3442562"/>
                <a:ext cx="234541" cy="207538"/>
              </a:xfrm>
              <a:custGeom>
                <a:avLst/>
                <a:gdLst>
                  <a:gd name="T0" fmla="*/ 117 w 186"/>
                  <a:gd name="T1" fmla="*/ 0 h 165"/>
                  <a:gd name="T2" fmla="*/ 0 w 186"/>
                  <a:gd name="T3" fmla="*/ 104 h 165"/>
                  <a:gd name="T4" fmla="*/ 62 w 186"/>
                  <a:gd name="T5" fmla="*/ 165 h 165"/>
                  <a:gd name="T6" fmla="*/ 186 w 186"/>
                  <a:gd name="T7" fmla="*/ 64 h 165"/>
                  <a:gd name="T8" fmla="*/ 117 w 186"/>
                  <a:gd name="T9" fmla="*/ 0 h 165"/>
                </a:gdLst>
                <a:ahLst/>
                <a:cxnLst>
                  <a:cxn ang="0">
                    <a:pos x="T0" y="T1"/>
                  </a:cxn>
                  <a:cxn ang="0">
                    <a:pos x="T2" y="T3"/>
                  </a:cxn>
                  <a:cxn ang="0">
                    <a:pos x="T4" y="T5"/>
                  </a:cxn>
                  <a:cxn ang="0">
                    <a:pos x="T6" y="T7"/>
                  </a:cxn>
                  <a:cxn ang="0">
                    <a:pos x="T8" y="T9"/>
                  </a:cxn>
                </a:cxnLst>
                <a:rect l="0" t="0" r="r" b="b"/>
                <a:pathLst>
                  <a:path w="186" h="165">
                    <a:moveTo>
                      <a:pt x="117" y="0"/>
                    </a:moveTo>
                    <a:cubicBezTo>
                      <a:pt x="70" y="25"/>
                      <a:pt x="30" y="61"/>
                      <a:pt x="0" y="104"/>
                    </a:cubicBezTo>
                    <a:cubicBezTo>
                      <a:pt x="19" y="126"/>
                      <a:pt x="40" y="146"/>
                      <a:pt x="62" y="165"/>
                    </a:cubicBezTo>
                    <a:cubicBezTo>
                      <a:pt x="91" y="119"/>
                      <a:pt x="134" y="83"/>
                      <a:pt x="186" y="64"/>
                    </a:cubicBezTo>
                    <a:cubicBezTo>
                      <a:pt x="161" y="45"/>
                      <a:pt x="138" y="24"/>
                      <a:pt x="11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88"/>
              <p:cNvSpPr>
                <a:spLocks/>
              </p:cNvSpPr>
              <p:nvPr userDrawn="1"/>
            </p:nvSpPr>
            <p:spPr bwMode="auto">
              <a:xfrm>
                <a:off x="9612503" y="2414904"/>
                <a:ext cx="391930" cy="471396"/>
              </a:xfrm>
              <a:custGeom>
                <a:avLst/>
                <a:gdLst>
                  <a:gd name="T0" fmla="*/ 292 w 311"/>
                  <a:gd name="T1" fmla="*/ 0 h 374"/>
                  <a:gd name="T2" fmla="*/ 223 w 311"/>
                  <a:gd name="T3" fmla="*/ 45 h 374"/>
                  <a:gd name="T4" fmla="*/ 162 w 311"/>
                  <a:gd name="T5" fmla="*/ 233 h 374"/>
                  <a:gd name="T6" fmla="*/ 27 w 311"/>
                  <a:gd name="T7" fmla="*/ 296 h 374"/>
                  <a:gd name="T8" fmla="*/ 0 w 311"/>
                  <a:gd name="T9" fmla="*/ 374 h 374"/>
                  <a:gd name="T10" fmla="*/ 8 w 311"/>
                  <a:gd name="T11" fmla="*/ 374 h 374"/>
                  <a:gd name="T12" fmla="*/ 194 w 311"/>
                  <a:gd name="T13" fmla="*/ 308 h 374"/>
                  <a:gd name="T14" fmla="*/ 275 w 311"/>
                  <a:gd name="T15" fmla="*/ 204 h 374"/>
                  <a:gd name="T16" fmla="*/ 292 w 311"/>
                  <a:gd name="T17" fmla="*/ 0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1" h="374">
                    <a:moveTo>
                      <a:pt x="292" y="0"/>
                    </a:moveTo>
                    <a:cubicBezTo>
                      <a:pt x="268" y="13"/>
                      <a:pt x="245" y="28"/>
                      <a:pt x="223" y="45"/>
                    </a:cubicBezTo>
                    <a:cubicBezTo>
                      <a:pt x="234" y="111"/>
                      <a:pt x="213" y="182"/>
                      <a:pt x="162" y="233"/>
                    </a:cubicBezTo>
                    <a:cubicBezTo>
                      <a:pt x="124" y="271"/>
                      <a:pt x="76" y="292"/>
                      <a:pt x="27" y="296"/>
                    </a:cubicBezTo>
                    <a:cubicBezTo>
                      <a:pt x="16" y="321"/>
                      <a:pt x="7" y="347"/>
                      <a:pt x="0" y="374"/>
                    </a:cubicBezTo>
                    <a:cubicBezTo>
                      <a:pt x="3" y="374"/>
                      <a:pt x="6" y="374"/>
                      <a:pt x="8" y="374"/>
                    </a:cubicBezTo>
                    <a:cubicBezTo>
                      <a:pt x="74" y="374"/>
                      <a:pt x="140" y="352"/>
                      <a:pt x="194" y="308"/>
                    </a:cubicBezTo>
                    <a:cubicBezTo>
                      <a:pt x="216" y="270"/>
                      <a:pt x="243" y="235"/>
                      <a:pt x="275" y="204"/>
                    </a:cubicBezTo>
                    <a:cubicBezTo>
                      <a:pt x="305" y="140"/>
                      <a:pt x="311" y="68"/>
                      <a:pt x="29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89"/>
              <p:cNvSpPr>
                <a:spLocks/>
              </p:cNvSpPr>
              <p:nvPr userDrawn="1"/>
            </p:nvSpPr>
            <p:spPr bwMode="auto">
              <a:xfrm>
                <a:off x="10340814" y="3630041"/>
                <a:ext cx="0" cy="196737"/>
              </a:xfrm>
              <a:custGeom>
                <a:avLst/>
                <a:gdLst>
                  <a:gd name="T0" fmla="*/ 0 h 156"/>
                  <a:gd name="T1" fmla="*/ 156 h 156"/>
                  <a:gd name="T2" fmla="*/ 156 h 156"/>
                  <a:gd name="T3" fmla="*/ 0 h 156"/>
                  <a:gd name="T4" fmla="*/ 0 h 156"/>
                </a:gdLst>
                <a:ahLst/>
                <a:cxnLst>
                  <a:cxn ang="0">
                    <a:pos x="0" y="T0"/>
                  </a:cxn>
                  <a:cxn ang="0">
                    <a:pos x="0" y="T1"/>
                  </a:cxn>
                  <a:cxn ang="0">
                    <a:pos x="0" y="T2"/>
                  </a:cxn>
                  <a:cxn ang="0">
                    <a:pos x="0" y="T3"/>
                  </a:cxn>
                  <a:cxn ang="0">
                    <a:pos x="0" y="T4"/>
                  </a:cxn>
                </a:cxnLst>
                <a:rect l="0" t="0" r="r" b="b"/>
                <a:pathLst>
                  <a:path h="156">
                    <a:moveTo>
                      <a:pt x="0" y="0"/>
                    </a:moveTo>
                    <a:cubicBezTo>
                      <a:pt x="0" y="156"/>
                      <a:pt x="0" y="156"/>
                      <a:pt x="0" y="156"/>
                    </a:cubicBezTo>
                    <a:cubicBezTo>
                      <a:pt x="0" y="156"/>
                      <a:pt x="0" y="156"/>
                      <a:pt x="0" y="156"/>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92"/>
              <p:cNvSpPr>
                <a:spLocks noEditPoints="1"/>
              </p:cNvSpPr>
              <p:nvPr userDrawn="1"/>
            </p:nvSpPr>
            <p:spPr bwMode="auto">
              <a:xfrm>
                <a:off x="10090071" y="1692765"/>
                <a:ext cx="2066118" cy="2165644"/>
              </a:xfrm>
              <a:custGeom>
                <a:avLst/>
                <a:gdLst>
                  <a:gd name="T0" fmla="*/ 1434 w 1639"/>
                  <a:gd name="T1" fmla="*/ 1321 h 1718"/>
                  <a:gd name="T2" fmla="*/ 1009 w 1639"/>
                  <a:gd name="T3" fmla="*/ 1454 h 1718"/>
                  <a:gd name="T4" fmla="*/ 815 w 1639"/>
                  <a:gd name="T5" fmla="*/ 1429 h 1718"/>
                  <a:gd name="T6" fmla="*/ 682 w 1639"/>
                  <a:gd name="T7" fmla="*/ 1663 h 1718"/>
                  <a:gd name="T8" fmla="*/ 1009 w 1639"/>
                  <a:gd name="T9" fmla="*/ 1718 h 1718"/>
                  <a:gd name="T10" fmla="*/ 1639 w 1639"/>
                  <a:gd name="T11" fmla="*/ 1496 h 1718"/>
                  <a:gd name="T12" fmla="*/ 1434 w 1639"/>
                  <a:gd name="T13" fmla="*/ 1321 h 1718"/>
                  <a:gd name="T14" fmla="*/ 199 w 1639"/>
                  <a:gd name="T15" fmla="*/ 656 h 1718"/>
                  <a:gd name="T16" fmla="*/ 199 w 1639"/>
                  <a:gd name="T17" fmla="*/ 657 h 1718"/>
                  <a:gd name="T18" fmla="*/ 3 w 1639"/>
                  <a:gd name="T19" fmla="*/ 703 h 1718"/>
                  <a:gd name="T20" fmla="*/ 297 w 1639"/>
                  <a:gd name="T21" fmla="*/ 1423 h 1718"/>
                  <a:gd name="T22" fmla="*/ 381 w 1639"/>
                  <a:gd name="T23" fmla="*/ 1498 h 1718"/>
                  <a:gd name="T24" fmla="*/ 580 w 1639"/>
                  <a:gd name="T25" fmla="*/ 1318 h 1718"/>
                  <a:gd name="T26" fmla="*/ 484 w 1639"/>
                  <a:gd name="T27" fmla="*/ 1237 h 1718"/>
                  <a:gd name="T28" fmla="*/ 268 w 1639"/>
                  <a:gd name="T29" fmla="*/ 661 h 1718"/>
                  <a:gd name="T30" fmla="*/ 199 w 1639"/>
                  <a:gd name="T31" fmla="*/ 656 h 1718"/>
                  <a:gd name="T32" fmla="*/ 297 w 1639"/>
                  <a:gd name="T33" fmla="*/ 0 h 1718"/>
                  <a:gd name="T34" fmla="*/ 19 w 1639"/>
                  <a:gd name="T35" fmla="*/ 528 h 1718"/>
                  <a:gd name="T36" fmla="*/ 199 w 1639"/>
                  <a:gd name="T37" fmla="*/ 500 h 1718"/>
                  <a:gd name="T38" fmla="*/ 199 w 1639"/>
                  <a:gd name="T39" fmla="*/ 500 h 1718"/>
                  <a:gd name="T40" fmla="*/ 295 w 1639"/>
                  <a:gd name="T41" fmla="*/ 507 h 1718"/>
                  <a:gd name="T42" fmla="*/ 484 w 1639"/>
                  <a:gd name="T43" fmla="*/ 186 h 1718"/>
                  <a:gd name="T44" fmla="*/ 483 w 1639"/>
                  <a:gd name="T45" fmla="*/ 186 h 1718"/>
                  <a:gd name="T46" fmla="*/ 483 w 1639"/>
                  <a:gd name="T47" fmla="*/ 186 h 1718"/>
                  <a:gd name="T48" fmla="*/ 297 w 1639"/>
                  <a:gd name="T49" fmla="*/ 0 h 1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9" h="1718">
                    <a:moveTo>
                      <a:pt x="1434" y="1321"/>
                    </a:moveTo>
                    <a:cubicBezTo>
                      <a:pt x="1306" y="1410"/>
                      <a:pt x="1158" y="1454"/>
                      <a:pt x="1009" y="1454"/>
                    </a:cubicBezTo>
                    <a:cubicBezTo>
                      <a:pt x="944" y="1454"/>
                      <a:pt x="879" y="1446"/>
                      <a:pt x="815" y="1429"/>
                    </a:cubicBezTo>
                    <a:cubicBezTo>
                      <a:pt x="752" y="1493"/>
                      <a:pt x="706" y="1574"/>
                      <a:pt x="682" y="1663"/>
                    </a:cubicBezTo>
                    <a:cubicBezTo>
                      <a:pt x="787" y="1700"/>
                      <a:pt x="898" y="1718"/>
                      <a:pt x="1009" y="1718"/>
                    </a:cubicBezTo>
                    <a:cubicBezTo>
                      <a:pt x="1232" y="1718"/>
                      <a:pt x="1455" y="1644"/>
                      <a:pt x="1639" y="1496"/>
                    </a:cubicBezTo>
                    <a:cubicBezTo>
                      <a:pt x="1587" y="1422"/>
                      <a:pt x="1516" y="1361"/>
                      <a:pt x="1434" y="1321"/>
                    </a:cubicBezTo>
                    <a:moveTo>
                      <a:pt x="199" y="656"/>
                    </a:moveTo>
                    <a:cubicBezTo>
                      <a:pt x="199" y="657"/>
                      <a:pt x="199" y="657"/>
                      <a:pt x="199" y="657"/>
                    </a:cubicBezTo>
                    <a:cubicBezTo>
                      <a:pt x="129" y="657"/>
                      <a:pt x="62" y="673"/>
                      <a:pt x="3" y="703"/>
                    </a:cubicBezTo>
                    <a:cubicBezTo>
                      <a:pt x="0" y="963"/>
                      <a:pt x="99" y="1224"/>
                      <a:pt x="297" y="1423"/>
                    </a:cubicBezTo>
                    <a:cubicBezTo>
                      <a:pt x="324" y="1450"/>
                      <a:pt x="352" y="1475"/>
                      <a:pt x="381" y="1498"/>
                    </a:cubicBezTo>
                    <a:cubicBezTo>
                      <a:pt x="464" y="1460"/>
                      <a:pt x="534" y="1397"/>
                      <a:pt x="580" y="1318"/>
                    </a:cubicBezTo>
                    <a:cubicBezTo>
                      <a:pt x="546" y="1294"/>
                      <a:pt x="514" y="1267"/>
                      <a:pt x="484" y="1237"/>
                    </a:cubicBezTo>
                    <a:cubicBezTo>
                      <a:pt x="326" y="1079"/>
                      <a:pt x="254" y="868"/>
                      <a:pt x="268" y="661"/>
                    </a:cubicBezTo>
                    <a:cubicBezTo>
                      <a:pt x="245" y="658"/>
                      <a:pt x="223" y="656"/>
                      <a:pt x="199" y="656"/>
                    </a:cubicBezTo>
                    <a:moveTo>
                      <a:pt x="297" y="0"/>
                    </a:moveTo>
                    <a:cubicBezTo>
                      <a:pt x="148" y="150"/>
                      <a:pt x="55" y="335"/>
                      <a:pt x="19" y="528"/>
                    </a:cubicBezTo>
                    <a:cubicBezTo>
                      <a:pt x="76" y="510"/>
                      <a:pt x="137" y="500"/>
                      <a:pt x="199" y="500"/>
                    </a:cubicBezTo>
                    <a:cubicBezTo>
                      <a:pt x="199" y="500"/>
                      <a:pt x="199" y="500"/>
                      <a:pt x="199" y="500"/>
                    </a:cubicBezTo>
                    <a:cubicBezTo>
                      <a:pt x="232" y="500"/>
                      <a:pt x="264" y="502"/>
                      <a:pt x="295" y="507"/>
                    </a:cubicBezTo>
                    <a:cubicBezTo>
                      <a:pt x="328" y="390"/>
                      <a:pt x="391" y="279"/>
                      <a:pt x="484" y="186"/>
                    </a:cubicBezTo>
                    <a:cubicBezTo>
                      <a:pt x="483" y="186"/>
                      <a:pt x="483" y="186"/>
                      <a:pt x="483" y="186"/>
                    </a:cubicBezTo>
                    <a:cubicBezTo>
                      <a:pt x="483" y="186"/>
                      <a:pt x="483" y="186"/>
                      <a:pt x="483" y="186"/>
                    </a:cubicBezTo>
                    <a:cubicBezTo>
                      <a:pt x="297" y="0"/>
                      <a:pt x="297" y="0"/>
                      <a:pt x="29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95"/>
              <p:cNvSpPr>
                <a:spLocks/>
              </p:cNvSpPr>
              <p:nvPr userDrawn="1"/>
            </p:nvSpPr>
            <p:spPr bwMode="auto">
              <a:xfrm>
                <a:off x="10728886" y="3395500"/>
                <a:ext cx="263858" cy="307835"/>
              </a:xfrm>
              <a:custGeom>
                <a:avLst/>
                <a:gdLst>
                  <a:gd name="T0" fmla="*/ 124 w 209"/>
                  <a:gd name="T1" fmla="*/ 0 h 244"/>
                  <a:gd name="T2" fmla="*/ 0 w 209"/>
                  <a:gd name="T3" fmla="*/ 233 h 244"/>
                  <a:gd name="T4" fmla="*/ 20 w 209"/>
                  <a:gd name="T5" fmla="*/ 244 h 244"/>
                  <a:gd name="T6" fmla="*/ 209 w 209"/>
                  <a:gd name="T7" fmla="*/ 43 h 244"/>
                  <a:gd name="T8" fmla="*/ 124 w 209"/>
                  <a:gd name="T9" fmla="*/ 0 h 244"/>
                </a:gdLst>
                <a:ahLst/>
                <a:cxnLst>
                  <a:cxn ang="0">
                    <a:pos x="T0" y="T1"/>
                  </a:cxn>
                  <a:cxn ang="0">
                    <a:pos x="T2" y="T3"/>
                  </a:cxn>
                  <a:cxn ang="0">
                    <a:pos x="T4" y="T5"/>
                  </a:cxn>
                  <a:cxn ang="0">
                    <a:pos x="T6" y="T7"/>
                  </a:cxn>
                  <a:cxn ang="0">
                    <a:pos x="T8" y="T9"/>
                  </a:cxn>
                </a:cxnLst>
                <a:rect l="0" t="0" r="r" b="b"/>
                <a:pathLst>
                  <a:path w="209" h="244">
                    <a:moveTo>
                      <a:pt x="124" y="0"/>
                    </a:moveTo>
                    <a:cubicBezTo>
                      <a:pt x="69" y="69"/>
                      <a:pt x="27" y="147"/>
                      <a:pt x="0" y="233"/>
                    </a:cubicBezTo>
                    <a:cubicBezTo>
                      <a:pt x="6" y="237"/>
                      <a:pt x="13" y="241"/>
                      <a:pt x="20" y="244"/>
                    </a:cubicBezTo>
                    <a:cubicBezTo>
                      <a:pt x="98" y="193"/>
                      <a:pt x="163" y="124"/>
                      <a:pt x="209" y="43"/>
                    </a:cubicBezTo>
                    <a:cubicBezTo>
                      <a:pt x="180" y="31"/>
                      <a:pt x="151" y="16"/>
                      <a:pt x="1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96"/>
              <p:cNvSpPr>
                <a:spLocks/>
              </p:cNvSpPr>
              <p:nvPr userDrawn="1"/>
            </p:nvSpPr>
            <p:spPr bwMode="auto">
              <a:xfrm>
                <a:off x="10093929" y="2323094"/>
                <a:ext cx="246885" cy="256143"/>
              </a:xfrm>
              <a:custGeom>
                <a:avLst/>
                <a:gdLst>
                  <a:gd name="T0" fmla="*/ 196 w 196"/>
                  <a:gd name="T1" fmla="*/ 0 h 203"/>
                  <a:gd name="T2" fmla="*/ 16 w 196"/>
                  <a:gd name="T3" fmla="*/ 28 h 203"/>
                  <a:gd name="T4" fmla="*/ 0 w 196"/>
                  <a:gd name="T5" fmla="*/ 203 h 203"/>
                  <a:gd name="T6" fmla="*/ 196 w 196"/>
                  <a:gd name="T7" fmla="*/ 157 h 203"/>
                  <a:gd name="T8" fmla="*/ 196 w 196"/>
                  <a:gd name="T9" fmla="*/ 156 h 203"/>
                  <a:gd name="T10" fmla="*/ 196 w 196"/>
                  <a:gd name="T11" fmla="*/ 156 h 203"/>
                  <a:gd name="T12" fmla="*/ 196 w 196"/>
                  <a:gd name="T13" fmla="*/ 0 h 203"/>
                </a:gdLst>
                <a:ahLst/>
                <a:cxnLst>
                  <a:cxn ang="0">
                    <a:pos x="T0" y="T1"/>
                  </a:cxn>
                  <a:cxn ang="0">
                    <a:pos x="T2" y="T3"/>
                  </a:cxn>
                  <a:cxn ang="0">
                    <a:pos x="T4" y="T5"/>
                  </a:cxn>
                  <a:cxn ang="0">
                    <a:pos x="T6" y="T7"/>
                  </a:cxn>
                  <a:cxn ang="0">
                    <a:pos x="T8" y="T9"/>
                  </a:cxn>
                  <a:cxn ang="0">
                    <a:pos x="T10" y="T11"/>
                  </a:cxn>
                  <a:cxn ang="0">
                    <a:pos x="T12" y="T13"/>
                  </a:cxn>
                </a:cxnLst>
                <a:rect l="0" t="0" r="r" b="b"/>
                <a:pathLst>
                  <a:path w="196" h="203">
                    <a:moveTo>
                      <a:pt x="196" y="0"/>
                    </a:moveTo>
                    <a:cubicBezTo>
                      <a:pt x="134" y="0"/>
                      <a:pt x="73" y="10"/>
                      <a:pt x="16" y="28"/>
                    </a:cubicBezTo>
                    <a:cubicBezTo>
                      <a:pt x="6" y="86"/>
                      <a:pt x="0" y="144"/>
                      <a:pt x="0" y="203"/>
                    </a:cubicBezTo>
                    <a:cubicBezTo>
                      <a:pt x="59" y="173"/>
                      <a:pt x="126" y="157"/>
                      <a:pt x="196" y="157"/>
                    </a:cubicBezTo>
                    <a:cubicBezTo>
                      <a:pt x="196" y="156"/>
                      <a:pt x="196" y="156"/>
                      <a:pt x="196" y="156"/>
                    </a:cubicBezTo>
                    <a:cubicBezTo>
                      <a:pt x="196" y="156"/>
                      <a:pt x="196" y="156"/>
                      <a:pt x="196" y="156"/>
                    </a:cubicBezTo>
                    <a:cubicBezTo>
                      <a:pt x="196" y="0"/>
                      <a:pt x="196" y="0"/>
                      <a:pt x="19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97"/>
              <p:cNvSpPr>
                <a:spLocks/>
              </p:cNvSpPr>
              <p:nvPr userDrawn="1"/>
            </p:nvSpPr>
            <p:spPr bwMode="auto">
              <a:xfrm>
                <a:off x="10340814" y="2323094"/>
                <a:ext cx="0" cy="196737"/>
              </a:xfrm>
              <a:custGeom>
                <a:avLst/>
                <a:gdLst>
                  <a:gd name="T0" fmla="*/ 0 h 156"/>
                  <a:gd name="T1" fmla="*/ 0 h 156"/>
                  <a:gd name="T2" fmla="*/ 156 h 156"/>
                  <a:gd name="T3" fmla="*/ 156 h 156"/>
                  <a:gd name="T4" fmla="*/ 0 h 156"/>
                </a:gdLst>
                <a:ahLst/>
                <a:cxnLst>
                  <a:cxn ang="0">
                    <a:pos x="0" y="T0"/>
                  </a:cxn>
                  <a:cxn ang="0">
                    <a:pos x="0" y="T1"/>
                  </a:cxn>
                  <a:cxn ang="0">
                    <a:pos x="0" y="T2"/>
                  </a:cxn>
                  <a:cxn ang="0">
                    <a:pos x="0" y="T3"/>
                  </a:cxn>
                  <a:cxn ang="0">
                    <a:pos x="0" y="T4"/>
                  </a:cxn>
                </a:cxnLst>
                <a:rect l="0" t="0" r="r" b="b"/>
                <a:pathLst>
                  <a:path h="156">
                    <a:moveTo>
                      <a:pt x="0" y="0"/>
                    </a:moveTo>
                    <a:cubicBezTo>
                      <a:pt x="0" y="0"/>
                      <a:pt x="0" y="0"/>
                      <a:pt x="0" y="0"/>
                    </a:cubicBezTo>
                    <a:cubicBezTo>
                      <a:pt x="0" y="156"/>
                      <a:pt x="0" y="156"/>
                      <a:pt x="0" y="156"/>
                    </a:cubicBezTo>
                    <a:cubicBezTo>
                      <a:pt x="0" y="156"/>
                      <a:pt x="0" y="156"/>
                      <a:pt x="0" y="1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98"/>
              <p:cNvSpPr>
                <a:spLocks/>
              </p:cNvSpPr>
              <p:nvPr userDrawn="1"/>
            </p:nvSpPr>
            <p:spPr bwMode="auto">
              <a:xfrm>
                <a:off x="10464256" y="1692765"/>
                <a:ext cx="234541" cy="234541"/>
              </a:xfrm>
              <a:custGeom>
                <a:avLst/>
                <a:gdLst>
                  <a:gd name="T0" fmla="*/ 0 w 186"/>
                  <a:gd name="T1" fmla="*/ 0 h 186"/>
                  <a:gd name="T2" fmla="*/ 0 w 186"/>
                  <a:gd name="T3" fmla="*/ 0 h 186"/>
                  <a:gd name="T4" fmla="*/ 186 w 186"/>
                  <a:gd name="T5" fmla="*/ 186 h 186"/>
                  <a:gd name="T6" fmla="*/ 186 w 186"/>
                  <a:gd name="T7" fmla="*/ 186 h 186"/>
                  <a:gd name="T8" fmla="*/ 0 w 186"/>
                  <a:gd name="T9" fmla="*/ 0 h 186"/>
                </a:gdLst>
                <a:ahLst/>
                <a:cxnLst>
                  <a:cxn ang="0">
                    <a:pos x="T0" y="T1"/>
                  </a:cxn>
                  <a:cxn ang="0">
                    <a:pos x="T2" y="T3"/>
                  </a:cxn>
                  <a:cxn ang="0">
                    <a:pos x="T4" y="T5"/>
                  </a:cxn>
                  <a:cxn ang="0">
                    <a:pos x="T6" y="T7"/>
                  </a:cxn>
                  <a:cxn ang="0">
                    <a:pos x="T8" y="T9"/>
                  </a:cxn>
                </a:cxnLst>
                <a:rect l="0" t="0" r="r" b="b"/>
                <a:pathLst>
                  <a:path w="186" h="186">
                    <a:moveTo>
                      <a:pt x="0" y="0"/>
                    </a:moveTo>
                    <a:cubicBezTo>
                      <a:pt x="0" y="0"/>
                      <a:pt x="0" y="0"/>
                      <a:pt x="0" y="0"/>
                    </a:cubicBezTo>
                    <a:cubicBezTo>
                      <a:pt x="186" y="186"/>
                      <a:pt x="186" y="186"/>
                      <a:pt x="186" y="186"/>
                    </a:cubicBezTo>
                    <a:cubicBezTo>
                      <a:pt x="186" y="186"/>
                      <a:pt x="186" y="186"/>
                      <a:pt x="186" y="18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99"/>
              <p:cNvSpPr>
                <a:spLocks/>
              </p:cNvSpPr>
              <p:nvPr userDrawn="1"/>
            </p:nvSpPr>
            <p:spPr bwMode="auto">
              <a:xfrm>
                <a:off x="12023489" y="3251998"/>
                <a:ext cx="234541" cy="234541"/>
              </a:xfrm>
              <a:custGeom>
                <a:avLst/>
                <a:gdLst>
                  <a:gd name="T0" fmla="*/ 0 w 186"/>
                  <a:gd name="T1" fmla="*/ 0 h 186"/>
                  <a:gd name="T2" fmla="*/ 0 w 186"/>
                  <a:gd name="T3" fmla="*/ 0 h 186"/>
                  <a:gd name="T4" fmla="*/ 186 w 186"/>
                  <a:gd name="T5" fmla="*/ 186 h 186"/>
                  <a:gd name="T6" fmla="*/ 186 w 186"/>
                  <a:gd name="T7" fmla="*/ 186 h 186"/>
                  <a:gd name="T8" fmla="*/ 0 w 186"/>
                  <a:gd name="T9" fmla="*/ 0 h 186"/>
                </a:gdLst>
                <a:ahLst/>
                <a:cxnLst>
                  <a:cxn ang="0">
                    <a:pos x="T0" y="T1"/>
                  </a:cxn>
                  <a:cxn ang="0">
                    <a:pos x="T2" y="T3"/>
                  </a:cxn>
                  <a:cxn ang="0">
                    <a:pos x="T4" y="T5"/>
                  </a:cxn>
                  <a:cxn ang="0">
                    <a:pos x="T6" y="T7"/>
                  </a:cxn>
                  <a:cxn ang="0">
                    <a:pos x="T8" y="T9"/>
                  </a:cxn>
                </a:cxnLst>
                <a:rect l="0" t="0" r="r" b="b"/>
                <a:pathLst>
                  <a:path w="186" h="186">
                    <a:moveTo>
                      <a:pt x="0" y="0"/>
                    </a:moveTo>
                    <a:cubicBezTo>
                      <a:pt x="0" y="0"/>
                      <a:pt x="0" y="0"/>
                      <a:pt x="0" y="0"/>
                    </a:cubicBezTo>
                    <a:cubicBezTo>
                      <a:pt x="186" y="186"/>
                      <a:pt x="186" y="186"/>
                      <a:pt x="186" y="186"/>
                    </a:cubicBezTo>
                    <a:cubicBezTo>
                      <a:pt x="186" y="186"/>
                      <a:pt x="186" y="186"/>
                      <a:pt x="186" y="18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10152927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Freeform 112"/>
          <p:cNvSpPr>
            <a:spLocks/>
          </p:cNvSpPr>
          <p:nvPr userDrawn="1"/>
        </p:nvSpPr>
        <p:spPr bwMode="auto">
          <a:xfrm>
            <a:off x="5705474" y="3117851"/>
            <a:ext cx="2166938" cy="2165350"/>
          </a:xfrm>
          <a:custGeom>
            <a:avLst/>
            <a:gdLst>
              <a:gd name="T0" fmla="*/ 0 w 490"/>
              <a:gd name="T1" fmla="*/ 245 h 490"/>
              <a:gd name="T2" fmla="*/ 245 w 490"/>
              <a:gd name="T3" fmla="*/ 0 h 490"/>
              <a:gd name="T4" fmla="*/ 490 w 490"/>
              <a:gd name="T5" fmla="*/ 245 h 490"/>
              <a:gd name="T6" fmla="*/ 245 w 490"/>
              <a:gd name="T7" fmla="*/ 490 h 490"/>
              <a:gd name="T8" fmla="*/ 0 w 490"/>
              <a:gd name="T9" fmla="*/ 245 h 490"/>
            </a:gdLst>
            <a:ahLst/>
            <a:cxnLst>
              <a:cxn ang="0">
                <a:pos x="T0" y="T1"/>
              </a:cxn>
              <a:cxn ang="0">
                <a:pos x="T2" y="T3"/>
              </a:cxn>
              <a:cxn ang="0">
                <a:pos x="T4" y="T5"/>
              </a:cxn>
              <a:cxn ang="0">
                <a:pos x="T6" y="T7"/>
              </a:cxn>
              <a:cxn ang="0">
                <a:pos x="T8" y="T9"/>
              </a:cxn>
            </a:cxnLst>
            <a:rect l="0" t="0" r="r" b="b"/>
            <a:pathLst>
              <a:path w="490" h="490">
                <a:moveTo>
                  <a:pt x="0" y="245"/>
                </a:moveTo>
                <a:cubicBezTo>
                  <a:pt x="0" y="110"/>
                  <a:pt x="110" y="0"/>
                  <a:pt x="245" y="0"/>
                </a:cubicBezTo>
                <a:cubicBezTo>
                  <a:pt x="380" y="0"/>
                  <a:pt x="490" y="109"/>
                  <a:pt x="490" y="245"/>
                </a:cubicBezTo>
                <a:cubicBezTo>
                  <a:pt x="490" y="380"/>
                  <a:pt x="381" y="490"/>
                  <a:pt x="245" y="490"/>
                </a:cubicBezTo>
                <a:cubicBezTo>
                  <a:pt x="110" y="490"/>
                  <a:pt x="0" y="380"/>
                  <a:pt x="0" y="245"/>
                </a:cubicBezTo>
                <a:close/>
              </a:path>
            </a:pathLst>
          </a:cu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Freeform 113"/>
          <p:cNvSpPr>
            <a:spLocks/>
          </p:cNvSpPr>
          <p:nvPr userDrawn="1"/>
        </p:nvSpPr>
        <p:spPr bwMode="auto">
          <a:xfrm>
            <a:off x="4724081" y="1220788"/>
            <a:ext cx="1193800" cy="1193800"/>
          </a:xfrm>
          <a:custGeom>
            <a:avLst/>
            <a:gdLst>
              <a:gd name="T0" fmla="*/ 0 w 270"/>
              <a:gd name="T1" fmla="*/ 135 h 270"/>
              <a:gd name="T2" fmla="*/ 134 w 270"/>
              <a:gd name="T3" fmla="*/ 0 h 270"/>
              <a:gd name="T4" fmla="*/ 270 w 270"/>
              <a:gd name="T5" fmla="*/ 135 h 270"/>
              <a:gd name="T6" fmla="*/ 135 w 270"/>
              <a:gd name="T7" fmla="*/ 270 h 270"/>
              <a:gd name="T8" fmla="*/ 0 w 270"/>
              <a:gd name="T9" fmla="*/ 135 h 270"/>
            </a:gdLst>
            <a:ahLst/>
            <a:cxnLst>
              <a:cxn ang="0">
                <a:pos x="T0" y="T1"/>
              </a:cxn>
              <a:cxn ang="0">
                <a:pos x="T2" y="T3"/>
              </a:cxn>
              <a:cxn ang="0">
                <a:pos x="T4" y="T5"/>
              </a:cxn>
              <a:cxn ang="0">
                <a:pos x="T6" y="T7"/>
              </a:cxn>
              <a:cxn ang="0">
                <a:pos x="T8" y="T9"/>
              </a:cxn>
            </a:cxnLst>
            <a:rect l="0" t="0" r="r" b="b"/>
            <a:pathLst>
              <a:path w="270" h="270">
                <a:moveTo>
                  <a:pt x="0" y="135"/>
                </a:moveTo>
                <a:cubicBezTo>
                  <a:pt x="0" y="60"/>
                  <a:pt x="60" y="0"/>
                  <a:pt x="134" y="0"/>
                </a:cubicBezTo>
                <a:cubicBezTo>
                  <a:pt x="209" y="0"/>
                  <a:pt x="270" y="60"/>
                  <a:pt x="270" y="135"/>
                </a:cubicBezTo>
                <a:cubicBezTo>
                  <a:pt x="270" y="209"/>
                  <a:pt x="209" y="270"/>
                  <a:pt x="135" y="270"/>
                </a:cubicBezTo>
                <a:cubicBezTo>
                  <a:pt x="60" y="270"/>
                  <a:pt x="0" y="209"/>
                  <a:pt x="0" y="135"/>
                </a:cubicBezTo>
                <a:close/>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Oval 114"/>
          <p:cNvSpPr>
            <a:spLocks noChangeArrowheads="1"/>
          </p:cNvSpPr>
          <p:nvPr userDrawn="1"/>
        </p:nvSpPr>
        <p:spPr bwMode="auto">
          <a:xfrm>
            <a:off x="2993071" y="809626"/>
            <a:ext cx="920750" cy="920750"/>
          </a:xfrm>
          <a:prstGeom prst="ellipse">
            <a:avLst/>
          </a:prstGeom>
          <a:solidFill>
            <a:schemeClr val="accent1">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Oval 115"/>
          <p:cNvSpPr>
            <a:spLocks noChangeArrowheads="1"/>
          </p:cNvSpPr>
          <p:nvPr userDrawn="1"/>
        </p:nvSpPr>
        <p:spPr bwMode="auto">
          <a:xfrm>
            <a:off x="2329496" y="3789363"/>
            <a:ext cx="430213" cy="428625"/>
          </a:xfrm>
          <a:prstGeom prst="ellipse">
            <a:avLst/>
          </a:pr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116"/>
          <p:cNvSpPr>
            <a:spLocks/>
          </p:cNvSpPr>
          <p:nvPr userDrawn="1"/>
        </p:nvSpPr>
        <p:spPr bwMode="auto">
          <a:xfrm>
            <a:off x="2485071" y="1631951"/>
            <a:ext cx="561975" cy="566738"/>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117"/>
          <p:cNvSpPr>
            <a:spLocks/>
          </p:cNvSpPr>
          <p:nvPr userDrawn="1"/>
        </p:nvSpPr>
        <p:spPr bwMode="auto">
          <a:xfrm>
            <a:off x="3016249" y="4968876"/>
            <a:ext cx="1314450" cy="1308100"/>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Oval 118"/>
          <p:cNvSpPr>
            <a:spLocks noChangeArrowheads="1"/>
          </p:cNvSpPr>
          <p:nvPr userDrawn="1"/>
        </p:nvSpPr>
        <p:spPr bwMode="auto">
          <a:xfrm>
            <a:off x="2683509" y="2998788"/>
            <a:ext cx="279400" cy="282575"/>
          </a:xfrm>
          <a:prstGeom prst="ellipse">
            <a:avLst/>
          </a:pr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Oval 119"/>
          <p:cNvSpPr>
            <a:spLocks noChangeArrowheads="1"/>
          </p:cNvSpPr>
          <p:nvPr userDrawn="1"/>
        </p:nvSpPr>
        <p:spPr bwMode="auto">
          <a:xfrm>
            <a:off x="3113404" y="3987801"/>
            <a:ext cx="473075" cy="473075"/>
          </a:xfrm>
          <a:prstGeom prst="ellipse">
            <a:avLst/>
          </a:pr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20"/>
          <p:cNvSpPr>
            <a:spLocks/>
          </p:cNvSpPr>
          <p:nvPr userDrawn="1"/>
        </p:nvSpPr>
        <p:spPr bwMode="auto">
          <a:xfrm>
            <a:off x="4427219" y="2414588"/>
            <a:ext cx="1606550" cy="1600200"/>
          </a:xfrm>
          <a:custGeom>
            <a:avLst/>
            <a:gdLst>
              <a:gd name="T0" fmla="*/ 0 w 363"/>
              <a:gd name="T1" fmla="*/ 181 h 362"/>
              <a:gd name="T2" fmla="*/ 181 w 363"/>
              <a:gd name="T3" fmla="*/ 0 h 362"/>
              <a:gd name="T4" fmla="*/ 362 w 363"/>
              <a:gd name="T5" fmla="*/ 181 h 362"/>
              <a:gd name="T6" fmla="*/ 181 w 363"/>
              <a:gd name="T7" fmla="*/ 362 h 362"/>
              <a:gd name="T8" fmla="*/ 0 w 363"/>
              <a:gd name="T9" fmla="*/ 181 h 362"/>
            </a:gdLst>
            <a:ahLst/>
            <a:cxnLst>
              <a:cxn ang="0">
                <a:pos x="T0" y="T1"/>
              </a:cxn>
              <a:cxn ang="0">
                <a:pos x="T2" y="T3"/>
              </a:cxn>
              <a:cxn ang="0">
                <a:pos x="T4" y="T5"/>
              </a:cxn>
              <a:cxn ang="0">
                <a:pos x="T6" y="T7"/>
              </a:cxn>
              <a:cxn ang="0">
                <a:pos x="T8" y="T9"/>
              </a:cxn>
            </a:cxnLst>
            <a:rect l="0" t="0" r="r" b="b"/>
            <a:pathLst>
              <a:path w="363" h="362">
                <a:moveTo>
                  <a:pt x="0" y="181"/>
                </a:moveTo>
                <a:cubicBezTo>
                  <a:pt x="0" y="81"/>
                  <a:pt x="81" y="0"/>
                  <a:pt x="181" y="0"/>
                </a:cubicBezTo>
                <a:cubicBezTo>
                  <a:pt x="281" y="0"/>
                  <a:pt x="362" y="81"/>
                  <a:pt x="362" y="181"/>
                </a:cubicBezTo>
                <a:cubicBezTo>
                  <a:pt x="363" y="281"/>
                  <a:pt x="282" y="362"/>
                  <a:pt x="181" y="362"/>
                </a:cubicBezTo>
                <a:cubicBezTo>
                  <a:pt x="81" y="362"/>
                  <a:pt x="0" y="281"/>
                  <a:pt x="0" y="181"/>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21"/>
          <p:cNvSpPr>
            <a:spLocks/>
          </p:cNvSpPr>
          <p:nvPr userDrawn="1"/>
        </p:nvSpPr>
        <p:spPr bwMode="auto">
          <a:xfrm>
            <a:off x="5705474" y="1624013"/>
            <a:ext cx="1587500" cy="1590675"/>
          </a:xfrm>
          <a:custGeom>
            <a:avLst/>
            <a:gdLst>
              <a:gd name="T0" fmla="*/ 0 w 359"/>
              <a:gd name="T1" fmla="*/ 180 h 360"/>
              <a:gd name="T2" fmla="*/ 179 w 359"/>
              <a:gd name="T3" fmla="*/ 0 h 360"/>
              <a:gd name="T4" fmla="*/ 359 w 359"/>
              <a:gd name="T5" fmla="*/ 180 h 360"/>
              <a:gd name="T6" fmla="*/ 180 w 359"/>
              <a:gd name="T7" fmla="*/ 360 h 360"/>
              <a:gd name="T8" fmla="*/ 0 w 359"/>
              <a:gd name="T9" fmla="*/ 180 h 360"/>
            </a:gdLst>
            <a:ahLst/>
            <a:cxnLst>
              <a:cxn ang="0">
                <a:pos x="T0" y="T1"/>
              </a:cxn>
              <a:cxn ang="0">
                <a:pos x="T2" y="T3"/>
              </a:cxn>
              <a:cxn ang="0">
                <a:pos x="T4" y="T5"/>
              </a:cxn>
              <a:cxn ang="0">
                <a:pos x="T6" y="T7"/>
              </a:cxn>
              <a:cxn ang="0">
                <a:pos x="T8" y="T9"/>
              </a:cxn>
            </a:cxnLst>
            <a:rect l="0" t="0" r="r" b="b"/>
            <a:pathLst>
              <a:path w="359" h="360">
                <a:moveTo>
                  <a:pt x="0" y="180"/>
                </a:moveTo>
                <a:cubicBezTo>
                  <a:pt x="0" y="81"/>
                  <a:pt x="80" y="0"/>
                  <a:pt x="179" y="0"/>
                </a:cubicBezTo>
                <a:cubicBezTo>
                  <a:pt x="279" y="0"/>
                  <a:pt x="359" y="80"/>
                  <a:pt x="359" y="180"/>
                </a:cubicBezTo>
                <a:cubicBezTo>
                  <a:pt x="359" y="279"/>
                  <a:pt x="279" y="359"/>
                  <a:pt x="180" y="360"/>
                </a:cubicBezTo>
                <a:cubicBezTo>
                  <a:pt x="80" y="360"/>
                  <a:pt x="0" y="279"/>
                  <a:pt x="0" y="180"/>
                </a:cubicBezTo>
                <a:close/>
              </a:path>
            </a:pathLst>
          </a:cu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22"/>
          <p:cNvSpPr>
            <a:spLocks/>
          </p:cNvSpPr>
          <p:nvPr userDrawn="1"/>
        </p:nvSpPr>
        <p:spPr bwMode="auto">
          <a:xfrm>
            <a:off x="3126104" y="2635251"/>
            <a:ext cx="1158875" cy="1158875"/>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accent3">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23"/>
          <p:cNvSpPr>
            <a:spLocks/>
          </p:cNvSpPr>
          <p:nvPr userDrawn="1"/>
        </p:nvSpPr>
        <p:spPr bwMode="auto">
          <a:xfrm>
            <a:off x="3741101" y="41276"/>
            <a:ext cx="1449388" cy="1449388"/>
          </a:xfrm>
          <a:custGeom>
            <a:avLst/>
            <a:gdLst>
              <a:gd name="T0" fmla="*/ 0 w 328"/>
              <a:gd name="T1" fmla="*/ 164 h 328"/>
              <a:gd name="T2" fmla="*/ 164 w 328"/>
              <a:gd name="T3" fmla="*/ 0 h 328"/>
              <a:gd name="T4" fmla="*/ 328 w 328"/>
              <a:gd name="T5" fmla="*/ 164 h 328"/>
              <a:gd name="T6" fmla="*/ 164 w 328"/>
              <a:gd name="T7" fmla="*/ 328 h 328"/>
              <a:gd name="T8" fmla="*/ 0 w 328"/>
              <a:gd name="T9" fmla="*/ 164 h 328"/>
            </a:gdLst>
            <a:ahLst/>
            <a:cxnLst>
              <a:cxn ang="0">
                <a:pos x="T0" y="T1"/>
              </a:cxn>
              <a:cxn ang="0">
                <a:pos x="T2" y="T3"/>
              </a:cxn>
              <a:cxn ang="0">
                <a:pos x="T4" y="T5"/>
              </a:cxn>
              <a:cxn ang="0">
                <a:pos x="T6" y="T7"/>
              </a:cxn>
              <a:cxn ang="0">
                <a:pos x="T8" y="T9"/>
              </a:cxn>
            </a:cxnLst>
            <a:rect l="0" t="0" r="r" b="b"/>
            <a:pathLst>
              <a:path w="328" h="328">
                <a:moveTo>
                  <a:pt x="0" y="164"/>
                </a:moveTo>
                <a:cubicBezTo>
                  <a:pt x="0" y="74"/>
                  <a:pt x="73" y="0"/>
                  <a:pt x="164" y="0"/>
                </a:cubicBezTo>
                <a:cubicBezTo>
                  <a:pt x="254" y="0"/>
                  <a:pt x="328" y="74"/>
                  <a:pt x="328" y="164"/>
                </a:cubicBezTo>
                <a:cubicBezTo>
                  <a:pt x="328" y="255"/>
                  <a:pt x="255" y="328"/>
                  <a:pt x="164" y="328"/>
                </a:cubicBezTo>
                <a:cubicBezTo>
                  <a:pt x="73" y="328"/>
                  <a:pt x="0" y="255"/>
                  <a:pt x="0" y="164"/>
                </a:cubicBezTo>
                <a:close/>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24"/>
          <p:cNvSpPr>
            <a:spLocks/>
          </p:cNvSpPr>
          <p:nvPr userDrawn="1"/>
        </p:nvSpPr>
        <p:spPr bwMode="auto">
          <a:xfrm>
            <a:off x="2206941" y="871538"/>
            <a:ext cx="415925" cy="42068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25"/>
          <p:cNvSpPr>
            <a:spLocks/>
          </p:cNvSpPr>
          <p:nvPr userDrawn="1"/>
        </p:nvSpPr>
        <p:spPr bwMode="auto">
          <a:xfrm>
            <a:off x="3483926" y="1463676"/>
            <a:ext cx="1362075" cy="1366838"/>
          </a:xfrm>
          <a:custGeom>
            <a:avLst/>
            <a:gdLst>
              <a:gd name="T0" fmla="*/ 0 w 308"/>
              <a:gd name="T1" fmla="*/ 155 h 309"/>
              <a:gd name="T2" fmla="*/ 154 w 308"/>
              <a:gd name="T3" fmla="*/ 0 h 309"/>
              <a:gd name="T4" fmla="*/ 308 w 308"/>
              <a:gd name="T5" fmla="*/ 154 h 309"/>
              <a:gd name="T6" fmla="*/ 154 w 308"/>
              <a:gd name="T7" fmla="*/ 309 h 309"/>
              <a:gd name="T8" fmla="*/ 0 w 308"/>
              <a:gd name="T9" fmla="*/ 155 h 309"/>
            </a:gdLst>
            <a:ahLst/>
            <a:cxnLst>
              <a:cxn ang="0">
                <a:pos x="T0" y="T1"/>
              </a:cxn>
              <a:cxn ang="0">
                <a:pos x="T2" y="T3"/>
              </a:cxn>
              <a:cxn ang="0">
                <a:pos x="T4" y="T5"/>
              </a:cxn>
              <a:cxn ang="0">
                <a:pos x="T6" y="T7"/>
              </a:cxn>
              <a:cxn ang="0">
                <a:pos x="T8" y="T9"/>
              </a:cxn>
            </a:cxnLst>
            <a:rect l="0" t="0" r="r" b="b"/>
            <a:pathLst>
              <a:path w="308" h="309">
                <a:moveTo>
                  <a:pt x="0" y="155"/>
                </a:moveTo>
                <a:cubicBezTo>
                  <a:pt x="0" y="70"/>
                  <a:pt x="69" y="1"/>
                  <a:pt x="154" y="0"/>
                </a:cubicBezTo>
                <a:cubicBezTo>
                  <a:pt x="239" y="0"/>
                  <a:pt x="308" y="69"/>
                  <a:pt x="308" y="154"/>
                </a:cubicBezTo>
                <a:cubicBezTo>
                  <a:pt x="308" y="240"/>
                  <a:pt x="239" y="309"/>
                  <a:pt x="154" y="309"/>
                </a:cubicBezTo>
                <a:cubicBezTo>
                  <a:pt x="69" y="309"/>
                  <a:pt x="0" y="240"/>
                  <a:pt x="0" y="155"/>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26"/>
          <p:cNvSpPr>
            <a:spLocks/>
          </p:cNvSpPr>
          <p:nvPr userDrawn="1"/>
        </p:nvSpPr>
        <p:spPr bwMode="auto">
          <a:xfrm>
            <a:off x="5462586" y="4849813"/>
            <a:ext cx="1352550" cy="1357313"/>
          </a:xfrm>
          <a:custGeom>
            <a:avLst/>
            <a:gdLst>
              <a:gd name="T0" fmla="*/ 0 w 306"/>
              <a:gd name="T1" fmla="*/ 154 h 307"/>
              <a:gd name="T2" fmla="*/ 153 w 306"/>
              <a:gd name="T3" fmla="*/ 0 h 307"/>
              <a:gd name="T4" fmla="*/ 306 w 306"/>
              <a:gd name="T5" fmla="*/ 153 h 307"/>
              <a:gd name="T6" fmla="*/ 153 w 306"/>
              <a:gd name="T7" fmla="*/ 307 h 307"/>
              <a:gd name="T8" fmla="*/ 0 w 306"/>
              <a:gd name="T9" fmla="*/ 154 h 307"/>
            </a:gdLst>
            <a:ahLst/>
            <a:cxnLst>
              <a:cxn ang="0">
                <a:pos x="T0" y="T1"/>
              </a:cxn>
              <a:cxn ang="0">
                <a:pos x="T2" y="T3"/>
              </a:cxn>
              <a:cxn ang="0">
                <a:pos x="T4" y="T5"/>
              </a:cxn>
              <a:cxn ang="0">
                <a:pos x="T6" y="T7"/>
              </a:cxn>
              <a:cxn ang="0">
                <a:pos x="T8" y="T9"/>
              </a:cxn>
            </a:cxnLst>
            <a:rect l="0" t="0" r="r" b="b"/>
            <a:pathLst>
              <a:path w="306" h="307">
                <a:moveTo>
                  <a:pt x="0" y="154"/>
                </a:moveTo>
                <a:cubicBezTo>
                  <a:pt x="0" y="69"/>
                  <a:pt x="68" y="1"/>
                  <a:pt x="153" y="0"/>
                </a:cubicBezTo>
                <a:cubicBezTo>
                  <a:pt x="237" y="0"/>
                  <a:pt x="306" y="69"/>
                  <a:pt x="306" y="153"/>
                </a:cubicBezTo>
                <a:cubicBezTo>
                  <a:pt x="306" y="238"/>
                  <a:pt x="238" y="307"/>
                  <a:pt x="153" y="307"/>
                </a:cubicBezTo>
                <a:cubicBezTo>
                  <a:pt x="69" y="307"/>
                  <a:pt x="0" y="238"/>
                  <a:pt x="0" y="154"/>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Oval 127"/>
          <p:cNvSpPr>
            <a:spLocks noChangeArrowheads="1"/>
          </p:cNvSpPr>
          <p:nvPr userDrawn="1"/>
        </p:nvSpPr>
        <p:spPr bwMode="auto">
          <a:xfrm>
            <a:off x="6064249" y="6405563"/>
            <a:ext cx="446088" cy="446088"/>
          </a:xfrm>
          <a:prstGeom prst="ellipse">
            <a:avLst/>
          </a:prstGeom>
          <a:solidFill>
            <a:schemeClr val="accent1">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28"/>
          <p:cNvSpPr>
            <a:spLocks/>
          </p:cNvSpPr>
          <p:nvPr userDrawn="1"/>
        </p:nvSpPr>
        <p:spPr bwMode="auto">
          <a:xfrm>
            <a:off x="6205536" y="5803901"/>
            <a:ext cx="666750" cy="668338"/>
          </a:xfrm>
          <a:custGeom>
            <a:avLst/>
            <a:gdLst>
              <a:gd name="T0" fmla="*/ 0 w 151"/>
              <a:gd name="T1" fmla="*/ 75 h 151"/>
              <a:gd name="T2" fmla="*/ 76 w 151"/>
              <a:gd name="T3" fmla="*/ 0 h 151"/>
              <a:gd name="T4" fmla="*/ 151 w 151"/>
              <a:gd name="T5" fmla="*/ 75 h 151"/>
              <a:gd name="T6" fmla="*/ 76 w 151"/>
              <a:gd name="T7" fmla="*/ 151 h 151"/>
              <a:gd name="T8" fmla="*/ 0 w 151"/>
              <a:gd name="T9" fmla="*/ 75 h 151"/>
            </a:gdLst>
            <a:ahLst/>
            <a:cxnLst>
              <a:cxn ang="0">
                <a:pos x="T0" y="T1"/>
              </a:cxn>
              <a:cxn ang="0">
                <a:pos x="T2" y="T3"/>
              </a:cxn>
              <a:cxn ang="0">
                <a:pos x="T4" y="T5"/>
              </a:cxn>
              <a:cxn ang="0">
                <a:pos x="T6" y="T7"/>
              </a:cxn>
              <a:cxn ang="0">
                <a:pos x="T8" y="T9"/>
              </a:cxn>
            </a:cxnLst>
            <a:rect l="0" t="0" r="r" b="b"/>
            <a:pathLst>
              <a:path w="151" h="151">
                <a:moveTo>
                  <a:pt x="0" y="75"/>
                </a:moveTo>
                <a:cubicBezTo>
                  <a:pt x="0" y="33"/>
                  <a:pt x="34" y="0"/>
                  <a:pt x="76" y="0"/>
                </a:cubicBezTo>
                <a:cubicBezTo>
                  <a:pt x="117" y="0"/>
                  <a:pt x="151" y="33"/>
                  <a:pt x="151" y="75"/>
                </a:cubicBezTo>
                <a:cubicBezTo>
                  <a:pt x="151" y="117"/>
                  <a:pt x="118" y="151"/>
                  <a:pt x="76" y="151"/>
                </a:cubicBezTo>
                <a:cubicBezTo>
                  <a:pt x="34" y="151"/>
                  <a:pt x="0" y="117"/>
                  <a:pt x="0" y="75"/>
                </a:cubicBezTo>
                <a:close/>
              </a:path>
            </a:pathLst>
          </a:custGeom>
          <a:solidFill>
            <a:schemeClr val="accent3">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29"/>
          <p:cNvSpPr>
            <a:spLocks/>
          </p:cNvSpPr>
          <p:nvPr userDrawn="1"/>
        </p:nvSpPr>
        <p:spPr bwMode="auto">
          <a:xfrm>
            <a:off x="3809364" y="3727451"/>
            <a:ext cx="1976438" cy="1974850"/>
          </a:xfrm>
          <a:custGeom>
            <a:avLst/>
            <a:gdLst>
              <a:gd name="T0" fmla="*/ 1 w 447"/>
              <a:gd name="T1" fmla="*/ 224 h 447"/>
              <a:gd name="T2" fmla="*/ 224 w 447"/>
              <a:gd name="T3" fmla="*/ 0 h 447"/>
              <a:gd name="T4" fmla="*/ 447 w 447"/>
              <a:gd name="T5" fmla="*/ 224 h 447"/>
              <a:gd name="T6" fmla="*/ 224 w 447"/>
              <a:gd name="T7" fmla="*/ 447 h 447"/>
              <a:gd name="T8" fmla="*/ 1 w 447"/>
              <a:gd name="T9" fmla="*/ 224 h 447"/>
            </a:gdLst>
            <a:ahLst/>
            <a:cxnLst>
              <a:cxn ang="0">
                <a:pos x="T0" y="T1"/>
              </a:cxn>
              <a:cxn ang="0">
                <a:pos x="T2" y="T3"/>
              </a:cxn>
              <a:cxn ang="0">
                <a:pos x="T4" y="T5"/>
              </a:cxn>
              <a:cxn ang="0">
                <a:pos x="T6" y="T7"/>
              </a:cxn>
              <a:cxn ang="0">
                <a:pos x="T8" y="T9"/>
              </a:cxn>
            </a:cxnLst>
            <a:rect l="0" t="0" r="r" b="b"/>
            <a:pathLst>
              <a:path w="447" h="447">
                <a:moveTo>
                  <a:pt x="1" y="224"/>
                </a:moveTo>
                <a:cubicBezTo>
                  <a:pt x="0" y="101"/>
                  <a:pt x="100" y="1"/>
                  <a:pt x="224" y="0"/>
                </a:cubicBezTo>
                <a:cubicBezTo>
                  <a:pt x="347" y="0"/>
                  <a:pt x="447" y="100"/>
                  <a:pt x="447" y="224"/>
                </a:cubicBezTo>
                <a:cubicBezTo>
                  <a:pt x="447" y="347"/>
                  <a:pt x="347" y="447"/>
                  <a:pt x="224" y="447"/>
                </a:cubicBezTo>
                <a:cubicBezTo>
                  <a:pt x="101" y="447"/>
                  <a:pt x="1" y="347"/>
                  <a:pt x="1" y="224"/>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30"/>
          <p:cNvSpPr>
            <a:spLocks/>
          </p:cNvSpPr>
          <p:nvPr userDrawn="1"/>
        </p:nvSpPr>
        <p:spPr bwMode="auto">
          <a:xfrm>
            <a:off x="5068886" y="2759076"/>
            <a:ext cx="1941513" cy="1939925"/>
          </a:xfrm>
          <a:custGeom>
            <a:avLst/>
            <a:gdLst>
              <a:gd name="T0" fmla="*/ 0 w 439"/>
              <a:gd name="T1" fmla="*/ 220 h 439"/>
              <a:gd name="T2" fmla="*/ 219 w 439"/>
              <a:gd name="T3" fmla="*/ 0 h 439"/>
              <a:gd name="T4" fmla="*/ 439 w 439"/>
              <a:gd name="T5" fmla="*/ 219 h 439"/>
              <a:gd name="T6" fmla="*/ 220 w 439"/>
              <a:gd name="T7" fmla="*/ 439 h 439"/>
              <a:gd name="T8" fmla="*/ 0 w 439"/>
              <a:gd name="T9" fmla="*/ 220 h 439"/>
            </a:gdLst>
            <a:ahLst/>
            <a:cxnLst>
              <a:cxn ang="0">
                <a:pos x="T0" y="T1"/>
              </a:cxn>
              <a:cxn ang="0">
                <a:pos x="T2" y="T3"/>
              </a:cxn>
              <a:cxn ang="0">
                <a:pos x="T4" y="T5"/>
              </a:cxn>
              <a:cxn ang="0">
                <a:pos x="T6" y="T7"/>
              </a:cxn>
              <a:cxn ang="0">
                <a:pos x="T8" y="T9"/>
              </a:cxn>
            </a:cxnLst>
            <a:rect l="0" t="0" r="r" b="b"/>
            <a:pathLst>
              <a:path w="439" h="439">
                <a:moveTo>
                  <a:pt x="0" y="220"/>
                </a:moveTo>
                <a:cubicBezTo>
                  <a:pt x="0" y="99"/>
                  <a:pt x="98" y="0"/>
                  <a:pt x="219" y="0"/>
                </a:cubicBezTo>
                <a:cubicBezTo>
                  <a:pt x="341" y="0"/>
                  <a:pt x="439" y="98"/>
                  <a:pt x="439" y="219"/>
                </a:cubicBezTo>
                <a:cubicBezTo>
                  <a:pt x="439" y="341"/>
                  <a:pt x="341" y="439"/>
                  <a:pt x="220" y="439"/>
                </a:cubicBezTo>
                <a:cubicBezTo>
                  <a:pt x="99" y="439"/>
                  <a:pt x="0" y="341"/>
                  <a:pt x="0" y="220"/>
                </a:cubicBezTo>
                <a:close/>
              </a:path>
            </a:pathLst>
          </a:custGeom>
          <a:solidFill>
            <a:schemeClr val="accent3">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31"/>
          <p:cNvSpPr>
            <a:spLocks/>
          </p:cNvSpPr>
          <p:nvPr userDrawn="1"/>
        </p:nvSpPr>
        <p:spPr bwMode="auto">
          <a:xfrm>
            <a:off x="3890326" y="747713"/>
            <a:ext cx="1193800" cy="1193800"/>
          </a:xfrm>
          <a:custGeom>
            <a:avLst/>
            <a:gdLst>
              <a:gd name="T0" fmla="*/ 0 w 270"/>
              <a:gd name="T1" fmla="*/ 136 h 270"/>
              <a:gd name="T2" fmla="*/ 135 w 270"/>
              <a:gd name="T3" fmla="*/ 0 h 270"/>
              <a:gd name="T4" fmla="*/ 270 w 270"/>
              <a:gd name="T5" fmla="*/ 135 h 270"/>
              <a:gd name="T6" fmla="*/ 135 w 270"/>
              <a:gd name="T7" fmla="*/ 270 h 270"/>
              <a:gd name="T8" fmla="*/ 0 w 270"/>
              <a:gd name="T9" fmla="*/ 136 h 270"/>
            </a:gdLst>
            <a:ahLst/>
            <a:cxnLst>
              <a:cxn ang="0">
                <a:pos x="T0" y="T1"/>
              </a:cxn>
              <a:cxn ang="0">
                <a:pos x="T2" y="T3"/>
              </a:cxn>
              <a:cxn ang="0">
                <a:pos x="T4" y="T5"/>
              </a:cxn>
              <a:cxn ang="0">
                <a:pos x="T6" y="T7"/>
              </a:cxn>
              <a:cxn ang="0">
                <a:pos x="T8" y="T9"/>
              </a:cxn>
            </a:cxnLst>
            <a:rect l="0" t="0" r="r" b="b"/>
            <a:pathLst>
              <a:path w="270" h="270">
                <a:moveTo>
                  <a:pt x="0" y="136"/>
                </a:moveTo>
                <a:cubicBezTo>
                  <a:pt x="0" y="61"/>
                  <a:pt x="60" y="0"/>
                  <a:pt x="135" y="0"/>
                </a:cubicBezTo>
                <a:cubicBezTo>
                  <a:pt x="210" y="0"/>
                  <a:pt x="270" y="61"/>
                  <a:pt x="270" y="135"/>
                </a:cubicBezTo>
                <a:cubicBezTo>
                  <a:pt x="270" y="210"/>
                  <a:pt x="210" y="270"/>
                  <a:pt x="135" y="270"/>
                </a:cubicBezTo>
                <a:cubicBezTo>
                  <a:pt x="61" y="270"/>
                  <a:pt x="0" y="210"/>
                  <a:pt x="0" y="136"/>
                </a:cubicBezTo>
                <a:close/>
              </a:path>
            </a:pathLst>
          </a:custGeom>
          <a:solidFill>
            <a:schemeClr val="accent3">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32"/>
          <p:cNvSpPr>
            <a:spLocks/>
          </p:cNvSpPr>
          <p:nvPr userDrawn="1"/>
        </p:nvSpPr>
        <p:spPr bwMode="auto">
          <a:xfrm>
            <a:off x="2427921" y="4699001"/>
            <a:ext cx="565150" cy="566738"/>
          </a:xfrm>
          <a:custGeom>
            <a:avLst/>
            <a:gdLst>
              <a:gd name="T0" fmla="*/ 0 w 128"/>
              <a:gd name="T1" fmla="*/ 64 h 128"/>
              <a:gd name="T2" fmla="*/ 64 w 128"/>
              <a:gd name="T3" fmla="*/ 0 h 128"/>
              <a:gd name="T4" fmla="*/ 128 w 128"/>
              <a:gd name="T5" fmla="*/ 64 h 128"/>
              <a:gd name="T6" fmla="*/ 64 w 128"/>
              <a:gd name="T7" fmla="*/ 128 h 128"/>
              <a:gd name="T8" fmla="*/ 0 w 128"/>
              <a:gd name="T9" fmla="*/ 64 h 128"/>
            </a:gdLst>
            <a:ahLst/>
            <a:cxnLst>
              <a:cxn ang="0">
                <a:pos x="T0" y="T1"/>
              </a:cxn>
              <a:cxn ang="0">
                <a:pos x="T2" y="T3"/>
              </a:cxn>
              <a:cxn ang="0">
                <a:pos x="T4" y="T5"/>
              </a:cxn>
              <a:cxn ang="0">
                <a:pos x="T6" y="T7"/>
              </a:cxn>
              <a:cxn ang="0">
                <a:pos x="T8" y="T9"/>
              </a:cxn>
            </a:cxnLst>
            <a:rect l="0" t="0" r="r" b="b"/>
            <a:pathLst>
              <a:path w="128" h="128">
                <a:moveTo>
                  <a:pt x="0" y="64"/>
                </a:moveTo>
                <a:cubicBezTo>
                  <a:pt x="0" y="29"/>
                  <a:pt x="29" y="0"/>
                  <a:pt x="64" y="0"/>
                </a:cubicBezTo>
                <a:cubicBezTo>
                  <a:pt x="99" y="0"/>
                  <a:pt x="127" y="29"/>
                  <a:pt x="128" y="64"/>
                </a:cubicBezTo>
                <a:cubicBezTo>
                  <a:pt x="128" y="99"/>
                  <a:pt x="99" y="128"/>
                  <a:pt x="64" y="128"/>
                </a:cubicBezTo>
                <a:cubicBezTo>
                  <a:pt x="29" y="128"/>
                  <a:pt x="0" y="99"/>
                  <a:pt x="0" y="64"/>
                </a:cubicBezTo>
                <a:close/>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Oval 133"/>
          <p:cNvSpPr>
            <a:spLocks noChangeArrowheads="1"/>
          </p:cNvSpPr>
          <p:nvPr userDrawn="1"/>
        </p:nvSpPr>
        <p:spPr bwMode="auto">
          <a:xfrm>
            <a:off x="2378709" y="4089401"/>
            <a:ext cx="260350" cy="260350"/>
          </a:xfrm>
          <a:prstGeom prst="ellipse">
            <a:avLst/>
          </a:pr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34"/>
          <p:cNvSpPr>
            <a:spLocks/>
          </p:cNvSpPr>
          <p:nvPr userDrawn="1"/>
        </p:nvSpPr>
        <p:spPr bwMode="auto">
          <a:xfrm>
            <a:off x="5319711" y="73026"/>
            <a:ext cx="871538" cy="874713"/>
          </a:xfrm>
          <a:custGeom>
            <a:avLst/>
            <a:gdLst>
              <a:gd name="T0" fmla="*/ 0 w 197"/>
              <a:gd name="T1" fmla="*/ 99 h 198"/>
              <a:gd name="T2" fmla="*/ 98 w 197"/>
              <a:gd name="T3" fmla="*/ 0 h 198"/>
              <a:gd name="T4" fmla="*/ 197 w 197"/>
              <a:gd name="T5" fmla="*/ 99 h 198"/>
              <a:gd name="T6" fmla="*/ 99 w 197"/>
              <a:gd name="T7" fmla="*/ 198 h 198"/>
              <a:gd name="T8" fmla="*/ 0 w 197"/>
              <a:gd name="T9" fmla="*/ 99 h 198"/>
            </a:gdLst>
            <a:ahLst/>
            <a:cxnLst>
              <a:cxn ang="0">
                <a:pos x="T0" y="T1"/>
              </a:cxn>
              <a:cxn ang="0">
                <a:pos x="T2" y="T3"/>
              </a:cxn>
              <a:cxn ang="0">
                <a:pos x="T4" y="T5"/>
              </a:cxn>
              <a:cxn ang="0">
                <a:pos x="T6" y="T7"/>
              </a:cxn>
              <a:cxn ang="0">
                <a:pos x="T8" y="T9"/>
              </a:cxn>
            </a:cxnLst>
            <a:rect l="0" t="0" r="r" b="b"/>
            <a:pathLst>
              <a:path w="197" h="198">
                <a:moveTo>
                  <a:pt x="0" y="99"/>
                </a:moveTo>
                <a:cubicBezTo>
                  <a:pt x="0" y="45"/>
                  <a:pt x="44" y="0"/>
                  <a:pt x="98" y="0"/>
                </a:cubicBezTo>
                <a:cubicBezTo>
                  <a:pt x="153" y="0"/>
                  <a:pt x="197" y="45"/>
                  <a:pt x="197" y="99"/>
                </a:cubicBezTo>
                <a:cubicBezTo>
                  <a:pt x="197" y="154"/>
                  <a:pt x="153" y="198"/>
                  <a:pt x="99" y="198"/>
                </a:cubicBezTo>
                <a:cubicBezTo>
                  <a:pt x="44" y="198"/>
                  <a:pt x="0" y="154"/>
                  <a:pt x="0" y="99"/>
                </a:cubicBezTo>
                <a:close/>
              </a:path>
            </a:pathLst>
          </a:cu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Oval 135"/>
          <p:cNvSpPr>
            <a:spLocks noChangeArrowheads="1"/>
          </p:cNvSpPr>
          <p:nvPr userDrawn="1"/>
        </p:nvSpPr>
        <p:spPr bwMode="auto">
          <a:xfrm>
            <a:off x="3990339" y="1849438"/>
            <a:ext cx="1600200" cy="1600200"/>
          </a:xfrm>
          <a:prstGeom prst="ellipse">
            <a:avLst/>
          </a:prstGeom>
          <a:solidFill>
            <a:schemeClr val="accent2">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Oval 136"/>
          <p:cNvSpPr>
            <a:spLocks noChangeArrowheads="1"/>
          </p:cNvSpPr>
          <p:nvPr userDrawn="1"/>
        </p:nvSpPr>
        <p:spPr bwMode="auto">
          <a:xfrm>
            <a:off x="1941829" y="4513263"/>
            <a:ext cx="233363" cy="239713"/>
          </a:xfrm>
          <a:prstGeom prst="ellipse">
            <a:avLst/>
          </a:prstGeom>
          <a:solidFill>
            <a:schemeClr val="accent1">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37"/>
          <p:cNvSpPr>
            <a:spLocks/>
          </p:cNvSpPr>
          <p:nvPr userDrawn="1"/>
        </p:nvSpPr>
        <p:spPr bwMode="auto">
          <a:xfrm>
            <a:off x="5480049" y="358776"/>
            <a:ext cx="1592263" cy="1587500"/>
          </a:xfrm>
          <a:custGeom>
            <a:avLst/>
            <a:gdLst>
              <a:gd name="T0" fmla="*/ 0 w 360"/>
              <a:gd name="T1" fmla="*/ 180 h 359"/>
              <a:gd name="T2" fmla="*/ 180 w 360"/>
              <a:gd name="T3" fmla="*/ 0 h 359"/>
              <a:gd name="T4" fmla="*/ 360 w 360"/>
              <a:gd name="T5" fmla="*/ 179 h 359"/>
              <a:gd name="T6" fmla="*/ 180 w 360"/>
              <a:gd name="T7" fmla="*/ 359 h 359"/>
              <a:gd name="T8" fmla="*/ 0 w 360"/>
              <a:gd name="T9" fmla="*/ 180 h 359"/>
            </a:gdLst>
            <a:ahLst/>
            <a:cxnLst>
              <a:cxn ang="0">
                <a:pos x="T0" y="T1"/>
              </a:cxn>
              <a:cxn ang="0">
                <a:pos x="T2" y="T3"/>
              </a:cxn>
              <a:cxn ang="0">
                <a:pos x="T4" y="T5"/>
              </a:cxn>
              <a:cxn ang="0">
                <a:pos x="T6" y="T7"/>
              </a:cxn>
              <a:cxn ang="0">
                <a:pos x="T8" y="T9"/>
              </a:cxn>
            </a:cxnLst>
            <a:rect l="0" t="0" r="r" b="b"/>
            <a:pathLst>
              <a:path w="360" h="359">
                <a:moveTo>
                  <a:pt x="0" y="180"/>
                </a:moveTo>
                <a:cubicBezTo>
                  <a:pt x="0" y="80"/>
                  <a:pt x="81" y="0"/>
                  <a:pt x="180" y="0"/>
                </a:cubicBezTo>
                <a:cubicBezTo>
                  <a:pt x="279" y="0"/>
                  <a:pt x="360" y="80"/>
                  <a:pt x="360" y="179"/>
                </a:cubicBezTo>
                <a:cubicBezTo>
                  <a:pt x="360" y="279"/>
                  <a:pt x="280" y="359"/>
                  <a:pt x="180" y="359"/>
                </a:cubicBezTo>
                <a:cubicBezTo>
                  <a:pt x="81" y="359"/>
                  <a:pt x="1" y="279"/>
                  <a:pt x="0" y="180"/>
                </a:cubicBezTo>
                <a:close/>
              </a:path>
            </a:pathLst>
          </a:custGeom>
          <a:solidFill>
            <a:schemeClr val="accent3">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38"/>
          <p:cNvSpPr>
            <a:spLocks/>
          </p:cNvSpPr>
          <p:nvPr userDrawn="1"/>
        </p:nvSpPr>
        <p:spPr bwMode="auto">
          <a:xfrm>
            <a:off x="1911681" y="2762250"/>
            <a:ext cx="973138" cy="973138"/>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accent3">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39"/>
          <p:cNvSpPr>
            <a:spLocks/>
          </p:cNvSpPr>
          <p:nvPr userDrawn="1"/>
        </p:nvSpPr>
        <p:spPr bwMode="auto">
          <a:xfrm>
            <a:off x="2958146" y="1588"/>
            <a:ext cx="1022350" cy="1020763"/>
          </a:xfrm>
          <a:custGeom>
            <a:avLst/>
            <a:gdLst>
              <a:gd name="T0" fmla="*/ 0 w 231"/>
              <a:gd name="T1" fmla="*/ 116 h 231"/>
              <a:gd name="T2" fmla="*/ 116 w 231"/>
              <a:gd name="T3" fmla="*/ 0 h 231"/>
              <a:gd name="T4" fmla="*/ 231 w 231"/>
              <a:gd name="T5" fmla="*/ 116 h 231"/>
              <a:gd name="T6" fmla="*/ 116 w 231"/>
              <a:gd name="T7" fmla="*/ 231 h 231"/>
              <a:gd name="T8" fmla="*/ 0 w 231"/>
              <a:gd name="T9" fmla="*/ 116 h 231"/>
            </a:gdLst>
            <a:ahLst/>
            <a:cxnLst>
              <a:cxn ang="0">
                <a:pos x="T0" y="T1"/>
              </a:cxn>
              <a:cxn ang="0">
                <a:pos x="T2" y="T3"/>
              </a:cxn>
              <a:cxn ang="0">
                <a:pos x="T4" y="T5"/>
              </a:cxn>
              <a:cxn ang="0">
                <a:pos x="T6" y="T7"/>
              </a:cxn>
              <a:cxn ang="0">
                <a:pos x="T8" y="T9"/>
              </a:cxn>
            </a:cxnLst>
            <a:rect l="0" t="0" r="r" b="b"/>
            <a:pathLst>
              <a:path w="231" h="231">
                <a:moveTo>
                  <a:pt x="0" y="116"/>
                </a:moveTo>
                <a:cubicBezTo>
                  <a:pt x="0" y="52"/>
                  <a:pt x="52" y="1"/>
                  <a:pt x="116" y="0"/>
                </a:cubicBezTo>
                <a:cubicBezTo>
                  <a:pt x="179" y="0"/>
                  <a:pt x="231" y="52"/>
                  <a:pt x="231" y="116"/>
                </a:cubicBezTo>
                <a:cubicBezTo>
                  <a:pt x="231" y="179"/>
                  <a:pt x="179" y="231"/>
                  <a:pt x="116" y="231"/>
                </a:cubicBezTo>
                <a:cubicBezTo>
                  <a:pt x="52" y="231"/>
                  <a:pt x="1" y="179"/>
                  <a:pt x="0" y="116"/>
                </a:cubicBezTo>
                <a:close/>
              </a:path>
            </a:pathLst>
          </a:custGeom>
          <a:solidFill>
            <a:schemeClr val="accent3">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40"/>
          <p:cNvSpPr>
            <a:spLocks/>
          </p:cNvSpPr>
          <p:nvPr userDrawn="1"/>
        </p:nvSpPr>
        <p:spPr bwMode="auto">
          <a:xfrm>
            <a:off x="2083116" y="2184401"/>
            <a:ext cx="309563" cy="30956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41"/>
          <p:cNvSpPr>
            <a:spLocks/>
          </p:cNvSpPr>
          <p:nvPr userDrawn="1"/>
        </p:nvSpPr>
        <p:spPr bwMode="auto">
          <a:xfrm>
            <a:off x="2690811" y="1535113"/>
            <a:ext cx="1366838" cy="1362075"/>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42"/>
          <p:cNvSpPr>
            <a:spLocks/>
          </p:cNvSpPr>
          <p:nvPr userDrawn="1"/>
        </p:nvSpPr>
        <p:spPr bwMode="auto">
          <a:xfrm>
            <a:off x="4714556" y="4527551"/>
            <a:ext cx="1044575" cy="1042988"/>
          </a:xfrm>
          <a:custGeom>
            <a:avLst/>
            <a:gdLst>
              <a:gd name="T0" fmla="*/ 0 w 236"/>
              <a:gd name="T1" fmla="*/ 119 h 236"/>
              <a:gd name="T2" fmla="*/ 118 w 236"/>
              <a:gd name="T3" fmla="*/ 0 h 236"/>
              <a:gd name="T4" fmla="*/ 236 w 236"/>
              <a:gd name="T5" fmla="*/ 118 h 236"/>
              <a:gd name="T6" fmla="*/ 118 w 236"/>
              <a:gd name="T7" fmla="*/ 236 h 236"/>
              <a:gd name="T8" fmla="*/ 0 w 236"/>
              <a:gd name="T9" fmla="*/ 119 h 236"/>
            </a:gdLst>
            <a:ahLst/>
            <a:cxnLst>
              <a:cxn ang="0">
                <a:pos x="T0" y="T1"/>
              </a:cxn>
              <a:cxn ang="0">
                <a:pos x="T2" y="T3"/>
              </a:cxn>
              <a:cxn ang="0">
                <a:pos x="T4" y="T5"/>
              </a:cxn>
              <a:cxn ang="0">
                <a:pos x="T6" y="T7"/>
              </a:cxn>
              <a:cxn ang="0">
                <a:pos x="T8" y="T9"/>
              </a:cxn>
            </a:cxnLst>
            <a:rect l="0" t="0" r="r" b="b"/>
            <a:pathLst>
              <a:path w="236" h="236">
                <a:moveTo>
                  <a:pt x="0" y="119"/>
                </a:moveTo>
                <a:cubicBezTo>
                  <a:pt x="0" y="53"/>
                  <a:pt x="53" y="0"/>
                  <a:pt x="118" y="0"/>
                </a:cubicBezTo>
                <a:cubicBezTo>
                  <a:pt x="183" y="0"/>
                  <a:pt x="236" y="53"/>
                  <a:pt x="236" y="118"/>
                </a:cubicBezTo>
                <a:cubicBezTo>
                  <a:pt x="236" y="183"/>
                  <a:pt x="183" y="236"/>
                  <a:pt x="118" y="236"/>
                </a:cubicBezTo>
                <a:cubicBezTo>
                  <a:pt x="53" y="236"/>
                  <a:pt x="0" y="184"/>
                  <a:pt x="0" y="119"/>
                </a:cubicBezTo>
                <a:close/>
              </a:path>
            </a:pathLst>
          </a:custGeom>
          <a:solidFill>
            <a:schemeClr val="accent3">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Oval 143"/>
          <p:cNvSpPr>
            <a:spLocks noChangeArrowheads="1"/>
          </p:cNvSpPr>
          <p:nvPr userDrawn="1"/>
        </p:nvSpPr>
        <p:spPr bwMode="auto">
          <a:xfrm>
            <a:off x="5316536" y="5937251"/>
            <a:ext cx="446088" cy="446088"/>
          </a:xfrm>
          <a:prstGeom prst="ellipse">
            <a:avLst/>
          </a:prstGeom>
          <a:solidFill>
            <a:schemeClr val="accent1">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44"/>
          <p:cNvSpPr>
            <a:spLocks/>
          </p:cNvSpPr>
          <p:nvPr userDrawn="1"/>
        </p:nvSpPr>
        <p:spPr bwMode="auto">
          <a:xfrm>
            <a:off x="5457824" y="5332413"/>
            <a:ext cx="668338" cy="666750"/>
          </a:xfrm>
          <a:custGeom>
            <a:avLst/>
            <a:gdLst>
              <a:gd name="T0" fmla="*/ 0 w 151"/>
              <a:gd name="T1" fmla="*/ 76 h 151"/>
              <a:gd name="T2" fmla="*/ 75 w 151"/>
              <a:gd name="T3" fmla="*/ 0 h 151"/>
              <a:gd name="T4" fmla="*/ 151 w 151"/>
              <a:gd name="T5" fmla="*/ 76 h 151"/>
              <a:gd name="T6" fmla="*/ 75 w 151"/>
              <a:gd name="T7" fmla="*/ 151 h 151"/>
              <a:gd name="T8" fmla="*/ 0 w 151"/>
              <a:gd name="T9" fmla="*/ 76 h 151"/>
            </a:gdLst>
            <a:ahLst/>
            <a:cxnLst>
              <a:cxn ang="0">
                <a:pos x="T0" y="T1"/>
              </a:cxn>
              <a:cxn ang="0">
                <a:pos x="T2" y="T3"/>
              </a:cxn>
              <a:cxn ang="0">
                <a:pos x="T4" y="T5"/>
              </a:cxn>
              <a:cxn ang="0">
                <a:pos x="T6" y="T7"/>
              </a:cxn>
              <a:cxn ang="0">
                <a:pos x="T8" y="T9"/>
              </a:cxn>
            </a:cxnLst>
            <a:rect l="0" t="0" r="r" b="b"/>
            <a:pathLst>
              <a:path w="151" h="151">
                <a:moveTo>
                  <a:pt x="0" y="76"/>
                </a:moveTo>
                <a:cubicBezTo>
                  <a:pt x="0" y="34"/>
                  <a:pt x="33" y="0"/>
                  <a:pt x="75" y="0"/>
                </a:cubicBezTo>
                <a:cubicBezTo>
                  <a:pt x="117" y="0"/>
                  <a:pt x="151" y="34"/>
                  <a:pt x="151" y="76"/>
                </a:cubicBezTo>
                <a:cubicBezTo>
                  <a:pt x="151" y="118"/>
                  <a:pt x="117" y="151"/>
                  <a:pt x="75" y="151"/>
                </a:cubicBezTo>
                <a:cubicBezTo>
                  <a:pt x="34" y="151"/>
                  <a:pt x="0" y="118"/>
                  <a:pt x="0" y="76"/>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45"/>
          <p:cNvSpPr>
            <a:spLocks/>
          </p:cNvSpPr>
          <p:nvPr userDrawn="1"/>
        </p:nvSpPr>
        <p:spPr bwMode="auto">
          <a:xfrm>
            <a:off x="3209289" y="3457576"/>
            <a:ext cx="1579563" cy="1577975"/>
          </a:xfrm>
          <a:custGeom>
            <a:avLst/>
            <a:gdLst>
              <a:gd name="T0" fmla="*/ 0 w 357"/>
              <a:gd name="T1" fmla="*/ 179 h 357"/>
              <a:gd name="T2" fmla="*/ 178 w 357"/>
              <a:gd name="T3" fmla="*/ 0 h 357"/>
              <a:gd name="T4" fmla="*/ 357 w 357"/>
              <a:gd name="T5" fmla="*/ 178 h 357"/>
              <a:gd name="T6" fmla="*/ 179 w 357"/>
              <a:gd name="T7" fmla="*/ 357 h 357"/>
              <a:gd name="T8" fmla="*/ 0 w 357"/>
              <a:gd name="T9" fmla="*/ 179 h 357"/>
            </a:gdLst>
            <a:ahLst/>
            <a:cxnLst>
              <a:cxn ang="0">
                <a:pos x="T0" y="T1"/>
              </a:cxn>
              <a:cxn ang="0">
                <a:pos x="T2" y="T3"/>
              </a:cxn>
              <a:cxn ang="0">
                <a:pos x="T4" y="T5"/>
              </a:cxn>
              <a:cxn ang="0">
                <a:pos x="T6" y="T7"/>
              </a:cxn>
              <a:cxn ang="0">
                <a:pos x="T8" y="T9"/>
              </a:cxn>
            </a:cxnLst>
            <a:rect l="0" t="0" r="r" b="b"/>
            <a:pathLst>
              <a:path w="357" h="357">
                <a:moveTo>
                  <a:pt x="0" y="179"/>
                </a:moveTo>
                <a:cubicBezTo>
                  <a:pt x="0" y="80"/>
                  <a:pt x="80" y="0"/>
                  <a:pt x="178" y="0"/>
                </a:cubicBezTo>
                <a:cubicBezTo>
                  <a:pt x="277" y="0"/>
                  <a:pt x="357" y="80"/>
                  <a:pt x="357" y="178"/>
                </a:cubicBezTo>
                <a:cubicBezTo>
                  <a:pt x="357" y="277"/>
                  <a:pt x="277" y="357"/>
                  <a:pt x="179" y="357"/>
                </a:cubicBezTo>
                <a:cubicBezTo>
                  <a:pt x="80" y="357"/>
                  <a:pt x="0" y="277"/>
                  <a:pt x="0" y="179"/>
                </a:cubicBezTo>
                <a:close/>
              </a:path>
            </a:pathLst>
          </a:cu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35"/>
          <p:cNvSpPr/>
          <p:nvPr userDrawn="1"/>
        </p:nvSpPr>
        <p:spPr>
          <a:xfrm>
            <a:off x="5261291" y="0"/>
            <a:ext cx="6845777" cy="68457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114"/>
          <p:cNvSpPr>
            <a:spLocks noChangeArrowheads="1"/>
          </p:cNvSpPr>
          <p:nvPr userDrawn="1"/>
        </p:nvSpPr>
        <p:spPr bwMode="auto">
          <a:xfrm>
            <a:off x="1012443" y="1792827"/>
            <a:ext cx="656686" cy="656686"/>
          </a:xfrm>
          <a:prstGeom prst="ellipse">
            <a:avLst/>
          </a:prstGeom>
          <a:solidFill>
            <a:schemeClr val="accent1">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Oval 115"/>
          <p:cNvSpPr>
            <a:spLocks noChangeArrowheads="1"/>
          </p:cNvSpPr>
          <p:nvPr userDrawn="1"/>
        </p:nvSpPr>
        <p:spPr bwMode="auto">
          <a:xfrm>
            <a:off x="1001450" y="4552050"/>
            <a:ext cx="306832" cy="305699"/>
          </a:xfrm>
          <a:prstGeom prst="ellipse">
            <a:avLst/>
          </a:pr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16"/>
          <p:cNvSpPr>
            <a:spLocks/>
          </p:cNvSpPr>
          <p:nvPr userDrawn="1"/>
        </p:nvSpPr>
        <p:spPr bwMode="auto">
          <a:xfrm>
            <a:off x="401549" y="2513624"/>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17"/>
          <p:cNvSpPr>
            <a:spLocks/>
          </p:cNvSpPr>
          <p:nvPr userDrawn="1"/>
        </p:nvSpPr>
        <p:spPr bwMode="auto">
          <a:xfrm>
            <a:off x="1253260" y="947739"/>
            <a:ext cx="802131" cy="798256"/>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accent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118"/>
          <p:cNvSpPr>
            <a:spLocks noChangeArrowheads="1"/>
          </p:cNvSpPr>
          <p:nvPr userDrawn="1"/>
        </p:nvSpPr>
        <p:spPr bwMode="auto">
          <a:xfrm>
            <a:off x="466066" y="3449638"/>
            <a:ext cx="199271" cy="201535"/>
          </a:xfrm>
          <a:prstGeom prst="ellipse">
            <a:avLst/>
          </a:pr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Oval 119"/>
          <p:cNvSpPr>
            <a:spLocks noChangeArrowheads="1"/>
          </p:cNvSpPr>
          <p:nvPr userDrawn="1"/>
        </p:nvSpPr>
        <p:spPr bwMode="auto">
          <a:xfrm>
            <a:off x="1858611" y="4763236"/>
            <a:ext cx="337401" cy="337401"/>
          </a:xfrm>
          <a:prstGeom prst="ellipse">
            <a:avLst/>
          </a:pr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2"/>
          <p:cNvSpPr>
            <a:spLocks/>
          </p:cNvSpPr>
          <p:nvPr userDrawn="1"/>
        </p:nvSpPr>
        <p:spPr bwMode="auto">
          <a:xfrm>
            <a:off x="1274728" y="3686744"/>
            <a:ext cx="826519" cy="826519"/>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accent3">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24"/>
          <p:cNvSpPr>
            <a:spLocks/>
          </p:cNvSpPr>
          <p:nvPr userDrawn="1"/>
        </p:nvSpPr>
        <p:spPr bwMode="auto">
          <a:xfrm>
            <a:off x="228805" y="1971151"/>
            <a:ext cx="296641" cy="30003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Oval 133"/>
          <p:cNvSpPr>
            <a:spLocks noChangeArrowheads="1"/>
          </p:cNvSpPr>
          <p:nvPr userDrawn="1"/>
        </p:nvSpPr>
        <p:spPr bwMode="auto">
          <a:xfrm>
            <a:off x="1001948" y="4803828"/>
            <a:ext cx="185684" cy="185684"/>
          </a:xfrm>
          <a:prstGeom prst="ellipse">
            <a:avLst/>
          </a:pr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38"/>
          <p:cNvSpPr>
            <a:spLocks/>
          </p:cNvSpPr>
          <p:nvPr userDrawn="1"/>
        </p:nvSpPr>
        <p:spPr bwMode="auto">
          <a:xfrm>
            <a:off x="203332" y="3733353"/>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accent3">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40"/>
          <p:cNvSpPr>
            <a:spLocks/>
          </p:cNvSpPr>
          <p:nvPr userDrawn="1"/>
        </p:nvSpPr>
        <p:spPr bwMode="auto">
          <a:xfrm>
            <a:off x="-72796" y="2992318"/>
            <a:ext cx="220783" cy="22078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41"/>
          <p:cNvSpPr>
            <a:spLocks/>
          </p:cNvSpPr>
          <p:nvPr userDrawn="1"/>
        </p:nvSpPr>
        <p:spPr bwMode="auto">
          <a:xfrm>
            <a:off x="848277" y="2644882"/>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Oval 115"/>
          <p:cNvSpPr>
            <a:spLocks noChangeArrowheads="1"/>
          </p:cNvSpPr>
          <p:nvPr userDrawn="1"/>
        </p:nvSpPr>
        <p:spPr bwMode="auto">
          <a:xfrm>
            <a:off x="2206403" y="4371526"/>
            <a:ext cx="306832" cy="305699"/>
          </a:xfrm>
          <a:prstGeom prst="ellipse">
            <a:avLst/>
          </a:pr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16"/>
          <p:cNvSpPr>
            <a:spLocks/>
          </p:cNvSpPr>
          <p:nvPr userDrawn="1"/>
        </p:nvSpPr>
        <p:spPr bwMode="auto">
          <a:xfrm>
            <a:off x="1341443" y="2243155"/>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Oval 118"/>
          <p:cNvSpPr>
            <a:spLocks noChangeArrowheads="1"/>
          </p:cNvSpPr>
          <p:nvPr userDrawn="1"/>
        </p:nvSpPr>
        <p:spPr bwMode="auto">
          <a:xfrm>
            <a:off x="1405960" y="3179169"/>
            <a:ext cx="199271" cy="201535"/>
          </a:xfrm>
          <a:prstGeom prst="ellipse">
            <a:avLst/>
          </a:pr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133"/>
          <p:cNvSpPr>
            <a:spLocks noChangeArrowheads="1"/>
          </p:cNvSpPr>
          <p:nvPr userDrawn="1"/>
        </p:nvSpPr>
        <p:spPr bwMode="auto">
          <a:xfrm>
            <a:off x="721852" y="2285548"/>
            <a:ext cx="185684" cy="185684"/>
          </a:xfrm>
          <a:prstGeom prst="ellipse">
            <a:avLst/>
          </a:pr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38"/>
          <p:cNvSpPr>
            <a:spLocks/>
          </p:cNvSpPr>
          <p:nvPr userDrawn="1"/>
        </p:nvSpPr>
        <p:spPr bwMode="auto">
          <a:xfrm>
            <a:off x="1143226" y="3462884"/>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accent2">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41"/>
          <p:cNvSpPr>
            <a:spLocks/>
          </p:cNvSpPr>
          <p:nvPr userDrawn="1"/>
        </p:nvSpPr>
        <p:spPr bwMode="auto">
          <a:xfrm>
            <a:off x="1788171" y="2374413"/>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accent3">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9313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25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25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par>
                                <p:cTn id="35" presetID="53" presetClass="entr" presetSubtype="16" fill="hold" grpId="0" nodeType="withEffect">
                                  <p:stCondLst>
                                    <p:cond delay="25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par>
                                <p:cTn id="40" presetID="53" presetClass="entr" presetSubtype="16" fill="hold" grpId="0" nodeType="withEffect">
                                  <p:stCondLst>
                                    <p:cond delay="25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animEffect transition="in" filter="fade">
                                      <p:cBhvr>
                                        <p:cTn id="44" dur="500"/>
                                        <p:tgtEl>
                                          <p:spTgt spid="9"/>
                                        </p:tgtEl>
                                      </p:cBhvr>
                                    </p:animEffect>
                                  </p:childTnLst>
                                </p:cTn>
                              </p:par>
                              <p:par>
                                <p:cTn id="45" presetID="53" presetClass="entr" presetSubtype="16" fill="hold" grpId="0" nodeType="withEffect">
                                  <p:stCondLst>
                                    <p:cond delay="25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par>
                                <p:cTn id="50" presetID="53" presetClass="entr" presetSubtype="16" fill="hold" grpId="0" nodeType="withEffect">
                                  <p:stCondLst>
                                    <p:cond delay="250"/>
                                  </p:stCondLst>
                                  <p:childTnLst>
                                    <p:set>
                                      <p:cBhvr>
                                        <p:cTn id="51" dur="1" fill="hold">
                                          <p:stCondLst>
                                            <p:cond delay="0"/>
                                          </p:stCondLst>
                                        </p:cTn>
                                        <p:tgtEl>
                                          <p:spTgt spid="11"/>
                                        </p:tgtEl>
                                        <p:attrNameLst>
                                          <p:attrName>style.visibility</p:attrName>
                                        </p:attrNameLst>
                                      </p:cBhvr>
                                      <p:to>
                                        <p:strVal val="visible"/>
                                      </p:to>
                                    </p:set>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fltVal val="0"/>
                                          </p:val>
                                        </p:tav>
                                        <p:tav tm="100000">
                                          <p:val>
                                            <p:strVal val="#ppt_h"/>
                                          </p:val>
                                        </p:tav>
                                      </p:tavLst>
                                    </p:anim>
                                    <p:animEffect transition="in" filter="fade">
                                      <p:cBhvr>
                                        <p:cTn id="54" dur="500"/>
                                        <p:tgtEl>
                                          <p:spTgt spid="11"/>
                                        </p:tgtEl>
                                      </p:cBhvr>
                                    </p:animEffect>
                                  </p:childTnLst>
                                </p:cTn>
                              </p:par>
                              <p:par>
                                <p:cTn id="55" presetID="53" presetClass="entr" presetSubtype="16" fill="hold" grpId="0" nodeType="withEffect">
                                  <p:stCondLst>
                                    <p:cond delay="25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par>
                                <p:cTn id="60" presetID="53" presetClass="entr" presetSubtype="16" fill="hold" grpId="0" nodeType="withEffect">
                                  <p:stCondLst>
                                    <p:cond delay="250"/>
                                  </p:stCondLst>
                                  <p:childTnLst>
                                    <p:set>
                                      <p:cBhvr>
                                        <p:cTn id="61" dur="1" fill="hold">
                                          <p:stCondLst>
                                            <p:cond delay="0"/>
                                          </p:stCondLst>
                                        </p:cTn>
                                        <p:tgtEl>
                                          <p:spTgt spid="13"/>
                                        </p:tgtEl>
                                        <p:attrNameLst>
                                          <p:attrName>style.visibility</p:attrName>
                                        </p:attrNameLst>
                                      </p:cBhvr>
                                      <p:to>
                                        <p:strVal val="visible"/>
                                      </p:to>
                                    </p:set>
                                    <p:anim calcmode="lin" valueType="num">
                                      <p:cBhvr>
                                        <p:cTn id="62" dur="500" fill="hold"/>
                                        <p:tgtEl>
                                          <p:spTgt spid="13"/>
                                        </p:tgtEl>
                                        <p:attrNameLst>
                                          <p:attrName>ppt_w</p:attrName>
                                        </p:attrNameLst>
                                      </p:cBhvr>
                                      <p:tavLst>
                                        <p:tav tm="0">
                                          <p:val>
                                            <p:fltVal val="0"/>
                                          </p:val>
                                        </p:tav>
                                        <p:tav tm="100000">
                                          <p:val>
                                            <p:strVal val="#ppt_w"/>
                                          </p:val>
                                        </p:tav>
                                      </p:tavLst>
                                    </p:anim>
                                    <p:anim calcmode="lin" valueType="num">
                                      <p:cBhvr>
                                        <p:cTn id="63" dur="500" fill="hold"/>
                                        <p:tgtEl>
                                          <p:spTgt spid="13"/>
                                        </p:tgtEl>
                                        <p:attrNameLst>
                                          <p:attrName>ppt_h</p:attrName>
                                        </p:attrNameLst>
                                      </p:cBhvr>
                                      <p:tavLst>
                                        <p:tav tm="0">
                                          <p:val>
                                            <p:fltVal val="0"/>
                                          </p:val>
                                        </p:tav>
                                        <p:tav tm="100000">
                                          <p:val>
                                            <p:strVal val="#ppt_h"/>
                                          </p:val>
                                        </p:tav>
                                      </p:tavLst>
                                    </p:anim>
                                    <p:animEffect transition="in" filter="fade">
                                      <p:cBhvr>
                                        <p:cTn id="64" dur="500"/>
                                        <p:tgtEl>
                                          <p:spTgt spid="13"/>
                                        </p:tgtEl>
                                      </p:cBhvr>
                                    </p:animEffect>
                                  </p:childTnLst>
                                </p:cTn>
                              </p:par>
                              <p:par>
                                <p:cTn id="65" presetID="53" presetClass="entr" presetSubtype="16" fill="hold" grpId="0" nodeType="withEffect">
                                  <p:stCondLst>
                                    <p:cond delay="250"/>
                                  </p:stCondLst>
                                  <p:childTnLst>
                                    <p:set>
                                      <p:cBhvr>
                                        <p:cTn id="66" dur="1" fill="hold">
                                          <p:stCondLst>
                                            <p:cond delay="0"/>
                                          </p:stCondLst>
                                        </p:cTn>
                                        <p:tgtEl>
                                          <p:spTgt spid="14"/>
                                        </p:tgtEl>
                                        <p:attrNameLst>
                                          <p:attrName>style.visibility</p:attrName>
                                        </p:attrNameLst>
                                      </p:cBhvr>
                                      <p:to>
                                        <p:strVal val="visible"/>
                                      </p:to>
                                    </p:set>
                                    <p:anim calcmode="lin" valueType="num">
                                      <p:cBhvr>
                                        <p:cTn id="67" dur="500" fill="hold"/>
                                        <p:tgtEl>
                                          <p:spTgt spid="14"/>
                                        </p:tgtEl>
                                        <p:attrNameLst>
                                          <p:attrName>ppt_w</p:attrName>
                                        </p:attrNameLst>
                                      </p:cBhvr>
                                      <p:tavLst>
                                        <p:tav tm="0">
                                          <p:val>
                                            <p:fltVal val="0"/>
                                          </p:val>
                                        </p:tav>
                                        <p:tav tm="100000">
                                          <p:val>
                                            <p:strVal val="#ppt_w"/>
                                          </p:val>
                                        </p:tav>
                                      </p:tavLst>
                                    </p:anim>
                                    <p:anim calcmode="lin" valueType="num">
                                      <p:cBhvr>
                                        <p:cTn id="68" dur="500" fill="hold"/>
                                        <p:tgtEl>
                                          <p:spTgt spid="14"/>
                                        </p:tgtEl>
                                        <p:attrNameLst>
                                          <p:attrName>ppt_h</p:attrName>
                                        </p:attrNameLst>
                                      </p:cBhvr>
                                      <p:tavLst>
                                        <p:tav tm="0">
                                          <p:val>
                                            <p:fltVal val="0"/>
                                          </p:val>
                                        </p:tav>
                                        <p:tav tm="100000">
                                          <p:val>
                                            <p:strVal val="#ppt_h"/>
                                          </p:val>
                                        </p:tav>
                                      </p:tavLst>
                                    </p:anim>
                                    <p:animEffect transition="in" filter="fade">
                                      <p:cBhvr>
                                        <p:cTn id="69" dur="500"/>
                                        <p:tgtEl>
                                          <p:spTgt spid="14"/>
                                        </p:tgtEl>
                                      </p:cBhvr>
                                    </p:animEffect>
                                  </p:childTnLst>
                                </p:cTn>
                              </p:par>
                              <p:par>
                                <p:cTn id="70" presetID="53" presetClass="entr" presetSubtype="16" fill="hold" grpId="0" nodeType="withEffect">
                                  <p:stCondLst>
                                    <p:cond delay="250"/>
                                  </p:stCondLst>
                                  <p:childTnLst>
                                    <p:set>
                                      <p:cBhvr>
                                        <p:cTn id="71" dur="1" fill="hold">
                                          <p:stCondLst>
                                            <p:cond delay="0"/>
                                          </p:stCondLst>
                                        </p:cTn>
                                        <p:tgtEl>
                                          <p:spTgt spid="15"/>
                                        </p:tgtEl>
                                        <p:attrNameLst>
                                          <p:attrName>style.visibility</p:attrName>
                                        </p:attrNameLst>
                                      </p:cBhvr>
                                      <p:to>
                                        <p:strVal val="visible"/>
                                      </p:to>
                                    </p:set>
                                    <p:anim calcmode="lin" valueType="num">
                                      <p:cBhvr>
                                        <p:cTn id="72" dur="500" fill="hold"/>
                                        <p:tgtEl>
                                          <p:spTgt spid="15"/>
                                        </p:tgtEl>
                                        <p:attrNameLst>
                                          <p:attrName>ppt_w</p:attrName>
                                        </p:attrNameLst>
                                      </p:cBhvr>
                                      <p:tavLst>
                                        <p:tav tm="0">
                                          <p:val>
                                            <p:fltVal val="0"/>
                                          </p:val>
                                        </p:tav>
                                        <p:tav tm="100000">
                                          <p:val>
                                            <p:strVal val="#ppt_w"/>
                                          </p:val>
                                        </p:tav>
                                      </p:tavLst>
                                    </p:anim>
                                    <p:anim calcmode="lin" valueType="num">
                                      <p:cBhvr>
                                        <p:cTn id="73" dur="500" fill="hold"/>
                                        <p:tgtEl>
                                          <p:spTgt spid="15"/>
                                        </p:tgtEl>
                                        <p:attrNameLst>
                                          <p:attrName>ppt_h</p:attrName>
                                        </p:attrNameLst>
                                      </p:cBhvr>
                                      <p:tavLst>
                                        <p:tav tm="0">
                                          <p:val>
                                            <p:fltVal val="0"/>
                                          </p:val>
                                        </p:tav>
                                        <p:tav tm="100000">
                                          <p:val>
                                            <p:strVal val="#ppt_h"/>
                                          </p:val>
                                        </p:tav>
                                      </p:tavLst>
                                    </p:anim>
                                    <p:animEffect transition="in" filter="fade">
                                      <p:cBhvr>
                                        <p:cTn id="74" dur="500"/>
                                        <p:tgtEl>
                                          <p:spTgt spid="15"/>
                                        </p:tgtEl>
                                      </p:cBhvr>
                                    </p:animEffect>
                                  </p:childTnLst>
                                </p:cTn>
                              </p:par>
                              <p:par>
                                <p:cTn id="75" presetID="53" presetClass="entr" presetSubtype="16" fill="hold" grpId="0" nodeType="withEffect">
                                  <p:stCondLst>
                                    <p:cond delay="500"/>
                                  </p:stCondLst>
                                  <p:childTnLst>
                                    <p:set>
                                      <p:cBhvr>
                                        <p:cTn id="76" dur="1" fill="hold">
                                          <p:stCondLst>
                                            <p:cond delay="0"/>
                                          </p:stCondLst>
                                        </p:cTn>
                                        <p:tgtEl>
                                          <p:spTgt spid="16"/>
                                        </p:tgtEl>
                                        <p:attrNameLst>
                                          <p:attrName>style.visibility</p:attrName>
                                        </p:attrNameLst>
                                      </p:cBhvr>
                                      <p:to>
                                        <p:strVal val="visible"/>
                                      </p:to>
                                    </p:set>
                                    <p:anim calcmode="lin" valueType="num">
                                      <p:cBhvr>
                                        <p:cTn id="77" dur="500" fill="hold"/>
                                        <p:tgtEl>
                                          <p:spTgt spid="16"/>
                                        </p:tgtEl>
                                        <p:attrNameLst>
                                          <p:attrName>ppt_w</p:attrName>
                                        </p:attrNameLst>
                                      </p:cBhvr>
                                      <p:tavLst>
                                        <p:tav tm="0">
                                          <p:val>
                                            <p:fltVal val="0"/>
                                          </p:val>
                                        </p:tav>
                                        <p:tav tm="100000">
                                          <p:val>
                                            <p:strVal val="#ppt_w"/>
                                          </p:val>
                                        </p:tav>
                                      </p:tavLst>
                                    </p:anim>
                                    <p:anim calcmode="lin" valueType="num">
                                      <p:cBhvr>
                                        <p:cTn id="78" dur="500" fill="hold"/>
                                        <p:tgtEl>
                                          <p:spTgt spid="16"/>
                                        </p:tgtEl>
                                        <p:attrNameLst>
                                          <p:attrName>ppt_h</p:attrName>
                                        </p:attrNameLst>
                                      </p:cBhvr>
                                      <p:tavLst>
                                        <p:tav tm="0">
                                          <p:val>
                                            <p:fltVal val="0"/>
                                          </p:val>
                                        </p:tav>
                                        <p:tav tm="100000">
                                          <p:val>
                                            <p:strVal val="#ppt_h"/>
                                          </p:val>
                                        </p:tav>
                                      </p:tavLst>
                                    </p:anim>
                                    <p:animEffect transition="in" filter="fade">
                                      <p:cBhvr>
                                        <p:cTn id="79" dur="500"/>
                                        <p:tgtEl>
                                          <p:spTgt spid="16"/>
                                        </p:tgtEl>
                                      </p:cBhvr>
                                    </p:animEffect>
                                  </p:childTnLst>
                                </p:cTn>
                              </p:par>
                              <p:par>
                                <p:cTn id="80" presetID="53" presetClass="entr" presetSubtype="16" fill="hold" grpId="0" nodeType="withEffect">
                                  <p:stCondLst>
                                    <p:cond delay="500"/>
                                  </p:stCondLst>
                                  <p:childTnLst>
                                    <p:set>
                                      <p:cBhvr>
                                        <p:cTn id="81" dur="1" fill="hold">
                                          <p:stCondLst>
                                            <p:cond delay="0"/>
                                          </p:stCondLst>
                                        </p:cTn>
                                        <p:tgtEl>
                                          <p:spTgt spid="17"/>
                                        </p:tgtEl>
                                        <p:attrNameLst>
                                          <p:attrName>style.visibility</p:attrName>
                                        </p:attrNameLst>
                                      </p:cBhvr>
                                      <p:to>
                                        <p:strVal val="visible"/>
                                      </p:to>
                                    </p:set>
                                    <p:anim calcmode="lin" valueType="num">
                                      <p:cBhvr>
                                        <p:cTn id="82" dur="500" fill="hold"/>
                                        <p:tgtEl>
                                          <p:spTgt spid="17"/>
                                        </p:tgtEl>
                                        <p:attrNameLst>
                                          <p:attrName>ppt_w</p:attrName>
                                        </p:attrNameLst>
                                      </p:cBhvr>
                                      <p:tavLst>
                                        <p:tav tm="0">
                                          <p:val>
                                            <p:fltVal val="0"/>
                                          </p:val>
                                        </p:tav>
                                        <p:tav tm="100000">
                                          <p:val>
                                            <p:strVal val="#ppt_w"/>
                                          </p:val>
                                        </p:tav>
                                      </p:tavLst>
                                    </p:anim>
                                    <p:anim calcmode="lin" valueType="num">
                                      <p:cBhvr>
                                        <p:cTn id="83" dur="500" fill="hold"/>
                                        <p:tgtEl>
                                          <p:spTgt spid="17"/>
                                        </p:tgtEl>
                                        <p:attrNameLst>
                                          <p:attrName>ppt_h</p:attrName>
                                        </p:attrNameLst>
                                      </p:cBhvr>
                                      <p:tavLst>
                                        <p:tav tm="0">
                                          <p:val>
                                            <p:fltVal val="0"/>
                                          </p:val>
                                        </p:tav>
                                        <p:tav tm="100000">
                                          <p:val>
                                            <p:strVal val="#ppt_h"/>
                                          </p:val>
                                        </p:tav>
                                      </p:tavLst>
                                    </p:anim>
                                    <p:animEffect transition="in" filter="fade">
                                      <p:cBhvr>
                                        <p:cTn id="84" dur="500"/>
                                        <p:tgtEl>
                                          <p:spTgt spid="17"/>
                                        </p:tgtEl>
                                      </p:cBhvr>
                                    </p:animEffect>
                                  </p:childTnLst>
                                </p:cTn>
                              </p:par>
                              <p:par>
                                <p:cTn id="85" presetID="53" presetClass="entr" presetSubtype="16" fill="hold" grpId="0" nodeType="withEffect">
                                  <p:stCondLst>
                                    <p:cond delay="500"/>
                                  </p:stCondLst>
                                  <p:childTnLst>
                                    <p:set>
                                      <p:cBhvr>
                                        <p:cTn id="86" dur="1" fill="hold">
                                          <p:stCondLst>
                                            <p:cond delay="0"/>
                                          </p:stCondLst>
                                        </p:cTn>
                                        <p:tgtEl>
                                          <p:spTgt spid="18"/>
                                        </p:tgtEl>
                                        <p:attrNameLst>
                                          <p:attrName>style.visibility</p:attrName>
                                        </p:attrNameLst>
                                      </p:cBhvr>
                                      <p:to>
                                        <p:strVal val="visible"/>
                                      </p:to>
                                    </p:set>
                                    <p:anim calcmode="lin" valueType="num">
                                      <p:cBhvr>
                                        <p:cTn id="87" dur="500" fill="hold"/>
                                        <p:tgtEl>
                                          <p:spTgt spid="18"/>
                                        </p:tgtEl>
                                        <p:attrNameLst>
                                          <p:attrName>ppt_w</p:attrName>
                                        </p:attrNameLst>
                                      </p:cBhvr>
                                      <p:tavLst>
                                        <p:tav tm="0">
                                          <p:val>
                                            <p:fltVal val="0"/>
                                          </p:val>
                                        </p:tav>
                                        <p:tav tm="100000">
                                          <p:val>
                                            <p:strVal val="#ppt_w"/>
                                          </p:val>
                                        </p:tav>
                                      </p:tavLst>
                                    </p:anim>
                                    <p:anim calcmode="lin" valueType="num">
                                      <p:cBhvr>
                                        <p:cTn id="88" dur="500" fill="hold"/>
                                        <p:tgtEl>
                                          <p:spTgt spid="18"/>
                                        </p:tgtEl>
                                        <p:attrNameLst>
                                          <p:attrName>ppt_h</p:attrName>
                                        </p:attrNameLst>
                                      </p:cBhvr>
                                      <p:tavLst>
                                        <p:tav tm="0">
                                          <p:val>
                                            <p:fltVal val="0"/>
                                          </p:val>
                                        </p:tav>
                                        <p:tav tm="100000">
                                          <p:val>
                                            <p:strVal val="#ppt_h"/>
                                          </p:val>
                                        </p:tav>
                                      </p:tavLst>
                                    </p:anim>
                                    <p:animEffect transition="in" filter="fade">
                                      <p:cBhvr>
                                        <p:cTn id="89" dur="500"/>
                                        <p:tgtEl>
                                          <p:spTgt spid="18"/>
                                        </p:tgtEl>
                                      </p:cBhvr>
                                    </p:animEffect>
                                  </p:childTnLst>
                                </p:cTn>
                              </p:par>
                              <p:par>
                                <p:cTn id="90" presetID="53" presetClass="entr" presetSubtype="16" fill="hold" grpId="0" nodeType="withEffect">
                                  <p:stCondLst>
                                    <p:cond delay="500"/>
                                  </p:stCondLst>
                                  <p:childTnLst>
                                    <p:set>
                                      <p:cBhvr>
                                        <p:cTn id="91" dur="1" fill="hold">
                                          <p:stCondLst>
                                            <p:cond delay="0"/>
                                          </p:stCondLst>
                                        </p:cTn>
                                        <p:tgtEl>
                                          <p:spTgt spid="19"/>
                                        </p:tgtEl>
                                        <p:attrNameLst>
                                          <p:attrName>style.visibility</p:attrName>
                                        </p:attrNameLst>
                                      </p:cBhvr>
                                      <p:to>
                                        <p:strVal val="visible"/>
                                      </p:to>
                                    </p:set>
                                    <p:anim calcmode="lin" valueType="num">
                                      <p:cBhvr>
                                        <p:cTn id="92" dur="500" fill="hold"/>
                                        <p:tgtEl>
                                          <p:spTgt spid="19"/>
                                        </p:tgtEl>
                                        <p:attrNameLst>
                                          <p:attrName>ppt_w</p:attrName>
                                        </p:attrNameLst>
                                      </p:cBhvr>
                                      <p:tavLst>
                                        <p:tav tm="0">
                                          <p:val>
                                            <p:fltVal val="0"/>
                                          </p:val>
                                        </p:tav>
                                        <p:tav tm="100000">
                                          <p:val>
                                            <p:strVal val="#ppt_w"/>
                                          </p:val>
                                        </p:tav>
                                      </p:tavLst>
                                    </p:anim>
                                    <p:anim calcmode="lin" valueType="num">
                                      <p:cBhvr>
                                        <p:cTn id="93" dur="500" fill="hold"/>
                                        <p:tgtEl>
                                          <p:spTgt spid="19"/>
                                        </p:tgtEl>
                                        <p:attrNameLst>
                                          <p:attrName>ppt_h</p:attrName>
                                        </p:attrNameLst>
                                      </p:cBhvr>
                                      <p:tavLst>
                                        <p:tav tm="0">
                                          <p:val>
                                            <p:fltVal val="0"/>
                                          </p:val>
                                        </p:tav>
                                        <p:tav tm="100000">
                                          <p:val>
                                            <p:strVal val="#ppt_h"/>
                                          </p:val>
                                        </p:tav>
                                      </p:tavLst>
                                    </p:anim>
                                    <p:animEffect transition="in" filter="fade">
                                      <p:cBhvr>
                                        <p:cTn id="94" dur="500"/>
                                        <p:tgtEl>
                                          <p:spTgt spid="19"/>
                                        </p:tgtEl>
                                      </p:cBhvr>
                                    </p:animEffect>
                                  </p:childTnLst>
                                </p:cTn>
                              </p:par>
                              <p:par>
                                <p:cTn id="95" presetID="53" presetClass="entr" presetSubtype="16" fill="hold" grpId="0" nodeType="withEffect">
                                  <p:stCondLst>
                                    <p:cond delay="500"/>
                                  </p:stCondLst>
                                  <p:childTnLst>
                                    <p:set>
                                      <p:cBhvr>
                                        <p:cTn id="96" dur="1" fill="hold">
                                          <p:stCondLst>
                                            <p:cond delay="0"/>
                                          </p:stCondLst>
                                        </p:cTn>
                                        <p:tgtEl>
                                          <p:spTgt spid="20"/>
                                        </p:tgtEl>
                                        <p:attrNameLst>
                                          <p:attrName>style.visibility</p:attrName>
                                        </p:attrNameLst>
                                      </p:cBhvr>
                                      <p:to>
                                        <p:strVal val="visible"/>
                                      </p:to>
                                    </p:set>
                                    <p:anim calcmode="lin" valueType="num">
                                      <p:cBhvr>
                                        <p:cTn id="97" dur="500" fill="hold"/>
                                        <p:tgtEl>
                                          <p:spTgt spid="20"/>
                                        </p:tgtEl>
                                        <p:attrNameLst>
                                          <p:attrName>ppt_w</p:attrName>
                                        </p:attrNameLst>
                                      </p:cBhvr>
                                      <p:tavLst>
                                        <p:tav tm="0">
                                          <p:val>
                                            <p:fltVal val="0"/>
                                          </p:val>
                                        </p:tav>
                                        <p:tav tm="100000">
                                          <p:val>
                                            <p:strVal val="#ppt_w"/>
                                          </p:val>
                                        </p:tav>
                                      </p:tavLst>
                                    </p:anim>
                                    <p:anim calcmode="lin" valueType="num">
                                      <p:cBhvr>
                                        <p:cTn id="98" dur="500" fill="hold"/>
                                        <p:tgtEl>
                                          <p:spTgt spid="20"/>
                                        </p:tgtEl>
                                        <p:attrNameLst>
                                          <p:attrName>ppt_h</p:attrName>
                                        </p:attrNameLst>
                                      </p:cBhvr>
                                      <p:tavLst>
                                        <p:tav tm="0">
                                          <p:val>
                                            <p:fltVal val="0"/>
                                          </p:val>
                                        </p:tav>
                                        <p:tav tm="100000">
                                          <p:val>
                                            <p:strVal val="#ppt_h"/>
                                          </p:val>
                                        </p:tav>
                                      </p:tavLst>
                                    </p:anim>
                                    <p:animEffect transition="in" filter="fade">
                                      <p:cBhvr>
                                        <p:cTn id="99" dur="500"/>
                                        <p:tgtEl>
                                          <p:spTgt spid="20"/>
                                        </p:tgtEl>
                                      </p:cBhvr>
                                    </p:animEffect>
                                  </p:childTnLst>
                                </p:cTn>
                              </p:par>
                              <p:par>
                                <p:cTn id="100" presetID="53" presetClass="entr" presetSubtype="16" fill="hold" grpId="0" nodeType="withEffect">
                                  <p:stCondLst>
                                    <p:cond delay="50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500" fill="hold"/>
                                        <p:tgtEl>
                                          <p:spTgt spid="21"/>
                                        </p:tgtEl>
                                        <p:attrNameLst>
                                          <p:attrName>ppt_w</p:attrName>
                                        </p:attrNameLst>
                                      </p:cBhvr>
                                      <p:tavLst>
                                        <p:tav tm="0">
                                          <p:val>
                                            <p:fltVal val="0"/>
                                          </p:val>
                                        </p:tav>
                                        <p:tav tm="100000">
                                          <p:val>
                                            <p:strVal val="#ppt_w"/>
                                          </p:val>
                                        </p:tav>
                                      </p:tavLst>
                                    </p:anim>
                                    <p:anim calcmode="lin" valueType="num">
                                      <p:cBhvr>
                                        <p:cTn id="103" dur="500" fill="hold"/>
                                        <p:tgtEl>
                                          <p:spTgt spid="21"/>
                                        </p:tgtEl>
                                        <p:attrNameLst>
                                          <p:attrName>ppt_h</p:attrName>
                                        </p:attrNameLst>
                                      </p:cBhvr>
                                      <p:tavLst>
                                        <p:tav tm="0">
                                          <p:val>
                                            <p:fltVal val="0"/>
                                          </p:val>
                                        </p:tav>
                                        <p:tav tm="100000">
                                          <p:val>
                                            <p:strVal val="#ppt_h"/>
                                          </p:val>
                                        </p:tav>
                                      </p:tavLst>
                                    </p:anim>
                                    <p:animEffect transition="in" filter="fade">
                                      <p:cBhvr>
                                        <p:cTn id="104" dur="500"/>
                                        <p:tgtEl>
                                          <p:spTgt spid="21"/>
                                        </p:tgtEl>
                                      </p:cBhvr>
                                    </p:animEffect>
                                  </p:childTnLst>
                                </p:cTn>
                              </p:par>
                              <p:par>
                                <p:cTn id="105" presetID="53" presetClass="entr" presetSubtype="16" fill="hold" grpId="0" nodeType="withEffect">
                                  <p:stCondLst>
                                    <p:cond delay="750"/>
                                  </p:stCondLst>
                                  <p:childTnLst>
                                    <p:set>
                                      <p:cBhvr>
                                        <p:cTn id="106" dur="1" fill="hold">
                                          <p:stCondLst>
                                            <p:cond delay="0"/>
                                          </p:stCondLst>
                                        </p:cTn>
                                        <p:tgtEl>
                                          <p:spTgt spid="22"/>
                                        </p:tgtEl>
                                        <p:attrNameLst>
                                          <p:attrName>style.visibility</p:attrName>
                                        </p:attrNameLst>
                                      </p:cBhvr>
                                      <p:to>
                                        <p:strVal val="visible"/>
                                      </p:to>
                                    </p:set>
                                    <p:anim calcmode="lin" valueType="num">
                                      <p:cBhvr>
                                        <p:cTn id="107" dur="500" fill="hold"/>
                                        <p:tgtEl>
                                          <p:spTgt spid="22"/>
                                        </p:tgtEl>
                                        <p:attrNameLst>
                                          <p:attrName>ppt_w</p:attrName>
                                        </p:attrNameLst>
                                      </p:cBhvr>
                                      <p:tavLst>
                                        <p:tav tm="0">
                                          <p:val>
                                            <p:fltVal val="0"/>
                                          </p:val>
                                        </p:tav>
                                        <p:tav tm="100000">
                                          <p:val>
                                            <p:strVal val="#ppt_w"/>
                                          </p:val>
                                        </p:tav>
                                      </p:tavLst>
                                    </p:anim>
                                    <p:anim calcmode="lin" valueType="num">
                                      <p:cBhvr>
                                        <p:cTn id="108" dur="500" fill="hold"/>
                                        <p:tgtEl>
                                          <p:spTgt spid="22"/>
                                        </p:tgtEl>
                                        <p:attrNameLst>
                                          <p:attrName>ppt_h</p:attrName>
                                        </p:attrNameLst>
                                      </p:cBhvr>
                                      <p:tavLst>
                                        <p:tav tm="0">
                                          <p:val>
                                            <p:fltVal val="0"/>
                                          </p:val>
                                        </p:tav>
                                        <p:tav tm="100000">
                                          <p:val>
                                            <p:strVal val="#ppt_h"/>
                                          </p:val>
                                        </p:tav>
                                      </p:tavLst>
                                    </p:anim>
                                    <p:animEffect transition="in" filter="fade">
                                      <p:cBhvr>
                                        <p:cTn id="109" dur="500"/>
                                        <p:tgtEl>
                                          <p:spTgt spid="22"/>
                                        </p:tgtEl>
                                      </p:cBhvr>
                                    </p:animEffect>
                                  </p:childTnLst>
                                </p:cTn>
                              </p:par>
                              <p:par>
                                <p:cTn id="110" presetID="53" presetClass="entr" presetSubtype="16" fill="hold" grpId="0" nodeType="withEffect">
                                  <p:stCondLst>
                                    <p:cond delay="750"/>
                                  </p:stCondLst>
                                  <p:childTnLst>
                                    <p:set>
                                      <p:cBhvr>
                                        <p:cTn id="111" dur="1" fill="hold">
                                          <p:stCondLst>
                                            <p:cond delay="0"/>
                                          </p:stCondLst>
                                        </p:cTn>
                                        <p:tgtEl>
                                          <p:spTgt spid="23"/>
                                        </p:tgtEl>
                                        <p:attrNameLst>
                                          <p:attrName>style.visibility</p:attrName>
                                        </p:attrNameLst>
                                      </p:cBhvr>
                                      <p:to>
                                        <p:strVal val="visible"/>
                                      </p:to>
                                    </p:set>
                                    <p:anim calcmode="lin" valueType="num">
                                      <p:cBhvr>
                                        <p:cTn id="112" dur="500" fill="hold"/>
                                        <p:tgtEl>
                                          <p:spTgt spid="23"/>
                                        </p:tgtEl>
                                        <p:attrNameLst>
                                          <p:attrName>ppt_w</p:attrName>
                                        </p:attrNameLst>
                                      </p:cBhvr>
                                      <p:tavLst>
                                        <p:tav tm="0">
                                          <p:val>
                                            <p:fltVal val="0"/>
                                          </p:val>
                                        </p:tav>
                                        <p:tav tm="100000">
                                          <p:val>
                                            <p:strVal val="#ppt_w"/>
                                          </p:val>
                                        </p:tav>
                                      </p:tavLst>
                                    </p:anim>
                                    <p:anim calcmode="lin" valueType="num">
                                      <p:cBhvr>
                                        <p:cTn id="113" dur="500" fill="hold"/>
                                        <p:tgtEl>
                                          <p:spTgt spid="23"/>
                                        </p:tgtEl>
                                        <p:attrNameLst>
                                          <p:attrName>ppt_h</p:attrName>
                                        </p:attrNameLst>
                                      </p:cBhvr>
                                      <p:tavLst>
                                        <p:tav tm="0">
                                          <p:val>
                                            <p:fltVal val="0"/>
                                          </p:val>
                                        </p:tav>
                                        <p:tav tm="100000">
                                          <p:val>
                                            <p:strVal val="#ppt_h"/>
                                          </p:val>
                                        </p:tav>
                                      </p:tavLst>
                                    </p:anim>
                                    <p:animEffect transition="in" filter="fade">
                                      <p:cBhvr>
                                        <p:cTn id="114" dur="500"/>
                                        <p:tgtEl>
                                          <p:spTgt spid="23"/>
                                        </p:tgtEl>
                                      </p:cBhvr>
                                    </p:animEffect>
                                  </p:childTnLst>
                                </p:cTn>
                              </p:par>
                              <p:par>
                                <p:cTn id="115" presetID="53" presetClass="entr" presetSubtype="16" fill="hold" grpId="0" nodeType="withEffect">
                                  <p:stCondLst>
                                    <p:cond delay="750"/>
                                  </p:stCondLst>
                                  <p:childTnLst>
                                    <p:set>
                                      <p:cBhvr>
                                        <p:cTn id="116" dur="1" fill="hold">
                                          <p:stCondLst>
                                            <p:cond delay="0"/>
                                          </p:stCondLst>
                                        </p:cTn>
                                        <p:tgtEl>
                                          <p:spTgt spid="24"/>
                                        </p:tgtEl>
                                        <p:attrNameLst>
                                          <p:attrName>style.visibility</p:attrName>
                                        </p:attrNameLst>
                                      </p:cBhvr>
                                      <p:to>
                                        <p:strVal val="visible"/>
                                      </p:to>
                                    </p:set>
                                    <p:anim calcmode="lin" valueType="num">
                                      <p:cBhvr>
                                        <p:cTn id="117" dur="500" fill="hold"/>
                                        <p:tgtEl>
                                          <p:spTgt spid="24"/>
                                        </p:tgtEl>
                                        <p:attrNameLst>
                                          <p:attrName>ppt_w</p:attrName>
                                        </p:attrNameLst>
                                      </p:cBhvr>
                                      <p:tavLst>
                                        <p:tav tm="0">
                                          <p:val>
                                            <p:fltVal val="0"/>
                                          </p:val>
                                        </p:tav>
                                        <p:tav tm="100000">
                                          <p:val>
                                            <p:strVal val="#ppt_w"/>
                                          </p:val>
                                        </p:tav>
                                      </p:tavLst>
                                    </p:anim>
                                    <p:anim calcmode="lin" valueType="num">
                                      <p:cBhvr>
                                        <p:cTn id="118" dur="500" fill="hold"/>
                                        <p:tgtEl>
                                          <p:spTgt spid="24"/>
                                        </p:tgtEl>
                                        <p:attrNameLst>
                                          <p:attrName>ppt_h</p:attrName>
                                        </p:attrNameLst>
                                      </p:cBhvr>
                                      <p:tavLst>
                                        <p:tav tm="0">
                                          <p:val>
                                            <p:fltVal val="0"/>
                                          </p:val>
                                        </p:tav>
                                        <p:tav tm="100000">
                                          <p:val>
                                            <p:strVal val="#ppt_h"/>
                                          </p:val>
                                        </p:tav>
                                      </p:tavLst>
                                    </p:anim>
                                    <p:animEffect transition="in" filter="fade">
                                      <p:cBhvr>
                                        <p:cTn id="119" dur="500"/>
                                        <p:tgtEl>
                                          <p:spTgt spid="24"/>
                                        </p:tgtEl>
                                      </p:cBhvr>
                                    </p:animEffect>
                                  </p:childTnLst>
                                </p:cTn>
                              </p:par>
                              <p:par>
                                <p:cTn id="120" presetID="53" presetClass="entr" presetSubtype="16" fill="hold" grpId="0" nodeType="withEffect">
                                  <p:stCondLst>
                                    <p:cond delay="750"/>
                                  </p:stCondLst>
                                  <p:childTnLst>
                                    <p:set>
                                      <p:cBhvr>
                                        <p:cTn id="121" dur="1" fill="hold">
                                          <p:stCondLst>
                                            <p:cond delay="0"/>
                                          </p:stCondLst>
                                        </p:cTn>
                                        <p:tgtEl>
                                          <p:spTgt spid="25"/>
                                        </p:tgtEl>
                                        <p:attrNameLst>
                                          <p:attrName>style.visibility</p:attrName>
                                        </p:attrNameLst>
                                      </p:cBhvr>
                                      <p:to>
                                        <p:strVal val="visible"/>
                                      </p:to>
                                    </p:set>
                                    <p:anim calcmode="lin" valueType="num">
                                      <p:cBhvr>
                                        <p:cTn id="122" dur="500" fill="hold"/>
                                        <p:tgtEl>
                                          <p:spTgt spid="25"/>
                                        </p:tgtEl>
                                        <p:attrNameLst>
                                          <p:attrName>ppt_w</p:attrName>
                                        </p:attrNameLst>
                                      </p:cBhvr>
                                      <p:tavLst>
                                        <p:tav tm="0">
                                          <p:val>
                                            <p:fltVal val="0"/>
                                          </p:val>
                                        </p:tav>
                                        <p:tav tm="100000">
                                          <p:val>
                                            <p:strVal val="#ppt_w"/>
                                          </p:val>
                                        </p:tav>
                                      </p:tavLst>
                                    </p:anim>
                                    <p:anim calcmode="lin" valueType="num">
                                      <p:cBhvr>
                                        <p:cTn id="123" dur="500" fill="hold"/>
                                        <p:tgtEl>
                                          <p:spTgt spid="25"/>
                                        </p:tgtEl>
                                        <p:attrNameLst>
                                          <p:attrName>ppt_h</p:attrName>
                                        </p:attrNameLst>
                                      </p:cBhvr>
                                      <p:tavLst>
                                        <p:tav tm="0">
                                          <p:val>
                                            <p:fltVal val="0"/>
                                          </p:val>
                                        </p:tav>
                                        <p:tav tm="100000">
                                          <p:val>
                                            <p:strVal val="#ppt_h"/>
                                          </p:val>
                                        </p:tav>
                                      </p:tavLst>
                                    </p:anim>
                                    <p:animEffect transition="in" filter="fade">
                                      <p:cBhvr>
                                        <p:cTn id="124" dur="500"/>
                                        <p:tgtEl>
                                          <p:spTgt spid="25"/>
                                        </p:tgtEl>
                                      </p:cBhvr>
                                    </p:animEffect>
                                  </p:childTnLst>
                                </p:cTn>
                              </p:par>
                              <p:par>
                                <p:cTn id="125" presetID="53" presetClass="entr" presetSubtype="16" fill="hold" grpId="0" nodeType="withEffect">
                                  <p:stCondLst>
                                    <p:cond delay="750"/>
                                  </p:stCondLst>
                                  <p:childTnLst>
                                    <p:set>
                                      <p:cBhvr>
                                        <p:cTn id="126" dur="1" fill="hold">
                                          <p:stCondLst>
                                            <p:cond delay="0"/>
                                          </p:stCondLst>
                                        </p:cTn>
                                        <p:tgtEl>
                                          <p:spTgt spid="26"/>
                                        </p:tgtEl>
                                        <p:attrNameLst>
                                          <p:attrName>style.visibility</p:attrName>
                                        </p:attrNameLst>
                                      </p:cBhvr>
                                      <p:to>
                                        <p:strVal val="visible"/>
                                      </p:to>
                                    </p:set>
                                    <p:anim calcmode="lin" valueType="num">
                                      <p:cBhvr>
                                        <p:cTn id="127" dur="500" fill="hold"/>
                                        <p:tgtEl>
                                          <p:spTgt spid="26"/>
                                        </p:tgtEl>
                                        <p:attrNameLst>
                                          <p:attrName>ppt_w</p:attrName>
                                        </p:attrNameLst>
                                      </p:cBhvr>
                                      <p:tavLst>
                                        <p:tav tm="0">
                                          <p:val>
                                            <p:fltVal val="0"/>
                                          </p:val>
                                        </p:tav>
                                        <p:tav tm="100000">
                                          <p:val>
                                            <p:strVal val="#ppt_w"/>
                                          </p:val>
                                        </p:tav>
                                      </p:tavLst>
                                    </p:anim>
                                    <p:anim calcmode="lin" valueType="num">
                                      <p:cBhvr>
                                        <p:cTn id="128" dur="500" fill="hold"/>
                                        <p:tgtEl>
                                          <p:spTgt spid="26"/>
                                        </p:tgtEl>
                                        <p:attrNameLst>
                                          <p:attrName>ppt_h</p:attrName>
                                        </p:attrNameLst>
                                      </p:cBhvr>
                                      <p:tavLst>
                                        <p:tav tm="0">
                                          <p:val>
                                            <p:fltVal val="0"/>
                                          </p:val>
                                        </p:tav>
                                        <p:tav tm="100000">
                                          <p:val>
                                            <p:strVal val="#ppt_h"/>
                                          </p:val>
                                        </p:tav>
                                      </p:tavLst>
                                    </p:anim>
                                    <p:animEffect transition="in" filter="fade">
                                      <p:cBhvr>
                                        <p:cTn id="129" dur="500"/>
                                        <p:tgtEl>
                                          <p:spTgt spid="26"/>
                                        </p:tgtEl>
                                      </p:cBhvr>
                                    </p:animEffect>
                                  </p:childTnLst>
                                </p:cTn>
                              </p:par>
                              <p:par>
                                <p:cTn id="130" presetID="53" presetClass="entr" presetSubtype="16" fill="hold" grpId="0" nodeType="withEffect">
                                  <p:stCondLst>
                                    <p:cond delay="750"/>
                                  </p:stCondLst>
                                  <p:childTnLst>
                                    <p:set>
                                      <p:cBhvr>
                                        <p:cTn id="131" dur="1" fill="hold">
                                          <p:stCondLst>
                                            <p:cond delay="0"/>
                                          </p:stCondLst>
                                        </p:cTn>
                                        <p:tgtEl>
                                          <p:spTgt spid="27"/>
                                        </p:tgtEl>
                                        <p:attrNameLst>
                                          <p:attrName>style.visibility</p:attrName>
                                        </p:attrNameLst>
                                      </p:cBhvr>
                                      <p:to>
                                        <p:strVal val="visible"/>
                                      </p:to>
                                    </p:set>
                                    <p:anim calcmode="lin" valueType="num">
                                      <p:cBhvr>
                                        <p:cTn id="132" dur="500" fill="hold"/>
                                        <p:tgtEl>
                                          <p:spTgt spid="27"/>
                                        </p:tgtEl>
                                        <p:attrNameLst>
                                          <p:attrName>ppt_w</p:attrName>
                                        </p:attrNameLst>
                                      </p:cBhvr>
                                      <p:tavLst>
                                        <p:tav tm="0">
                                          <p:val>
                                            <p:fltVal val="0"/>
                                          </p:val>
                                        </p:tav>
                                        <p:tav tm="100000">
                                          <p:val>
                                            <p:strVal val="#ppt_w"/>
                                          </p:val>
                                        </p:tav>
                                      </p:tavLst>
                                    </p:anim>
                                    <p:anim calcmode="lin" valueType="num">
                                      <p:cBhvr>
                                        <p:cTn id="133" dur="500" fill="hold"/>
                                        <p:tgtEl>
                                          <p:spTgt spid="27"/>
                                        </p:tgtEl>
                                        <p:attrNameLst>
                                          <p:attrName>ppt_h</p:attrName>
                                        </p:attrNameLst>
                                      </p:cBhvr>
                                      <p:tavLst>
                                        <p:tav tm="0">
                                          <p:val>
                                            <p:fltVal val="0"/>
                                          </p:val>
                                        </p:tav>
                                        <p:tav tm="100000">
                                          <p:val>
                                            <p:strVal val="#ppt_h"/>
                                          </p:val>
                                        </p:tav>
                                      </p:tavLst>
                                    </p:anim>
                                    <p:animEffect transition="in" filter="fade">
                                      <p:cBhvr>
                                        <p:cTn id="134" dur="500"/>
                                        <p:tgtEl>
                                          <p:spTgt spid="27"/>
                                        </p:tgtEl>
                                      </p:cBhvr>
                                    </p:animEffect>
                                  </p:childTnLst>
                                </p:cTn>
                              </p:par>
                              <p:par>
                                <p:cTn id="135" presetID="53" presetClass="entr" presetSubtype="16" fill="hold" grpId="0" nodeType="withEffect">
                                  <p:stCondLst>
                                    <p:cond delay="750"/>
                                  </p:stCondLst>
                                  <p:childTnLst>
                                    <p:set>
                                      <p:cBhvr>
                                        <p:cTn id="136" dur="1" fill="hold">
                                          <p:stCondLst>
                                            <p:cond delay="0"/>
                                          </p:stCondLst>
                                        </p:cTn>
                                        <p:tgtEl>
                                          <p:spTgt spid="28"/>
                                        </p:tgtEl>
                                        <p:attrNameLst>
                                          <p:attrName>style.visibility</p:attrName>
                                        </p:attrNameLst>
                                      </p:cBhvr>
                                      <p:to>
                                        <p:strVal val="visible"/>
                                      </p:to>
                                    </p:set>
                                    <p:anim calcmode="lin" valueType="num">
                                      <p:cBhvr>
                                        <p:cTn id="137" dur="500" fill="hold"/>
                                        <p:tgtEl>
                                          <p:spTgt spid="28"/>
                                        </p:tgtEl>
                                        <p:attrNameLst>
                                          <p:attrName>ppt_w</p:attrName>
                                        </p:attrNameLst>
                                      </p:cBhvr>
                                      <p:tavLst>
                                        <p:tav tm="0">
                                          <p:val>
                                            <p:fltVal val="0"/>
                                          </p:val>
                                        </p:tav>
                                        <p:tav tm="100000">
                                          <p:val>
                                            <p:strVal val="#ppt_w"/>
                                          </p:val>
                                        </p:tav>
                                      </p:tavLst>
                                    </p:anim>
                                    <p:anim calcmode="lin" valueType="num">
                                      <p:cBhvr>
                                        <p:cTn id="138" dur="500" fill="hold"/>
                                        <p:tgtEl>
                                          <p:spTgt spid="28"/>
                                        </p:tgtEl>
                                        <p:attrNameLst>
                                          <p:attrName>ppt_h</p:attrName>
                                        </p:attrNameLst>
                                      </p:cBhvr>
                                      <p:tavLst>
                                        <p:tav tm="0">
                                          <p:val>
                                            <p:fltVal val="0"/>
                                          </p:val>
                                        </p:tav>
                                        <p:tav tm="100000">
                                          <p:val>
                                            <p:strVal val="#ppt_h"/>
                                          </p:val>
                                        </p:tav>
                                      </p:tavLst>
                                    </p:anim>
                                    <p:animEffect transition="in" filter="fade">
                                      <p:cBhvr>
                                        <p:cTn id="139" dur="500"/>
                                        <p:tgtEl>
                                          <p:spTgt spid="28"/>
                                        </p:tgtEl>
                                      </p:cBhvr>
                                    </p:animEffect>
                                  </p:childTnLst>
                                </p:cTn>
                              </p:par>
                              <p:par>
                                <p:cTn id="140" presetID="53" presetClass="entr" presetSubtype="16" fill="hold" grpId="0" nodeType="withEffect">
                                  <p:stCondLst>
                                    <p:cond delay="750"/>
                                  </p:stCondLst>
                                  <p:childTnLst>
                                    <p:set>
                                      <p:cBhvr>
                                        <p:cTn id="141" dur="1" fill="hold">
                                          <p:stCondLst>
                                            <p:cond delay="0"/>
                                          </p:stCondLst>
                                        </p:cTn>
                                        <p:tgtEl>
                                          <p:spTgt spid="29"/>
                                        </p:tgtEl>
                                        <p:attrNameLst>
                                          <p:attrName>style.visibility</p:attrName>
                                        </p:attrNameLst>
                                      </p:cBhvr>
                                      <p:to>
                                        <p:strVal val="visible"/>
                                      </p:to>
                                    </p:set>
                                    <p:anim calcmode="lin" valueType="num">
                                      <p:cBhvr>
                                        <p:cTn id="142" dur="500" fill="hold"/>
                                        <p:tgtEl>
                                          <p:spTgt spid="29"/>
                                        </p:tgtEl>
                                        <p:attrNameLst>
                                          <p:attrName>ppt_w</p:attrName>
                                        </p:attrNameLst>
                                      </p:cBhvr>
                                      <p:tavLst>
                                        <p:tav tm="0">
                                          <p:val>
                                            <p:fltVal val="0"/>
                                          </p:val>
                                        </p:tav>
                                        <p:tav tm="100000">
                                          <p:val>
                                            <p:strVal val="#ppt_w"/>
                                          </p:val>
                                        </p:tav>
                                      </p:tavLst>
                                    </p:anim>
                                    <p:anim calcmode="lin" valueType="num">
                                      <p:cBhvr>
                                        <p:cTn id="143" dur="500" fill="hold"/>
                                        <p:tgtEl>
                                          <p:spTgt spid="29"/>
                                        </p:tgtEl>
                                        <p:attrNameLst>
                                          <p:attrName>ppt_h</p:attrName>
                                        </p:attrNameLst>
                                      </p:cBhvr>
                                      <p:tavLst>
                                        <p:tav tm="0">
                                          <p:val>
                                            <p:fltVal val="0"/>
                                          </p:val>
                                        </p:tav>
                                        <p:tav tm="100000">
                                          <p:val>
                                            <p:strVal val="#ppt_h"/>
                                          </p:val>
                                        </p:tav>
                                      </p:tavLst>
                                    </p:anim>
                                    <p:animEffect transition="in" filter="fade">
                                      <p:cBhvr>
                                        <p:cTn id="144" dur="500"/>
                                        <p:tgtEl>
                                          <p:spTgt spid="29"/>
                                        </p:tgtEl>
                                      </p:cBhvr>
                                    </p:animEffect>
                                  </p:childTnLst>
                                </p:cTn>
                              </p:par>
                              <p:par>
                                <p:cTn id="145" presetID="53" presetClass="entr" presetSubtype="16" fill="hold" grpId="0" nodeType="withEffect">
                                  <p:stCondLst>
                                    <p:cond delay="500"/>
                                  </p:stCondLst>
                                  <p:childTnLst>
                                    <p:set>
                                      <p:cBhvr>
                                        <p:cTn id="146" dur="1" fill="hold">
                                          <p:stCondLst>
                                            <p:cond delay="0"/>
                                          </p:stCondLst>
                                        </p:cTn>
                                        <p:tgtEl>
                                          <p:spTgt spid="30"/>
                                        </p:tgtEl>
                                        <p:attrNameLst>
                                          <p:attrName>style.visibility</p:attrName>
                                        </p:attrNameLst>
                                      </p:cBhvr>
                                      <p:to>
                                        <p:strVal val="visible"/>
                                      </p:to>
                                    </p:set>
                                    <p:anim calcmode="lin" valueType="num">
                                      <p:cBhvr>
                                        <p:cTn id="147" dur="500" fill="hold"/>
                                        <p:tgtEl>
                                          <p:spTgt spid="30"/>
                                        </p:tgtEl>
                                        <p:attrNameLst>
                                          <p:attrName>ppt_w</p:attrName>
                                        </p:attrNameLst>
                                      </p:cBhvr>
                                      <p:tavLst>
                                        <p:tav tm="0">
                                          <p:val>
                                            <p:fltVal val="0"/>
                                          </p:val>
                                        </p:tav>
                                        <p:tav tm="100000">
                                          <p:val>
                                            <p:strVal val="#ppt_w"/>
                                          </p:val>
                                        </p:tav>
                                      </p:tavLst>
                                    </p:anim>
                                    <p:anim calcmode="lin" valueType="num">
                                      <p:cBhvr>
                                        <p:cTn id="148" dur="500" fill="hold"/>
                                        <p:tgtEl>
                                          <p:spTgt spid="30"/>
                                        </p:tgtEl>
                                        <p:attrNameLst>
                                          <p:attrName>ppt_h</p:attrName>
                                        </p:attrNameLst>
                                      </p:cBhvr>
                                      <p:tavLst>
                                        <p:tav tm="0">
                                          <p:val>
                                            <p:fltVal val="0"/>
                                          </p:val>
                                        </p:tav>
                                        <p:tav tm="100000">
                                          <p:val>
                                            <p:strVal val="#ppt_h"/>
                                          </p:val>
                                        </p:tav>
                                      </p:tavLst>
                                    </p:anim>
                                    <p:animEffect transition="in" filter="fade">
                                      <p:cBhvr>
                                        <p:cTn id="149" dur="500"/>
                                        <p:tgtEl>
                                          <p:spTgt spid="30"/>
                                        </p:tgtEl>
                                      </p:cBhvr>
                                    </p:animEffect>
                                  </p:childTnLst>
                                </p:cTn>
                              </p:par>
                              <p:par>
                                <p:cTn id="150" presetID="53" presetClass="entr" presetSubtype="16" fill="hold" grpId="0" nodeType="withEffect">
                                  <p:stCondLst>
                                    <p:cond delay="500"/>
                                  </p:stCondLst>
                                  <p:childTnLst>
                                    <p:set>
                                      <p:cBhvr>
                                        <p:cTn id="151" dur="1" fill="hold">
                                          <p:stCondLst>
                                            <p:cond delay="0"/>
                                          </p:stCondLst>
                                        </p:cTn>
                                        <p:tgtEl>
                                          <p:spTgt spid="31"/>
                                        </p:tgtEl>
                                        <p:attrNameLst>
                                          <p:attrName>style.visibility</p:attrName>
                                        </p:attrNameLst>
                                      </p:cBhvr>
                                      <p:to>
                                        <p:strVal val="visible"/>
                                      </p:to>
                                    </p:set>
                                    <p:anim calcmode="lin" valueType="num">
                                      <p:cBhvr>
                                        <p:cTn id="152" dur="500" fill="hold"/>
                                        <p:tgtEl>
                                          <p:spTgt spid="31"/>
                                        </p:tgtEl>
                                        <p:attrNameLst>
                                          <p:attrName>ppt_w</p:attrName>
                                        </p:attrNameLst>
                                      </p:cBhvr>
                                      <p:tavLst>
                                        <p:tav tm="0">
                                          <p:val>
                                            <p:fltVal val="0"/>
                                          </p:val>
                                        </p:tav>
                                        <p:tav tm="100000">
                                          <p:val>
                                            <p:strVal val="#ppt_w"/>
                                          </p:val>
                                        </p:tav>
                                      </p:tavLst>
                                    </p:anim>
                                    <p:anim calcmode="lin" valueType="num">
                                      <p:cBhvr>
                                        <p:cTn id="153" dur="500" fill="hold"/>
                                        <p:tgtEl>
                                          <p:spTgt spid="31"/>
                                        </p:tgtEl>
                                        <p:attrNameLst>
                                          <p:attrName>ppt_h</p:attrName>
                                        </p:attrNameLst>
                                      </p:cBhvr>
                                      <p:tavLst>
                                        <p:tav tm="0">
                                          <p:val>
                                            <p:fltVal val="0"/>
                                          </p:val>
                                        </p:tav>
                                        <p:tav tm="100000">
                                          <p:val>
                                            <p:strVal val="#ppt_h"/>
                                          </p:val>
                                        </p:tav>
                                      </p:tavLst>
                                    </p:anim>
                                    <p:animEffect transition="in" filter="fade">
                                      <p:cBhvr>
                                        <p:cTn id="154" dur="500"/>
                                        <p:tgtEl>
                                          <p:spTgt spid="31"/>
                                        </p:tgtEl>
                                      </p:cBhvr>
                                    </p:animEffect>
                                  </p:childTnLst>
                                </p:cTn>
                              </p:par>
                              <p:par>
                                <p:cTn id="155" presetID="53" presetClass="entr" presetSubtype="16" fill="hold" grpId="0" nodeType="withEffect">
                                  <p:stCondLst>
                                    <p:cond delay="500"/>
                                  </p:stCondLst>
                                  <p:childTnLst>
                                    <p:set>
                                      <p:cBhvr>
                                        <p:cTn id="156" dur="1" fill="hold">
                                          <p:stCondLst>
                                            <p:cond delay="0"/>
                                          </p:stCondLst>
                                        </p:cTn>
                                        <p:tgtEl>
                                          <p:spTgt spid="32"/>
                                        </p:tgtEl>
                                        <p:attrNameLst>
                                          <p:attrName>style.visibility</p:attrName>
                                        </p:attrNameLst>
                                      </p:cBhvr>
                                      <p:to>
                                        <p:strVal val="visible"/>
                                      </p:to>
                                    </p:set>
                                    <p:anim calcmode="lin" valueType="num">
                                      <p:cBhvr>
                                        <p:cTn id="157" dur="500" fill="hold"/>
                                        <p:tgtEl>
                                          <p:spTgt spid="32"/>
                                        </p:tgtEl>
                                        <p:attrNameLst>
                                          <p:attrName>ppt_w</p:attrName>
                                        </p:attrNameLst>
                                      </p:cBhvr>
                                      <p:tavLst>
                                        <p:tav tm="0">
                                          <p:val>
                                            <p:fltVal val="0"/>
                                          </p:val>
                                        </p:tav>
                                        <p:tav tm="100000">
                                          <p:val>
                                            <p:strVal val="#ppt_w"/>
                                          </p:val>
                                        </p:tav>
                                      </p:tavLst>
                                    </p:anim>
                                    <p:anim calcmode="lin" valueType="num">
                                      <p:cBhvr>
                                        <p:cTn id="158" dur="500" fill="hold"/>
                                        <p:tgtEl>
                                          <p:spTgt spid="32"/>
                                        </p:tgtEl>
                                        <p:attrNameLst>
                                          <p:attrName>ppt_h</p:attrName>
                                        </p:attrNameLst>
                                      </p:cBhvr>
                                      <p:tavLst>
                                        <p:tav tm="0">
                                          <p:val>
                                            <p:fltVal val="0"/>
                                          </p:val>
                                        </p:tav>
                                        <p:tav tm="100000">
                                          <p:val>
                                            <p:strVal val="#ppt_h"/>
                                          </p:val>
                                        </p:tav>
                                      </p:tavLst>
                                    </p:anim>
                                    <p:animEffect transition="in" filter="fade">
                                      <p:cBhvr>
                                        <p:cTn id="159" dur="500"/>
                                        <p:tgtEl>
                                          <p:spTgt spid="32"/>
                                        </p:tgtEl>
                                      </p:cBhvr>
                                    </p:animEffect>
                                  </p:childTnLst>
                                </p:cTn>
                              </p:par>
                              <p:par>
                                <p:cTn id="160" presetID="53" presetClass="entr" presetSubtype="16" fill="hold" grpId="0" nodeType="withEffect">
                                  <p:stCondLst>
                                    <p:cond delay="500"/>
                                  </p:stCondLst>
                                  <p:childTnLst>
                                    <p:set>
                                      <p:cBhvr>
                                        <p:cTn id="161" dur="1" fill="hold">
                                          <p:stCondLst>
                                            <p:cond delay="0"/>
                                          </p:stCondLst>
                                        </p:cTn>
                                        <p:tgtEl>
                                          <p:spTgt spid="33"/>
                                        </p:tgtEl>
                                        <p:attrNameLst>
                                          <p:attrName>style.visibility</p:attrName>
                                        </p:attrNameLst>
                                      </p:cBhvr>
                                      <p:to>
                                        <p:strVal val="visible"/>
                                      </p:to>
                                    </p:set>
                                    <p:anim calcmode="lin" valueType="num">
                                      <p:cBhvr>
                                        <p:cTn id="162" dur="500" fill="hold"/>
                                        <p:tgtEl>
                                          <p:spTgt spid="33"/>
                                        </p:tgtEl>
                                        <p:attrNameLst>
                                          <p:attrName>ppt_w</p:attrName>
                                        </p:attrNameLst>
                                      </p:cBhvr>
                                      <p:tavLst>
                                        <p:tav tm="0">
                                          <p:val>
                                            <p:fltVal val="0"/>
                                          </p:val>
                                        </p:tav>
                                        <p:tav tm="100000">
                                          <p:val>
                                            <p:strVal val="#ppt_w"/>
                                          </p:val>
                                        </p:tav>
                                      </p:tavLst>
                                    </p:anim>
                                    <p:anim calcmode="lin" valueType="num">
                                      <p:cBhvr>
                                        <p:cTn id="163" dur="500" fill="hold"/>
                                        <p:tgtEl>
                                          <p:spTgt spid="33"/>
                                        </p:tgtEl>
                                        <p:attrNameLst>
                                          <p:attrName>ppt_h</p:attrName>
                                        </p:attrNameLst>
                                      </p:cBhvr>
                                      <p:tavLst>
                                        <p:tav tm="0">
                                          <p:val>
                                            <p:fltVal val="0"/>
                                          </p:val>
                                        </p:tav>
                                        <p:tav tm="100000">
                                          <p:val>
                                            <p:strVal val="#ppt_h"/>
                                          </p:val>
                                        </p:tav>
                                      </p:tavLst>
                                    </p:anim>
                                    <p:animEffect transition="in" filter="fade">
                                      <p:cBhvr>
                                        <p:cTn id="164" dur="500"/>
                                        <p:tgtEl>
                                          <p:spTgt spid="33"/>
                                        </p:tgtEl>
                                      </p:cBhvr>
                                    </p:animEffect>
                                  </p:childTnLst>
                                </p:cTn>
                              </p:par>
                              <p:par>
                                <p:cTn id="165" presetID="53" presetClass="entr" presetSubtype="16" fill="hold" grpId="0" nodeType="withEffect">
                                  <p:stCondLst>
                                    <p:cond delay="500"/>
                                  </p:stCondLst>
                                  <p:childTnLst>
                                    <p:set>
                                      <p:cBhvr>
                                        <p:cTn id="166" dur="1" fill="hold">
                                          <p:stCondLst>
                                            <p:cond delay="0"/>
                                          </p:stCondLst>
                                        </p:cTn>
                                        <p:tgtEl>
                                          <p:spTgt spid="34"/>
                                        </p:tgtEl>
                                        <p:attrNameLst>
                                          <p:attrName>style.visibility</p:attrName>
                                        </p:attrNameLst>
                                      </p:cBhvr>
                                      <p:to>
                                        <p:strVal val="visible"/>
                                      </p:to>
                                    </p:set>
                                    <p:anim calcmode="lin" valueType="num">
                                      <p:cBhvr>
                                        <p:cTn id="167" dur="500" fill="hold"/>
                                        <p:tgtEl>
                                          <p:spTgt spid="34"/>
                                        </p:tgtEl>
                                        <p:attrNameLst>
                                          <p:attrName>ppt_w</p:attrName>
                                        </p:attrNameLst>
                                      </p:cBhvr>
                                      <p:tavLst>
                                        <p:tav tm="0">
                                          <p:val>
                                            <p:fltVal val="0"/>
                                          </p:val>
                                        </p:tav>
                                        <p:tav tm="100000">
                                          <p:val>
                                            <p:strVal val="#ppt_w"/>
                                          </p:val>
                                        </p:tav>
                                      </p:tavLst>
                                    </p:anim>
                                    <p:anim calcmode="lin" valueType="num">
                                      <p:cBhvr>
                                        <p:cTn id="168" dur="500" fill="hold"/>
                                        <p:tgtEl>
                                          <p:spTgt spid="34"/>
                                        </p:tgtEl>
                                        <p:attrNameLst>
                                          <p:attrName>ppt_h</p:attrName>
                                        </p:attrNameLst>
                                      </p:cBhvr>
                                      <p:tavLst>
                                        <p:tav tm="0">
                                          <p:val>
                                            <p:fltVal val="0"/>
                                          </p:val>
                                        </p:tav>
                                        <p:tav tm="100000">
                                          <p:val>
                                            <p:strVal val="#ppt_h"/>
                                          </p:val>
                                        </p:tav>
                                      </p:tavLst>
                                    </p:anim>
                                    <p:animEffect transition="in" filter="fade">
                                      <p:cBhvr>
                                        <p:cTn id="169" dur="500"/>
                                        <p:tgtEl>
                                          <p:spTgt spid="34"/>
                                        </p:tgtEl>
                                      </p:cBhvr>
                                    </p:animEffect>
                                  </p:childTnLst>
                                </p:cTn>
                              </p:par>
                              <p:par>
                                <p:cTn id="170" presetID="53" presetClass="entr" presetSubtype="16" fill="hold" grpId="0" nodeType="withEffect">
                                  <p:stCondLst>
                                    <p:cond delay="500"/>
                                  </p:stCondLst>
                                  <p:childTnLst>
                                    <p:set>
                                      <p:cBhvr>
                                        <p:cTn id="171" dur="1" fill="hold">
                                          <p:stCondLst>
                                            <p:cond delay="0"/>
                                          </p:stCondLst>
                                        </p:cTn>
                                        <p:tgtEl>
                                          <p:spTgt spid="35"/>
                                        </p:tgtEl>
                                        <p:attrNameLst>
                                          <p:attrName>style.visibility</p:attrName>
                                        </p:attrNameLst>
                                      </p:cBhvr>
                                      <p:to>
                                        <p:strVal val="visible"/>
                                      </p:to>
                                    </p:set>
                                    <p:anim calcmode="lin" valueType="num">
                                      <p:cBhvr>
                                        <p:cTn id="172" dur="500" fill="hold"/>
                                        <p:tgtEl>
                                          <p:spTgt spid="35"/>
                                        </p:tgtEl>
                                        <p:attrNameLst>
                                          <p:attrName>ppt_w</p:attrName>
                                        </p:attrNameLst>
                                      </p:cBhvr>
                                      <p:tavLst>
                                        <p:tav tm="0">
                                          <p:val>
                                            <p:fltVal val="0"/>
                                          </p:val>
                                        </p:tav>
                                        <p:tav tm="100000">
                                          <p:val>
                                            <p:strVal val="#ppt_w"/>
                                          </p:val>
                                        </p:tav>
                                      </p:tavLst>
                                    </p:anim>
                                    <p:anim calcmode="lin" valueType="num">
                                      <p:cBhvr>
                                        <p:cTn id="173" dur="500" fill="hold"/>
                                        <p:tgtEl>
                                          <p:spTgt spid="35"/>
                                        </p:tgtEl>
                                        <p:attrNameLst>
                                          <p:attrName>ppt_h</p:attrName>
                                        </p:attrNameLst>
                                      </p:cBhvr>
                                      <p:tavLst>
                                        <p:tav tm="0">
                                          <p:val>
                                            <p:fltVal val="0"/>
                                          </p:val>
                                        </p:tav>
                                        <p:tav tm="100000">
                                          <p:val>
                                            <p:strVal val="#ppt_h"/>
                                          </p:val>
                                        </p:tav>
                                      </p:tavLst>
                                    </p:anim>
                                    <p:animEffect transition="in" filter="fade">
                                      <p:cBhvr>
                                        <p:cTn id="174" dur="500"/>
                                        <p:tgtEl>
                                          <p:spTgt spid="35"/>
                                        </p:tgtEl>
                                      </p:cBhvr>
                                    </p:animEffect>
                                  </p:childTnLst>
                                </p:cTn>
                              </p:par>
                              <p:par>
                                <p:cTn id="175" presetID="53" presetClass="entr" presetSubtype="16" fill="hold" grpId="0" nodeType="withEffect">
                                  <p:stCondLst>
                                    <p:cond delay="250"/>
                                  </p:stCondLst>
                                  <p:childTnLst>
                                    <p:set>
                                      <p:cBhvr>
                                        <p:cTn id="176" dur="1" fill="hold">
                                          <p:stCondLst>
                                            <p:cond delay="0"/>
                                          </p:stCondLst>
                                        </p:cTn>
                                        <p:tgtEl>
                                          <p:spTgt spid="37"/>
                                        </p:tgtEl>
                                        <p:attrNameLst>
                                          <p:attrName>style.visibility</p:attrName>
                                        </p:attrNameLst>
                                      </p:cBhvr>
                                      <p:to>
                                        <p:strVal val="visible"/>
                                      </p:to>
                                    </p:set>
                                    <p:anim calcmode="lin" valueType="num">
                                      <p:cBhvr>
                                        <p:cTn id="177" dur="500" fill="hold"/>
                                        <p:tgtEl>
                                          <p:spTgt spid="37"/>
                                        </p:tgtEl>
                                        <p:attrNameLst>
                                          <p:attrName>ppt_w</p:attrName>
                                        </p:attrNameLst>
                                      </p:cBhvr>
                                      <p:tavLst>
                                        <p:tav tm="0">
                                          <p:val>
                                            <p:fltVal val="0"/>
                                          </p:val>
                                        </p:tav>
                                        <p:tav tm="100000">
                                          <p:val>
                                            <p:strVal val="#ppt_w"/>
                                          </p:val>
                                        </p:tav>
                                      </p:tavLst>
                                    </p:anim>
                                    <p:anim calcmode="lin" valueType="num">
                                      <p:cBhvr>
                                        <p:cTn id="178" dur="500" fill="hold"/>
                                        <p:tgtEl>
                                          <p:spTgt spid="37"/>
                                        </p:tgtEl>
                                        <p:attrNameLst>
                                          <p:attrName>ppt_h</p:attrName>
                                        </p:attrNameLst>
                                      </p:cBhvr>
                                      <p:tavLst>
                                        <p:tav tm="0">
                                          <p:val>
                                            <p:fltVal val="0"/>
                                          </p:val>
                                        </p:tav>
                                        <p:tav tm="100000">
                                          <p:val>
                                            <p:strVal val="#ppt_h"/>
                                          </p:val>
                                        </p:tav>
                                      </p:tavLst>
                                    </p:anim>
                                    <p:animEffect transition="in" filter="fade">
                                      <p:cBhvr>
                                        <p:cTn id="179" dur="500"/>
                                        <p:tgtEl>
                                          <p:spTgt spid="37"/>
                                        </p:tgtEl>
                                      </p:cBhvr>
                                    </p:animEffect>
                                  </p:childTnLst>
                                </p:cTn>
                              </p:par>
                              <p:par>
                                <p:cTn id="180" presetID="53" presetClass="entr" presetSubtype="16" fill="hold" grpId="0" nodeType="withEffect">
                                  <p:stCondLst>
                                    <p:cond delay="250"/>
                                  </p:stCondLst>
                                  <p:childTnLst>
                                    <p:set>
                                      <p:cBhvr>
                                        <p:cTn id="181" dur="1" fill="hold">
                                          <p:stCondLst>
                                            <p:cond delay="0"/>
                                          </p:stCondLst>
                                        </p:cTn>
                                        <p:tgtEl>
                                          <p:spTgt spid="38"/>
                                        </p:tgtEl>
                                        <p:attrNameLst>
                                          <p:attrName>style.visibility</p:attrName>
                                        </p:attrNameLst>
                                      </p:cBhvr>
                                      <p:to>
                                        <p:strVal val="visible"/>
                                      </p:to>
                                    </p:set>
                                    <p:anim calcmode="lin" valueType="num">
                                      <p:cBhvr>
                                        <p:cTn id="182" dur="500" fill="hold"/>
                                        <p:tgtEl>
                                          <p:spTgt spid="38"/>
                                        </p:tgtEl>
                                        <p:attrNameLst>
                                          <p:attrName>ppt_w</p:attrName>
                                        </p:attrNameLst>
                                      </p:cBhvr>
                                      <p:tavLst>
                                        <p:tav tm="0">
                                          <p:val>
                                            <p:fltVal val="0"/>
                                          </p:val>
                                        </p:tav>
                                        <p:tav tm="100000">
                                          <p:val>
                                            <p:strVal val="#ppt_w"/>
                                          </p:val>
                                        </p:tav>
                                      </p:tavLst>
                                    </p:anim>
                                    <p:anim calcmode="lin" valueType="num">
                                      <p:cBhvr>
                                        <p:cTn id="183" dur="500" fill="hold"/>
                                        <p:tgtEl>
                                          <p:spTgt spid="38"/>
                                        </p:tgtEl>
                                        <p:attrNameLst>
                                          <p:attrName>ppt_h</p:attrName>
                                        </p:attrNameLst>
                                      </p:cBhvr>
                                      <p:tavLst>
                                        <p:tav tm="0">
                                          <p:val>
                                            <p:fltVal val="0"/>
                                          </p:val>
                                        </p:tav>
                                        <p:tav tm="100000">
                                          <p:val>
                                            <p:strVal val="#ppt_h"/>
                                          </p:val>
                                        </p:tav>
                                      </p:tavLst>
                                    </p:anim>
                                    <p:animEffect transition="in" filter="fade">
                                      <p:cBhvr>
                                        <p:cTn id="184" dur="500"/>
                                        <p:tgtEl>
                                          <p:spTgt spid="38"/>
                                        </p:tgtEl>
                                      </p:cBhvr>
                                    </p:animEffect>
                                  </p:childTnLst>
                                </p:cTn>
                              </p:par>
                              <p:par>
                                <p:cTn id="185" presetID="53" presetClass="entr" presetSubtype="16" fill="hold" grpId="0" nodeType="withEffect">
                                  <p:stCondLst>
                                    <p:cond delay="250"/>
                                  </p:stCondLst>
                                  <p:childTnLst>
                                    <p:set>
                                      <p:cBhvr>
                                        <p:cTn id="186" dur="1" fill="hold">
                                          <p:stCondLst>
                                            <p:cond delay="0"/>
                                          </p:stCondLst>
                                        </p:cTn>
                                        <p:tgtEl>
                                          <p:spTgt spid="39"/>
                                        </p:tgtEl>
                                        <p:attrNameLst>
                                          <p:attrName>style.visibility</p:attrName>
                                        </p:attrNameLst>
                                      </p:cBhvr>
                                      <p:to>
                                        <p:strVal val="visible"/>
                                      </p:to>
                                    </p:set>
                                    <p:anim calcmode="lin" valueType="num">
                                      <p:cBhvr>
                                        <p:cTn id="187" dur="500" fill="hold"/>
                                        <p:tgtEl>
                                          <p:spTgt spid="39"/>
                                        </p:tgtEl>
                                        <p:attrNameLst>
                                          <p:attrName>ppt_w</p:attrName>
                                        </p:attrNameLst>
                                      </p:cBhvr>
                                      <p:tavLst>
                                        <p:tav tm="0">
                                          <p:val>
                                            <p:fltVal val="0"/>
                                          </p:val>
                                        </p:tav>
                                        <p:tav tm="100000">
                                          <p:val>
                                            <p:strVal val="#ppt_w"/>
                                          </p:val>
                                        </p:tav>
                                      </p:tavLst>
                                    </p:anim>
                                    <p:anim calcmode="lin" valueType="num">
                                      <p:cBhvr>
                                        <p:cTn id="188" dur="500" fill="hold"/>
                                        <p:tgtEl>
                                          <p:spTgt spid="39"/>
                                        </p:tgtEl>
                                        <p:attrNameLst>
                                          <p:attrName>ppt_h</p:attrName>
                                        </p:attrNameLst>
                                      </p:cBhvr>
                                      <p:tavLst>
                                        <p:tav tm="0">
                                          <p:val>
                                            <p:fltVal val="0"/>
                                          </p:val>
                                        </p:tav>
                                        <p:tav tm="100000">
                                          <p:val>
                                            <p:strVal val="#ppt_h"/>
                                          </p:val>
                                        </p:tav>
                                      </p:tavLst>
                                    </p:anim>
                                    <p:animEffect transition="in" filter="fade">
                                      <p:cBhvr>
                                        <p:cTn id="189" dur="500"/>
                                        <p:tgtEl>
                                          <p:spTgt spid="39"/>
                                        </p:tgtEl>
                                      </p:cBhvr>
                                    </p:animEffect>
                                  </p:childTnLst>
                                </p:cTn>
                              </p:par>
                              <p:par>
                                <p:cTn id="190" presetID="53" presetClass="entr" presetSubtype="16" fill="hold" grpId="0" nodeType="withEffect">
                                  <p:stCondLst>
                                    <p:cond delay="250"/>
                                  </p:stCondLst>
                                  <p:childTnLst>
                                    <p:set>
                                      <p:cBhvr>
                                        <p:cTn id="191" dur="1" fill="hold">
                                          <p:stCondLst>
                                            <p:cond delay="0"/>
                                          </p:stCondLst>
                                        </p:cTn>
                                        <p:tgtEl>
                                          <p:spTgt spid="40"/>
                                        </p:tgtEl>
                                        <p:attrNameLst>
                                          <p:attrName>style.visibility</p:attrName>
                                        </p:attrNameLst>
                                      </p:cBhvr>
                                      <p:to>
                                        <p:strVal val="visible"/>
                                      </p:to>
                                    </p:set>
                                    <p:anim calcmode="lin" valueType="num">
                                      <p:cBhvr>
                                        <p:cTn id="192" dur="500" fill="hold"/>
                                        <p:tgtEl>
                                          <p:spTgt spid="40"/>
                                        </p:tgtEl>
                                        <p:attrNameLst>
                                          <p:attrName>ppt_w</p:attrName>
                                        </p:attrNameLst>
                                      </p:cBhvr>
                                      <p:tavLst>
                                        <p:tav tm="0">
                                          <p:val>
                                            <p:fltVal val="0"/>
                                          </p:val>
                                        </p:tav>
                                        <p:tav tm="100000">
                                          <p:val>
                                            <p:strVal val="#ppt_w"/>
                                          </p:val>
                                        </p:tav>
                                      </p:tavLst>
                                    </p:anim>
                                    <p:anim calcmode="lin" valueType="num">
                                      <p:cBhvr>
                                        <p:cTn id="193" dur="500" fill="hold"/>
                                        <p:tgtEl>
                                          <p:spTgt spid="40"/>
                                        </p:tgtEl>
                                        <p:attrNameLst>
                                          <p:attrName>ppt_h</p:attrName>
                                        </p:attrNameLst>
                                      </p:cBhvr>
                                      <p:tavLst>
                                        <p:tav tm="0">
                                          <p:val>
                                            <p:fltVal val="0"/>
                                          </p:val>
                                        </p:tav>
                                        <p:tav tm="100000">
                                          <p:val>
                                            <p:strVal val="#ppt_h"/>
                                          </p:val>
                                        </p:tav>
                                      </p:tavLst>
                                    </p:anim>
                                    <p:animEffect transition="in" filter="fade">
                                      <p:cBhvr>
                                        <p:cTn id="194" dur="500"/>
                                        <p:tgtEl>
                                          <p:spTgt spid="40"/>
                                        </p:tgtEl>
                                      </p:cBhvr>
                                    </p:animEffect>
                                  </p:childTnLst>
                                </p:cTn>
                              </p:par>
                              <p:par>
                                <p:cTn id="195" presetID="53" presetClass="entr" presetSubtype="16" fill="hold" grpId="0" nodeType="withEffect">
                                  <p:stCondLst>
                                    <p:cond delay="250"/>
                                  </p:stCondLst>
                                  <p:childTnLst>
                                    <p:set>
                                      <p:cBhvr>
                                        <p:cTn id="196" dur="1" fill="hold">
                                          <p:stCondLst>
                                            <p:cond delay="0"/>
                                          </p:stCondLst>
                                        </p:cTn>
                                        <p:tgtEl>
                                          <p:spTgt spid="41"/>
                                        </p:tgtEl>
                                        <p:attrNameLst>
                                          <p:attrName>style.visibility</p:attrName>
                                        </p:attrNameLst>
                                      </p:cBhvr>
                                      <p:to>
                                        <p:strVal val="visible"/>
                                      </p:to>
                                    </p:set>
                                    <p:anim calcmode="lin" valueType="num">
                                      <p:cBhvr>
                                        <p:cTn id="197" dur="500" fill="hold"/>
                                        <p:tgtEl>
                                          <p:spTgt spid="41"/>
                                        </p:tgtEl>
                                        <p:attrNameLst>
                                          <p:attrName>ppt_w</p:attrName>
                                        </p:attrNameLst>
                                      </p:cBhvr>
                                      <p:tavLst>
                                        <p:tav tm="0">
                                          <p:val>
                                            <p:fltVal val="0"/>
                                          </p:val>
                                        </p:tav>
                                        <p:tav tm="100000">
                                          <p:val>
                                            <p:strVal val="#ppt_w"/>
                                          </p:val>
                                        </p:tav>
                                      </p:tavLst>
                                    </p:anim>
                                    <p:anim calcmode="lin" valueType="num">
                                      <p:cBhvr>
                                        <p:cTn id="198" dur="500" fill="hold"/>
                                        <p:tgtEl>
                                          <p:spTgt spid="41"/>
                                        </p:tgtEl>
                                        <p:attrNameLst>
                                          <p:attrName>ppt_h</p:attrName>
                                        </p:attrNameLst>
                                      </p:cBhvr>
                                      <p:tavLst>
                                        <p:tav tm="0">
                                          <p:val>
                                            <p:fltVal val="0"/>
                                          </p:val>
                                        </p:tav>
                                        <p:tav tm="100000">
                                          <p:val>
                                            <p:strVal val="#ppt_h"/>
                                          </p:val>
                                        </p:tav>
                                      </p:tavLst>
                                    </p:anim>
                                    <p:animEffect transition="in" filter="fade">
                                      <p:cBhvr>
                                        <p:cTn id="199" dur="500"/>
                                        <p:tgtEl>
                                          <p:spTgt spid="41"/>
                                        </p:tgtEl>
                                      </p:cBhvr>
                                    </p:animEffect>
                                  </p:childTnLst>
                                </p:cTn>
                              </p:par>
                              <p:par>
                                <p:cTn id="200" presetID="53" presetClass="entr" presetSubtype="16" fill="hold" grpId="0" nodeType="withEffect">
                                  <p:stCondLst>
                                    <p:cond delay="250"/>
                                  </p:stCondLst>
                                  <p:childTnLst>
                                    <p:set>
                                      <p:cBhvr>
                                        <p:cTn id="201" dur="1" fill="hold">
                                          <p:stCondLst>
                                            <p:cond delay="0"/>
                                          </p:stCondLst>
                                        </p:cTn>
                                        <p:tgtEl>
                                          <p:spTgt spid="42"/>
                                        </p:tgtEl>
                                        <p:attrNameLst>
                                          <p:attrName>style.visibility</p:attrName>
                                        </p:attrNameLst>
                                      </p:cBhvr>
                                      <p:to>
                                        <p:strVal val="visible"/>
                                      </p:to>
                                    </p:set>
                                    <p:anim calcmode="lin" valueType="num">
                                      <p:cBhvr>
                                        <p:cTn id="202" dur="500" fill="hold"/>
                                        <p:tgtEl>
                                          <p:spTgt spid="42"/>
                                        </p:tgtEl>
                                        <p:attrNameLst>
                                          <p:attrName>ppt_w</p:attrName>
                                        </p:attrNameLst>
                                      </p:cBhvr>
                                      <p:tavLst>
                                        <p:tav tm="0">
                                          <p:val>
                                            <p:fltVal val="0"/>
                                          </p:val>
                                        </p:tav>
                                        <p:tav tm="100000">
                                          <p:val>
                                            <p:strVal val="#ppt_w"/>
                                          </p:val>
                                        </p:tav>
                                      </p:tavLst>
                                    </p:anim>
                                    <p:anim calcmode="lin" valueType="num">
                                      <p:cBhvr>
                                        <p:cTn id="203" dur="500" fill="hold"/>
                                        <p:tgtEl>
                                          <p:spTgt spid="42"/>
                                        </p:tgtEl>
                                        <p:attrNameLst>
                                          <p:attrName>ppt_h</p:attrName>
                                        </p:attrNameLst>
                                      </p:cBhvr>
                                      <p:tavLst>
                                        <p:tav tm="0">
                                          <p:val>
                                            <p:fltVal val="0"/>
                                          </p:val>
                                        </p:tav>
                                        <p:tav tm="100000">
                                          <p:val>
                                            <p:strVal val="#ppt_h"/>
                                          </p:val>
                                        </p:tav>
                                      </p:tavLst>
                                    </p:anim>
                                    <p:animEffect transition="in" filter="fade">
                                      <p:cBhvr>
                                        <p:cTn id="204" dur="500"/>
                                        <p:tgtEl>
                                          <p:spTgt spid="42"/>
                                        </p:tgtEl>
                                      </p:cBhvr>
                                    </p:animEffect>
                                  </p:childTnLst>
                                </p:cTn>
                              </p:par>
                              <p:par>
                                <p:cTn id="205" presetID="53" presetClass="entr" presetSubtype="16" fill="hold" grpId="0" nodeType="withEffect">
                                  <p:stCondLst>
                                    <p:cond delay="250"/>
                                  </p:stCondLst>
                                  <p:childTnLst>
                                    <p:set>
                                      <p:cBhvr>
                                        <p:cTn id="206" dur="1" fill="hold">
                                          <p:stCondLst>
                                            <p:cond delay="0"/>
                                          </p:stCondLst>
                                        </p:cTn>
                                        <p:tgtEl>
                                          <p:spTgt spid="43"/>
                                        </p:tgtEl>
                                        <p:attrNameLst>
                                          <p:attrName>style.visibility</p:attrName>
                                        </p:attrNameLst>
                                      </p:cBhvr>
                                      <p:to>
                                        <p:strVal val="visible"/>
                                      </p:to>
                                    </p:set>
                                    <p:anim calcmode="lin" valueType="num">
                                      <p:cBhvr>
                                        <p:cTn id="207" dur="500" fill="hold"/>
                                        <p:tgtEl>
                                          <p:spTgt spid="43"/>
                                        </p:tgtEl>
                                        <p:attrNameLst>
                                          <p:attrName>ppt_w</p:attrName>
                                        </p:attrNameLst>
                                      </p:cBhvr>
                                      <p:tavLst>
                                        <p:tav tm="0">
                                          <p:val>
                                            <p:fltVal val="0"/>
                                          </p:val>
                                        </p:tav>
                                        <p:tav tm="100000">
                                          <p:val>
                                            <p:strVal val="#ppt_w"/>
                                          </p:val>
                                        </p:tav>
                                      </p:tavLst>
                                    </p:anim>
                                    <p:anim calcmode="lin" valueType="num">
                                      <p:cBhvr>
                                        <p:cTn id="208" dur="500" fill="hold"/>
                                        <p:tgtEl>
                                          <p:spTgt spid="43"/>
                                        </p:tgtEl>
                                        <p:attrNameLst>
                                          <p:attrName>ppt_h</p:attrName>
                                        </p:attrNameLst>
                                      </p:cBhvr>
                                      <p:tavLst>
                                        <p:tav tm="0">
                                          <p:val>
                                            <p:fltVal val="0"/>
                                          </p:val>
                                        </p:tav>
                                        <p:tav tm="100000">
                                          <p:val>
                                            <p:strVal val="#ppt_h"/>
                                          </p:val>
                                        </p:tav>
                                      </p:tavLst>
                                    </p:anim>
                                    <p:animEffect transition="in" filter="fade">
                                      <p:cBhvr>
                                        <p:cTn id="209" dur="500"/>
                                        <p:tgtEl>
                                          <p:spTgt spid="43"/>
                                        </p:tgtEl>
                                      </p:cBhvr>
                                    </p:animEffect>
                                  </p:childTnLst>
                                </p:cTn>
                              </p:par>
                              <p:par>
                                <p:cTn id="210" presetID="53" presetClass="entr" presetSubtype="16" fill="hold" grpId="0" nodeType="withEffect">
                                  <p:stCondLst>
                                    <p:cond delay="250"/>
                                  </p:stCondLst>
                                  <p:childTnLst>
                                    <p:set>
                                      <p:cBhvr>
                                        <p:cTn id="211" dur="1" fill="hold">
                                          <p:stCondLst>
                                            <p:cond delay="0"/>
                                          </p:stCondLst>
                                        </p:cTn>
                                        <p:tgtEl>
                                          <p:spTgt spid="44"/>
                                        </p:tgtEl>
                                        <p:attrNameLst>
                                          <p:attrName>style.visibility</p:attrName>
                                        </p:attrNameLst>
                                      </p:cBhvr>
                                      <p:to>
                                        <p:strVal val="visible"/>
                                      </p:to>
                                    </p:set>
                                    <p:anim calcmode="lin" valueType="num">
                                      <p:cBhvr>
                                        <p:cTn id="212" dur="500" fill="hold"/>
                                        <p:tgtEl>
                                          <p:spTgt spid="44"/>
                                        </p:tgtEl>
                                        <p:attrNameLst>
                                          <p:attrName>ppt_w</p:attrName>
                                        </p:attrNameLst>
                                      </p:cBhvr>
                                      <p:tavLst>
                                        <p:tav tm="0">
                                          <p:val>
                                            <p:fltVal val="0"/>
                                          </p:val>
                                        </p:tav>
                                        <p:tav tm="100000">
                                          <p:val>
                                            <p:strVal val="#ppt_w"/>
                                          </p:val>
                                        </p:tav>
                                      </p:tavLst>
                                    </p:anim>
                                    <p:anim calcmode="lin" valueType="num">
                                      <p:cBhvr>
                                        <p:cTn id="213" dur="500" fill="hold"/>
                                        <p:tgtEl>
                                          <p:spTgt spid="44"/>
                                        </p:tgtEl>
                                        <p:attrNameLst>
                                          <p:attrName>ppt_h</p:attrName>
                                        </p:attrNameLst>
                                      </p:cBhvr>
                                      <p:tavLst>
                                        <p:tav tm="0">
                                          <p:val>
                                            <p:fltVal val="0"/>
                                          </p:val>
                                        </p:tav>
                                        <p:tav tm="100000">
                                          <p:val>
                                            <p:strVal val="#ppt_h"/>
                                          </p:val>
                                        </p:tav>
                                      </p:tavLst>
                                    </p:anim>
                                    <p:animEffect transition="in" filter="fade">
                                      <p:cBhvr>
                                        <p:cTn id="214" dur="500"/>
                                        <p:tgtEl>
                                          <p:spTgt spid="44"/>
                                        </p:tgtEl>
                                      </p:cBhvr>
                                    </p:animEffect>
                                  </p:childTnLst>
                                </p:cTn>
                              </p:par>
                              <p:par>
                                <p:cTn id="215" presetID="53" presetClass="entr" presetSubtype="16" fill="hold" grpId="0" nodeType="withEffect">
                                  <p:stCondLst>
                                    <p:cond delay="250"/>
                                  </p:stCondLst>
                                  <p:childTnLst>
                                    <p:set>
                                      <p:cBhvr>
                                        <p:cTn id="216" dur="1" fill="hold">
                                          <p:stCondLst>
                                            <p:cond delay="0"/>
                                          </p:stCondLst>
                                        </p:cTn>
                                        <p:tgtEl>
                                          <p:spTgt spid="45"/>
                                        </p:tgtEl>
                                        <p:attrNameLst>
                                          <p:attrName>style.visibility</p:attrName>
                                        </p:attrNameLst>
                                      </p:cBhvr>
                                      <p:to>
                                        <p:strVal val="visible"/>
                                      </p:to>
                                    </p:set>
                                    <p:anim calcmode="lin" valueType="num">
                                      <p:cBhvr>
                                        <p:cTn id="217" dur="500" fill="hold"/>
                                        <p:tgtEl>
                                          <p:spTgt spid="45"/>
                                        </p:tgtEl>
                                        <p:attrNameLst>
                                          <p:attrName>ppt_w</p:attrName>
                                        </p:attrNameLst>
                                      </p:cBhvr>
                                      <p:tavLst>
                                        <p:tav tm="0">
                                          <p:val>
                                            <p:fltVal val="0"/>
                                          </p:val>
                                        </p:tav>
                                        <p:tav tm="100000">
                                          <p:val>
                                            <p:strVal val="#ppt_w"/>
                                          </p:val>
                                        </p:tav>
                                      </p:tavLst>
                                    </p:anim>
                                    <p:anim calcmode="lin" valueType="num">
                                      <p:cBhvr>
                                        <p:cTn id="218" dur="500" fill="hold"/>
                                        <p:tgtEl>
                                          <p:spTgt spid="45"/>
                                        </p:tgtEl>
                                        <p:attrNameLst>
                                          <p:attrName>ppt_h</p:attrName>
                                        </p:attrNameLst>
                                      </p:cBhvr>
                                      <p:tavLst>
                                        <p:tav tm="0">
                                          <p:val>
                                            <p:fltVal val="0"/>
                                          </p:val>
                                        </p:tav>
                                        <p:tav tm="100000">
                                          <p:val>
                                            <p:strVal val="#ppt_h"/>
                                          </p:val>
                                        </p:tav>
                                      </p:tavLst>
                                    </p:anim>
                                    <p:animEffect transition="in" filter="fade">
                                      <p:cBhvr>
                                        <p:cTn id="219" dur="500"/>
                                        <p:tgtEl>
                                          <p:spTgt spid="45"/>
                                        </p:tgtEl>
                                      </p:cBhvr>
                                    </p:animEffect>
                                  </p:childTnLst>
                                </p:cTn>
                              </p:par>
                              <p:par>
                                <p:cTn id="220" presetID="53" presetClass="entr" presetSubtype="16" fill="hold" grpId="0" nodeType="withEffect">
                                  <p:stCondLst>
                                    <p:cond delay="250"/>
                                  </p:stCondLst>
                                  <p:childTnLst>
                                    <p:set>
                                      <p:cBhvr>
                                        <p:cTn id="221" dur="1" fill="hold">
                                          <p:stCondLst>
                                            <p:cond delay="0"/>
                                          </p:stCondLst>
                                        </p:cTn>
                                        <p:tgtEl>
                                          <p:spTgt spid="46"/>
                                        </p:tgtEl>
                                        <p:attrNameLst>
                                          <p:attrName>style.visibility</p:attrName>
                                        </p:attrNameLst>
                                      </p:cBhvr>
                                      <p:to>
                                        <p:strVal val="visible"/>
                                      </p:to>
                                    </p:set>
                                    <p:anim calcmode="lin" valueType="num">
                                      <p:cBhvr>
                                        <p:cTn id="222" dur="500" fill="hold"/>
                                        <p:tgtEl>
                                          <p:spTgt spid="46"/>
                                        </p:tgtEl>
                                        <p:attrNameLst>
                                          <p:attrName>ppt_w</p:attrName>
                                        </p:attrNameLst>
                                      </p:cBhvr>
                                      <p:tavLst>
                                        <p:tav tm="0">
                                          <p:val>
                                            <p:fltVal val="0"/>
                                          </p:val>
                                        </p:tav>
                                        <p:tav tm="100000">
                                          <p:val>
                                            <p:strVal val="#ppt_w"/>
                                          </p:val>
                                        </p:tav>
                                      </p:tavLst>
                                    </p:anim>
                                    <p:anim calcmode="lin" valueType="num">
                                      <p:cBhvr>
                                        <p:cTn id="223" dur="500" fill="hold"/>
                                        <p:tgtEl>
                                          <p:spTgt spid="46"/>
                                        </p:tgtEl>
                                        <p:attrNameLst>
                                          <p:attrName>ppt_h</p:attrName>
                                        </p:attrNameLst>
                                      </p:cBhvr>
                                      <p:tavLst>
                                        <p:tav tm="0">
                                          <p:val>
                                            <p:fltVal val="0"/>
                                          </p:val>
                                        </p:tav>
                                        <p:tav tm="100000">
                                          <p:val>
                                            <p:strVal val="#ppt_h"/>
                                          </p:val>
                                        </p:tav>
                                      </p:tavLst>
                                    </p:anim>
                                    <p:animEffect transition="in" filter="fade">
                                      <p:cBhvr>
                                        <p:cTn id="224" dur="500"/>
                                        <p:tgtEl>
                                          <p:spTgt spid="46"/>
                                        </p:tgtEl>
                                      </p:cBhvr>
                                    </p:animEffect>
                                  </p:childTnLst>
                                </p:cTn>
                              </p:par>
                              <p:par>
                                <p:cTn id="225" presetID="53" presetClass="entr" presetSubtype="16" fill="hold" grpId="0" nodeType="withEffect">
                                  <p:stCondLst>
                                    <p:cond delay="250"/>
                                  </p:stCondLst>
                                  <p:childTnLst>
                                    <p:set>
                                      <p:cBhvr>
                                        <p:cTn id="226" dur="1" fill="hold">
                                          <p:stCondLst>
                                            <p:cond delay="0"/>
                                          </p:stCondLst>
                                        </p:cTn>
                                        <p:tgtEl>
                                          <p:spTgt spid="47"/>
                                        </p:tgtEl>
                                        <p:attrNameLst>
                                          <p:attrName>style.visibility</p:attrName>
                                        </p:attrNameLst>
                                      </p:cBhvr>
                                      <p:to>
                                        <p:strVal val="visible"/>
                                      </p:to>
                                    </p:set>
                                    <p:anim calcmode="lin" valueType="num">
                                      <p:cBhvr>
                                        <p:cTn id="227" dur="500" fill="hold"/>
                                        <p:tgtEl>
                                          <p:spTgt spid="47"/>
                                        </p:tgtEl>
                                        <p:attrNameLst>
                                          <p:attrName>ppt_w</p:attrName>
                                        </p:attrNameLst>
                                      </p:cBhvr>
                                      <p:tavLst>
                                        <p:tav tm="0">
                                          <p:val>
                                            <p:fltVal val="0"/>
                                          </p:val>
                                        </p:tav>
                                        <p:tav tm="100000">
                                          <p:val>
                                            <p:strVal val="#ppt_w"/>
                                          </p:val>
                                        </p:tav>
                                      </p:tavLst>
                                    </p:anim>
                                    <p:anim calcmode="lin" valueType="num">
                                      <p:cBhvr>
                                        <p:cTn id="228" dur="500" fill="hold"/>
                                        <p:tgtEl>
                                          <p:spTgt spid="47"/>
                                        </p:tgtEl>
                                        <p:attrNameLst>
                                          <p:attrName>ppt_h</p:attrName>
                                        </p:attrNameLst>
                                      </p:cBhvr>
                                      <p:tavLst>
                                        <p:tav tm="0">
                                          <p:val>
                                            <p:fltVal val="0"/>
                                          </p:val>
                                        </p:tav>
                                        <p:tav tm="100000">
                                          <p:val>
                                            <p:strVal val="#ppt_h"/>
                                          </p:val>
                                        </p:tav>
                                      </p:tavLst>
                                    </p:anim>
                                    <p:animEffect transition="in" filter="fade">
                                      <p:cBhvr>
                                        <p:cTn id="229" dur="500"/>
                                        <p:tgtEl>
                                          <p:spTgt spid="47"/>
                                        </p:tgtEl>
                                      </p:cBhvr>
                                    </p:animEffect>
                                  </p:childTnLst>
                                </p:cTn>
                              </p:par>
                              <p:par>
                                <p:cTn id="230" presetID="53" presetClass="entr" presetSubtype="16" fill="hold" grpId="0" nodeType="withEffect">
                                  <p:stCondLst>
                                    <p:cond delay="250"/>
                                  </p:stCondLst>
                                  <p:childTnLst>
                                    <p:set>
                                      <p:cBhvr>
                                        <p:cTn id="231" dur="1" fill="hold">
                                          <p:stCondLst>
                                            <p:cond delay="0"/>
                                          </p:stCondLst>
                                        </p:cTn>
                                        <p:tgtEl>
                                          <p:spTgt spid="48"/>
                                        </p:tgtEl>
                                        <p:attrNameLst>
                                          <p:attrName>style.visibility</p:attrName>
                                        </p:attrNameLst>
                                      </p:cBhvr>
                                      <p:to>
                                        <p:strVal val="visible"/>
                                      </p:to>
                                    </p:set>
                                    <p:anim calcmode="lin" valueType="num">
                                      <p:cBhvr>
                                        <p:cTn id="232" dur="500" fill="hold"/>
                                        <p:tgtEl>
                                          <p:spTgt spid="48"/>
                                        </p:tgtEl>
                                        <p:attrNameLst>
                                          <p:attrName>ppt_w</p:attrName>
                                        </p:attrNameLst>
                                      </p:cBhvr>
                                      <p:tavLst>
                                        <p:tav tm="0">
                                          <p:val>
                                            <p:fltVal val="0"/>
                                          </p:val>
                                        </p:tav>
                                        <p:tav tm="100000">
                                          <p:val>
                                            <p:strVal val="#ppt_w"/>
                                          </p:val>
                                        </p:tav>
                                      </p:tavLst>
                                    </p:anim>
                                    <p:anim calcmode="lin" valueType="num">
                                      <p:cBhvr>
                                        <p:cTn id="233" dur="500" fill="hold"/>
                                        <p:tgtEl>
                                          <p:spTgt spid="48"/>
                                        </p:tgtEl>
                                        <p:attrNameLst>
                                          <p:attrName>ppt_h</p:attrName>
                                        </p:attrNameLst>
                                      </p:cBhvr>
                                      <p:tavLst>
                                        <p:tav tm="0">
                                          <p:val>
                                            <p:fltVal val="0"/>
                                          </p:val>
                                        </p:tav>
                                        <p:tav tm="100000">
                                          <p:val>
                                            <p:strVal val="#ppt_h"/>
                                          </p:val>
                                        </p:tav>
                                      </p:tavLst>
                                    </p:anim>
                                    <p:animEffect transition="in" filter="fade">
                                      <p:cBhvr>
                                        <p:cTn id="234" dur="500"/>
                                        <p:tgtEl>
                                          <p:spTgt spid="48"/>
                                        </p:tgtEl>
                                      </p:cBhvr>
                                    </p:animEffect>
                                  </p:childTnLst>
                                </p:cTn>
                              </p:par>
                              <p:par>
                                <p:cTn id="235" presetID="53" presetClass="entr" presetSubtype="16" fill="hold" grpId="0" nodeType="withEffect">
                                  <p:stCondLst>
                                    <p:cond delay="250"/>
                                  </p:stCondLst>
                                  <p:childTnLst>
                                    <p:set>
                                      <p:cBhvr>
                                        <p:cTn id="236" dur="1" fill="hold">
                                          <p:stCondLst>
                                            <p:cond delay="0"/>
                                          </p:stCondLst>
                                        </p:cTn>
                                        <p:tgtEl>
                                          <p:spTgt spid="49"/>
                                        </p:tgtEl>
                                        <p:attrNameLst>
                                          <p:attrName>style.visibility</p:attrName>
                                        </p:attrNameLst>
                                      </p:cBhvr>
                                      <p:to>
                                        <p:strVal val="visible"/>
                                      </p:to>
                                    </p:set>
                                    <p:anim calcmode="lin" valueType="num">
                                      <p:cBhvr>
                                        <p:cTn id="237" dur="500" fill="hold"/>
                                        <p:tgtEl>
                                          <p:spTgt spid="49"/>
                                        </p:tgtEl>
                                        <p:attrNameLst>
                                          <p:attrName>ppt_w</p:attrName>
                                        </p:attrNameLst>
                                      </p:cBhvr>
                                      <p:tavLst>
                                        <p:tav tm="0">
                                          <p:val>
                                            <p:fltVal val="0"/>
                                          </p:val>
                                        </p:tav>
                                        <p:tav tm="100000">
                                          <p:val>
                                            <p:strVal val="#ppt_w"/>
                                          </p:val>
                                        </p:tav>
                                      </p:tavLst>
                                    </p:anim>
                                    <p:anim calcmode="lin" valueType="num">
                                      <p:cBhvr>
                                        <p:cTn id="238" dur="500" fill="hold"/>
                                        <p:tgtEl>
                                          <p:spTgt spid="49"/>
                                        </p:tgtEl>
                                        <p:attrNameLst>
                                          <p:attrName>ppt_h</p:attrName>
                                        </p:attrNameLst>
                                      </p:cBhvr>
                                      <p:tavLst>
                                        <p:tav tm="0">
                                          <p:val>
                                            <p:fltVal val="0"/>
                                          </p:val>
                                        </p:tav>
                                        <p:tav tm="100000">
                                          <p:val>
                                            <p:strVal val="#ppt_h"/>
                                          </p:val>
                                        </p:tav>
                                      </p:tavLst>
                                    </p:anim>
                                    <p:animEffect transition="in" filter="fade">
                                      <p:cBhvr>
                                        <p:cTn id="239" dur="500"/>
                                        <p:tgtEl>
                                          <p:spTgt spid="49"/>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50"/>
                                        </p:tgtEl>
                                        <p:attrNameLst>
                                          <p:attrName>style.visibility</p:attrName>
                                        </p:attrNameLst>
                                      </p:cBhvr>
                                      <p:to>
                                        <p:strVal val="visible"/>
                                      </p:to>
                                    </p:set>
                                    <p:anim calcmode="lin" valueType="num">
                                      <p:cBhvr>
                                        <p:cTn id="242" dur="500" fill="hold"/>
                                        <p:tgtEl>
                                          <p:spTgt spid="50"/>
                                        </p:tgtEl>
                                        <p:attrNameLst>
                                          <p:attrName>ppt_w</p:attrName>
                                        </p:attrNameLst>
                                      </p:cBhvr>
                                      <p:tavLst>
                                        <p:tav tm="0">
                                          <p:val>
                                            <p:fltVal val="0"/>
                                          </p:val>
                                        </p:tav>
                                        <p:tav tm="100000">
                                          <p:val>
                                            <p:strVal val="#ppt_w"/>
                                          </p:val>
                                        </p:tav>
                                      </p:tavLst>
                                    </p:anim>
                                    <p:anim calcmode="lin" valueType="num">
                                      <p:cBhvr>
                                        <p:cTn id="243" dur="500" fill="hold"/>
                                        <p:tgtEl>
                                          <p:spTgt spid="50"/>
                                        </p:tgtEl>
                                        <p:attrNameLst>
                                          <p:attrName>ppt_h</p:attrName>
                                        </p:attrNameLst>
                                      </p:cBhvr>
                                      <p:tavLst>
                                        <p:tav tm="0">
                                          <p:val>
                                            <p:fltVal val="0"/>
                                          </p:val>
                                        </p:tav>
                                        <p:tav tm="100000">
                                          <p:val>
                                            <p:strVal val="#ppt_h"/>
                                          </p:val>
                                        </p:tav>
                                      </p:tavLst>
                                    </p:anim>
                                    <p:animEffect transition="in" filter="fade">
                                      <p:cBhvr>
                                        <p:cTn id="244" dur="500"/>
                                        <p:tgtEl>
                                          <p:spTgt spid="50"/>
                                        </p:tgtEl>
                                      </p:cBhvr>
                                    </p:animEffect>
                                  </p:childTnLst>
                                </p:cTn>
                              </p:par>
                              <p:par>
                                <p:cTn id="245" presetID="53" presetClass="entr" presetSubtype="16" fill="hold" grpId="0" nodeType="withEffect">
                                  <p:stCondLst>
                                    <p:cond delay="0"/>
                                  </p:stCondLst>
                                  <p:childTnLst>
                                    <p:set>
                                      <p:cBhvr>
                                        <p:cTn id="246" dur="1" fill="hold">
                                          <p:stCondLst>
                                            <p:cond delay="0"/>
                                          </p:stCondLst>
                                        </p:cTn>
                                        <p:tgtEl>
                                          <p:spTgt spid="51"/>
                                        </p:tgtEl>
                                        <p:attrNameLst>
                                          <p:attrName>style.visibility</p:attrName>
                                        </p:attrNameLst>
                                      </p:cBhvr>
                                      <p:to>
                                        <p:strVal val="visible"/>
                                      </p:to>
                                    </p:set>
                                    <p:anim calcmode="lin" valueType="num">
                                      <p:cBhvr>
                                        <p:cTn id="247" dur="500" fill="hold"/>
                                        <p:tgtEl>
                                          <p:spTgt spid="51"/>
                                        </p:tgtEl>
                                        <p:attrNameLst>
                                          <p:attrName>ppt_w</p:attrName>
                                        </p:attrNameLst>
                                      </p:cBhvr>
                                      <p:tavLst>
                                        <p:tav tm="0">
                                          <p:val>
                                            <p:fltVal val="0"/>
                                          </p:val>
                                        </p:tav>
                                        <p:tav tm="100000">
                                          <p:val>
                                            <p:strVal val="#ppt_w"/>
                                          </p:val>
                                        </p:tav>
                                      </p:tavLst>
                                    </p:anim>
                                    <p:anim calcmode="lin" valueType="num">
                                      <p:cBhvr>
                                        <p:cTn id="248" dur="500" fill="hold"/>
                                        <p:tgtEl>
                                          <p:spTgt spid="51"/>
                                        </p:tgtEl>
                                        <p:attrNameLst>
                                          <p:attrName>ppt_h</p:attrName>
                                        </p:attrNameLst>
                                      </p:cBhvr>
                                      <p:tavLst>
                                        <p:tav tm="0">
                                          <p:val>
                                            <p:fltVal val="0"/>
                                          </p:val>
                                        </p:tav>
                                        <p:tav tm="100000">
                                          <p:val>
                                            <p:strVal val="#ppt_h"/>
                                          </p:val>
                                        </p:tav>
                                      </p:tavLst>
                                    </p:anim>
                                    <p:animEffect transition="in" filter="fade">
                                      <p:cBhvr>
                                        <p:cTn id="249" dur="500"/>
                                        <p:tgtEl>
                                          <p:spTgt spid="51"/>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52"/>
                                        </p:tgtEl>
                                        <p:attrNameLst>
                                          <p:attrName>style.visibility</p:attrName>
                                        </p:attrNameLst>
                                      </p:cBhvr>
                                      <p:to>
                                        <p:strVal val="visible"/>
                                      </p:to>
                                    </p:set>
                                    <p:anim calcmode="lin" valueType="num">
                                      <p:cBhvr>
                                        <p:cTn id="252" dur="500" fill="hold"/>
                                        <p:tgtEl>
                                          <p:spTgt spid="52"/>
                                        </p:tgtEl>
                                        <p:attrNameLst>
                                          <p:attrName>ppt_w</p:attrName>
                                        </p:attrNameLst>
                                      </p:cBhvr>
                                      <p:tavLst>
                                        <p:tav tm="0">
                                          <p:val>
                                            <p:fltVal val="0"/>
                                          </p:val>
                                        </p:tav>
                                        <p:tav tm="100000">
                                          <p:val>
                                            <p:strVal val="#ppt_w"/>
                                          </p:val>
                                        </p:tav>
                                      </p:tavLst>
                                    </p:anim>
                                    <p:anim calcmode="lin" valueType="num">
                                      <p:cBhvr>
                                        <p:cTn id="253" dur="500" fill="hold"/>
                                        <p:tgtEl>
                                          <p:spTgt spid="52"/>
                                        </p:tgtEl>
                                        <p:attrNameLst>
                                          <p:attrName>ppt_h</p:attrName>
                                        </p:attrNameLst>
                                      </p:cBhvr>
                                      <p:tavLst>
                                        <p:tav tm="0">
                                          <p:val>
                                            <p:fltVal val="0"/>
                                          </p:val>
                                        </p:tav>
                                        <p:tav tm="100000">
                                          <p:val>
                                            <p:strVal val="#ppt_h"/>
                                          </p:val>
                                        </p:tav>
                                      </p:tavLst>
                                    </p:anim>
                                    <p:animEffect transition="in" filter="fade">
                                      <p:cBhvr>
                                        <p:cTn id="254" dur="500"/>
                                        <p:tgtEl>
                                          <p:spTgt spid="52"/>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53"/>
                                        </p:tgtEl>
                                        <p:attrNameLst>
                                          <p:attrName>style.visibility</p:attrName>
                                        </p:attrNameLst>
                                      </p:cBhvr>
                                      <p:to>
                                        <p:strVal val="visible"/>
                                      </p:to>
                                    </p:set>
                                    <p:anim calcmode="lin" valueType="num">
                                      <p:cBhvr>
                                        <p:cTn id="257" dur="500" fill="hold"/>
                                        <p:tgtEl>
                                          <p:spTgt spid="53"/>
                                        </p:tgtEl>
                                        <p:attrNameLst>
                                          <p:attrName>ppt_w</p:attrName>
                                        </p:attrNameLst>
                                      </p:cBhvr>
                                      <p:tavLst>
                                        <p:tav tm="0">
                                          <p:val>
                                            <p:fltVal val="0"/>
                                          </p:val>
                                        </p:tav>
                                        <p:tav tm="100000">
                                          <p:val>
                                            <p:strVal val="#ppt_w"/>
                                          </p:val>
                                        </p:tav>
                                      </p:tavLst>
                                    </p:anim>
                                    <p:anim calcmode="lin" valueType="num">
                                      <p:cBhvr>
                                        <p:cTn id="258" dur="500" fill="hold"/>
                                        <p:tgtEl>
                                          <p:spTgt spid="53"/>
                                        </p:tgtEl>
                                        <p:attrNameLst>
                                          <p:attrName>ppt_h</p:attrName>
                                        </p:attrNameLst>
                                      </p:cBhvr>
                                      <p:tavLst>
                                        <p:tav tm="0">
                                          <p:val>
                                            <p:fltVal val="0"/>
                                          </p:val>
                                        </p:tav>
                                        <p:tav tm="100000">
                                          <p:val>
                                            <p:strVal val="#ppt_h"/>
                                          </p:val>
                                        </p:tav>
                                      </p:tavLst>
                                    </p:anim>
                                    <p:animEffect transition="in" filter="fade">
                                      <p:cBhvr>
                                        <p:cTn id="259" dur="500"/>
                                        <p:tgtEl>
                                          <p:spTgt spid="53"/>
                                        </p:tgtEl>
                                      </p:cBhvr>
                                    </p:animEffect>
                                  </p:childTnLst>
                                </p:cTn>
                              </p:par>
                              <p:par>
                                <p:cTn id="260" presetID="53" presetClass="entr" presetSubtype="16" fill="hold" grpId="0" nodeType="withEffect">
                                  <p:stCondLst>
                                    <p:cond delay="0"/>
                                  </p:stCondLst>
                                  <p:childTnLst>
                                    <p:set>
                                      <p:cBhvr>
                                        <p:cTn id="261" dur="1" fill="hold">
                                          <p:stCondLst>
                                            <p:cond delay="0"/>
                                          </p:stCondLst>
                                        </p:cTn>
                                        <p:tgtEl>
                                          <p:spTgt spid="54"/>
                                        </p:tgtEl>
                                        <p:attrNameLst>
                                          <p:attrName>style.visibility</p:attrName>
                                        </p:attrNameLst>
                                      </p:cBhvr>
                                      <p:to>
                                        <p:strVal val="visible"/>
                                      </p:to>
                                    </p:set>
                                    <p:anim calcmode="lin" valueType="num">
                                      <p:cBhvr>
                                        <p:cTn id="262" dur="500" fill="hold"/>
                                        <p:tgtEl>
                                          <p:spTgt spid="54"/>
                                        </p:tgtEl>
                                        <p:attrNameLst>
                                          <p:attrName>ppt_w</p:attrName>
                                        </p:attrNameLst>
                                      </p:cBhvr>
                                      <p:tavLst>
                                        <p:tav tm="0">
                                          <p:val>
                                            <p:fltVal val="0"/>
                                          </p:val>
                                        </p:tav>
                                        <p:tav tm="100000">
                                          <p:val>
                                            <p:strVal val="#ppt_w"/>
                                          </p:val>
                                        </p:tav>
                                      </p:tavLst>
                                    </p:anim>
                                    <p:anim calcmode="lin" valueType="num">
                                      <p:cBhvr>
                                        <p:cTn id="263" dur="500" fill="hold"/>
                                        <p:tgtEl>
                                          <p:spTgt spid="54"/>
                                        </p:tgtEl>
                                        <p:attrNameLst>
                                          <p:attrName>ppt_h</p:attrName>
                                        </p:attrNameLst>
                                      </p:cBhvr>
                                      <p:tavLst>
                                        <p:tav tm="0">
                                          <p:val>
                                            <p:fltVal val="0"/>
                                          </p:val>
                                        </p:tav>
                                        <p:tav tm="100000">
                                          <p:val>
                                            <p:strVal val="#ppt_h"/>
                                          </p:val>
                                        </p:tav>
                                      </p:tavLst>
                                    </p:anim>
                                    <p:animEffect transition="in" filter="fade">
                                      <p:cBhvr>
                                        <p:cTn id="26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ver">
    <p:bg>
      <p:bgPr>
        <a:solidFill>
          <a:schemeClr val="accent1"/>
        </a:solidFill>
        <a:effectLst/>
      </p:bgPr>
    </p:bg>
    <p:spTree>
      <p:nvGrpSpPr>
        <p:cNvPr id="1" name=""/>
        <p:cNvGrpSpPr/>
        <p:nvPr/>
      </p:nvGrpSpPr>
      <p:grpSpPr>
        <a:xfrm>
          <a:off x="0" y="0"/>
          <a:ext cx="0" cy="0"/>
          <a:chOff x="0" y="0"/>
          <a:chExt cx="0" cy="0"/>
        </a:xfrm>
      </p:grpSpPr>
      <p:sp>
        <p:nvSpPr>
          <p:cNvPr id="2" name="Freeform 112"/>
          <p:cNvSpPr>
            <a:spLocks/>
          </p:cNvSpPr>
          <p:nvPr userDrawn="1"/>
        </p:nvSpPr>
        <p:spPr bwMode="auto">
          <a:xfrm>
            <a:off x="5705474" y="3117851"/>
            <a:ext cx="2166938" cy="2165350"/>
          </a:xfrm>
          <a:custGeom>
            <a:avLst/>
            <a:gdLst>
              <a:gd name="T0" fmla="*/ 0 w 490"/>
              <a:gd name="T1" fmla="*/ 245 h 490"/>
              <a:gd name="T2" fmla="*/ 245 w 490"/>
              <a:gd name="T3" fmla="*/ 0 h 490"/>
              <a:gd name="T4" fmla="*/ 490 w 490"/>
              <a:gd name="T5" fmla="*/ 245 h 490"/>
              <a:gd name="T6" fmla="*/ 245 w 490"/>
              <a:gd name="T7" fmla="*/ 490 h 490"/>
              <a:gd name="T8" fmla="*/ 0 w 490"/>
              <a:gd name="T9" fmla="*/ 245 h 490"/>
            </a:gdLst>
            <a:ahLst/>
            <a:cxnLst>
              <a:cxn ang="0">
                <a:pos x="T0" y="T1"/>
              </a:cxn>
              <a:cxn ang="0">
                <a:pos x="T2" y="T3"/>
              </a:cxn>
              <a:cxn ang="0">
                <a:pos x="T4" y="T5"/>
              </a:cxn>
              <a:cxn ang="0">
                <a:pos x="T6" y="T7"/>
              </a:cxn>
              <a:cxn ang="0">
                <a:pos x="T8" y="T9"/>
              </a:cxn>
            </a:cxnLst>
            <a:rect l="0" t="0" r="r" b="b"/>
            <a:pathLst>
              <a:path w="490" h="490">
                <a:moveTo>
                  <a:pt x="0" y="245"/>
                </a:moveTo>
                <a:cubicBezTo>
                  <a:pt x="0" y="110"/>
                  <a:pt x="110" y="0"/>
                  <a:pt x="245" y="0"/>
                </a:cubicBezTo>
                <a:cubicBezTo>
                  <a:pt x="380" y="0"/>
                  <a:pt x="490" y="109"/>
                  <a:pt x="490" y="245"/>
                </a:cubicBezTo>
                <a:cubicBezTo>
                  <a:pt x="490" y="380"/>
                  <a:pt x="381" y="490"/>
                  <a:pt x="245" y="490"/>
                </a:cubicBezTo>
                <a:cubicBezTo>
                  <a:pt x="110" y="490"/>
                  <a:pt x="0" y="380"/>
                  <a:pt x="0" y="245"/>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Freeform 113"/>
          <p:cNvSpPr>
            <a:spLocks/>
          </p:cNvSpPr>
          <p:nvPr userDrawn="1"/>
        </p:nvSpPr>
        <p:spPr bwMode="auto">
          <a:xfrm>
            <a:off x="4724081" y="1220788"/>
            <a:ext cx="1193800" cy="1193800"/>
          </a:xfrm>
          <a:custGeom>
            <a:avLst/>
            <a:gdLst>
              <a:gd name="T0" fmla="*/ 0 w 270"/>
              <a:gd name="T1" fmla="*/ 135 h 270"/>
              <a:gd name="T2" fmla="*/ 134 w 270"/>
              <a:gd name="T3" fmla="*/ 0 h 270"/>
              <a:gd name="T4" fmla="*/ 270 w 270"/>
              <a:gd name="T5" fmla="*/ 135 h 270"/>
              <a:gd name="T6" fmla="*/ 135 w 270"/>
              <a:gd name="T7" fmla="*/ 270 h 270"/>
              <a:gd name="T8" fmla="*/ 0 w 270"/>
              <a:gd name="T9" fmla="*/ 135 h 270"/>
            </a:gdLst>
            <a:ahLst/>
            <a:cxnLst>
              <a:cxn ang="0">
                <a:pos x="T0" y="T1"/>
              </a:cxn>
              <a:cxn ang="0">
                <a:pos x="T2" y="T3"/>
              </a:cxn>
              <a:cxn ang="0">
                <a:pos x="T4" y="T5"/>
              </a:cxn>
              <a:cxn ang="0">
                <a:pos x="T6" y="T7"/>
              </a:cxn>
              <a:cxn ang="0">
                <a:pos x="T8" y="T9"/>
              </a:cxn>
            </a:cxnLst>
            <a:rect l="0" t="0" r="r" b="b"/>
            <a:pathLst>
              <a:path w="270" h="270">
                <a:moveTo>
                  <a:pt x="0" y="135"/>
                </a:moveTo>
                <a:cubicBezTo>
                  <a:pt x="0" y="60"/>
                  <a:pt x="60" y="0"/>
                  <a:pt x="134" y="0"/>
                </a:cubicBezTo>
                <a:cubicBezTo>
                  <a:pt x="209" y="0"/>
                  <a:pt x="270" y="60"/>
                  <a:pt x="270" y="135"/>
                </a:cubicBezTo>
                <a:cubicBezTo>
                  <a:pt x="270" y="209"/>
                  <a:pt x="209" y="270"/>
                  <a:pt x="135" y="270"/>
                </a:cubicBezTo>
                <a:cubicBezTo>
                  <a:pt x="60" y="270"/>
                  <a:pt x="0" y="209"/>
                  <a:pt x="0" y="135"/>
                </a:cubicBezTo>
                <a:close/>
              </a:path>
            </a:pathLst>
          </a:cu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Oval 114"/>
          <p:cNvSpPr>
            <a:spLocks noChangeArrowheads="1"/>
          </p:cNvSpPr>
          <p:nvPr userDrawn="1"/>
        </p:nvSpPr>
        <p:spPr bwMode="auto">
          <a:xfrm>
            <a:off x="2993071" y="809626"/>
            <a:ext cx="920750" cy="920750"/>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Oval 115"/>
          <p:cNvSpPr>
            <a:spLocks noChangeArrowheads="1"/>
          </p:cNvSpPr>
          <p:nvPr userDrawn="1"/>
        </p:nvSpPr>
        <p:spPr bwMode="auto">
          <a:xfrm>
            <a:off x="2329496" y="3789363"/>
            <a:ext cx="430213" cy="428625"/>
          </a:xfrm>
          <a:prstGeom prst="ellipse">
            <a:avLst/>
          </a:pr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116"/>
          <p:cNvSpPr>
            <a:spLocks/>
          </p:cNvSpPr>
          <p:nvPr userDrawn="1"/>
        </p:nvSpPr>
        <p:spPr bwMode="auto">
          <a:xfrm>
            <a:off x="2485071" y="1631951"/>
            <a:ext cx="561975" cy="566738"/>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117"/>
          <p:cNvSpPr>
            <a:spLocks/>
          </p:cNvSpPr>
          <p:nvPr userDrawn="1"/>
        </p:nvSpPr>
        <p:spPr bwMode="auto">
          <a:xfrm>
            <a:off x="3016249" y="4968876"/>
            <a:ext cx="1314450" cy="1308100"/>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Oval 118"/>
          <p:cNvSpPr>
            <a:spLocks noChangeArrowheads="1"/>
          </p:cNvSpPr>
          <p:nvPr userDrawn="1"/>
        </p:nvSpPr>
        <p:spPr bwMode="auto">
          <a:xfrm>
            <a:off x="2683509" y="2998788"/>
            <a:ext cx="279400" cy="282575"/>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Oval 119"/>
          <p:cNvSpPr>
            <a:spLocks noChangeArrowheads="1"/>
          </p:cNvSpPr>
          <p:nvPr userDrawn="1"/>
        </p:nvSpPr>
        <p:spPr bwMode="auto">
          <a:xfrm>
            <a:off x="3113404" y="3987801"/>
            <a:ext cx="473075" cy="473075"/>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20"/>
          <p:cNvSpPr>
            <a:spLocks/>
          </p:cNvSpPr>
          <p:nvPr userDrawn="1"/>
        </p:nvSpPr>
        <p:spPr bwMode="auto">
          <a:xfrm>
            <a:off x="4427219" y="2414588"/>
            <a:ext cx="1606550" cy="1600200"/>
          </a:xfrm>
          <a:custGeom>
            <a:avLst/>
            <a:gdLst>
              <a:gd name="T0" fmla="*/ 0 w 363"/>
              <a:gd name="T1" fmla="*/ 181 h 362"/>
              <a:gd name="T2" fmla="*/ 181 w 363"/>
              <a:gd name="T3" fmla="*/ 0 h 362"/>
              <a:gd name="T4" fmla="*/ 362 w 363"/>
              <a:gd name="T5" fmla="*/ 181 h 362"/>
              <a:gd name="T6" fmla="*/ 181 w 363"/>
              <a:gd name="T7" fmla="*/ 362 h 362"/>
              <a:gd name="T8" fmla="*/ 0 w 363"/>
              <a:gd name="T9" fmla="*/ 181 h 362"/>
            </a:gdLst>
            <a:ahLst/>
            <a:cxnLst>
              <a:cxn ang="0">
                <a:pos x="T0" y="T1"/>
              </a:cxn>
              <a:cxn ang="0">
                <a:pos x="T2" y="T3"/>
              </a:cxn>
              <a:cxn ang="0">
                <a:pos x="T4" y="T5"/>
              </a:cxn>
              <a:cxn ang="0">
                <a:pos x="T6" y="T7"/>
              </a:cxn>
              <a:cxn ang="0">
                <a:pos x="T8" y="T9"/>
              </a:cxn>
            </a:cxnLst>
            <a:rect l="0" t="0" r="r" b="b"/>
            <a:pathLst>
              <a:path w="363" h="362">
                <a:moveTo>
                  <a:pt x="0" y="181"/>
                </a:moveTo>
                <a:cubicBezTo>
                  <a:pt x="0" y="81"/>
                  <a:pt x="81" y="0"/>
                  <a:pt x="181" y="0"/>
                </a:cubicBezTo>
                <a:cubicBezTo>
                  <a:pt x="281" y="0"/>
                  <a:pt x="362" y="81"/>
                  <a:pt x="362" y="181"/>
                </a:cubicBezTo>
                <a:cubicBezTo>
                  <a:pt x="363" y="281"/>
                  <a:pt x="282" y="362"/>
                  <a:pt x="181" y="362"/>
                </a:cubicBezTo>
                <a:cubicBezTo>
                  <a:pt x="81" y="362"/>
                  <a:pt x="0" y="281"/>
                  <a:pt x="0" y="181"/>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21"/>
          <p:cNvSpPr>
            <a:spLocks/>
          </p:cNvSpPr>
          <p:nvPr userDrawn="1"/>
        </p:nvSpPr>
        <p:spPr bwMode="auto">
          <a:xfrm>
            <a:off x="5705474" y="1624013"/>
            <a:ext cx="1587500" cy="1590675"/>
          </a:xfrm>
          <a:custGeom>
            <a:avLst/>
            <a:gdLst>
              <a:gd name="T0" fmla="*/ 0 w 359"/>
              <a:gd name="T1" fmla="*/ 180 h 360"/>
              <a:gd name="T2" fmla="*/ 179 w 359"/>
              <a:gd name="T3" fmla="*/ 0 h 360"/>
              <a:gd name="T4" fmla="*/ 359 w 359"/>
              <a:gd name="T5" fmla="*/ 180 h 360"/>
              <a:gd name="T6" fmla="*/ 180 w 359"/>
              <a:gd name="T7" fmla="*/ 360 h 360"/>
              <a:gd name="T8" fmla="*/ 0 w 359"/>
              <a:gd name="T9" fmla="*/ 180 h 360"/>
            </a:gdLst>
            <a:ahLst/>
            <a:cxnLst>
              <a:cxn ang="0">
                <a:pos x="T0" y="T1"/>
              </a:cxn>
              <a:cxn ang="0">
                <a:pos x="T2" y="T3"/>
              </a:cxn>
              <a:cxn ang="0">
                <a:pos x="T4" y="T5"/>
              </a:cxn>
              <a:cxn ang="0">
                <a:pos x="T6" y="T7"/>
              </a:cxn>
              <a:cxn ang="0">
                <a:pos x="T8" y="T9"/>
              </a:cxn>
            </a:cxnLst>
            <a:rect l="0" t="0" r="r" b="b"/>
            <a:pathLst>
              <a:path w="359" h="360">
                <a:moveTo>
                  <a:pt x="0" y="180"/>
                </a:moveTo>
                <a:cubicBezTo>
                  <a:pt x="0" y="81"/>
                  <a:pt x="80" y="0"/>
                  <a:pt x="179" y="0"/>
                </a:cubicBezTo>
                <a:cubicBezTo>
                  <a:pt x="279" y="0"/>
                  <a:pt x="359" y="80"/>
                  <a:pt x="359" y="180"/>
                </a:cubicBezTo>
                <a:cubicBezTo>
                  <a:pt x="359" y="279"/>
                  <a:pt x="279" y="359"/>
                  <a:pt x="180" y="360"/>
                </a:cubicBezTo>
                <a:cubicBezTo>
                  <a:pt x="80" y="360"/>
                  <a:pt x="0" y="279"/>
                  <a:pt x="0" y="180"/>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22"/>
          <p:cNvSpPr>
            <a:spLocks/>
          </p:cNvSpPr>
          <p:nvPr userDrawn="1"/>
        </p:nvSpPr>
        <p:spPr bwMode="auto">
          <a:xfrm>
            <a:off x="3126104" y="2635251"/>
            <a:ext cx="1158875" cy="1158875"/>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23"/>
          <p:cNvSpPr>
            <a:spLocks/>
          </p:cNvSpPr>
          <p:nvPr userDrawn="1"/>
        </p:nvSpPr>
        <p:spPr bwMode="auto">
          <a:xfrm>
            <a:off x="3741101" y="41276"/>
            <a:ext cx="1449388" cy="1449388"/>
          </a:xfrm>
          <a:custGeom>
            <a:avLst/>
            <a:gdLst>
              <a:gd name="T0" fmla="*/ 0 w 328"/>
              <a:gd name="T1" fmla="*/ 164 h 328"/>
              <a:gd name="T2" fmla="*/ 164 w 328"/>
              <a:gd name="T3" fmla="*/ 0 h 328"/>
              <a:gd name="T4" fmla="*/ 328 w 328"/>
              <a:gd name="T5" fmla="*/ 164 h 328"/>
              <a:gd name="T6" fmla="*/ 164 w 328"/>
              <a:gd name="T7" fmla="*/ 328 h 328"/>
              <a:gd name="T8" fmla="*/ 0 w 328"/>
              <a:gd name="T9" fmla="*/ 164 h 328"/>
            </a:gdLst>
            <a:ahLst/>
            <a:cxnLst>
              <a:cxn ang="0">
                <a:pos x="T0" y="T1"/>
              </a:cxn>
              <a:cxn ang="0">
                <a:pos x="T2" y="T3"/>
              </a:cxn>
              <a:cxn ang="0">
                <a:pos x="T4" y="T5"/>
              </a:cxn>
              <a:cxn ang="0">
                <a:pos x="T6" y="T7"/>
              </a:cxn>
              <a:cxn ang="0">
                <a:pos x="T8" y="T9"/>
              </a:cxn>
            </a:cxnLst>
            <a:rect l="0" t="0" r="r" b="b"/>
            <a:pathLst>
              <a:path w="328" h="328">
                <a:moveTo>
                  <a:pt x="0" y="164"/>
                </a:moveTo>
                <a:cubicBezTo>
                  <a:pt x="0" y="74"/>
                  <a:pt x="73" y="0"/>
                  <a:pt x="164" y="0"/>
                </a:cubicBezTo>
                <a:cubicBezTo>
                  <a:pt x="254" y="0"/>
                  <a:pt x="328" y="74"/>
                  <a:pt x="328" y="164"/>
                </a:cubicBezTo>
                <a:cubicBezTo>
                  <a:pt x="328" y="255"/>
                  <a:pt x="255" y="328"/>
                  <a:pt x="164" y="328"/>
                </a:cubicBezTo>
                <a:cubicBezTo>
                  <a:pt x="73" y="328"/>
                  <a:pt x="0" y="255"/>
                  <a:pt x="0" y="164"/>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24"/>
          <p:cNvSpPr>
            <a:spLocks/>
          </p:cNvSpPr>
          <p:nvPr userDrawn="1"/>
        </p:nvSpPr>
        <p:spPr bwMode="auto">
          <a:xfrm>
            <a:off x="2206941" y="871538"/>
            <a:ext cx="415925" cy="42068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25"/>
          <p:cNvSpPr>
            <a:spLocks/>
          </p:cNvSpPr>
          <p:nvPr userDrawn="1"/>
        </p:nvSpPr>
        <p:spPr bwMode="auto">
          <a:xfrm>
            <a:off x="3483926" y="1463676"/>
            <a:ext cx="1362075" cy="1366838"/>
          </a:xfrm>
          <a:custGeom>
            <a:avLst/>
            <a:gdLst>
              <a:gd name="T0" fmla="*/ 0 w 308"/>
              <a:gd name="T1" fmla="*/ 155 h 309"/>
              <a:gd name="T2" fmla="*/ 154 w 308"/>
              <a:gd name="T3" fmla="*/ 0 h 309"/>
              <a:gd name="T4" fmla="*/ 308 w 308"/>
              <a:gd name="T5" fmla="*/ 154 h 309"/>
              <a:gd name="T6" fmla="*/ 154 w 308"/>
              <a:gd name="T7" fmla="*/ 309 h 309"/>
              <a:gd name="T8" fmla="*/ 0 w 308"/>
              <a:gd name="T9" fmla="*/ 155 h 309"/>
            </a:gdLst>
            <a:ahLst/>
            <a:cxnLst>
              <a:cxn ang="0">
                <a:pos x="T0" y="T1"/>
              </a:cxn>
              <a:cxn ang="0">
                <a:pos x="T2" y="T3"/>
              </a:cxn>
              <a:cxn ang="0">
                <a:pos x="T4" y="T5"/>
              </a:cxn>
              <a:cxn ang="0">
                <a:pos x="T6" y="T7"/>
              </a:cxn>
              <a:cxn ang="0">
                <a:pos x="T8" y="T9"/>
              </a:cxn>
            </a:cxnLst>
            <a:rect l="0" t="0" r="r" b="b"/>
            <a:pathLst>
              <a:path w="308" h="309">
                <a:moveTo>
                  <a:pt x="0" y="155"/>
                </a:moveTo>
                <a:cubicBezTo>
                  <a:pt x="0" y="70"/>
                  <a:pt x="69" y="1"/>
                  <a:pt x="154" y="0"/>
                </a:cubicBezTo>
                <a:cubicBezTo>
                  <a:pt x="239" y="0"/>
                  <a:pt x="308" y="69"/>
                  <a:pt x="308" y="154"/>
                </a:cubicBezTo>
                <a:cubicBezTo>
                  <a:pt x="308" y="240"/>
                  <a:pt x="239" y="309"/>
                  <a:pt x="154" y="309"/>
                </a:cubicBezTo>
                <a:cubicBezTo>
                  <a:pt x="69" y="309"/>
                  <a:pt x="0" y="240"/>
                  <a:pt x="0" y="155"/>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26"/>
          <p:cNvSpPr>
            <a:spLocks/>
          </p:cNvSpPr>
          <p:nvPr userDrawn="1"/>
        </p:nvSpPr>
        <p:spPr bwMode="auto">
          <a:xfrm>
            <a:off x="5462586" y="4849813"/>
            <a:ext cx="1352550" cy="1357313"/>
          </a:xfrm>
          <a:custGeom>
            <a:avLst/>
            <a:gdLst>
              <a:gd name="T0" fmla="*/ 0 w 306"/>
              <a:gd name="T1" fmla="*/ 154 h 307"/>
              <a:gd name="T2" fmla="*/ 153 w 306"/>
              <a:gd name="T3" fmla="*/ 0 h 307"/>
              <a:gd name="T4" fmla="*/ 306 w 306"/>
              <a:gd name="T5" fmla="*/ 153 h 307"/>
              <a:gd name="T6" fmla="*/ 153 w 306"/>
              <a:gd name="T7" fmla="*/ 307 h 307"/>
              <a:gd name="T8" fmla="*/ 0 w 306"/>
              <a:gd name="T9" fmla="*/ 154 h 307"/>
            </a:gdLst>
            <a:ahLst/>
            <a:cxnLst>
              <a:cxn ang="0">
                <a:pos x="T0" y="T1"/>
              </a:cxn>
              <a:cxn ang="0">
                <a:pos x="T2" y="T3"/>
              </a:cxn>
              <a:cxn ang="0">
                <a:pos x="T4" y="T5"/>
              </a:cxn>
              <a:cxn ang="0">
                <a:pos x="T6" y="T7"/>
              </a:cxn>
              <a:cxn ang="0">
                <a:pos x="T8" y="T9"/>
              </a:cxn>
            </a:cxnLst>
            <a:rect l="0" t="0" r="r" b="b"/>
            <a:pathLst>
              <a:path w="306" h="307">
                <a:moveTo>
                  <a:pt x="0" y="154"/>
                </a:moveTo>
                <a:cubicBezTo>
                  <a:pt x="0" y="69"/>
                  <a:pt x="68" y="1"/>
                  <a:pt x="153" y="0"/>
                </a:cubicBezTo>
                <a:cubicBezTo>
                  <a:pt x="237" y="0"/>
                  <a:pt x="306" y="69"/>
                  <a:pt x="306" y="153"/>
                </a:cubicBezTo>
                <a:cubicBezTo>
                  <a:pt x="306" y="238"/>
                  <a:pt x="238" y="307"/>
                  <a:pt x="153" y="307"/>
                </a:cubicBezTo>
                <a:cubicBezTo>
                  <a:pt x="69" y="307"/>
                  <a:pt x="0" y="238"/>
                  <a:pt x="0" y="154"/>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Oval 127"/>
          <p:cNvSpPr>
            <a:spLocks noChangeArrowheads="1"/>
          </p:cNvSpPr>
          <p:nvPr userDrawn="1"/>
        </p:nvSpPr>
        <p:spPr bwMode="auto">
          <a:xfrm>
            <a:off x="6064249" y="6405563"/>
            <a:ext cx="446088" cy="446088"/>
          </a:xfrm>
          <a:prstGeom prst="ellipse">
            <a:avLst/>
          </a:pr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28"/>
          <p:cNvSpPr>
            <a:spLocks/>
          </p:cNvSpPr>
          <p:nvPr userDrawn="1"/>
        </p:nvSpPr>
        <p:spPr bwMode="auto">
          <a:xfrm>
            <a:off x="6205536" y="5803901"/>
            <a:ext cx="666750" cy="668338"/>
          </a:xfrm>
          <a:custGeom>
            <a:avLst/>
            <a:gdLst>
              <a:gd name="T0" fmla="*/ 0 w 151"/>
              <a:gd name="T1" fmla="*/ 75 h 151"/>
              <a:gd name="T2" fmla="*/ 76 w 151"/>
              <a:gd name="T3" fmla="*/ 0 h 151"/>
              <a:gd name="T4" fmla="*/ 151 w 151"/>
              <a:gd name="T5" fmla="*/ 75 h 151"/>
              <a:gd name="T6" fmla="*/ 76 w 151"/>
              <a:gd name="T7" fmla="*/ 151 h 151"/>
              <a:gd name="T8" fmla="*/ 0 w 151"/>
              <a:gd name="T9" fmla="*/ 75 h 151"/>
            </a:gdLst>
            <a:ahLst/>
            <a:cxnLst>
              <a:cxn ang="0">
                <a:pos x="T0" y="T1"/>
              </a:cxn>
              <a:cxn ang="0">
                <a:pos x="T2" y="T3"/>
              </a:cxn>
              <a:cxn ang="0">
                <a:pos x="T4" y="T5"/>
              </a:cxn>
              <a:cxn ang="0">
                <a:pos x="T6" y="T7"/>
              </a:cxn>
              <a:cxn ang="0">
                <a:pos x="T8" y="T9"/>
              </a:cxn>
            </a:cxnLst>
            <a:rect l="0" t="0" r="r" b="b"/>
            <a:pathLst>
              <a:path w="151" h="151">
                <a:moveTo>
                  <a:pt x="0" y="75"/>
                </a:moveTo>
                <a:cubicBezTo>
                  <a:pt x="0" y="33"/>
                  <a:pt x="34" y="0"/>
                  <a:pt x="76" y="0"/>
                </a:cubicBezTo>
                <a:cubicBezTo>
                  <a:pt x="117" y="0"/>
                  <a:pt x="151" y="33"/>
                  <a:pt x="151" y="75"/>
                </a:cubicBezTo>
                <a:cubicBezTo>
                  <a:pt x="151" y="117"/>
                  <a:pt x="118" y="151"/>
                  <a:pt x="76" y="151"/>
                </a:cubicBezTo>
                <a:cubicBezTo>
                  <a:pt x="34" y="151"/>
                  <a:pt x="0" y="117"/>
                  <a:pt x="0" y="75"/>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29"/>
          <p:cNvSpPr>
            <a:spLocks/>
          </p:cNvSpPr>
          <p:nvPr userDrawn="1"/>
        </p:nvSpPr>
        <p:spPr bwMode="auto">
          <a:xfrm>
            <a:off x="3809364" y="3727451"/>
            <a:ext cx="1976438" cy="1974850"/>
          </a:xfrm>
          <a:custGeom>
            <a:avLst/>
            <a:gdLst>
              <a:gd name="T0" fmla="*/ 1 w 447"/>
              <a:gd name="T1" fmla="*/ 224 h 447"/>
              <a:gd name="T2" fmla="*/ 224 w 447"/>
              <a:gd name="T3" fmla="*/ 0 h 447"/>
              <a:gd name="T4" fmla="*/ 447 w 447"/>
              <a:gd name="T5" fmla="*/ 224 h 447"/>
              <a:gd name="T6" fmla="*/ 224 w 447"/>
              <a:gd name="T7" fmla="*/ 447 h 447"/>
              <a:gd name="T8" fmla="*/ 1 w 447"/>
              <a:gd name="T9" fmla="*/ 224 h 447"/>
            </a:gdLst>
            <a:ahLst/>
            <a:cxnLst>
              <a:cxn ang="0">
                <a:pos x="T0" y="T1"/>
              </a:cxn>
              <a:cxn ang="0">
                <a:pos x="T2" y="T3"/>
              </a:cxn>
              <a:cxn ang="0">
                <a:pos x="T4" y="T5"/>
              </a:cxn>
              <a:cxn ang="0">
                <a:pos x="T6" y="T7"/>
              </a:cxn>
              <a:cxn ang="0">
                <a:pos x="T8" y="T9"/>
              </a:cxn>
            </a:cxnLst>
            <a:rect l="0" t="0" r="r" b="b"/>
            <a:pathLst>
              <a:path w="447" h="447">
                <a:moveTo>
                  <a:pt x="1" y="224"/>
                </a:moveTo>
                <a:cubicBezTo>
                  <a:pt x="0" y="101"/>
                  <a:pt x="100" y="1"/>
                  <a:pt x="224" y="0"/>
                </a:cubicBezTo>
                <a:cubicBezTo>
                  <a:pt x="347" y="0"/>
                  <a:pt x="447" y="100"/>
                  <a:pt x="447" y="224"/>
                </a:cubicBezTo>
                <a:cubicBezTo>
                  <a:pt x="447" y="347"/>
                  <a:pt x="347" y="447"/>
                  <a:pt x="224" y="447"/>
                </a:cubicBezTo>
                <a:cubicBezTo>
                  <a:pt x="101" y="447"/>
                  <a:pt x="1" y="347"/>
                  <a:pt x="1" y="224"/>
                </a:cubicBezTo>
                <a:close/>
              </a:path>
            </a:pathLst>
          </a:custGeom>
          <a:solidFill>
            <a:schemeClr val="bg2">
              <a:alpha val="4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30"/>
          <p:cNvSpPr>
            <a:spLocks/>
          </p:cNvSpPr>
          <p:nvPr userDrawn="1"/>
        </p:nvSpPr>
        <p:spPr bwMode="auto">
          <a:xfrm>
            <a:off x="5068886" y="2759076"/>
            <a:ext cx="1941513" cy="1939925"/>
          </a:xfrm>
          <a:custGeom>
            <a:avLst/>
            <a:gdLst>
              <a:gd name="T0" fmla="*/ 0 w 439"/>
              <a:gd name="T1" fmla="*/ 220 h 439"/>
              <a:gd name="T2" fmla="*/ 219 w 439"/>
              <a:gd name="T3" fmla="*/ 0 h 439"/>
              <a:gd name="T4" fmla="*/ 439 w 439"/>
              <a:gd name="T5" fmla="*/ 219 h 439"/>
              <a:gd name="T6" fmla="*/ 220 w 439"/>
              <a:gd name="T7" fmla="*/ 439 h 439"/>
              <a:gd name="T8" fmla="*/ 0 w 439"/>
              <a:gd name="T9" fmla="*/ 220 h 439"/>
            </a:gdLst>
            <a:ahLst/>
            <a:cxnLst>
              <a:cxn ang="0">
                <a:pos x="T0" y="T1"/>
              </a:cxn>
              <a:cxn ang="0">
                <a:pos x="T2" y="T3"/>
              </a:cxn>
              <a:cxn ang="0">
                <a:pos x="T4" y="T5"/>
              </a:cxn>
              <a:cxn ang="0">
                <a:pos x="T6" y="T7"/>
              </a:cxn>
              <a:cxn ang="0">
                <a:pos x="T8" y="T9"/>
              </a:cxn>
            </a:cxnLst>
            <a:rect l="0" t="0" r="r" b="b"/>
            <a:pathLst>
              <a:path w="439" h="439">
                <a:moveTo>
                  <a:pt x="0" y="220"/>
                </a:moveTo>
                <a:cubicBezTo>
                  <a:pt x="0" y="99"/>
                  <a:pt x="98" y="0"/>
                  <a:pt x="219" y="0"/>
                </a:cubicBezTo>
                <a:cubicBezTo>
                  <a:pt x="341" y="0"/>
                  <a:pt x="439" y="98"/>
                  <a:pt x="439" y="219"/>
                </a:cubicBezTo>
                <a:cubicBezTo>
                  <a:pt x="439" y="341"/>
                  <a:pt x="341" y="439"/>
                  <a:pt x="220" y="439"/>
                </a:cubicBezTo>
                <a:cubicBezTo>
                  <a:pt x="99" y="439"/>
                  <a:pt x="0" y="341"/>
                  <a:pt x="0" y="220"/>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31"/>
          <p:cNvSpPr>
            <a:spLocks/>
          </p:cNvSpPr>
          <p:nvPr userDrawn="1"/>
        </p:nvSpPr>
        <p:spPr bwMode="auto">
          <a:xfrm>
            <a:off x="3890326" y="747713"/>
            <a:ext cx="1193800" cy="1193800"/>
          </a:xfrm>
          <a:custGeom>
            <a:avLst/>
            <a:gdLst>
              <a:gd name="T0" fmla="*/ 0 w 270"/>
              <a:gd name="T1" fmla="*/ 136 h 270"/>
              <a:gd name="T2" fmla="*/ 135 w 270"/>
              <a:gd name="T3" fmla="*/ 0 h 270"/>
              <a:gd name="T4" fmla="*/ 270 w 270"/>
              <a:gd name="T5" fmla="*/ 135 h 270"/>
              <a:gd name="T6" fmla="*/ 135 w 270"/>
              <a:gd name="T7" fmla="*/ 270 h 270"/>
              <a:gd name="T8" fmla="*/ 0 w 270"/>
              <a:gd name="T9" fmla="*/ 136 h 270"/>
            </a:gdLst>
            <a:ahLst/>
            <a:cxnLst>
              <a:cxn ang="0">
                <a:pos x="T0" y="T1"/>
              </a:cxn>
              <a:cxn ang="0">
                <a:pos x="T2" y="T3"/>
              </a:cxn>
              <a:cxn ang="0">
                <a:pos x="T4" y="T5"/>
              </a:cxn>
              <a:cxn ang="0">
                <a:pos x="T6" y="T7"/>
              </a:cxn>
              <a:cxn ang="0">
                <a:pos x="T8" y="T9"/>
              </a:cxn>
            </a:cxnLst>
            <a:rect l="0" t="0" r="r" b="b"/>
            <a:pathLst>
              <a:path w="270" h="270">
                <a:moveTo>
                  <a:pt x="0" y="136"/>
                </a:moveTo>
                <a:cubicBezTo>
                  <a:pt x="0" y="61"/>
                  <a:pt x="60" y="0"/>
                  <a:pt x="135" y="0"/>
                </a:cubicBezTo>
                <a:cubicBezTo>
                  <a:pt x="210" y="0"/>
                  <a:pt x="270" y="61"/>
                  <a:pt x="270" y="135"/>
                </a:cubicBezTo>
                <a:cubicBezTo>
                  <a:pt x="270" y="210"/>
                  <a:pt x="210" y="270"/>
                  <a:pt x="135" y="270"/>
                </a:cubicBezTo>
                <a:cubicBezTo>
                  <a:pt x="61" y="270"/>
                  <a:pt x="0" y="210"/>
                  <a:pt x="0" y="136"/>
                </a:cubicBezTo>
                <a:close/>
              </a:path>
            </a:pathLst>
          </a:custGeom>
          <a:solidFill>
            <a:schemeClr val="bg2">
              <a:alpha val="4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32"/>
          <p:cNvSpPr>
            <a:spLocks/>
          </p:cNvSpPr>
          <p:nvPr userDrawn="1"/>
        </p:nvSpPr>
        <p:spPr bwMode="auto">
          <a:xfrm>
            <a:off x="2427921" y="4699001"/>
            <a:ext cx="565150" cy="566738"/>
          </a:xfrm>
          <a:custGeom>
            <a:avLst/>
            <a:gdLst>
              <a:gd name="T0" fmla="*/ 0 w 128"/>
              <a:gd name="T1" fmla="*/ 64 h 128"/>
              <a:gd name="T2" fmla="*/ 64 w 128"/>
              <a:gd name="T3" fmla="*/ 0 h 128"/>
              <a:gd name="T4" fmla="*/ 128 w 128"/>
              <a:gd name="T5" fmla="*/ 64 h 128"/>
              <a:gd name="T6" fmla="*/ 64 w 128"/>
              <a:gd name="T7" fmla="*/ 128 h 128"/>
              <a:gd name="T8" fmla="*/ 0 w 128"/>
              <a:gd name="T9" fmla="*/ 64 h 128"/>
            </a:gdLst>
            <a:ahLst/>
            <a:cxnLst>
              <a:cxn ang="0">
                <a:pos x="T0" y="T1"/>
              </a:cxn>
              <a:cxn ang="0">
                <a:pos x="T2" y="T3"/>
              </a:cxn>
              <a:cxn ang="0">
                <a:pos x="T4" y="T5"/>
              </a:cxn>
              <a:cxn ang="0">
                <a:pos x="T6" y="T7"/>
              </a:cxn>
              <a:cxn ang="0">
                <a:pos x="T8" y="T9"/>
              </a:cxn>
            </a:cxnLst>
            <a:rect l="0" t="0" r="r" b="b"/>
            <a:pathLst>
              <a:path w="128" h="128">
                <a:moveTo>
                  <a:pt x="0" y="64"/>
                </a:moveTo>
                <a:cubicBezTo>
                  <a:pt x="0" y="29"/>
                  <a:pt x="29" y="0"/>
                  <a:pt x="64" y="0"/>
                </a:cubicBezTo>
                <a:cubicBezTo>
                  <a:pt x="99" y="0"/>
                  <a:pt x="127" y="29"/>
                  <a:pt x="128" y="64"/>
                </a:cubicBezTo>
                <a:cubicBezTo>
                  <a:pt x="128" y="99"/>
                  <a:pt x="99" y="128"/>
                  <a:pt x="64" y="128"/>
                </a:cubicBezTo>
                <a:cubicBezTo>
                  <a:pt x="29" y="128"/>
                  <a:pt x="0" y="99"/>
                  <a:pt x="0" y="64"/>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Oval 133"/>
          <p:cNvSpPr>
            <a:spLocks noChangeArrowheads="1"/>
          </p:cNvSpPr>
          <p:nvPr userDrawn="1"/>
        </p:nvSpPr>
        <p:spPr bwMode="auto">
          <a:xfrm>
            <a:off x="2378709" y="4089401"/>
            <a:ext cx="260350" cy="260350"/>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34"/>
          <p:cNvSpPr>
            <a:spLocks/>
          </p:cNvSpPr>
          <p:nvPr userDrawn="1"/>
        </p:nvSpPr>
        <p:spPr bwMode="auto">
          <a:xfrm>
            <a:off x="5319711" y="73026"/>
            <a:ext cx="871538" cy="874713"/>
          </a:xfrm>
          <a:custGeom>
            <a:avLst/>
            <a:gdLst>
              <a:gd name="T0" fmla="*/ 0 w 197"/>
              <a:gd name="T1" fmla="*/ 99 h 198"/>
              <a:gd name="T2" fmla="*/ 98 w 197"/>
              <a:gd name="T3" fmla="*/ 0 h 198"/>
              <a:gd name="T4" fmla="*/ 197 w 197"/>
              <a:gd name="T5" fmla="*/ 99 h 198"/>
              <a:gd name="T6" fmla="*/ 99 w 197"/>
              <a:gd name="T7" fmla="*/ 198 h 198"/>
              <a:gd name="T8" fmla="*/ 0 w 197"/>
              <a:gd name="T9" fmla="*/ 99 h 198"/>
            </a:gdLst>
            <a:ahLst/>
            <a:cxnLst>
              <a:cxn ang="0">
                <a:pos x="T0" y="T1"/>
              </a:cxn>
              <a:cxn ang="0">
                <a:pos x="T2" y="T3"/>
              </a:cxn>
              <a:cxn ang="0">
                <a:pos x="T4" y="T5"/>
              </a:cxn>
              <a:cxn ang="0">
                <a:pos x="T6" y="T7"/>
              </a:cxn>
              <a:cxn ang="0">
                <a:pos x="T8" y="T9"/>
              </a:cxn>
            </a:cxnLst>
            <a:rect l="0" t="0" r="r" b="b"/>
            <a:pathLst>
              <a:path w="197" h="198">
                <a:moveTo>
                  <a:pt x="0" y="99"/>
                </a:moveTo>
                <a:cubicBezTo>
                  <a:pt x="0" y="45"/>
                  <a:pt x="44" y="0"/>
                  <a:pt x="98" y="0"/>
                </a:cubicBezTo>
                <a:cubicBezTo>
                  <a:pt x="153" y="0"/>
                  <a:pt x="197" y="45"/>
                  <a:pt x="197" y="99"/>
                </a:cubicBezTo>
                <a:cubicBezTo>
                  <a:pt x="197" y="154"/>
                  <a:pt x="153" y="198"/>
                  <a:pt x="99" y="198"/>
                </a:cubicBezTo>
                <a:cubicBezTo>
                  <a:pt x="44" y="198"/>
                  <a:pt x="0" y="154"/>
                  <a:pt x="0" y="99"/>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Oval 135"/>
          <p:cNvSpPr>
            <a:spLocks noChangeArrowheads="1"/>
          </p:cNvSpPr>
          <p:nvPr userDrawn="1"/>
        </p:nvSpPr>
        <p:spPr bwMode="auto">
          <a:xfrm>
            <a:off x="3990339" y="1849438"/>
            <a:ext cx="1600200" cy="1600200"/>
          </a:xfrm>
          <a:prstGeom prst="ellipse">
            <a:avLst/>
          </a:pr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Oval 136"/>
          <p:cNvSpPr>
            <a:spLocks noChangeArrowheads="1"/>
          </p:cNvSpPr>
          <p:nvPr userDrawn="1"/>
        </p:nvSpPr>
        <p:spPr bwMode="auto">
          <a:xfrm>
            <a:off x="1941829" y="4513263"/>
            <a:ext cx="233363" cy="239713"/>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37"/>
          <p:cNvSpPr>
            <a:spLocks/>
          </p:cNvSpPr>
          <p:nvPr userDrawn="1"/>
        </p:nvSpPr>
        <p:spPr bwMode="auto">
          <a:xfrm>
            <a:off x="5480049" y="358776"/>
            <a:ext cx="1592263" cy="1587500"/>
          </a:xfrm>
          <a:custGeom>
            <a:avLst/>
            <a:gdLst>
              <a:gd name="T0" fmla="*/ 0 w 360"/>
              <a:gd name="T1" fmla="*/ 180 h 359"/>
              <a:gd name="T2" fmla="*/ 180 w 360"/>
              <a:gd name="T3" fmla="*/ 0 h 359"/>
              <a:gd name="T4" fmla="*/ 360 w 360"/>
              <a:gd name="T5" fmla="*/ 179 h 359"/>
              <a:gd name="T6" fmla="*/ 180 w 360"/>
              <a:gd name="T7" fmla="*/ 359 h 359"/>
              <a:gd name="T8" fmla="*/ 0 w 360"/>
              <a:gd name="T9" fmla="*/ 180 h 359"/>
            </a:gdLst>
            <a:ahLst/>
            <a:cxnLst>
              <a:cxn ang="0">
                <a:pos x="T0" y="T1"/>
              </a:cxn>
              <a:cxn ang="0">
                <a:pos x="T2" y="T3"/>
              </a:cxn>
              <a:cxn ang="0">
                <a:pos x="T4" y="T5"/>
              </a:cxn>
              <a:cxn ang="0">
                <a:pos x="T6" y="T7"/>
              </a:cxn>
              <a:cxn ang="0">
                <a:pos x="T8" y="T9"/>
              </a:cxn>
            </a:cxnLst>
            <a:rect l="0" t="0" r="r" b="b"/>
            <a:pathLst>
              <a:path w="360" h="359">
                <a:moveTo>
                  <a:pt x="0" y="180"/>
                </a:moveTo>
                <a:cubicBezTo>
                  <a:pt x="0" y="80"/>
                  <a:pt x="81" y="0"/>
                  <a:pt x="180" y="0"/>
                </a:cubicBezTo>
                <a:cubicBezTo>
                  <a:pt x="279" y="0"/>
                  <a:pt x="360" y="80"/>
                  <a:pt x="360" y="179"/>
                </a:cubicBezTo>
                <a:cubicBezTo>
                  <a:pt x="360" y="279"/>
                  <a:pt x="280" y="359"/>
                  <a:pt x="180" y="359"/>
                </a:cubicBezTo>
                <a:cubicBezTo>
                  <a:pt x="81" y="359"/>
                  <a:pt x="1" y="279"/>
                  <a:pt x="0" y="180"/>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38"/>
          <p:cNvSpPr>
            <a:spLocks/>
          </p:cNvSpPr>
          <p:nvPr userDrawn="1"/>
        </p:nvSpPr>
        <p:spPr bwMode="auto">
          <a:xfrm>
            <a:off x="1911681" y="2762250"/>
            <a:ext cx="973138" cy="973138"/>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39"/>
          <p:cNvSpPr>
            <a:spLocks/>
          </p:cNvSpPr>
          <p:nvPr userDrawn="1"/>
        </p:nvSpPr>
        <p:spPr bwMode="auto">
          <a:xfrm>
            <a:off x="2958146" y="1588"/>
            <a:ext cx="1022350" cy="1020763"/>
          </a:xfrm>
          <a:custGeom>
            <a:avLst/>
            <a:gdLst>
              <a:gd name="T0" fmla="*/ 0 w 231"/>
              <a:gd name="T1" fmla="*/ 116 h 231"/>
              <a:gd name="T2" fmla="*/ 116 w 231"/>
              <a:gd name="T3" fmla="*/ 0 h 231"/>
              <a:gd name="T4" fmla="*/ 231 w 231"/>
              <a:gd name="T5" fmla="*/ 116 h 231"/>
              <a:gd name="T6" fmla="*/ 116 w 231"/>
              <a:gd name="T7" fmla="*/ 231 h 231"/>
              <a:gd name="T8" fmla="*/ 0 w 231"/>
              <a:gd name="T9" fmla="*/ 116 h 231"/>
            </a:gdLst>
            <a:ahLst/>
            <a:cxnLst>
              <a:cxn ang="0">
                <a:pos x="T0" y="T1"/>
              </a:cxn>
              <a:cxn ang="0">
                <a:pos x="T2" y="T3"/>
              </a:cxn>
              <a:cxn ang="0">
                <a:pos x="T4" y="T5"/>
              </a:cxn>
              <a:cxn ang="0">
                <a:pos x="T6" y="T7"/>
              </a:cxn>
              <a:cxn ang="0">
                <a:pos x="T8" y="T9"/>
              </a:cxn>
            </a:cxnLst>
            <a:rect l="0" t="0" r="r" b="b"/>
            <a:pathLst>
              <a:path w="231" h="231">
                <a:moveTo>
                  <a:pt x="0" y="116"/>
                </a:moveTo>
                <a:cubicBezTo>
                  <a:pt x="0" y="52"/>
                  <a:pt x="52" y="1"/>
                  <a:pt x="116" y="0"/>
                </a:cubicBezTo>
                <a:cubicBezTo>
                  <a:pt x="179" y="0"/>
                  <a:pt x="231" y="52"/>
                  <a:pt x="231" y="116"/>
                </a:cubicBezTo>
                <a:cubicBezTo>
                  <a:pt x="231" y="179"/>
                  <a:pt x="179" y="231"/>
                  <a:pt x="116" y="231"/>
                </a:cubicBezTo>
                <a:cubicBezTo>
                  <a:pt x="52" y="231"/>
                  <a:pt x="1" y="179"/>
                  <a:pt x="0" y="116"/>
                </a:cubicBezTo>
                <a:close/>
              </a:path>
            </a:pathLst>
          </a:custGeom>
          <a:solidFill>
            <a:schemeClr val="bg2">
              <a:alpha val="4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40"/>
          <p:cNvSpPr>
            <a:spLocks/>
          </p:cNvSpPr>
          <p:nvPr userDrawn="1"/>
        </p:nvSpPr>
        <p:spPr bwMode="auto">
          <a:xfrm>
            <a:off x="2083116" y="2184401"/>
            <a:ext cx="309563" cy="30956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41"/>
          <p:cNvSpPr>
            <a:spLocks/>
          </p:cNvSpPr>
          <p:nvPr userDrawn="1"/>
        </p:nvSpPr>
        <p:spPr bwMode="auto">
          <a:xfrm>
            <a:off x="2690811" y="1535113"/>
            <a:ext cx="1366838" cy="1362075"/>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42"/>
          <p:cNvSpPr>
            <a:spLocks/>
          </p:cNvSpPr>
          <p:nvPr userDrawn="1"/>
        </p:nvSpPr>
        <p:spPr bwMode="auto">
          <a:xfrm>
            <a:off x="4714556" y="4527551"/>
            <a:ext cx="1044575" cy="1042988"/>
          </a:xfrm>
          <a:custGeom>
            <a:avLst/>
            <a:gdLst>
              <a:gd name="T0" fmla="*/ 0 w 236"/>
              <a:gd name="T1" fmla="*/ 119 h 236"/>
              <a:gd name="T2" fmla="*/ 118 w 236"/>
              <a:gd name="T3" fmla="*/ 0 h 236"/>
              <a:gd name="T4" fmla="*/ 236 w 236"/>
              <a:gd name="T5" fmla="*/ 118 h 236"/>
              <a:gd name="T6" fmla="*/ 118 w 236"/>
              <a:gd name="T7" fmla="*/ 236 h 236"/>
              <a:gd name="T8" fmla="*/ 0 w 236"/>
              <a:gd name="T9" fmla="*/ 119 h 236"/>
            </a:gdLst>
            <a:ahLst/>
            <a:cxnLst>
              <a:cxn ang="0">
                <a:pos x="T0" y="T1"/>
              </a:cxn>
              <a:cxn ang="0">
                <a:pos x="T2" y="T3"/>
              </a:cxn>
              <a:cxn ang="0">
                <a:pos x="T4" y="T5"/>
              </a:cxn>
              <a:cxn ang="0">
                <a:pos x="T6" y="T7"/>
              </a:cxn>
              <a:cxn ang="0">
                <a:pos x="T8" y="T9"/>
              </a:cxn>
            </a:cxnLst>
            <a:rect l="0" t="0" r="r" b="b"/>
            <a:pathLst>
              <a:path w="236" h="236">
                <a:moveTo>
                  <a:pt x="0" y="119"/>
                </a:moveTo>
                <a:cubicBezTo>
                  <a:pt x="0" y="53"/>
                  <a:pt x="53" y="0"/>
                  <a:pt x="118" y="0"/>
                </a:cubicBezTo>
                <a:cubicBezTo>
                  <a:pt x="183" y="0"/>
                  <a:pt x="236" y="53"/>
                  <a:pt x="236" y="118"/>
                </a:cubicBezTo>
                <a:cubicBezTo>
                  <a:pt x="236" y="183"/>
                  <a:pt x="183" y="236"/>
                  <a:pt x="118" y="236"/>
                </a:cubicBezTo>
                <a:cubicBezTo>
                  <a:pt x="53" y="236"/>
                  <a:pt x="0" y="184"/>
                  <a:pt x="0" y="119"/>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Oval 143"/>
          <p:cNvSpPr>
            <a:spLocks noChangeArrowheads="1"/>
          </p:cNvSpPr>
          <p:nvPr userDrawn="1"/>
        </p:nvSpPr>
        <p:spPr bwMode="auto">
          <a:xfrm>
            <a:off x="5316536" y="5937251"/>
            <a:ext cx="446088" cy="446088"/>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44"/>
          <p:cNvSpPr>
            <a:spLocks/>
          </p:cNvSpPr>
          <p:nvPr userDrawn="1"/>
        </p:nvSpPr>
        <p:spPr bwMode="auto">
          <a:xfrm>
            <a:off x="5457824" y="5332413"/>
            <a:ext cx="668338" cy="666750"/>
          </a:xfrm>
          <a:custGeom>
            <a:avLst/>
            <a:gdLst>
              <a:gd name="T0" fmla="*/ 0 w 151"/>
              <a:gd name="T1" fmla="*/ 76 h 151"/>
              <a:gd name="T2" fmla="*/ 75 w 151"/>
              <a:gd name="T3" fmla="*/ 0 h 151"/>
              <a:gd name="T4" fmla="*/ 151 w 151"/>
              <a:gd name="T5" fmla="*/ 76 h 151"/>
              <a:gd name="T6" fmla="*/ 75 w 151"/>
              <a:gd name="T7" fmla="*/ 151 h 151"/>
              <a:gd name="T8" fmla="*/ 0 w 151"/>
              <a:gd name="T9" fmla="*/ 76 h 151"/>
            </a:gdLst>
            <a:ahLst/>
            <a:cxnLst>
              <a:cxn ang="0">
                <a:pos x="T0" y="T1"/>
              </a:cxn>
              <a:cxn ang="0">
                <a:pos x="T2" y="T3"/>
              </a:cxn>
              <a:cxn ang="0">
                <a:pos x="T4" y="T5"/>
              </a:cxn>
              <a:cxn ang="0">
                <a:pos x="T6" y="T7"/>
              </a:cxn>
              <a:cxn ang="0">
                <a:pos x="T8" y="T9"/>
              </a:cxn>
            </a:cxnLst>
            <a:rect l="0" t="0" r="r" b="b"/>
            <a:pathLst>
              <a:path w="151" h="151">
                <a:moveTo>
                  <a:pt x="0" y="76"/>
                </a:moveTo>
                <a:cubicBezTo>
                  <a:pt x="0" y="34"/>
                  <a:pt x="33" y="0"/>
                  <a:pt x="75" y="0"/>
                </a:cubicBezTo>
                <a:cubicBezTo>
                  <a:pt x="117" y="0"/>
                  <a:pt x="151" y="34"/>
                  <a:pt x="151" y="76"/>
                </a:cubicBezTo>
                <a:cubicBezTo>
                  <a:pt x="151" y="118"/>
                  <a:pt x="117" y="151"/>
                  <a:pt x="75" y="151"/>
                </a:cubicBezTo>
                <a:cubicBezTo>
                  <a:pt x="34" y="151"/>
                  <a:pt x="0" y="118"/>
                  <a:pt x="0" y="76"/>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45"/>
          <p:cNvSpPr>
            <a:spLocks/>
          </p:cNvSpPr>
          <p:nvPr userDrawn="1"/>
        </p:nvSpPr>
        <p:spPr bwMode="auto">
          <a:xfrm>
            <a:off x="3209289" y="3457576"/>
            <a:ext cx="1579563" cy="1577975"/>
          </a:xfrm>
          <a:custGeom>
            <a:avLst/>
            <a:gdLst>
              <a:gd name="T0" fmla="*/ 0 w 357"/>
              <a:gd name="T1" fmla="*/ 179 h 357"/>
              <a:gd name="T2" fmla="*/ 178 w 357"/>
              <a:gd name="T3" fmla="*/ 0 h 357"/>
              <a:gd name="T4" fmla="*/ 357 w 357"/>
              <a:gd name="T5" fmla="*/ 178 h 357"/>
              <a:gd name="T6" fmla="*/ 179 w 357"/>
              <a:gd name="T7" fmla="*/ 357 h 357"/>
              <a:gd name="T8" fmla="*/ 0 w 357"/>
              <a:gd name="T9" fmla="*/ 179 h 357"/>
            </a:gdLst>
            <a:ahLst/>
            <a:cxnLst>
              <a:cxn ang="0">
                <a:pos x="T0" y="T1"/>
              </a:cxn>
              <a:cxn ang="0">
                <a:pos x="T2" y="T3"/>
              </a:cxn>
              <a:cxn ang="0">
                <a:pos x="T4" y="T5"/>
              </a:cxn>
              <a:cxn ang="0">
                <a:pos x="T6" y="T7"/>
              </a:cxn>
              <a:cxn ang="0">
                <a:pos x="T8" y="T9"/>
              </a:cxn>
            </a:cxnLst>
            <a:rect l="0" t="0" r="r" b="b"/>
            <a:pathLst>
              <a:path w="357" h="357">
                <a:moveTo>
                  <a:pt x="0" y="179"/>
                </a:moveTo>
                <a:cubicBezTo>
                  <a:pt x="0" y="80"/>
                  <a:pt x="80" y="0"/>
                  <a:pt x="178" y="0"/>
                </a:cubicBezTo>
                <a:cubicBezTo>
                  <a:pt x="277" y="0"/>
                  <a:pt x="357" y="80"/>
                  <a:pt x="357" y="178"/>
                </a:cubicBezTo>
                <a:cubicBezTo>
                  <a:pt x="357" y="277"/>
                  <a:pt x="277" y="357"/>
                  <a:pt x="179" y="357"/>
                </a:cubicBezTo>
                <a:cubicBezTo>
                  <a:pt x="80" y="357"/>
                  <a:pt x="0" y="277"/>
                  <a:pt x="0" y="179"/>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35"/>
          <p:cNvSpPr/>
          <p:nvPr userDrawn="1"/>
        </p:nvSpPr>
        <p:spPr>
          <a:xfrm>
            <a:off x="5261291" y="0"/>
            <a:ext cx="6845777" cy="684577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114"/>
          <p:cNvSpPr>
            <a:spLocks noChangeArrowheads="1"/>
          </p:cNvSpPr>
          <p:nvPr userDrawn="1"/>
        </p:nvSpPr>
        <p:spPr bwMode="auto">
          <a:xfrm>
            <a:off x="1012443" y="1792827"/>
            <a:ext cx="656686" cy="656686"/>
          </a:xfrm>
          <a:prstGeom prst="ellipse">
            <a:avLst/>
          </a:prstGeom>
          <a:solidFill>
            <a:schemeClr val="bg2">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Oval 115"/>
          <p:cNvSpPr>
            <a:spLocks noChangeArrowheads="1"/>
          </p:cNvSpPr>
          <p:nvPr userDrawn="1"/>
        </p:nvSpPr>
        <p:spPr bwMode="auto">
          <a:xfrm>
            <a:off x="1001450" y="4552050"/>
            <a:ext cx="306832" cy="305699"/>
          </a:xfrm>
          <a:prstGeom prst="ellipse">
            <a:avLst/>
          </a:pr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16"/>
          <p:cNvSpPr>
            <a:spLocks/>
          </p:cNvSpPr>
          <p:nvPr userDrawn="1"/>
        </p:nvSpPr>
        <p:spPr bwMode="auto">
          <a:xfrm>
            <a:off x="401549" y="2513624"/>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17"/>
          <p:cNvSpPr>
            <a:spLocks/>
          </p:cNvSpPr>
          <p:nvPr userDrawn="1"/>
        </p:nvSpPr>
        <p:spPr bwMode="auto">
          <a:xfrm>
            <a:off x="1253260" y="947739"/>
            <a:ext cx="802131" cy="798256"/>
          </a:xfrm>
          <a:custGeom>
            <a:avLst/>
            <a:gdLst>
              <a:gd name="T0" fmla="*/ 0 w 297"/>
              <a:gd name="T1" fmla="*/ 148 h 296"/>
              <a:gd name="T2" fmla="*/ 148 w 297"/>
              <a:gd name="T3" fmla="*/ 0 h 296"/>
              <a:gd name="T4" fmla="*/ 297 w 297"/>
              <a:gd name="T5" fmla="*/ 148 h 296"/>
              <a:gd name="T6" fmla="*/ 149 w 297"/>
              <a:gd name="T7" fmla="*/ 296 h 296"/>
              <a:gd name="T8" fmla="*/ 0 w 297"/>
              <a:gd name="T9" fmla="*/ 148 h 296"/>
            </a:gdLst>
            <a:ahLst/>
            <a:cxnLst>
              <a:cxn ang="0">
                <a:pos x="T0" y="T1"/>
              </a:cxn>
              <a:cxn ang="0">
                <a:pos x="T2" y="T3"/>
              </a:cxn>
              <a:cxn ang="0">
                <a:pos x="T4" y="T5"/>
              </a:cxn>
              <a:cxn ang="0">
                <a:pos x="T6" y="T7"/>
              </a:cxn>
              <a:cxn ang="0">
                <a:pos x="T8" y="T9"/>
              </a:cxn>
            </a:cxnLst>
            <a:rect l="0" t="0" r="r" b="b"/>
            <a:pathLst>
              <a:path w="297" h="296">
                <a:moveTo>
                  <a:pt x="0" y="148"/>
                </a:moveTo>
                <a:cubicBezTo>
                  <a:pt x="0" y="66"/>
                  <a:pt x="67" y="0"/>
                  <a:pt x="148" y="0"/>
                </a:cubicBezTo>
                <a:cubicBezTo>
                  <a:pt x="230" y="0"/>
                  <a:pt x="297" y="66"/>
                  <a:pt x="297" y="148"/>
                </a:cubicBezTo>
                <a:cubicBezTo>
                  <a:pt x="297" y="230"/>
                  <a:pt x="230" y="296"/>
                  <a:pt x="149" y="296"/>
                </a:cubicBezTo>
                <a:cubicBezTo>
                  <a:pt x="67" y="296"/>
                  <a:pt x="0" y="230"/>
                  <a:pt x="0" y="148"/>
                </a:cubicBezTo>
                <a:close/>
              </a:path>
            </a:pathLst>
          </a:custGeom>
          <a:solidFill>
            <a:schemeClr val="bg2">
              <a:alpha val="4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118"/>
          <p:cNvSpPr>
            <a:spLocks noChangeArrowheads="1"/>
          </p:cNvSpPr>
          <p:nvPr userDrawn="1"/>
        </p:nvSpPr>
        <p:spPr bwMode="auto">
          <a:xfrm>
            <a:off x="466066" y="3449638"/>
            <a:ext cx="199271" cy="201535"/>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Oval 119"/>
          <p:cNvSpPr>
            <a:spLocks noChangeArrowheads="1"/>
          </p:cNvSpPr>
          <p:nvPr userDrawn="1"/>
        </p:nvSpPr>
        <p:spPr bwMode="auto">
          <a:xfrm>
            <a:off x="1858611" y="4763236"/>
            <a:ext cx="337401" cy="337401"/>
          </a:xfrm>
          <a:prstGeom prst="ellipse">
            <a:avLst/>
          </a:pr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2"/>
          <p:cNvSpPr>
            <a:spLocks/>
          </p:cNvSpPr>
          <p:nvPr userDrawn="1"/>
        </p:nvSpPr>
        <p:spPr bwMode="auto">
          <a:xfrm>
            <a:off x="1274728" y="3686744"/>
            <a:ext cx="826519" cy="826519"/>
          </a:xfrm>
          <a:custGeom>
            <a:avLst/>
            <a:gdLst>
              <a:gd name="T0" fmla="*/ 0 w 262"/>
              <a:gd name="T1" fmla="*/ 131 h 262"/>
              <a:gd name="T2" fmla="*/ 131 w 262"/>
              <a:gd name="T3" fmla="*/ 0 h 262"/>
              <a:gd name="T4" fmla="*/ 262 w 262"/>
              <a:gd name="T5" fmla="*/ 131 h 262"/>
              <a:gd name="T6" fmla="*/ 131 w 262"/>
              <a:gd name="T7" fmla="*/ 262 h 262"/>
              <a:gd name="T8" fmla="*/ 0 w 262"/>
              <a:gd name="T9" fmla="*/ 131 h 262"/>
            </a:gdLst>
            <a:ahLst/>
            <a:cxnLst>
              <a:cxn ang="0">
                <a:pos x="T0" y="T1"/>
              </a:cxn>
              <a:cxn ang="0">
                <a:pos x="T2" y="T3"/>
              </a:cxn>
              <a:cxn ang="0">
                <a:pos x="T4" y="T5"/>
              </a:cxn>
              <a:cxn ang="0">
                <a:pos x="T6" y="T7"/>
              </a:cxn>
              <a:cxn ang="0">
                <a:pos x="T8" y="T9"/>
              </a:cxn>
            </a:cxnLst>
            <a:rect l="0" t="0" r="r" b="b"/>
            <a:pathLst>
              <a:path w="262" h="262">
                <a:moveTo>
                  <a:pt x="0" y="131"/>
                </a:moveTo>
                <a:cubicBezTo>
                  <a:pt x="0" y="59"/>
                  <a:pt x="59" y="0"/>
                  <a:pt x="131" y="0"/>
                </a:cubicBezTo>
                <a:cubicBezTo>
                  <a:pt x="203" y="0"/>
                  <a:pt x="262" y="58"/>
                  <a:pt x="262" y="131"/>
                </a:cubicBezTo>
                <a:cubicBezTo>
                  <a:pt x="262" y="203"/>
                  <a:pt x="204" y="262"/>
                  <a:pt x="131" y="262"/>
                </a:cubicBezTo>
                <a:cubicBezTo>
                  <a:pt x="59" y="262"/>
                  <a:pt x="0" y="204"/>
                  <a:pt x="0" y="131"/>
                </a:cubicBezTo>
                <a:close/>
              </a:path>
            </a:pathLst>
          </a:custGeom>
          <a:solidFill>
            <a:schemeClr val="bg2">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24"/>
          <p:cNvSpPr>
            <a:spLocks/>
          </p:cNvSpPr>
          <p:nvPr userDrawn="1"/>
        </p:nvSpPr>
        <p:spPr bwMode="auto">
          <a:xfrm>
            <a:off x="228805" y="1971151"/>
            <a:ext cx="296641" cy="300038"/>
          </a:xfrm>
          <a:custGeom>
            <a:avLst/>
            <a:gdLst>
              <a:gd name="T0" fmla="*/ 0 w 94"/>
              <a:gd name="T1" fmla="*/ 48 h 95"/>
              <a:gd name="T2" fmla="*/ 47 w 94"/>
              <a:gd name="T3" fmla="*/ 0 h 95"/>
              <a:gd name="T4" fmla="*/ 94 w 94"/>
              <a:gd name="T5" fmla="*/ 48 h 95"/>
              <a:gd name="T6" fmla="*/ 47 w 94"/>
              <a:gd name="T7" fmla="*/ 95 h 95"/>
              <a:gd name="T8" fmla="*/ 0 w 94"/>
              <a:gd name="T9" fmla="*/ 48 h 95"/>
            </a:gdLst>
            <a:ahLst/>
            <a:cxnLst>
              <a:cxn ang="0">
                <a:pos x="T0" y="T1"/>
              </a:cxn>
              <a:cxn ang="0">
                <a:pos x="T2" y="T3"/>
              </a:cxn>
              <a:cxn ang="0">
                <a:pos x="T4" y="T5"/>
              </a:cxn>
              <a:cxn ang="0">
                <a:pos x="T6" y="T7"/>
              </a:cxn>
              <a:cxn ang="0">
                <a:pos x="T8" y="T9"/>
              </a:cxn>
            </a:cxnLst>
            <a:rect l="0" t="0" r="r" b="b"/>
            <a:pathLst>
              <a:path w="94" h="95">
                <a:moveTo>
                  <a:pt x="0" y="48"/>
                </a:moveTo>
                <a:cubicBezTo>
                  <a:pt x="0" y="22"/>
                  <a:pt x="21" y="0"/>
                  <a:pt x="47" y="0"/>
                </a:cubicBezTo>
                <a:cubicBezTo>
                  <a:pt x="73" y="0"/>
                  <a:pt x="94" y="21"/>
                  <a:pt x="94" y="48"/>
                </a:cubicBezTo>
                <a:cubicBezTo>
                  <a:pt x="94" y="74"/>
                  <a:pt x="73" y="95"/>
                  <a:pt x="47" y="95"/>
                </a:cubicBezTo>
                <a:cubicBezTo>
                  <a:pt x="21" y="95"/>
                  <a:pt x="0" y="74"/>
                  <a:pt x="0" y="48"/>
                </a:cubicBezTo>
                <a:close/>
              </a:path>
            </a:pathLst>
          </a:cu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Oval 133"/>
          <p:cNvSpPr>
            <a:spLocks noChangeArrowheads="1"/>
          </p:cNvSpPr>
          <p:nvPr userDrawn="1"/>
        </p:nvSpPr>
        <p:spPr bwMode="auto">
          <a:xfrm>
            <a:off x="1001948" y="4803828"/>
            <a:ext cx="185684" cy="185684"/>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38"/>
          <p:cNvSpPr>
            <a:spLocks/>
          </p:cNvSpPr>
          <p:nvPr userDrawn="1"/>
        </p:nvSpPr>
        <p:spPr bwMode="auto">
          <a:xfrm>
            <a:off x="203332" y="3733353"/>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bg2">
              <a:alpha val="6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40"/>
          <p:cNvSpPr>
            <a:spLocks/>
          </p:cNvSpPr>
          <p:nvPr userDrawn="1"/>
        </p:nvSpPr>
        <p:spPr bwMode="auto">
          <a:xfrm>
            <a:off x="-72796" y="2992318"/>
            <a:ext cx="220783" cy="220783"/>
          </a:xfrm>
          <a:custGeom>
            <a:avLst/>
            <a:gdLst>
              <a:gd name="T0" fmla="*/ 0 w 70"/>
              <a:gd name="T1" fmla="*/ 35 h 70"/>
              <a:gd name="T2" fmla="*/ 35 w 70"/>
              <a:gd name="T3" fmla="*/ 0 h 70"/>
              <a:gd name="T4" fmla="*/ 70 w 70"/>
              <a:gd name="T5" fmla="*/ 35 h 70"/>
              <a:gd name="T6" fmla="*/ 35 w 70"/>
              <a:gd name="T7" fmla="*/ 70 h 70"/>
              <a:gd name="T8" fmla="*/ 0 w 70"/>
              <a:gd name="T9" fmla="*/ 35 h 70"/>
            </a:gdLst>
            <a:ahLst/>
            <a:cxnLst>
              <a:cxn ang="0">
                <a:pos x="T0" y="T1"/>
              </a:cxn>
              <a:cxn ang="0">
                <a:pos x="T2" y="T3"/>
              </a:cxn>
              <a:cxn ang="0">
                <a:pos x="T4" y="T5"/>
              </a:cxn>
              <a:cxn ang="0">
                <a:pos x="T6" y="T7"/>
              </a:cxn>
              <a:cxn ang="0">
                <a:pos x="T8" y="T9"/>
              </a:cxn>
            </a:cxnLst>
            <a:rect l="0" t="0" r="r" b="b"/>
            <a:pathLst>
              <a:path w="70" h="70">
                <a:moveTo>
                  <a:pt x="0" y="35"/>
                </a:moveTo>
                <a:cubicBezTo>
                  <a:pt x="0" y="16"/>
                  <a:pt x="15" y="0"/>
                  <a:pt x="35" y="0"/>
                </a:cubicBezTo>
                <a:cubicBezTo>
                  <a:pt x="54" y="0"/>
                  <a:pt x="70" y="16"/>
                  <a:pt x="70" y="35"/>
                </a:cubicBezTo>
                <a:cubicBezTo>
                  <a:pt x="70" y="54"/>
                  <a:pt x="54" y="70"/>
                  <a:pt x="35" y="70"/>
                </a:cubicBezTo>
                <a:cubicBezTo>
                  <a:pt x="16" y="70"/>
                  <a:pt x="0" y="54"/>
                  <a:pt x="0" y="35"/>
                </a:cubicBezTo>
                <a:close/>
              </a:path>
            </a:pathLst>
          </a:cu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41"/>
          <p:cNvSpPr>
            <a:spLocks/>
          </p:cNvSpPr>
          <p:nvPr userDrawn="1"/>
        </p:nvSpPr>
        <p:spPr bwMode="auto">
          <a:xfrm>
            <a:off x="848277" y="2644882"/>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bg2">
              <a:alpha val="41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Oval 115"/>
          <p:cNvSpPr>
            <a:spLocks noChangeArrowheads="1"/>
          </p:cNvSpPr>
          <p:nvPr userDrawn="1"/>
        </p:nvSpPr>
        <p:spPr bwMode="auto">
          <a:xfrm>
            <a:off x="2206403" y="4371526"/>
            <a:ext cx="306832" cy="305699"/>
          </a:xfrm>
          <a:prstGeom prst="ellipse">
            <a:avLst/>
          </a:prstGeom>
          <a:solidFill>
            <a:schemeClr val="bg2">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16"/>
          <p:cNvSpPr>
            <a:spLocks/>
          </p:cNvSpPr>
          <p:nvPr userDrawn="1"/>
        </p:nvSpPr>
        <p:spPr bwMode="auto">
          <a:xfrm>
            <a:off x="1341443" y="2243155"/>
            <a:ext cx="400805" cy="404202"/>
          </a:xfrm>
          <a:custGeom>
            <a:avLst/>
            <a:gdLst>
              <a:gd name="T0" fmla="*/ 0 w 127"/>
              <a:gd name="T1" fmla="*/ 64 h 128"/>
              <a:gd name="T2" fmla="*/ 64 w 127"/>
              <a:gd name="T3" fmla="*/ 0 h 128"/>
              <a:gd name="T4" fmla="*/ 127 w 127"/>
              <a:gd name="T5" fmla="*/ 64 h 128"/>
              <a:gd name="T6" fmla="*/ 64 w 127"/>
              <a:gd name="T7" fmla="*/ 128 h 128"/>
              <a:gd name="T8" fmla="*/ 0 w 127"/>
              <a:gd name="T9" fmla="*/ 64 h 128"/>
            </a:gdLst>
            <a:ahLst/>
            <a:cxnLst>
              <a:cxn ang="0">
                <a:pos x="T0" y="T1"/>
              </a:cxn>
              <a:cxn ang="0">
                <a:pos x="T2" y="T3"/>
              </a:cxn>
              <a:cxn ang="0">
                <a:pos x="T4" y="T5"/>
              </a:cxn>
              <a:cxn ang="0">
                <a:pos x="T6" y="T7"/>
              </a:cxn>
              <a:cxn ang="0">
                <a:pos x="T8" y="T9"/>
              </a:cxn>
            </a:cxnLst>
            <a:rect l="0" t="0" r="r" b="b"/>
            <a:pathLst>
              <a:path w="127" h="128">
                <a:moveTo>
                  <a:pt x="0" y="64"/>
                </a:moveTo>
                <a:cubicBezTo>
                  <a:pt x="0" y="29"/>
                  <a:pt x="28" y="1"/>
                  <a:pt x="64" y="0"/>
                </a:cubicBezTo>
                <a:cubicBezTo>
                  <a:pt x="99" y="0"/>
                  <a:pt x="127" y="29"/>
                  <a:pt x="127" y="64"/>
                </a:cubicBezTo>
                <a:cubicBezTo>
                  <a:pt x="127" y="99"/>
                  <a:pt x="99" y="128"/>
                  <a:pt x="64" y="128"/>
                </a:cubicBezTo>
                <a:cubicBezTo>
                  <a:pt x="29" y="128"/>
                  <a:pt x="0" y="99"/>
                  <a:pt x="0" y="64"/>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Oval 118"/>
          <p:cNvSpPr>
            <a:spLocks noChangeArrowheads="1"/>
          </p:cNvSpPr>
          <p:nvPr userDrawn="1"/>
        </p:nvSpPr>
        <p:spPr bwMode="auto">
          <a:xfrm>
            <a:off x="1405960" y="3179169"/>
            <a:ext cx="199271" cy="201535"/>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133"/>
          <p:cNvSpPr>
            <a:spLocks noChangeArrowheads="1"/>
          </p:cNvSpPr>
          <p:nvPr userDrawn="1"/>
        </p:nvSpPr>
        <p:spPr bwMode="auto">
          <a:xfrm>
            <a:off x="721852" y="2285548"/>
            <a:ext cx="185684" cy="185684"/>
          </a:xfrm>
          <a:prstGeom prst="ellipse">
            <a:avLst/>
          </a:pr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38"/>
          <p:cNvSpPr>
            <a:spLocks/>
          </p:cNvSpPr>
          <p:nvPr userDrawn="1"/>
        </p:nvSpPr>
        <p:spPr bwMode="auto">
          <a:xfrm>
            <a:off x="1143226" y="3462884"/>
            <a:ext cx="694050" cy="694050"/>
          </a:xfrm>
          <a:custGeom>
            <a:avLst/>
            <a:gdLst>
              <a:gd name="T0" fmla="*/ 1 w 220"/>
              <a:gd name="T1" fmla="*/ 110 h 220"/>
              <a:gd name="T2" fmla="*/ 110 w 220"/>
              <a:gd name="T3" fmla="*/ 0 h 220"/>
              <a:gd name="T4" fmla="*/ 220 w 220"/>
              <a:gd name="T5" fmla="*/ 110 h 220"/>
              <a:gd name="T6" fmla="*/ 111 w 220"/>
              <a:gd name="T7" fmla="*/ 220 h 220"/>
              <a:gd name="T8" fmla="*/ 1 w 220"/>
              <a:gd name="T9" fmla="*/ 110 h 220"/>
            </a:gdLst>
            <a:ahLst/>
            <a:cxnLst>
              <a:cxn ang="0">
                <a:pos x="T0" y="T1"/>
              </a:cxn>
              <a:cxn ang="0">
                <a:pos x="T2" y="T3"/>
              </a:cxn>
              <a:cxn ang="0">
                <a:pos x="T4" y="T5"/>
              </a:cxn>
              <a:cxn ang="0">
                <a:pos x="T6" y="T7"/>
              </a:cxn>
              <a:cxn ang="0">
                <a:pos x="T8" y="T9"/>
              </a:cxn>
            </a:cxnLst>
            <a:rect l="0" t="0" r="r" b="b"/>
            <a:pathLst>
              <a:path w="220" h="220">
                <a:moveTo>
                  <a:pt x="1" y="110"/>
                </a:moveTo>
                <a:cubicBezTo>
                  <a:pt x="0" y="49"/>
                  <a:pt x="50" y="0"/>
                  <a:pt x="110" y="0"/>
                </a:cubicBezTo>
                <a:cubicBezTo>
                  <a:pt x="171" y="0"/>
                  <a:pt x="220" y="49"/>
                  <a:pt x="220" y="110"/>
                </a:cubicBezTo>
                <a:cubicBezTo>
                  <a:pt x="220" y="171"/>
                  <a:pt x="171" y="220"/>
                  <a:pt x="111" y="220"/>
                </a:cubicBezTo>
                <a:cubicBezTo>
                  <a:pt x="50" y="220"/>
                  <a:pt x="1" y="171"/>
                  <a:pt x="1" y="110"/>
                </a:cubicBezTo>
                <a:close/>
              </a:path>
            </a:pathLst>
          </a:custGeom>
          <a:solidFill>
            <a:schemeClr val="bg2">
              <a:alpha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41"/>
          <p:cNvSpPr>
            <a:spLocks/>
          </p:cNvSpPr>
          <p:nvPr userDrawn="1"/>
        </p:nvSpPr>
        <p:spPr bwMode="auto">
          <a:xfrm>
            <a:off x="1788171" y="2374413"/>
            <a:ext cx="974840" cy="971443"/>
          </a:xfrm>
          <a:custGeom>
            <a:avLst/>
            <a:gdLst>
              <a:gd name="T0" fmla="*/ 0 w 309"/>
              <a:gd name="T1" fmla="*/ 154 h 308"/>
              <a:gd name="T2" fmla="*/ 154 w 309"/>
              <a:gd name="T3" fmla="*/ 0 h 308"/>
              <a:gd name="T4" fmla="*/ 309 w 309"/>
              <a:gd name="T5" fmla="*/ 154 h 308"/>
              <a:gd name="T6" fmla="*/ 155 w 309"/>
              <a:gd name="T7" fmla="*/ 308 h 308"/>
              <a:gd name="T8" fmla="*/ 0 w 309"/>
              <a:gd name="T9" fmla="*/ 154 h 308"/>
            </a:gdLst>
            <a:ahLst/>
            <a:cxnLst>
              <a:cxn ang="0">
                <a:pos x="T0" y="T1"/>
              </a:cxn>
              <a:cxn ang="0">
                <a:pos x="T2" y="T3"/>
              </a:cxn>
              <a:cxn ang="0">
                <a:pos x="T4" y="T5"/>
              </a:cxn>
              <a:cxn ang="0">
                <a:pos x="T6" y="T7"/>
              </a:cxn>
              <a:cxn ang="0">
                <a:pos x="T8" y="T9"/>
              </a:cxn>
            </a:cxnLst>
            <a:rect l="0" t="0" r="r" b="b"/>
            <a:pathLst>
              <a:path w="309" h="308">
                <a:moveTo>
                  <a:pt x="0" y="154"/>
                </a:moveTo>
                <a:cubicBezTo>
                  <a:pt x="0" y="69"/>
                  <a:pt x="69" y="0"/>
                  <a:pt x="154" y="0"/>
                </a:cubicBezTo>
                <a:cubicBezTo>
                  <a:pt x="240" y="0"/>
                  <a:pt x="309" y="69"/>
                  <a:pt x="309" y="154"/>
                </a:cubicBezTo>
                <a:cubicBezTo>
                  <a:pt x="309" y="239"/>
                  <a:pt x="240" y="308"/>
                  <a:pt x="155" y="308"/>
                </a:cubicBezTo>
                <a:cubicBezTo>
                  <a:pt x="70" y="308"/>
                  <a:pt x="1" y="239"/>
                  <a:pt x="0" y="154"/>
                </a:cubicBezTo>
                <a:close/>
              </a:path>
            </a:pathLst>
          </a:custGeom>
          <a:solidFill>
            <a:schemeClr val="bg2">
              <a:alpha val="15000"/>
            </a:schemeClr>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8237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25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25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par>
                                <p:cTn id="35" presetID="53" presetClass="entr" presetSubtype="16" fill="hold" grpId="0" nodeType="withEffect">
                                  <p:stCondLst>
                                    <p:cond delay="25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par>
                                <p:cTn id="40" presetID="53" presetClass="entr" presetSubtype="16" fill="hold" grpId="0" nodeType="withEffect">
                                  <p:stCondLst>
                                    <p:cond delay="25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animEffect transition="in" filter="fade">
                                      <p:cBhvr>
                                        <p:cTn id="44" dur="500"/>
                                        <p:tgtEl>
                                          <p:spTgt spid="9"/>
                                        </p:tgtEl>
                                      </p:cBhvr>
                                    </p:animEffect>
                                  </p:childTnLst>
                                </p:cTn>
                              </p:par>
                              <p:par>
                                <p:cTn id="45" presetID="53" presetClass="entr" presetSubtype="16" fill="hold" grpId="0" nodeType="withEffect">
                                  <p:stCondLst>
                                    <p:cond delay="25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par>
                                <p:cTn id="50" presetID="53" presetClass="entr" presetSubtype="16" fill="hold" grpId="0" nodeType="withEffect">
                                  <p:stCondLst>
                                    <p:cond delay="250"/>
                                  </p:stCondLst>
                                  <p:childTnLst>
                                    <p:set>
                                      <p:cBhvr>
                                        <p:cTn id="51" dur="1" fill="hold">
                                          <p:stCondLst>
                                            <p:cond delay="0"/>
                                          </p:stCondLst>
                                        </p:cTn>
                                        <p:tgtEl>
                                          <p:spTgt spid="11"/>
                                        </p:tgtEl>
                                        <p:attrNameLst>
                                          <p:attrName>style.visibility</p:attrName>
                                        </p:attrNameLst>
                                      </p:cBhvr>
                                      <p:to>
                                        <p:strVal val="visible"/>
                                      </p:to>
                                    </p:set>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fltVal val="0"/>
                                          </p:val>
                                        </p:tav>
                                        <p:tav tm="100000">
                                          <p:val>
                                            <p:strVal val="#ppt_h"/>
                                          </p:val>
                                        </p:tav>
                                      </p:tavLst>
                                    </p:anim>
                                    <p:animEffect transition="in" filter="fade">
                                      <p:cBhvr>
                                        <p:cTn id="54" dur="500"/>
                                        <p:tgtEl>
                                          <p:spTgt spid="11"/>
                                        </p:tgtEl>
                                      </p:cBhvr>
                                    </p:animEffect>
                                  </p:childTnLst>
                                </p:cTn>
                              </p:par>
                              <p:par>
                                <p:cTn id="55" presetID="53" presetClass="entr" presetSubtype="16" fill="hold" grpId="0" nodeType="withEffect">
                                  <p:stCondLst>
                                    <p:cond delay="25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par>
                                <p:cTn id="60" presetID="53" presetClass="entr" presetSubtype="16" fill="hold" grpId="0" nodeType="withEffect">
                                  <p:stCondLst>
                                    <p:cond delay="250"/>
                                  </p:stCondLst>
                                  <p:childTnLst>
                                    <p:set>
                                      <p:cBhvr>
                                        <p:cTn id="61" dur="1" fill="hold">
                                          <p:stCondLst>
                                            <p:cond delay="0"/>
                                          </p:stCondLst>
                                        </p:cTn>
                                        <p:tgtEl>
                                          <p:spTgt spid="13"/>
                                        </p:tgtEl>
                                        <p:attrNameLst>
                                          <p:attrName>style.visibility</p:attrName>
                                        </p:attrNameLst>
                                      </p:cBhvr>
                                      <p:to>
                                        <p:strVal val="visible"/>
                                      </p:to>
                                    </p:set>
                                    <p:anim calcmode="lin" valueType="num">
                                      <p:cBhvr>
                                        <p:cTn id="62" dur="500" fill="hold"/>
                                        <p:tgtEl>
                                          <p:spTgt spid="13"/>
                                        </p:tgtEl>
                                        <p:attrNameLst>
                                          <p:attrName>ppt_w</p:attrName>
                                        </p:attrNameLst>
                                      </p:cBhvr>
                                      <p:tavLst>
                                        <p:tav tm="0">
                                          <p:val>
                                            <p:fltVal val="0"/>
                                          </p:val>
                                        </p:tav>
                                        <p:tav tm="100000">
                                          <p:val>
                                            <p:strVal val="#ppt_w"/>
                                          </p:val>
                                        </p:tav>
                                      </p:tavLst>
                                    </p:anim>
                                    <p:anim calcmode="lin" valueType="num">
                                      <p:cBhvr>
                                        <p:cTn id="63" dur="500" fill="hold"/>
                                        <p:tgtEl>
                                          <p:spTgt spid="13"/>
                                        </p:tgtEl>
                                        <p:attrNameLst>
                                          <p:attrName>ppt_h</p:attrName>
                                        </p:attrNameLst>
                                      </p:cBhvr>
                                      <p:tavLst>
                                        <p:tav tm="0">
                                          <p:val>
                                            <p:fltVal val="0"/>
                                          </p:val>
                                        </p:tav>
                                        <p:tav tm="100000">
                                          <p:val>
                                            <p:strVal val="#ppt_h"/>
                                          </p:val>
                                        </p:tav>
                                      </p:tavLst>
                                    </p:anim>
                                    <p:animEffect transition="in" filter="fade">
                                      <p:cBhvr>
                                        <p:cTn id="64" dur="500"/>
                                        <p:tgtEl>
                                          <p:spTgt spid="13"/>
                                        </p:tgtEl>
                                      </p:cBhvr>
                                    </p:animEffect>
                                  </p:childTnLst>
                                </p:cTn>
                              </p:par>
                              <p:par>
                                <p:cTn id="65" presetID="53" presetClass="entr" presetSubtype="16" fill="hold" grpId="0" nodeType="withEffect">
                                  <p:stCondLst>
                                    <p:cond delay="250"/>
                                  </p:stCondLst>
                                  <p:childTnLst>
                                    <p:set>
                                      <p:cBhvr>
                                        <p:cTn id="66" dur="1" fill="hold">
                                          <p:stCondLst>
                                            <p:cond delay="0"/>
                                          </p:stCondLst>
                                        </p:cTn>
                                        <p:tgtEl>
                                          <p:spTgt spid="14"/>
                                        </p:tgtEl>
                                        <p:attrNameLst>
                                          <p:attrName>style.visibility</p:attrName>
                                        </p:attrNameLst>
                                      </p:cBhvr>
                                      <p:to>
                                        <p:strVal val="visible"/>
                                      </p:to>
                                    </p:set>
                                    <p:anim calcmode="lin" valueType="num">
                                      <p:cBhvr>
                                        <p:cTn id="67" dur="500" fill="hold"/>
                                        <p:tgtEl>
                                          <p:spTgt spid="14"/>
                                        </p:tgtEl>
                                        <p:attrNameLst>
                                          <p:attrName>ppt_w</p:attrName>
                                        </p:attrNameLst>
                                      </p:cBhvr>
                                      <p:tavLst>
                                        <p:tav tm="0">
                                          <p:val>
                                            <p:fltVal val="0"/>
                                          </p:val>
                                        </p:tav>
                                        <p:tav tm="100000">
                                          <p:val>
                                            <p:strVal val="#ppt_w"/>
                                          </p:val>
                                        </p:tav>
                                      </p:tavLst>
                                    </p:anim>
                                    <p:anim calcmode="lin" valueType="num">
                                      <p:cBhvr>
                                        <p:cTn id="68" dur="500" fill="hold"/>
                                        <p:tgtEl>
                                          <p:spTgt spid="14"/>
                                        </p:tgtEl>
                                        <p:attrNameLst>
                                          <p:attrName>ppt_h</p:attrName>
                                        </p:attrNameLst>
                                      </p:cBhvr>
                                      <p:tavLst>
                                        <p:tav tm="0">
                                          <p:val>
                                            <p:fltVal val="0"/>
                                          </p:val>
                                        </p:tav>
                                        <p:tav tm="100000">
                                          <p:val>
                                            <p:strVal val="#ppt_h"/>
                                          </p:val>
                                        </p:tav>
                                      </p:tavLst>
                                    </p:anim>
                                    <p:animEffect transition="in" filter="fade">
                                      <p:cBhvr>
                                        <p:cTn id="69" dur="500"/>
                                        <p:tgtEl>
                                          <p:spTgt spid="14"/>
                                        </p:tgtEl>
                                      </p:cBhvr>
                                    </p:animEffect>
                                  </p:childTnLst>
                                </p:cTn>
                              </p:par>
                              <p:par>
                                <p:cTn id="70" presetID="53" presetClass="entr" presetSubtype="16" fill="hold" grpId="0" nodeType="withEffect">
                                  <p:stCondLst>
                                    <p:cond delay="250"/>
                                  </p:stCondLst>
                                  <p:childTnLst>
                                    <p:set>
                                      <p:cBhvr>
                                        <p:cTn id="71" dur="1" fill="hold">
                                          <p:stCondLst>
                                            <p:cond delay="0"/>
                                          </p:stCondLst>
                                        </p:cTn>
                                        <p:tgtEl>
                                          <p:spTgt spid="15"/>
                                        </p:tgtEl>
                                        <p:attrNameLst>
                                          <p:attrName>style.visibility</p:attrName>
                                        </p:attrNameLst>
                                      </p:cBhvr>
                                      <p:to>
                                        <p:strVal val="visible"/>
                                      </p:to>
                                    </p:set>
                                    <p:anim calcmode="lin" valueType="num">
                                      <p:cBhvr>
                                        <p:cTn id="72" dur="500" fill="hold"/>
                                        <p:tgtEl>
                                          <p:spTgt spid="15"/>
                                        </p:tgtEl>
                                        <p:attrNameLst>
                                          <p:attrName>ppt_w</p:attrName>
                                        </p:attrNameLst>
                                      </p:cBhvr>
                                      <p:tavLst>
                                        <p:tav tm="0">
                                          <p:val>
                                            <p:fltVal val="0"/>
                                          </p:val>
                                        </p:tav>
                                        <p:tav tm="100000">
                                          <p:val>
                                            <p:strVal val="#ppt_w"/>
                                          </p:val>
                                        </p:tav>
                                      </p:tavLst>
                                    </p:anim>
                                    <p:anim calcmode="lin" valueType="num">
                                      <p:cBhvr>
                                        <p:cTn id="73" dur="500" fill="hold"/>
                                        <p:tgtEl>
                                          <p:spTgt spid="15"/>
                                        </p:tgtEl>
                                        <p:attrNameLst>
                                          <p:attrName>ppt_h</p:attrName>
                                        </p:attrNameLst>
                                      </p:cBhvr>
                                      <p:tavLst>
                                        <p:tav tm="0">
                                          <p:val>
                                            <p:fltVal val="0"/>
                                          </p:val>
                                        </p:tav>
                                        <p:tav tm="100000">
                                          <p:val>
                                            <p:strVal val="#ppt_h"/>
                                          </p:val>
                                        </p:tav>
                                      </p:tavLst>
                                    </p:anim>
                                    <p:animEffect transition="in" filter="fade">
                                      <p:cBhvr>
                                        <p:cTn id="74" dur="500"/>
                                        <p:tgtEl>
                                          <p:spTgt spid="15"/>
                                        </p:tgtEl>
                                      </p:cBhvr>
                                    </p:animEffect>
                                  </p:childTnLst>
                                </p:cTn>
                              </p:par>
                              <p:par>
                                <p:cTn id="75" presetID="53" presetClass="entr" presetSubtype="16" fill="hold" grpId="0" nodeType="withEffect">
                                  <p:stCondLst>
                                    <p:cond delay="500"/>
                                  </p:stCondLst>
                                  <p:childTnLst>
                                    <p:set>
                                      <p:cBhvr>
                                        <p:cTn id="76" dur="1" fill="hold">
                                          <p:stCondLst>
                                            <p:cond delay="0"/>
                                          </p:stCondLst>
                                        </p:cTn>
                                        <p:tgtEl>
                                          <p:spTgt spid="16"/>
                                        </p:tgtEl>
                                        <p:attrNameLst>
                                          <p:attrName>style.visibility</p:attrName>
                                        </p:attrNameLst>
                                      </p:cBhvr>
                                      <p:to>
                                        <p:strVal val="visible"/>
                                      </p:to>
                                    </p:set>
                                    <p:anim calcmode="lin" valueType="num">
                                      <p:cBhvr>
                                        <p:cTn id="77" dur="500" fill="hold"/>
                                        <p:tgtEl>
                                          <p:spTgt spid="16"/>
                                        </p:tgtEl>
                                        <p:attrNameLst>
                                          <p:attrName>ppt_w</p:attrName>
                                        </p:attrNameLst>
                                      </p:cBhvr>
                                      <p:tavLst>
                                        <p:tav tm="0">
                                          <p:val>
                                            <p:fltVal val="0"/>
                                          </p:val>
                                        </p:tav>
                                        <p:tav tm="100000">
                                          <p:val>
                                            <p:strVal val="#ppt_w"/>
                                          </p:val>
                                        </p:tav>
                                      </p:tavLst>
                                    </p:anim>
                                    <p:anim calcmode="lin" valueType="num">
                                      <p:cBhvr>
                                        <p:cTn id="78" dur="500" fill="hold"/>
                                        <p:tgtEl>
                                          <p:spTgt spid="16"/>
                                        </p:tgtEl>
                                        <p:attrNameLst>
                                          <p:attrName>ppt_h</p:attrName>
                                        </p:attrNameLst>
                                      </p:cBhvr>
                                      <p:tavLst>
                                        <p:tav tm="0">
                                          <p:val>
                                            <p:fltVal val="0"/>
                                          </p:val>
                                        </p:tav>
                                        <p:tav tm="100000">
                                          <p:val>
                                            <p:strVal val="#ppt_h"/>
                                          </p:val>
                                        </p:tav>
                                      </p:tavLst>
                                    </p:anim>
                                    <p:animEffect transition="in" filter="fade">
                                      <p:cBhvr>
                                        <p:cTn id="79" dur="500"/>
                                        <p:tgtEl>
                                          <p:spTgt spid="16"/>
                                        </p:tgtEl>
                                      </p:cBhvr>
                                    </p:animEffect>
                                  </p:childTnLst>
                                </p:cTn>
                              </p:par>
                              <p:par>
                                <p:cTn id="80" presetID="53" presetClass="entr" presetSubtype="16" fill="hold" grpId="0" nodeType="withEffect">
                                  <p:stCondLst>
                                    <p:cond delay="500"/>
                                  </p:stCondLst>
                                  <p:childTnLst>
                                    <p:set>
                                      <p:cBhvr>
                                        <p:cTn id="81" dur="1" fill="hold">
                                          <p:stCondLst>
                                            <p:cond delay="0"/>
                                          </p:stCondLst>
                                        </p:cTn>
                                        <p:tgtEl>
                                          <p:spTgt spid="17"/>
                                        </p:tgtEl>
                                        <p:attrNameLst>
                                          <p:attrName>style.visibility</p:attrName>
                                        </p:attrNameLst>
                                      </p:cBhvr>
                                      <p:to>
                                        <p:strVal val="visible"/>
                                      </p:to>
                                    </p:set>
                                    <p:anim calcmode="lin" valueType="num">
                                      <p:cBhvr>
                                        <p:cTn id="82" dur="500" fill="hold"/>
                                        <p:tgtEl>
                                          <p:spTgt spid="17"/>
                                        </p:tgtEl>
                                        <p:attrNameLst>
                                          <p:attrName>ppt_w</p:attrName>
                                        </p:attrNameLst>
                                      </p:cBhvr>
                                      <p:tavLst>
                                        <p:tav tm="0">
                                          <p:val>
                                            <p:fltVal val="0"/>
                                          </p:val>
                                        </p:tav>
                                        <p:tav tm="100000">
                                          <p:val>
                                            <p:strVal val="#ppt_w"/>
                                          </p:val>
                                        </p:tav>
                                      </p:tavLst>
                                    </p:anim>
                                    <p:anim calcmode="lin" valueType="num">
                                      <p:cBhvr>
                                        <p:cTn id="83" dur="500" fill="hold"/>
                                        <p:tgtEl>
                                          <p:spTgt spid="17"/>
                                        </p:tgtEl>
                                        <p:attrNameLst>
                                          <p:attrName>ppt_h</p:attrName>
                                        </p:attrNameLst>
                                      </p:cBhvr>
                                      <p:tavLst>
                                        <p:tav tm="0">
                                          <p:val>
                                            <p:fltVal val="0"/>
                                          </p:val>
                                        </p:tav>
                                        <p:tav tm="100000">
                                          <p:val>
                                            <p:strVal val="#ppt_h"/>
                                          </p:val>
                                        </p:tav>
                                      </p:tavLst>
                                    </p:anim>
                                    <p:animEffect transition="in" filter="fade">
                                      <p:cBhvr>
                                        <p:cTn id="84" dur="500"/>
                                        <p:tgtEl>
                                          <p:spTgt spid="17"/>
                                        </p:tgtEl>
                                      </p:cBhvr>
                                    </p:animEffect>
                                  </p:childTnLst>
                                </p:cTn>
                              </p:par>
                              <p:par>
                                <p:cTn id="85" presetID="53" presetClass="entr" presetSubtype="16" fill="hold" grpId="0" nodeType="withEffect">
                                  <p:stCondLst>
                                    <p:cond delay="500"/>
                                  </p:stCondLst>
                                  <p:childTnLst>
                                    <p:set>
                                      <p:cBhvr>
                                        <p:cTn id="86" dur="1" fill="hold">
                                          <p:stCondLst>
                                            <p:cond delay="0"/>
                                          </p:stCondLst>
                                        </p:cTn>
                                        <p:tgtEl>
                                          <p:spTgt spid="18"/>
                                        </p:tgtEl>
                                        <p:attrNameLst>
                                          <p:attrName>style.visibility</p:attrName>
                                        </p:attrNameLst>
                                      </p:cBhvr>
                                      <p:to>
                                        <p:strVal val="visible"/>
                                      </p:to>
                                    </p:set>
                                    <p:anim calcmode="lin" valueType="num">
                                      <p:cBhvr>
                                        <p:cTn id="87" dur="500" fill="hold"/>
                                        <p:tgtEl>
                                          <p:spTgt spid="18"/>
                                        </p:tgtEl>
                                        <p:attrNameLst>
                                          <p:attrName>ppt_w</p:attrName>
                                        </p:attrNameLst>
                                      </p:cBhvr>
                                      <p:tavLst>
                                        <p:tav tm="0">
                                          <p:val>
                                            <p:fltVal val="0"/>
                                          </p:val>
                                        </p:tav>
                                        <p:tav tm="100000">
                                          <p:val>
                                            <p:strVal val="#ppt_w"/>
                                          </p:val>
                                        </p:tav>
                                      </p:tavLst>
                                    </p:anim>
                                    <p:anim calcmode="lin" valueType="num">
                                      <p:cBhvr>
                                        <p:cTn id="88" dur="500" fill="hold"/>
                                        <p:tgtEl>
                                          <p:spTgt spid="18"/>
                                        </p:tgtEl>
                                        <p:attrNameLst>
                                          <p:attrName>ppt_h</p:attrName>
                                        </p:attrNameLst>
                                      </p:cBhvr>
                                      <p:tavLst>
                                        <p:tav tm="0">
                                          <p:val>
                                            <p:fltVal val="0"/>
                                          </p:val>
                                        </p:tav>
                                        <p:tav tm="100000">
                                          <p:val>
                                            <p:strVal val="#ppt_h"/>
                                          </p:val>
                                        </p:tav>
                                      </p:tavLst>
                                    </p:anim>
                                    <p:animEffect transition="in" filter="fade">
                                      <p:cBhvr>
                                        <p:cTn id="89" dur="500"/>
                                        <p:tgtEl>
                                          <p:spTgt spid="18"/>
                                        </p:tgtEl>
                                      </p:cBhvr>
                                    </p:animEffect>
                                  </p:childTnLst>
                                </p:cTn>
                              </p:par>
                              <p:par>
                                <p:cTn id="90" presetID="53" presetClass="entr" presetSubtype="16" fill="hold" grpId="0" nodeType="withEffect">
                                  <p:stCondLst>
                                    <p:cond delay="500"/>
                                  </p:stCondLst>
                                  <p:childTnLst>
                                    <p:set>
                                      <p:cBhvr>
                                        <p:cTn id="91" dur="1" fill="hold">
                                          <p:stCondLst>
                                            <p:cond delay="0"/>
                                          </p:stCondLst>
                                        </p:cTn>
                                        <p:tgtEl>
                                          <p:spTgt spid="19"/>
                                        </p:tgtEl>
                                        <p:attrNameLst>
                                          <p:attrName>style.visibility</p:attrName>
                                        </p:attrNameLst>
                                      </p:cBhvr>
                                      <p:to>
                                        <p:strVal val="visible"/>
                                      </p:to>
                                    </p:set>
                                    <p:anim calcmode="lin" valueType="num">
                                      <p:cBhvr>
                                        <p:cTn id="92" dur="500" fill="hold"/>
                                        <p:tgtEl>
                                          <p:spTgt spid="19"/>
                                        </p:tgtEl>
                                        <p:attrNameLst>
                                          <p:attrName>ppt_w</p:attrName>
                                        </p:attrNameLst>
                                      </p:cBhvr>
                                      <p:tavLst>
                                        <p:tav tm="0">
                                          <p:val>
                                            <p:fltVal val="0"/>
                                          </p:val>
                                        </p:tav>
                                        <p:tav tm="100000">
                                          <p:val>
                                            <p:strVal val="#ppt_w"/>
                                          </p:val>
                                        </p:tav>
                                      </p:tavLst>
                                    </p:anim>
                                    <p:anim calcmode="lin" valueType="num">
                                      <p:cBhvr>
                                        <p:cTn id="93" dur="500" fill="hold"/>
                                        <p:tgtEl>
                                          <p:spTgt spid="19"/>
                                        </p:tgtEl>
                                        <p:attrNameLst>
                                          <p:attrName>ppt_h</p:attrName>
                                        </p:attrNameLst>
                                      </p:cBhvr>
                                      <p:tavLst>
                                        <p:tav tm="0">
                                          <p:val>
                                            <p:fltVal val="0"/>
                                          </p:val>
                                        </p:tav>
                                        <p:tav tm="100000">
                                          <p:val>
                                            <p:strVal val="#ppt_h"/>
                                          </p:val>
                                        </p:tav>
                                      </p:tavLst>
                                    </p:anim>
                                    <p:animEffect transition="in" filter="fade">
                                      <p:cBhvr>
                                        <p:cTn id="94" dur="500"/>
                                        <p:tgtEl>
                                          <p:spTgt spid="19"/>
                                        </p:tgtEl>
                                      </p:cBhvr>
                                    </p:animEffect>
                                  </p:childTnLst>
                                </p:cTn>
                              </p:par>
                              <p:par>
                                <p:cTn id="95" presetID="53" presetClass="entr" presetSubtype="16" fill="hold" grpId="0" nodeType="withEffect">
                                  <p:stCondLst>
                                    <p:cond delay="500"/>
                                  </p:stCondLst>
                                  <p:childTnLst>
                                    <p:set>
                                      <p:cBhvr>
                                        <p:cTn id="96" dur="1" fill="hold">
                                          <p:stCondLst>
                                            <p:cond delay="0"/>
                                          </p:stCondLst>
                                        </p:cTn>
                                        <p:tgtEl>
                                          <p:spTgt spid="20"/>
                                        </p:tgtEl>
                                        <p:attrNameLst>
                                          <p:attrName>style.visibility</p:attrName>
                                        </p:attrNameLst>
                                      </p:cBhvr>
                                      <p:to>
                                        <p:strVal val="visible"/>
                                      </p:to>
                                    </p:set>
                                    <p:anim calcmode="lin" valueType="num">
                                      <p:cBhvr>
                                        <p:cTn id="97" dur="500" fill="hold"/>
                                        <p:tgtEl>
                                          <p:spTgt spid="20"/>
                                        </p:tgtEl>
                                        <p:attrNameLst>
                                          <p:attrName>ppt_w</p:attrName>
                                        </p:attrNameLst>
                                      </p:cBhvr>
                                      <p:tavLst>
                                        <p:tav tm="0">
                                          <p:val>
                                            <p:fltVal val="0"/>
                                          </p:val>
                                        </p:tav>
                                        <p:tav tm="100000">
                                          <p:val>
                                            <p:strVal val="#ppt_w"/>
                                          </p:val>
                                        </p:tav>
                                      </p:tavLst>
                                    </p:anim>
                                    <p:anim calcmode="lin" valueType="num">
                                      <p:cBhvr>
                                        <p:cTn id="98" dur="500" fill="hold"/>
                                        <p:tgtEl>
                                          <p:spTgt spid="20"/>
                                        </p:tgtEl>
                                        <p:attrNameLst>
                                          <p:attrName>ppt_h</p:attrName>
                                        </p:attrNameLst>
                                      </p:cBhvr>
                                      <p:tavLst>
                                        <p:tav tm="0">
                                          <p:val>
                                            <p:fltVal val="0"/>
                                          </p:val>
                                        </p:tav>
                                        <p:tav tm="100000">
                                          <p:val>
                                            <p:strVal val="#ppt_h"/>
                                          </p:val>
                                        </p:tav>
                                      </p:tavLst>
                                    </p:anim>
                                    <p:animEffect transition="in" filter="fade">
                                      <p:cBhvr>
                                        <p:cTn id="99" dur="500"/>
                                        <p:tgtEl>
                                          <p:spTgt spid="20"/>
                                        </p:tgtEl>
                                      </p:cBhvr>
                                    </p:animEffect>
                                  </p:childTnLst>
                                </p:cTn>
                              </p:par>
                              <p:par>
                                <p:cTn id="100" presetID="53" presetClass="entr" presetSubtype="16" fill="hold" grpId="0" nodeType="withEffect">
                                  <p:stCondLst>
                                    <p:cond delay="50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500" fill="hold"/>
                                        <p:tgtEl>
                                          <p:spTgt spid="21"/>
                                        </p:tgtEl>
                                        <p:attrNameLst>
                                          <p:attrName>ppt_w</p:attrName>
                                        </p:attrNameLst>
                                      </p:cBhvr>
                                      <p:tavLst>
                                        <p:tav tm="0">
                                          <p:val>
                                            <p:fltVal val="0"/>
                                          </p:val>
                                        </p:tav>
                                        <p:tav tm="100000">
                                          <p:val>
                                            <p:strVal val="#ppt_w"/>
                                          </p:val>
                                        </p:tav>
                                      </p:tavLst>
                                    </p:anim>
                                    <p:anim calcmode="lin" valueType="num">
                                      <p:cBhvr>
                                        <p:cTn id="103" dur="500" fill="hold"/>
                                        <p:tgtEl>
                                          <p:spTgt spid="21"/>
                                        </p:tgtEl>
                                        <p:attrNameLst>
                                          <p:attrName>ppt_h</p:attrName>
                                        </p:attrNameLst>
                                      </p:cBhvr>
                                      <p:tavLst>
                                        <p:tav tm="0">
                                          <p:val>
                                            <p:fltVal val="0"/>
                                          </p:val>
                                        </p:tav>
                                        <p:tav tm="100000">
                                          <p:val>
                                            <p:strVal val="#ppt_h"/>
                                          </p:val>
                                        </p:tav>
                                      </p:tavLst>
                                    </p:anim>
                                    <p:animEffect transition="in" filter="fade">
                                      <p:cBhvr>
                                        <p:cTn id="104" dur="500"/>
                                        <p:tgtEl>
                                          <p:spTgt spid="21"/>
                                        </p:tgtEl>
                                      </p:cBhvr>
                                    </p:animEffect>
                                  </p:childTnLst>
                                </p:cTn>
                              </p:par>
                              <p:par>
                                <p:cTn id="105" presetID="53" presetClass="entr" presetSubtype="16" fill="hold" grpId="0" nodeType="withEffect">
                                  <p:stCondLst>
                                    <p:cond delay="750"/>
                                  </p:stCondLst>
                                  <p:childTnLst>
                                    <p:set>
                                      <p:cBhvr>
                                        <p:cTn id="106" dur="1" fill="hold">
                                          <p:stCondLst>
                                            <p:cond delay="0"/>
                                          </p:stCondLst>
                                        </p:cTn>
                                        <p:tgtEl>
                                          <p:spTgt spid="22"/>
                                        </p:tgtEl>
                                        <p:attrNameLst>
                                          <p:attrName>style.visibility</p:attrName>
                                        </p:attrNameLst>
                                      </p:cBhvr>
                                      <p:to>
                                        <p:strVal val="visible"/>
                                      </p:to>
                                    </p:set>
                                    <p:anim calcmode="lin" valueType="num">
                                      <p:cBhvr>
                                        <p:cTn id="107" dur="500" fill="hold"/>
                                        <p:tgtEl>
                                          <p:spTgt spid="22"/>
                                        </p:tgtEl>
                                        <p:attrNameLst>
                                          <p:attrName>ppt_w</p:attrName>
                                        </p:attrNameLst>
                                      </p:cBhvr>
                                      <p:tavLst>
                                        <p:tav tm="0">
                                          <p:val>
                                            <p:fltVal val="0"/>
                                          </p:val>
                                        </p:tav>
                                        <p:tav tm="100000">
                                          <p:val>
                                            <p:strVal val="#ppt_w"/>
                                          </p:val>
                                        </p:tav>
                                      </p:tavLst>
                                    </p:anim>
                                    <p:anim calcmode="lin" valueType="num">
                                      <p:cBhvr>
                                        <p:cTn id="108" dur="500" fill="hold"/>
                                        <p:tgtEl>
                                          <p:spTgt spid="22"/>
                                        </p:tgtEl>
                                        <p:attrNameLst>
                                          <p:attrName>ppt_h</p:attrName>
                                        </p:attrNameLst>
                                      </p:cBhvr>
                                      <p:tavLst>
                                        <p:tav tm="0">
                                          <p:val>
                                            <p:fltVal val="0"/>
                                          </p:val>
                                        </p:tav>
                                        <p:tav tm="100000">
                                          <p:val>
                                            <p:strVal val="#ppt_h"/>
                                          </p:val>
                                        </p:tav>
                                      </p:tavLst>
                                    </p:anim>
                                    <p:animEffect transition="in" filter="fade">
                                      <p:cBhvr>
                                        <p:cTn id="109" dur="500"/>
                                        <p:tgtEl>
                                          <p:spTgt spid="22"/>
                                        </p:tgtEl>
                                      </p:cBhvr>
                                    </p:animEffect>
                                  </p:childTnLst>
                                </p:cTn>
                              </p:par>
                              <p:par>
                                <p:cTn id="110" presetID="53" presetClass="entr" presetSubtype="16" fill="hold" grpId="0" nodeType="withEffect">
                                  <p:stCondLst>
                                    <p:cond delay="750"/>
                                  </p:stCondLst>
                                  <p:childTnLst>
                                    <p:set>
                                      <p:cBhvr>
                                        <p:cTn id="111" dur="1" fill="hold">
                                          <p:stCondLst>
                                            <p:cond delay="0"/>
                                          </p:stCondLst>
                                        </p:cTn>
                                        <p:tgtEl>
                                          <p:spTgt spid="23"/>
                                        </p:tgtEl>
                                        <p:attrNameLst>
                                          <p:attrName>style.visibility</p:attrName>
                                        </p:attrNameLst>
                                      </p:cBhvr>
                                      <p:to>
                                        <p:strVal val="visible"/>
                                      </p:to>
                                    </p:set>
                                    <p:anim calcmode="lin" valueType="num">
                                      <p:cBhvr>
                                        <p:cTn id="112" dur="500" fill="hold"/>
                                        <p:tgtEl>
                                          <p:spTgt spid="23"/>
                                        </p:tgtEl>
                                        <p:attrNameLst>
                                          <p:attrName>ppt_w</p:attrName>
                                        </p:attrNameLst>
                                      </p:cBhvr>
                                      <p:tavLst>
                                        <p:tav tm="0">
                                          <p:val>
                                            <p:fltVal val="0"/>
                                          </p:val>
                                        </p:tav>
                                        <p:tav tm="100000">
                                          <p:val>
                                            <p:strVal val="#ppt_w"/>
                                          </p:val>
                                        </p:tav>
                                      </p:tavLst>
                                    </p:anim>
                                    <p:anim calcmode="lin" valueType="num">
                                      <p:cBhvr>
                                        <p:cTn id="113" dur="500" fill="hold"/>
                                        <p:tgtEl>
                                          <p:spTgt spid="23"/>
                                        </p:tgtEl>
                                        <p:attrNameLst>
                                          <p:attrName>ppt_h</p:attrName>
                                        </p:attrNameLst>
                                      </p:cBhvr>
                                      <p:tavLst>
                                        <p:tav tm="0">
                                          <p:val>
                                            <p:fltVal val="0"/>
                                          </p:val>
                                        </p:tav>
                                        <p:tav tm="100000">
                                          <p:val>
                                            <p:strVal val="#ppt_h"/>
                                          </p:val>
                                        </p:tav>
                                      </p:tavLst>
                                    </p:anim>
                                    <p:animEffect transition="in" filter="fade">
                                      <p:cBhvr>
                                        <p:cTn id="114" dur="500"/>
                                        <p:tgtEl>
                                          <p:spTgt spid="23"/>
                                        </p:tgtEl>
                                      </p:cBhvr>
                                    </p:animEffect>
                                  </p:childTnLst>
                                </p:cTn>
                              </p:par>
                              <p:par>
                                <p:cTn id="115" presetID="53" presetClass="entr" presetSubtype="16" fill="hold" grpId="0" nodeType="withEffect">
                                  <p:stCondLst>
                                    <p:cond delay="750"/>
                                  </p:stCondLst>
                                  <p:childTnLst>
                                    <p:set>
                                      <p:cBhvr>
                                        <p:cTn id="116" dur="1" fill="hold">
                                          <p:stCondLst>
                                            <p:cond delay="0"/>
                                          </p:stCondLst>
                                        </p:cTn>
                                        <p:tgtEl>
                                          <p:spTgt spid="24"/>
                                        </p:tgtEl>
                                        <p:attrNameLst>
                                          <p:attrName>style.visibility</p:attrName>
                                        </p:attrNameLst>
                                      </p:cBhvr>
                                      <p:to>
                                        <p:strVal val="visible"/>
                                      </p:to>
                                    </p:set>
                                    <p:anim calcmode="lin" valueType="num">
                                      <p:cBhvr>
                                        <p:cTn id="117" dur="500" fill="hold"/>
                                        <p:tgtEl>
                                          <p:spTgt spid="24"/>
                                        </p:tgtEl>
                                        <p:attrNameLst>
                                          <p:attrName>ppt_w</p:attrName>
                                        </p:attrNameLst>
                                      </p:cBhvr>
                                      <p:tavLst>
                                        <p:tav tm="0">
                                          <p:val>
                                            <p:fltVal val="0"/>
                                          </p:val>
                                        </p:tav>
                                        <p:tav tm="100000">
                                          <p:val>
                                            <p:strVal val="#ppt_w"/>
                                          </p:val>
                                        </p:tav>
                                      </p:tavLst>
                                    </p:anim>
                                    <p:anim calcmode="lin" valueType="num">
                                      <p:cBhvr>
                                        <p:cTn id="118" dur="500" fill="hold"/>
                                        <p:tgtEl>
                                          <p:spTgt spid="24"/>
                                        </p:tgtEl>
                                        <p:attrNameLst>
                                          <p:attrName>ppt_h</p:attrName>
                                        </p:attrNameLst>
                                      </p:cBhvr>
                                      <p:tavLst>
                                        <p:tav tm="0">
                                          <p:val>
                                            <p:fltVal val="0"/>
                                          </p:val>
                                        </p:tav>
                                        <p:tav tm="100000">
                                          <p:val>
                                            <p:strVal val="#ppt_h"/>
                                          </p:val>
                                        </p:tav>
                                      </p:tavLst>
                                    </p:anim>
                                    <p:animEffect transition="in" filter="fade">
                                      <p:cBhvr>
                                        <p:cTn id="119" dur="500"/>
                                        <p:tgtEl>
                                          <p:spTgt spid="24"/>
                                        </p:tgtEl>
                                      </p:cBhvr>
                                    </p:animEffect>
                                  </p:childTnLst>
                                </p:cTn>
                              </p:par>
                              <p:par>
                                <p:cTn id="120" presetID="53" presetClass="entr" presetSubtype="16" fill="hold" grpId="0" nodeType="withEffect">
                                  <p:stCondLst>
                                    <p:cond delay="750"/>
                                  </p:stCondLst>
                                  <p:childTnLst>
                                    <p:set>
                                      <p:cBhvr>
                                        <p:cTn id="121" dur="1" fill="hold">
                                          <p:stCondLst>
                                            <p:cond delay="0"/>
                                          </p:stCondLst>
                                        </p:cTn>
                                        <p:tgtEl>
                                          <p:spTgt spid="25"/>
                                        </p:tgtEl>
                                        <p:attrNameLst>
                                          <p:attrName>style.visibility</p:attrName>
                                        </p:attrNameLst>
                                      </p:cBhvr>
                                      <p:to>
                                        <p:strVal val="visible"/>
                                      </p:to>
                                    </p:set>
                                    <p:anim calcmode="lin" valueType="num">
                                      <p:cBhvr>
                                        <p:cTn id="122" dur="500" fill="hold"/>
                                        <p:tgtEl>
                                          <p:spTgt spid="25"/>
                                        </p:tgtEl>
                                        <p:attrNameLst>
                                          <p:attrName>ppt_w</p:attrName>
                                        </p:attrNameLst>
                                      </p:cBhvr>
                                      <p:tavLst>
                                        <p:tav tm="0">
                                          <p:val>
                                            <p:fltVal val="0"/>
                                          </p:val>
                                        </p:tav>
                                        <p:tav tm="100000">
                                          <p:val>
                                            <p:strVal val="#ppt_w"/>
                                          </p:val>
                                        </p:tav>
                                      </p:tavLst>
                                    </p:anim>
                                    <p:anim calcmode="lin" valueType="num">
                                      <p:cBhvr>
                                        <p:cTn id="123" dur="500" fill="hold"/>
                                        <p:tgtEl>
                                          <p:spTgt spid="25"/>
                                        </p:tgtEl>
                                        <p:attrNameLst>
                                          <p:attrName>ppt_h</p:attrName>
                                        </p:attrNameLst>
                                      </p:cBhvr>
                                      <p:tavLst>
                                        <p:tav tm="0">
                                          <p:val>
                                            <p:fltVal val="0"/>
                                          </p:val>
                                        </p:tav>
                                        <p:tav tm="100000">
                                          <p:val>
                                            <p:strVal val="#ppt_h"/>
                                          </p:val>
                                        </p:tav>
                                      </p:tavLst>
                                    </p:anim>
                                    <p:animEffect transition="in" filter="fade">
                                      <p:cBhvr>
                                        <p:cTn id="124" dur="500"/>
                                        <p:tgtEl>
                                          <p:spTgt spid="25"/>
                                        </p:tgtEl>
                                      </p:cBhvr>
                                    </p:animEffect>
                                  </p:childTnLst>
                                </p:cTn>
                              </p:par>
                              <p:par>
                                <p:cTn id="125" presetID="53" presetClass="entr" presetSubtype="16" fill="hold" grpId="0" nodeType="withEffect">
                                  <p:stCondLst>
                                    <p:cond delay="750"/>
                                  </p:stCondLst>
                                  <p:childTnLst>
                                    <p:set>
                                      <p:cBhvr>
                                        <p:cTn id="126" dur="1" fill="hold">
                                          <p:stCondLst>
                                            <p:cond delay="0"/>
                                          </p:stCondLst>
                                        </p:cTn>
                                        <p:tgtEl>
                                          <p:spTgt spid="26"/>
                                        </p:tgtEl>
                                        <p:attrNameLst>
                                          <p:attrName>style.visibility</p:attrName>
                                        </p:attrNameLst>
                                      </p:cBhvr>
                                      <p:to>
                                        <p:strVal val="visible"/>
                                      </p:to>
                                    </p:set>
                                    <p:anim calcmode="lin" valueType="num">
                                      <p:cBhvr>
                                        <p:cTn id="127" dur="500" fill="hold"/>
                                        <p:tgtEl>
                                          <p:spTgt spid="26"/>
                                        </p:tgtEl>
                                        <p:attrNameLst>
                                          <p:attrName>ppt_w</p:attrName>
                                        </p:attrNameLst>
                                      </p:cBhvr>
                                      <p:tavLst>
                                        <p:tav tm="0">
                                          <p:val>
                                            <p:fltVal val="0"/>
                                          </p:val>
                                        </p:tav>
                                        <p:tav tm="100000">
                                          <p:val>
                                            <p:strVal val="#ppt_w"/>
                                          </p:val>
                                        </p:tav>
                                      </p:tavLst>
                                    </p:anim>
                                    <p:anim calcmode="lin" valueType="num">
                                      <p:cBhvr>
                                        <p:cTn id="128" dur="500" fill="hold"/>
                                        <p:tgtEl>
                                          <p:spTgt spid="26"/>
                                        </p:tgtEl>
                                        <p:attrNameLst>
                                          <p:attrName>ppt_h</p:attrName>
                                        </p:attrNameLst>
                                      </p:cBhvr>
                                      <p:tavLst>
                                        <p:tav tm="0">
                                          <p:val>
                                            <p:fltVal val="0"/>
                                          </p:val>
                                        </p:tav>
                                        <p:tav tm="100000">
                                          <p:val>
                                            <p:strVal val="#ppt_h"/>
                                          </p:val>
                                        </p:tav>
                                      </p:tavLst>
                                    </p:anim>
                                    <p:animEffect transition="in" filter="fade">
                                      <p:cBhvr>
                                        <p:cTn id="129" dur="500"/>
                                        <p:tgtEl>
                                          <p:spTgt spid="26"/>
                                        </p:tgtEl>
                                      </p:cBhvr>
                                    </p:animEffect>
                                  </p:childTnLst>
                                </p:cTn>
                              </p:par>
                              <p:par>
                                <p:cTn id="130" presetID="53" presetClass="entr" presetSubtype="16" fill="hold" grpId="0" nodeType="withEffect">
                                  <p:stCondLst>
                                    <p:cond delay="750"/>
                                  </p:stCondLst>
                                  <p:childTnLst>
                                    <p:set>
                                      <p:cBhvr>
                                        <p:cTn id="131" dur="1" fill="hold">
                                          <p:stCondLst>
                                            <p:cond delay="0"/>
                                          </p:stCondLst>
                                        </p:cTn>
                                        <p:tgtEl>
                                          <p:spTgt spid="27"/>
                                        </p:tgtEl>
                                        <p:attrNameLst>
                                          <p:attrName>style.visibility</p:attrName>
                                        </p:attrNameLst>
                                      </p:cBhvr>
                                      <p:to>
                                        <p:strVal val="visible"/>
                                      </p:to>
                                    </p:set>
                                    <p:anim calcmode="lin" valueType="num">
                                      <p:cBhvr>
                                        <p:cTn id="132" dur="500" fill="hold"/>
                                        <p:tgtEl>
                                          <p:spTgt spid="27"/>
                                        </p:tgtEl>
                                        <p:attrNameLst>
                                          <p:attrName>ppt_w</p:attrName>
                                        </p:attrNameLst>
                                      </p:cBhvr>
                                      <p:tavLst>
                                        <p:tav tm="0">
                                          <p:val>
                                            <p:fltVal val="0"/>
                                          </p:val>
                                        </p:tav>
                                        <p:tav tm="100000">
                                          <p:val>
                                            <p:strVal val="#ppt_w"/>
                                          </p:val>
                                        </p:tav>
                                      </p:tavLst>
                                    </p:anim>
                                    <p:anim calcmode="lin" valueType="num">
                                      <p:cBhvr>
                                        <p:cTn id="133" dur="500" fill="hold"/>
                                        <p:tgtEl>
                                          <p:spTgt spid="27"/>
                                        </p:tgtEl>
                                        <p:attrNameLst>
                                          <p:attrName>ppt_h</p:attrName>
                                        </p:attrNameLst>
                                      </p:cBhvr>
                                      <p:tavLst>
                                        <p:tav tm="0">
                                          <p:val>
                                            <p:fltVal val="0"/>
                                          </p:val>
                                        </p:tav>
                                        <p:tav tm="100000">
                                          <p:val>
                                            <p:strVal val="#ppt_h"/>
                                          </p:val>
                                        </p:tav>
                                      </p:tavLst>
                                    </p:anim>
                                    <p:animEffect transition="in" filter="fade">
                                      <p:cBhvr>
                                        <p:cTn id="134" dur="500"/>
                                        <p:tgtEl>
                                          <p:spTgt spid="27"/>
                                        </p:tgtEl>
                                      </p:cBhvr>
                                    </p:animEffect>
                                  </p:childTnLst>
                                </p:cTn>
                              </p:par>
                              <p:par>
                                <p:cTn id="135" presetID="53" presetClass="entr" presetSubtype="16" fill="hold" grpId="0" nodeType="withEffect">
                                  <p:stCondLst>
                                    <p:cond delay="750"/>
                                  </p:stCondLst>
                                  <p:childTnLst>
                                    <p:set>
                                      <p:cBhvr>
                                        <p:cTn id="136" dur="1" fill="hold">
                                          <p:stCondLst>
                                            <p:cond delay="0"/>
                                          </p:stCondLst>
                                        </p:cTn>
                                        <p:tgtEl>
                                          <p:spTgt spid="28"/>
                                        </p:tgtEl>
                                        <p:attrNameLst>
                                          <p:attrName>style.visibility</p:attrName>
                                        </p:attrNameLst>
                                      </p:cBhvr>
                                      <p:to>
                                        <p:strVal val="visible"/>
                                      </p:to>
                                    </p:set>
                                    <p:anim calcmode="lin" valueType="num">
                                      <p:cBhvr>
                                        <p:cTn id="137" dur="500" fill="hold"/>
                                        <p:tgtEl>
                                          <p:spTgt spid="28"/>
                                        </p:tgtEl>
                                        <p:attrNameLst>
                                          <p:attrName>ppt_w</p:attrName>
                                        </p:attrNameLst>
                                      </p:cBhvr>
                                      <p:tavLst>
                                        <p:tav tm="0">
                                          <p:val>
                                            <p:fltVal val="0"/>
                                          </p:val>
                                        </p:tav>
                                        <p:tav tm="100000">
                                          <p:val>
                                            <p:strVal val="#ppt_w"/>
                                          </p:val>
                                        </p:tav>
                                      </p:tavLst>
                                    </p:anim>
                                    <p:anim calcmode="lin" valueType="num">
                                      <p:cBhvr>
                                        <p:cTn id="138" dur="500" fill="hold"/>
                                        <p:tgtEl>
                                          <p:spTgt spid="28"/>
                                        </p:tgtEl>
                                        <p:attrNameLst>
                                          <p:attrName>ppt_h</p:attrName>
                                        </p:attrNameLst>
                                      </p:cBhvr>
                                      <p:tavLst>
                                        <p:tav tm="0">
                                          <p:val>
                                            <p:fltVal val="0"/>
                                          </p:val>
                                        </p:tav>
                                        <p:tav tm="100000">
                                          <p:val>
                                            <p:strVal val="#ppt_h"/>
                                          </p:val>
                                        </p:tav>
                                      </p:tavLst>
                                    </p:anim>
                                    <p:animEffect transition="in" filter="fade">
                                      <p:cBhvr>
                                        <p:cTn id="139" dur="500"/>
                                        <p:tgtEl>
                                          <p:spTgt spid="28"/>
                                        </p:tgtEl>
                                      </p:cBhvr>
                                    </p:animEffect>
                                  </p:childTnLst>
                                </p:cTn>
                              </p:par>
                              <p:par>
                                <p:cTn id="140" presetID="53" presetClass="entr" presetSubtype="16" fill="hold" grpId="0" nodeType="withEffect">
                                  <p:stCondLst>
                                    <p:cond delay="750"/>
                                  </p:stCondLst>
                                  <p:childTnLst>
                                    <p:set>
                                      <p:cBhvr>
                                        <p:cTn id="141" dur="1" fill="hold">
                                          <p:stCondLst>
                                            <p:cond delay="0"/>
                                          </p:stCondLst>
                                        </p:cTn>
                                        <p:tgtEl>
                                          <p:spTgt spid="29"/>
                                        </p:tgtEl>
                                        <p:attrNameLst>
                                          <p:attrName>style.visibility</p:attrName>
                                        </p:attrNameLst>
                                      </p:cBhvr>
                                      <p:to>
                                        <p:strVal val="visible"/>
                                      </p:to>
                                    </p:set>
                                    <p:anim calcmode="lin" valueType="num">
                                      <p:cBhvr>
                                        <p:cTn id="142" dur="500" fill="hold"/>
                                        <p:tgtEl>
                                          <p:spTgt spid="29"/>
                                        </p:tgtEl>
                                        <p:attrNameLst>
                                          <p:attrName>ppt_w</p:attrName>
                                        </p:attrNameLst>
                                      </p:cBhvr>
                                      <p:tavLst>
                                        <p:tav tm="0">
                                          <p:val>
                                            <p:fltVal val="0"/>
                                          </p:val>
                                        </p:tav>
                                        <p:tav tm="100000">
                                          <p:val>
                                            <p:strVal val="#ppt_w"/>
                                          </p:val>
                                        </p:tav>
                                      </p:tavLst>
                                    </p:anim>
                                    <p:anim calcmode="lin" valueType="num">
                                      <p:cBhvr>
                                        <p:cTn id="143" dur="500" fill="hold"/>
                                        <p:tgtEl>
                                          <p:spTgt spid="29"/>
                                        </p:tgtEl>
                                        <p:attrNameLst>
                                          <p:attrName>ppt_h</p:attrName>
                                        </p:attrNameLst>
                                      </p:cBhvr>
                                      <p:tavLst>
                                        <p:tav tm="0">
                                          <p:val>
                                            <p:fltVal val="0"/>
                                          </p:val>
                                        </p:tav>
                                        <p:tav tm="100000">
                                          <p:val>
                                            <p:strVal val="#ppt_h"/>
                                          </p:val>
                                        </p:tav>
                                      </p:tavLst>
                                    </p:anim>
                                    <p:animEffect transition="in" filter="fade">
                                      <p:cBhvr>
                                        <p:cTn id="144" dur="500"/>
                                        <p:tgtEl>
                                          <p:spTgt spid="29"/>
                                        </p:tgtEl>
                                      </p:cBhvr>
                                    </p:animEffect>
                                  </p:childTnLst>
                                </p:cTn>
                              </p:par>
                              <p:par>
                                <p:cTn id="145" presetID="53" presetClass="entr" presetSubtype="16" fill="hold" grpId="0" nodeType="withEffect">
                                  <p:stCondLst>
                                    <p:cond delay="500"/>
                                  </p:stCondLst>
                                  <p:childTnLst>
                                    <p:set>
                                      <p:cBhvr>
                                        <p:cTn id="146" dur="1" fill="hold">
                                          <p:stCondLst>
                                            <p:cond delay="0"/>
                                          </p:stCondLst>
                                        </p:cTn>
                                        <p:tgtEl>
                                          <p:spTgt spid="30"/>
                                        </p:tgtEl>
                                        <p:attrNameLst>
                                          <p:attrName>style.visibility</p:attrName>
                                        </p:attrNameLst>
                                      </p:cBhvr>
                                      <p:to>
                                        <p:strVal val="visible"/>
                                      </p:to>
                                    </p:set>
                                    <p:anim calcmode="lin" valueType="num">
                                      <p:cBhvr>
                                        <p:cTn id="147" dur="500" fill="hold"/>
                                        <p:tgtEl>
                                          <p:spTgt spid="30"/>
                                        </p:tgtEl>
                                        <p:attrNameLst>
                                          <p:attrName>ppt_w</p:attrName>
                                        </p:attrNameLst>
                                      </p:cBhvr>
                                      <p:tavLst>
                                        <p:tav tm="0">
                                          <p:val>
                                            <p:fltVal val="0"/>
                                          </p:val>
                                        </p:tav>
                                        <p:tav tm="100000">
                                          <p:val>
                                            <p:strVal val="#ppt_w"/>
                                          </p:val>
                                        </p:tav>
                                      </p:tavLst>
                                    </p:anim>
                                    <p:anim calcmode="lin" valueType="num">
                                      <p:cBhvr>
                                        <p:cTn id="148" dur="500" fill="hold"/>
                                        <p:tgtEl>
                                          <p:spTgt spid="30"/>
                                        </p:tgtEl>
                                        <p:attrNameLst>
                                          <p:attrName>ppt_h</p:attrName>
                                        </p:attrNameLst>
                                      </p:cBhvr>
                                      <p:tavLst>
                                        <p:tav tm="0">
                                          <p:val>
                                            <p:fltVal val="0"/>
                                          </p:val>
                                        </p:tav>
                                        <p:tav tm="100000">
                                          <p:val>
                                            <p:strVal val="#ppt_h"/>
                                          </p:val>
                                        </p:tav>
                                      </p:tavLst>
                                    </p:anim>
                                    <p:animEffect transition="in" filter="fade">
                                      <p:cBhvr>
                                        <p:cTn id="149" dur="500"/>
                                        <p:tgtEl>
                                          <p:spTgt spid="30"/>
                                        </p:tgtEl>
                                      </p:cBhvr>
                                    </p:animEffect>
                                  </p:childTnLst>
                                </p:cTn>
                              </p:par>
                              <p:par>
                                <p:cTn id="150" presetID="53" presetClass="entr" presetSubtype="16" fill="hold" grpId="0" nodeType="withEffect">
                                  <p:stCondLst>
                                    <p:cond delay="500"/>
                                  </p:stCondLst>
                                  <p:childTnLst>
                                    <p:set>
                                      <p:cBhvr>
                                        <p:cTn id="151" dur="1" fill="hold">
                                          <p:stCondLst>
                                            <p:cond delay="0"/>
                                          </p:stCondLst>
                                        </p:cTn>
                                        <p:tgtEl>
                                          <p:spTgt spid="31"/>
                                        </p:tgtEl>
                                        <p:attrNameLst>
                                          <p:attrName>style.visibility</p:attrName>
                                        </p:attrNameLst>
                                      </p:cBhvr>
                                      <p:to>
                                        <p:strVal val="visible"/>
                                      </p:to>
                                    </p:set>
                                    <p:anim calcmode="lin" valueType="num">
                                      <p:cBhvr>
                                        <p:cTn id="152" dur="500" fill="hold"/>
                                        <p:tgtEl>
                                          <p:spTgt spid="31"/>
                                        </p:tgtEl>
                                        <p:attrNameLst>
                                          <p:attrName>ppt_w</p:attrName>
                                        </p:attrNameLst>
                                      </p:cBhvr>
                                      <p:tavLst>
                                        <p:tav tm="0">
                                          <p:val>
                                            <p:fltVal val="0"/>
                                          </p:val>
                                        </p:tav>
                                        <p:tav tm="100000">
                                          <p:val>
                                            <p:strVal val="#ppt_w"/>
                                          </p:val>
                                        </p:tav>
                                      </p:tavLst>
                                    </p:anim>
                                    <p:anim calcmode="lin" valueType="num">
                                      <p:cBhvr>
                                        <p:cTn id="153" dur="500" fill="hold"/>
                                        <p:tgtEl>
                                          <p:spTgt spid="31"/>
                                        </p:tgtEl>
                                        <p:attrNameLst>
                                          <p:attrName>ppt_h</p:attrName>
                                        </p:attrNameLst>
                                      </p:cBhvr>
                                      <p:tavLst>
                                        <p:tav tm="0">
                                          <p:val>
                                            <p:fltVal val="0"/>
                                          </p:val>
                                        </p:tav>
                                        <p:tav tm="100000">
                                          <p:val>
                                            <p:strVal val="#ppt_h"/>
                                          </p:val>
                                        </p:tav>
                                      </p:tavLst>
                                    </p:anim>
                                    <p:animEffect transition="in" filter="fade">
                                      <p:cBhvr>
                                        <p:cTn id="154" dur="500"/>
                                        <p:tgtEl>
                                          <p:spTgt spid="31"/>
                                        </p:tgtEl>
                                      </p:cBhvr>
                                    </p:animEffect>
                                  </p:childTnLst>
                                </p:cTn>
                              </p:par>
                              <p:par>
                                <p:cTn id="155" presetID="53" presetClass="entr" presetSubtype="16" fill="hold" grpId="0" nodeType="withEffect">
                                  <p:stCondLst>
                                    <p:cond delay="500"/>
                                  </p:stCondLst>
                                  <p:childTnLst>
                                    <p:set>
                                      <p:cBhvr>
                                        <p:cTn id="156" dur="1" fill="hold">
                                          <p:stCondLst>
                                            <p:cond delay="0"/>
                                          </p:stCondLst>
                                        </p:cTn>
                                        <p:tgtEl>
                                          <p:spTgt spid="32"/>
                                        </p:tgtEl>
                                        <p:attrNameLst>
                                          <p:attrName>style.visibility</p:attrName>
                                        </p:attrNameLst>
                                      </p:cBhvr>
                                      <p:to>
                                        <p:strVal val="visible"/>
                                      </p:to>
                                    </p:set>
                                    <p:anim calcmode="lin" valueType="num">
                                      <p:cBhvr>
                                        <p:cTn id="157" dur="500" fill="hold"/>
                                        <p:tgtEl>
                                          <p:spTgt spid="32"/>
                                        </p:tgtEl>
                                        <p:attrNameLst>
                                          <p:attrName>ppt_w</p:attrName>
                                        </p:attrNameLst>
                                      </p:cBhvr>
                                      <p:tavLst>
                                        <p:tav tm="0">
                                          <p:val>
                                            <p:fltVal val="0"/>
                                          </p:val>
                                        </p:tav>
                                        <p:tav tm="100000">
                                          <p:val>
                                            <p:strVal val="#ppt_w"/>
                                          </p:val>
                                        </p:tav>
                                      </p:tavLst>
                                    </p:anim>
                                    <p:anim calcmode="lin" valueType="num">
                                      <p:cBhvr>
                                        <p:cTn id="158" dur="500" fill="hold"/>
                                        <p:tgtEl>
                                          <p:spTgt spid="32"/>
                                        </p:tgtEl>
                                        <p:attrNameLst>
                                          <p:attrName>ppt_h</p:attrName>
                                        </p:attrNameLst>
                                      </p:cBhvr>
                                      <p:tavLst>
                                        <p:tav tm="0">
                                          <p:val>
                                            <p:fltVal val="0"/>
                                          </p:val>
                                        </p:tav>
                                        <p:tav tm="100000">
                                          <p:val>
                                            <p:strVal val="#ppt_h"/>
                                          </p:val>
                                        </p:tav>
                                      </p:tavLst>
                                    </p:anim>
                                    <p:animEffect transition="in" filter="fade">
                                      <p:cBhvr>
                                        <p:cTn id="159" dur="500"/>
                                        <p:tgtEl>
                                          <p:spTgt spid="32"/>
                                        </p:tgtEl>
                                      </p:cBhvr>
                                    </p:animEffect>
                                  </p:childTnLst>
                                </p:cTn>
                              </p:par>
                              <p:par>
                                <p:cTn id="160" presetID="53" presetClass="entr" presetSubtype="16" fill="hold" grpId="0" nodeType="withEffect">
                                  <p:stCondLst>
                                    <p:cond delay="500"/>
                                  </p:stCondLst>
                                  <p:childTnLst>
                                    <p:set>
                                      <p:cBhvr>
                                        <p:cTn id="161" dur="1" fill="hold">
                                          <p:stCondLst>
                                            <p:cond delay="0"/>
                                          </p:stCondLst>
                                        </p:cTn>
                                        <p:tgtEl>
                                          <p:spTgt spid="33"/>
                                        </p:tgtEl>
                                        <p:attrNameLst>
                                          <p:attrName>style.visibility</p:attrName>
                                        </p:attrNameLst>
                                      </p:cBhvr>
                                      <p:to>
                                        <p:strVal val="visible"/>
                                      </p:to>
                                    </p:set>
                                    <p:anim calcmode="lin" valueType="num">
                                      <p:cBhvr>
                                        <p:cTn id="162" dur="500" fill="hold"/>
                                        <p:tgtEl>
                                          <p:spTgt spid="33"/>
                                        </p:tgtEl>
                                        <p:attrNameLst>
                                          <p:attrName>ppt_w</p:attrName>
                                        </p:attrNameLst>
                                      </p:cBhvr>
                                      <p:tavLst>
                                        <p:tav tm="0">
                                          <p:val>
                                            <p:fltVal val="0"/>
                                          </p:val>
                                        </p:tav>
                                        <p:tav tm="100000">
                                          <p:val>
                                            <p:strVal val="#ppt_w"/>
                                          </p:val>
                                        </p:tav>
                                      </p:tavLst>
                                    </p:anim>
                                    <p:anim calcmode="lin" valueType="num">
                                      <p:cBhvr>
                                        <p:cTn id="163" dur="500" fill="hold"/>
                                        <p:tgtEl>
                                          <p:spTgt spid="33"/>
                                        </p:tgtEl>
                                        <p:attrNameLst>
                                          <p:attrName>ppt_h</p:attrName>
                                        </p:attrNameLst>
                                      </p:cBhvr>
                                      <p:tavLst>
                                        <p:tav tm="0">
                                          <p:val>
                                            <p:fltVal val="0"/>
                                          </p:val>
                                        </p:tav>
                                        <p:tav tm="100000">
                                          <p:val>
                                            <p:strVal val="#ppt_h"/>
                                          </p:val>
                                        </p:tav>
                                      </p:tavLst>
                                    </p:anim>
                                    <p:animEffect transition="in" filter="fade">
                                      <p:cBhvr>
                                        <p:cTn id="164" dur="500"/>
                                        <p:tgtEl>
                                          <p:spTgt spid="33"/>
                                        </p:tgtEl>
                                      </p:cBhvr>
                                    </p:animEffect>
                                  </p:childTnLst>
                                </p:cTn>
                              </p:par>
                              <p:par>
                                <p:cTn id="165" presetID="53" presetClass="entr" presetSubtype="16" fill="hold" grpId="0" nodeType="withEffect">
                                  <p:stCondLst>
                                    <p:cond delay="500"/>
                                  </p:stCondLst>
                                  <p:childTnLst>
                                    <p:set>
                                      <p:cBhvr>
                                        <p:cTn id="166" dur="1" fill="hold">
                                          <p:stCondLst>
                                            <p:cond delay="0"/>
                                          </p:stCondLst>
                                        </p:cTn>
                                        <p:tgtEl>
                                          <p:spTgt spid="34"/>
                                        </p:tgtEl>
                                        <p:attrNameLst>
                                          <p:attrName>style.visibility</p:attrName>
                                        </p:attrNameLst>
                                      </p:cBhvr>
                                      <p:to>
                                        <p:strVal val="visible"/>
                                      </p:to>
                                    </p:set>
                                    <p:anim calcmode="lin" valueType="num">
                                      <p:cBhvr>
                                        <p:cTn id="167" dur="500" fill="hold"/>
                                        <p:tgtEl>
                                          <p:spTgt spid="34"/>
                                        </p:tgtEl>
                                        <p:attrNameLst>
                                          <p:attrName>ppt_w</p:attrName>
                                        </p:attrNameLst>
                                      </p:cBhvr>
                                      <p:tavLst>
                                        <p:tav tm="0">
                                          <p:val>
                                            <p:fltVal val="0"/>
                                          </p:val>
                                        </p:tav>
                                        <p:tav tm="100000">
                                          <p:val>
                                            <p:strVal val="#ppt_w"/>
                                          </p:val>
                                        </p:tav>
                                      </p:tavLst>
                                    </p:anim>
                                    <p:anim calcmode="lin" valueType="num">
                                      <p:cBhvr>
                                        <p:cTn id="168" dur="500" fill="hold"/>
                                        <p:tgtEl>
                                          <p:spTgt spid="34"/>
                                        </p:tgtEl>
                                        <p:attrNameLst>
                                          <p:attrName>ppt_h</p:attrName>
                                        </p:attrNameLst>
                                      </p:cBhvr>
                                      <p:tavLst>
                                        <p:tav tm="0">
                                          <p:val>
                                            <p:fltVal val="0"/>
                                          </p:val>
                                        </p:tav>
                                        <p:tav tm="100000">
                                          <p:val>
                                            <p:strVal val="#ppt_h"/>
                                          </p:val>
                                        </p:tav>
                                      </p:tavLst>
                                    </p:anim>
                                    <p:animEffect transition="in" filter="fade">
                                      <p:cBhvr>
                                        <p:cTn id="169" dur="500"/>
                                        <p:tgtEl>
                                          <p:spTgt spid="34"/>
                                        </p:tgtEl>
                                      </p:cBhvr>
                                    </p:animEffect>
                                  </p:childTnLst>
                                </p:cTn>
                              </p:par>
                              <p:par>
                                <p:cTn id="170" presetID="53" presetClass="entr" presetSubtype="16" fill="hold" grpId="0" nodeType="withEffect">
                                  <p:stCondLst>
                                    <p:cond delay="500"/>
                                  </p:stCondLst>
                                  <p:childTnLst>
                                    <p:set>
                                      <p:cBhvr>
                                        <p:cTn id="171" dur="1" fill="hold">
                                          <p:stCondLst>
                                            <p:cond delay="0"/>
                                          </p:stCondLst>
                                        </p:cTn>
                                        <p:tgtEl>
                                          <p:spTgt spid="35"/>
                                        </p:tgtEl>
                                        <p:attrNameLst>
                                          <p:attrName>style.visibility</p:attrName>
                                        </p:attrNameLst>
                                      </p:cBhvr>
                                      <p:to>
                                        <p:strVal val="visible"/>
                                      </p:to>
                                    </p:set>
                                    <p:anim calcmode="lin" valueType="num">
                                      <p:cBhvr>
                                        <p:cTn id="172" dur="500" fill="hold"/>
                                        <p:tgtEl>
                                          <p:spTgt spid="35"/>
                                        </p:tgtEl>
                                        <p:attrNameLst>
                                          <p:attrName>ppt_w</p:attrName>
                                        </p:attrNameLst>
                                      </p:cBhvr>
                                      <p:tavLst>
                                        <p:tav tm="0">
                                          <p:val>
                                            <p:fltVal val="0"/>
                                          </p:val>
                                        </p:tav>
                                        <p:tav tm="100000">
                                          <p:val>
                                            <p:strVal val="#ppt_w"/>
                                          </p:val>
                                        </p:tav>
                                      </p:tavLst>
                                    </p:anim>
                                    <p:anim calcmode="lin" valueType="num">
                                      <p:cBhvr>
                                        <p:cTn id="173" dur="500" fill="hold"/>
                                        <p:tgtEl>
                                          <p:spTgt spid="35"/>
                                        </p:tgtEl>
                                        <p:attrNameLst>
                                          <p:attrName>ppt_h</p:attrName>
                                        </p:attrNameLst>
                                      </p:cBhvr>
                                      <p:tavLst>
                                        <p:tav tm="0">
                                          <p:val>
                                            <p:fltVal val="0"/>
                                          </p:val>
                                        </p:tav>
                                        <p:tav tm="100000">
                                          <p:val>
                                            <p:strVal val="#ppt_h"/>
                                          </p:val>
                                        </p:tav>
                                      </p:tavLst>
                                    </p:anim>
                                    <p:animEffect transition="in" filter="fade">
                                      <p:cBhvr>
                                        <p:cTn id="174" dur="500"/>
                                        <p:tgtEl>
                                          <p:spTgt spid="35"/>
                                        </p:tgtEl>
                                      </p:cBhvr>
                                    </p:animEffect>
                                  </p:childTnLst>
                                </p:cTn>
                              </p:par>
                              <p:par>
                                <p:cTn id="175" presetID="53" presetClass="entr" presetSubtype="16" fill="hold" grpId="0" nodeType="withEffect">
                                  <p:stCondLst>
                                    <p:cond delay="250"/>
                                  </p:stCondLst>
                                  <p:childTnLst>
                                    <p:set>
                                      <p:cBhvr>
                                        <p:cTn id="176" dur="1" fill="hold">
                                          <p:stCondLst>
                                            <p:cond delay="0"/>
                                          </p:stCondLst>
                                        </p:cTn>
                                        <p:tgtEl>
                                          <p:spTgt spid="37"/>
                                        </p:tgtEl>
                                        <p:attrNameLst>
                                          <p:attrName>style.visibility</p:attrName>
                                        </p:attrNameLst>
                                      </p:cBhvr>
                                      <p:to>
                                        <p:strVal val="visible"/>
                                      </p:to>
                                    </p:set>
                                    <p:anim calcmode="lin" valueType="num">
                                      <p:cBhvr>
                                        <p:cTn id="177" dur="500" fill="hold"/>
                                        <p:tgtEl>
                                          <p:spTgt spid="37"/>
                                        </p:tgtEl>
                                        <p:attrNameLst>
                                          <p:attrName>ppt_w</p:attrName>
                                        </p:attrNameLst>
                                      </p:cBhvr>
                                      <p:tavLst>
                                        <p:tav tm="0">
                                          <p:val>
                                            <p:fltVal val="0"/>
                                          </p:val>
                                        </p:tav>
                                        <p:tav tm="100000">
                                          <p:val>
                                            <p:strVal val="#ppt_w"/>
                                          </p:val>
                                        </p:tav>
                                      </p:tavLst>
                                    </p:anim>
                                    <p:anim calcmode="lin" valueType="num">
                                      <p:cBhvr>
                                        <p:cTn id="178" dur="500" fill="hold"/>
                                        <p:tgtEl>
                                          <p:spTgt spid="37"/>
                                        </p:tgtEl>
                                        <p:attrNameLst>
                                          <p:attrName>ppt_h</p:attrName>
                                        </p:attrNameLst>
                                      </p:cBhvr>
                                      <p:tavLst>
                                        <p:tav tm="0">
                                          <p:val>
                                            <p:fltVal val="0"/>
                                          </p:val>
                                        </p:tav>
                                        <p:tav tm="100000">
                                          <p:val>
                                            <p:strVal val="#ppt_h"/>
                                          </p:val>
                                        </p:tav>
                                      </p:tavLst>
                                    </p:anim>
                                    <p:animEffect transition="in" filter="fade">
                                      <p:cBhvr>
                                        <p:cTn id="179" dur="500"/>
                                        <p:tgtEl>
                                          <p:spTgt spid="37"/>
                                        </p:tgtEl>
                                      </p:cBhvr>
                                    </p:animEffect>
                                  </p:childTnLst>
                                </p:cTn>
                              </p:par>
                              <p:par>
                                <p:cTn id="180" presetID="53" presetClass="entr" presetSubtype="16" fill="hold" grpId="0" nodeType="withEffect">
                                  <p:stCondLst>
                                    <p:cond delay="250"/>
                                  </p:stCondLst>
                                  <p:childTnLst>
                                    <p:set>
                                      <p:cBhvr>
                                        <p:cTn id="181" dur="1" fill="hold">
                                          <p:stCondLst>
                                            <p:cond delay="0"/>
                                          </p:stCondLst>
                                        </p:cTn>
                                        <p:tgtEl>
                                          <p:spTgt spid="38"/>
                                        </p:tgtEl>
                                        <p:attrNameLst>
                                          <p:attrName>style.visibility</p:attrName>
                                        </p:attrNameLst>
                                      </p:cBhvr>
                                      <p:to>
                                        <p:strVal val="visible"/>
                                      </p:to>
                                    </p:set>
                                    <p:anim calcmode="lin" valueType="num">
                                      <p:cBhvr>
                                        <p:cTn id="182" dur="500" fill="hold"/>
                                        <p:tgtEl>
                                          <p:spTgt spid="38"/>
                                        </p:tgtEl>
                                        <p:attrNameLst>
                                          <p:attrName>ppt_w</p:attrName>
                                        </p:attrNameLst>
                                      </p:cBhvr>
                                      <p:tavLst>
                                        <p:tav tm="0">
                                          <p:val>
                                            <p:fltVal val="0"/>
                                          </p:val>
                                        </p:tav>
                                        <p:tav tm="100000">
                                          <p:val>
                                            <p:strVal val="#ppt_w"/>
                                          </p:val>
                                        </p:tav>
                                      </p:tavLst>
                                    </p:anim>
                                    <p:anim calcmode="lin" valueType="num">
                                      <p:cBhvr>
                                        <p:cTn id="183" dur="500" fill="hold"/>
                                        <p:tgtEl>
                                          <p:spTgt spid="38"/>
                                        </p:tgtEl>
                                        <p:attrNameLst>
                                          <p:attrName>ppt_h</p:attrName>
                                        </p:attrNameLst>
                                      </p:cBhvr>
                                      <p:tavLst>
                                        <p:tav tm="0">
                                          <p:val>
                                            <p:fltVal val="0"/>
                                          </p:val>
                                        </p:tav>
                                        <p:tav tm="100000">
                                          <p:val>
                                            <p:strVal val="#ppt_h"/>
                                          </p:val>
                                        </p:tav>
                                      </p:tavLst>
                                    </p:anim>
                                    <p:animEffect transition="in" filter="fade">
                                      <p:cBhvr>
                                        <p:cTn id="184" dur="500"/>
                                        <p:tgtEl>
                                          <p:spTgt spid="38"/>
                                        </p:tgtEl>
                                      </p:cBhvr>
                                    </p:animEffect>
                                  </p:childTnLst>
                                </p:cTn>
                              </p:par>
                              <p:par>
                                <p:cTn id="185" presetID="53" presetClass="entr" presetSubtype="16" fill="hold" grpId="0" nodeType="withEffect">
                                  <p:stCondLst>
                                    <p:cond delay="250"/>
                                  </p:stCondLst>
                                  <p:childTnLst>
                                    <p:set>
                                      <p:cBhvr>
                                        <p:cTn id="186" dur="1" fill="hold">
                                          <p:stCondLst>
                                            <p:cond delay="0"/>
                                          </p:stCondLst>
                                        </p:cTn>
                                        <p:tgtEl>
                                          <p:spTgt spid="39"/>
                                        </p:tgtEl>
                                        <p:attrNameLst>
                                          <p:attrName>style.visibility</p:attrName>
                                        </p:attrNameLst>
                                      </p:cBhvr>
                                      <p:to>
                                        <p:strVal val="visible"/>
                                      </p:to>
                                    </p:set>
                                    <p:anim calcmode="lin" valueType="num">
                                      <p:cBhvr>
                                        <p:cTn id="187" dur="500" fill="hold"/>
                                        <p:tgtEl>
                                          <p:spTgt spid="39"/>
                                        </p:tgtEl>
                                        <p:attrNameLst>
                                          <p:attrName>ppt_w</p:attrName>
                                        </p:attrNameLst>
                                      </p:cBhvr>
                                      <p:tavLst>
                                        <p:tav tm="0">
                                          <p:val>
                                            <p:fltVal val="0"/>
                                          </p:val>
                                        </p:tav>
                                        <p:tav tm="100000">
                                          <p:val>
                                            <p:strVal val="#ppt_w"/>
                                          </p:val>
                                        </p:tav>
                                      </p:tavLst>
                                    </p:anim>
                                    <p:anim calcmode="lin" valueType="num">
                                      <p:cBhvr>
                                        <p:cTn id="188" dur="500" fill="hold"/>
                                        <p:tgtEl>
                                          <p:spTgt spid="39"/>
                                        </p:tgtEl>
                                        <p:attrNameLst>
                                          <p:attrName>ppt_h</p:attrName>
                                        </p:attrNameLst>
                                      </p:cBhvr>
                                      <p:tavLst>
                                        <p:tav tm="0">
                                          <p:val>
                                            <p:fltVal val="0"/>
                                          </p:val>
                                        </p:tav>
                                        <p:tav tm="100000">
                                          <p:val>
                                            <p:strVal val="#ppt_h"/>
                                          </p:val>
                                        </p:tav>
                                      </p:tavLst>
                                    </p:anim>
                                    <p:animEffect transition="in" filter="fade">
                                      <p:cBhvr>
                                        <p:cTn id="189" dur="500"/>
                                        <p:tgtEl>
                                          <p:spTgt spid="39"/>
                                        </p:tgtEl>
                                      </p:cBhvr>
                                    </p:animEffect>
                                  </p:childTnLst>
                                </p:cTn>
                              </p:par>
                              <p:par>
                                <p:cTn id="190" presetID="53" presetClass="entr" presetSubtype="16" fill="hold" grpId="0" nodeType="withEffect">
                                  <p:stCondLst>
                                    <p:cond delay="250"/>
                                  </p:stCondLst>
                                  <p:childTnLst>
                                    <p:set>
                                      <p:cBhvr>
                                        <p:cTn id="191" dur="1" fill="hold">
                                          <p:stCondLst>
                                            <p:cond delay="0"/>
                                          </p:stCondLst>
                                        </p:cTn>
                                        <p:tgtEl>
                                          <p:spTgt spid="40"/>
                                        </p:tgtEl>
                                        <p:attrNameLst>
                                          <p:attrName>style.visibility</p:attrName>
                                        </p:attrNameLst>
                                      </p:cBhvr>
                                      <p:to>
                                        <p:strVal val="visible"/>
                                      </p:to>
                                    </p:set>
                                    <p:anim calcmode="lin" valueType="num">
                                      <p:cBhvr>
                                        <p:cTn id="192" dur="500" fill="hold"/>
                                        <p:tgtEl>
                                          <p:spTgt spid="40"/>
                                        </p:tgtEl>
                                        <p:attrNameLst>
                                          <p:attrName>ppt_w</p:attrName>
                                        </p:attrNameLst>
                                      </p:cBhvr>
                                      <p:tavLst>
                                        <p:tav tm="0">
                                          <p:val>
                                            <p:fltVal val="0"/>
                                          </p:val>
                                        </p:tav>
                                        <p:tav tm="100000">
                                          <p:val>
                                            <p:strVal val="#ppt_w"/>
                                          </p:val>
                                        </p:tav>
                                      </p:tavLst>
                                    </p:anim>
                                    <p:anim calcmode="lin" valueType="num">
                                      <p:cBhvr>
                                        <p:cTn id="193" dur="500" fill="hold"/>
                                        <p:tgtEl>
                                          <p:spTgt spid="40"/>
                                        </p:tgtEl>
                                        <p:attrNameLst>
                                          <p:attrName>ppt_h</p:attrName>
                                        </p:attrNameLst>
                                      </p:cBhvr>
                                      <p:tavLst>
                                        <p:tav tm="0">
                                          <p:val>
                                            <p:fltVal val="0"/>
                                          </p:val>
                                        </p:tav>
                                        <p:tav tm="100000">
                                          <p:val>
                                            <p:strVal val="#ppt_h"/>
                                          </p:val>
                                        </p:tav>
                                      </p:tavLst>
                                    </p:anim>
                                    <p:animEffect transition="in" filter="fade">
                                      <p:cBhvr>
                                        <p:cTn id="194" dur="500"/>
                                        <p:tgtEl>
                                          <p:spTgt spid="40"/>
                                        </p:tgtEl>
                                      </p:cBhvr>
                                    </p:animEffect>
                                  </p:childTnLst>
                                </p:cTn>
                              </p:par>
                              <p:par>
                                <p:cTn id="195" presetID="53" presetClass="entr" presetSubtype="16" fill="hold" grpId="0" nodeType="withEffect">
                                  <p:stCondLst>
                                    <p:cond delay="250"/>
                                  </p:stCondLst>
                                  <p:childTnLst>
                                    <p:set>
                                      <p:cBhvr>
                                        <p:cTn id="196" dur="1" fill="hold">
                                          <p:stCondLst>
                                            <p:cond delay="0"/>
                                          </p:stCondLst>
                                        </p:cTn>
                                        <p:tgtEl>
                                          <p:spTgt spid="41"/>
                                        </p:tgtEl>
                                        <p:attrNameLst>
                                          <p:attrName>style.visibility</p:attrName>
                                        </p:attrNameLst>
                                      </p:cBhvr>
                                      <p:to>
                                        <p:strVal val="visible"/>
                                      </p:to>
                                    </p:set>
                                    <p:anim calcmode="lin" valueType="num">
                                      <p:cBhvr>
                                        <p:cTn id="197" dur="500" fill="hold"/>
                                        <p:tgtEl>
                                          <p:spTgt spid="41"/>
                                        </p:tgtEl>
                                        <p:attrNameLst>
                                          <p:attrName>ppt_w</p:attrName>
                                        </p:attrNameLst>
                                      </p:cBhvr>
                                      <p:tavLst>
                                        <p:tav tm="0">
                                          <p:val>
                                            <p:fltVal val="0"/>
                                          </p:val>
                                        </p:tav>
                                        <p:tav tm="100000">
                                          <p:val>
                                            <p:strVal val="#ppt_w"/>
                                          </p:val>
                                        </p:tav>
                                      </p:tavLst>
                                    </p:anim>
                                    <p:anim calcmode="lin" valueType="num">
                                      <p:cBhvr>
                                        <p:cTn id="198" dur="500" fill="hold"/>
                                        <p:tgtEl>
                                          <p:spTgt spid="41"/>
                                        </p:tgtEl>
                                        <p:attrNameLst>
                                          <p:attrName>ppt_h</p:attrName>
                                        </p:attrNameLst>
                                      </p:cBhvr>
                                      <p:tavLst>
                                        <p:tav tm="0">
                                          <p:val>
                                            <p:fltVal val="0"/>
                                          </p:val>
                                        </p:tav>
                                        <p:tav tm="100000">
                                          <p:val>
                                            <p:strVal val="#ppt_h"/>
                                          </p:val>
                                        </p:tav>
                                      </p:tavLst>
                                    </p:anim>
                                    <p:animEffect transition="in" filter="fade">
                                      <p:cBhvr>
                                        <p:cTn id="199" dur="500"/>
                                        <p:tgtEl>
                                          <p:spTgt spid="41"/>
                                        </p:tgtEl>
                                      </p:cBhvr>
                                    </p:animEffect>
                                  </p:childTnLst>
                                </p:cTn>
                              </p:par>
                              <p:par>
                                <p:cTn id="200" presetID="53" presetClass="entr" presetSubtype="16" fill="hold" grpId="0" nodeType="withEffect">
                                  <p:stCondLst>
                                    <p:cond delay="250"/>
                                  </p:stCondLst>
                                  <p:childTnLst>
                                    <p:set>
                                      <p:cBhvr>
                                        <p:cTn id="201" dur="1" fill="hold">
                                          <p:stCondLst>
                                            <p:cond delay="0"/>
                                          </p:stCondLst>
                                        </p:cTn>
                                        <p:tgtEl>
                                          <p:spTgt spid="42"/>
                                        </p:tgtEl>
                                        <p:attrNameLst>
                                          <p:attrName>style.visibility</p:attrName>
                                        </p:attrNameLst>
                                      </p:cBhvr>
                                      <p:to>
                                        <p:strVal val="visible"/>
                                      </p:to>
                                    </p:set>
                                    <p:anim calcmode="lin" valueType="num">
                                      <p:cBhvr>
                                        <p:cTn id="202" dur="500" fill="hold"/>
                                        <p:tgtEl>
                                          <p:spTgt spid="42"/>
                                        </p:tgtEl>
                                        <p:attrNameLst>
                                          <p:attrName>ppt_w</p:attrName>
                                        </p:attrNameLst>
                                      </p:cBhvr>
                                      <p:tavLst>
                                        <p:tav tm="0">
                                          <p:val>
                                            <p:fltVal val="0"/>
                                          </p:val>
                                        </p:tav>
                                        <p:tav tm="100000">
                                          <p:val>
                                            <p:strVal val="#ppt_w"/>
                                          </p:val>
                                        </p:tav>
                                      </p:tavLst>
                                    </p:anim>
                                    <p:anim calcmode="lin" valueType="num">
                                      <p:cBhvr>
                                        <p:cTn id="203" dur="500" fill="hold"/>
                                        <p:tgtEl>
                                          <p:spTgt spid="42"/>
                                        </p:tgtEl>
                                        <p:attrNameLst>
                                          <p:attrName>ppt_h</p:attrName>
                                        </p:attrNameLst>
                                      </p:cBhvr>
                                      <p:tavLst>
                                        <p:tav tm="0">
                                          <p:val>
                                            <p:fltVal val="0"/>
                                          </p:val>
                                        </p:tav>
                                        <p:tav tm="100000">
                                          <p:val>
                                            <p:strVal val="#ppt_h"/>
                                          </p:val>
                                        </p:tav>
                                      </p:tavLst>
                                    </p:anim>
                                    <p:animEffect transition="in" filter="fade">
                                      <p:cBhvr>
                                        <p:cTn id="204" dur="500"/>
                                        <p:tgtEl>
                                          <p:spTgt spid="42"/>
                                        </p:tgtEl>
                                      </p:cBhvr>
                                    </p:animEffect>
                                  </p:childTnLst>
                                </p:cTn>
                              </p:par>
                              <p:par>
                                <p:cTn id="205" presetID="53" presetClass="entr" presetSubtype="16" fill="hold" grpId="0" nodeType="withEffect">
                                  <p:stCondLst>
                                    <p:cond delay="250"/>
                                  </p:stCondLst>
                                  <p:childTnLst>
                                    <p:set>
                                      <p:cBhvr>
                                        <p:cTn id="206" dur="1" fill="hold">
                                          <p:stCondLst>
                                            <p:cond delay="0"/>
                                          </p:stCondLst>
                                        </p:cTn>
                                        <p:tgtEl>
                                          <p:spTgt spid="43"/>
                                        </p:tgtEl>
                                        <p:attrNameLst>
                                          <p:attrName>style.visibility</p:attrName>
                                        </p:attrNameLst>
                                      </p:cBhvr>
                                      <p:to>
                                        <p:strVal val="visible"/>
                                      </p:to>
                                    </p:set>
                                    <p:anim calcmode="lin" valueType="num">
                                      <p:cBhvr>
                                        <p:cTn id="207" dur="500" fill="hold"/>
                                        <p:tgtEl>
                                          <p:spTgt spid="43"/>
                                        </p:tgtEl>
                                        <p:attrNameLst>
                                          <p:attrName>ppt_w</p:attrName>
                                        </p:attrNameLst>
                                      </p:cBhvr>
                                      <p:tavLst>
                                        <p:tav tm="0">
                                          <p:val>
                                            <p:fltVal val="0"/>
                                          </p:val>
                                        </p:tav>
                                        <p:tav tm="100000">
                                          <p:val>
                                            <p:strVal val="#ppt_w"/>
                                          </p:val>
                                        </p:tav>
                                      </p:tavLst>
                                    </p:anim>
                                    <p:anim calcmode="lin" valueType="num">
                                      <p:cBhvr>
                                        <p:cTn id="208" dur="500" fill="hold"/>
                                        <p:tgtEl>
                                          <p:spTgt spid="43"/>
                                        </p:tgtEl>
                                        <p:attrNameLst>
                                          <p:attrName>ppt_h</p:attrName>
                                        </p:attrNameLst>
                                      </p:cBhvr>
                                      <p:tavLst>
                                        <p:tav tm="0">
                                          <p:val>
                                            <p:fltVal val="0"/>
                                          </p:val>
                                        </p:tav>
                                        <p:tav tm="100000">
                                          <p:val>
                                            <p:strVal val="#ppt_h"/>
                                          </p:val>
                                        </p:tav>
                                      </p:tavLst>
                                    </p:anim>
                                    <p:animEffect transition="in" filter="fade">
                                      <p:cBhvr>
                                        <p:cTn id="209" dur="500"/>
                                        <p:tgtEl>
                                          <p:spTgt spid="43"/>
                                        </p:tgtEl>
                                      </p:cBhvr>
                                    </p:animEffect>
                                  </p:childTnLst>
                                </p:cTn>
                              </p:par>
                              <p:par>
                                <p:cTn id="210" presetID="53" presetClass="entr" presetSubtype="16" fill="hold" grpId="0" nodeType="withEffect">
                                  <p:stCondLst>
                                    <p:cond delay="250"/>
                                  </p:stCondLst>
                                  <p:childTnLst>
                                    <p:set>
                                      <p:cBhvr>
                                        <p:cTn id="211" dur="1" fill="hold">
                                          <p:stCondLst>
                                            <p:cond delay="0"/>
                                          </p:stCondLst>
                                        </p:cTn>
                                        <p:tgtEl>
                                          <p:spTgt spid="44"/>
                                        </p:tgtEl>
                                        <p:attrNameLst>
                                          <p:attrName>style.visibility</p:attrName>
                                        </p:attrNameLst>
                                      </p:cBhvr>
                                      <p:to>
                                        <p:strVal val="visible"/>
                                      </p:to>
                                    </p:set>
                                    <p:anim calcmode="lin" valueType="num">
                                      <p:cBhvr>
                                        <p:cTn id="212" dur="500" fill="hold"/>
                                        <p:tgtEl>
                                          <p:spTgt spid="44"/>
                                        </p:tgtEl>
                                        <p:attrNameLst>
                                          <p:attrName>ppt_w</p:attrName>
                                        </p:attrNameLst>
                                      </p:cBhvr>
                                      <p:tavLst>
                                        <p:tav tm="0">
                                          <p:val>
                                            <p:fltVal val="0"/>
                                          </p:val>
                                        </p:tav>
                                        <p:tav tm="100000">
                                          <p:val>
                                            <p:strVal val="#ppt_w"/>
                                          </p:val>
                                        </p:tav>
                                      </p:tavLst>
                                    </p:anim>
                                    <p:anim calcmode="lin" valueType="num">
                                      <p:cBhvr>
                                        <p:cTn id="213" dur="500" fill="hold"/>
                                        <p:tgtEl>
                                          <p:spTgt spid="44"/>
                                        </p:tgtEl>
                                        <p:attrNameLst>
                                          <p:attrName>ppt_h</p:attrName>
                                        </p:attrNameLst>
                                      </p:cBhvr>
                                      <p:tavLst>
                                        <p:tav tm="0">
                                          <p:val>
                                            <p:fltVal val="0"/>
                                          </p:val>
                                        </p:tav>
                                        <p:tav tm="100000">
                                          <p:val>
                                            <p:strVal val="#ppt_h"/>
                                          </p:val>
                                        </p:tav>
                                      </p:tavLst>
                                    </p:anim>
                                    <p:animEffect transition="in" filter="fade">
                                      <p:cBhvr>
                                        <p:cTn id="214" dur="500"/>
                                        <p:tgtEl>
                                          <p:spTgt spid="44"/>
                                        </p:tgtEl>
                                      </p:cBhvr>
                                    </p:animEffect>
                                  </p:childTnLst>
                                </p:cTn>
                              </p:par>
                              <p:par>
                                <p:cTn id="215" presetID="53" presetClass="entr" presetSubtype="16" fill="hold" grpId="0" nodeType="withEffect">
                                  <p:stCondLst>
                                    <p:cond delay="250"/>
                                  </p:stCondLst>
                                  <p:childTnLst>
                                    <p:set>
                                      <p:cBhvr>
                                        <p:cTn id="216" dur="1" fill="hold">
                                          <p:stCondLst>
                                            <p:cond delay="0"/>
                                          </p:stCondLst>
                                        </p:cTn>
                                        <p:tgtEl>
                                          <p:spTgt spid="45"/>
                                        </p:tgtEl>
                                        <p:attrNameLst>
                                          <p:attrName>style.visibility</p:attrName>
                                        </p:attrNameLst>
                                      </p:cBhvr>
                                      <p:to>
                                        <p:strVal val="visible"/>
                                      </p:to>
                                    </p:set>
                                    <p:anim calcmode="lin" valueType="num">
                                      <p:cBhvr>
                                        <p:cTn id="217" dur="500" fill="hold"/>
                                        <p:tgtEl>
                                          <p:spTgt spid="45"/>
                                        </p:tgtEl>
                                        <p:attrNameLst>
                                          <p:attrName>ppt_w</p:attrName>
                                        </p:attrNameLst>
                                      </p:cBhvr>
                                      <p:tavLst>
                                        <p:tav tm="0">
                                          <p:val>
                                            <p:fltVal val="0"/>
                                          </p:val>
                                        </p:tav>
                                        <p:tav tm="100000">
                                          <p:val>
                                            <p:strVal val="#ppt_w"/>
                                          </p:val>
                                        </p:tav>
                                      </p:tavLst>
                                    </p:anim>
                                    <p:anim calcmode="lin" valueType="num">
                                      <p:cBhvr>
                                        <p:cTn id="218" dur="500" fill="hold"/>
                                        <p:tgtEl>
                                          <p:spTgt spid="45"/>
                                        </p:tgtEl>
                                        <p:attrNameLst>
                                          <p:attrName>ppt_h</p:attrName>
                                        </p:attrNameLst>
                                      </p:cBhvr>
                                      <p:tavLst>
                                        <p:tav tm="0">
                                          <p:val>
                                            <p:fltVal val="0"/>
                                          </p:val>
                                        </p:tav>
                                        <p:tav tm="100000">
                                          <p:val>
                                            <p:strVal val="#ppt_h"/>
                                          </p:val>
                                        </p:tav>
                                      </p:tavLst>
                                    </p:anim>
                                    <p:animEffect transition="in" filter="fade">
                                      <p:cBhvr>
                                        <p:cTn id="219" dur="500"/>
                                        <p:tgtEl>
                                          <p:spTgt spid="45"/>
                                        </p:tgtEl>
                                      </p:cBhvr>
                                    </p:animEffect>
                                  </p:childTnLst>
                                </p:cTn>
                              </p:par>
                              <p:par>
                                <p:cTn id="220" presetID="53" presetClass="entr" presetSubtype="16" fill="hold" grpId="0" nodeType="withEffect">
                                  <p:stCondLst>
                                    <p:cond delay="250"/>
                                  </p:stCondLst>
                                  <p:childTnLst>
                                    <p:set>
                                      <p:cBhvr>
                                        <p:cTn id="221" dur="1" fill="hold">
                                          <p:stCondLst>
                                            <p:cond delay="0"/>
                                          </p:stCondLst>
                                        </p:cTn>
                                        <p:tgtEl>
                                          <p:spTgt spid="46"/>
                                        </p:tgtEl>
                                        <p:attrNameLst>
                                          <p:attrName>style.visibility</p:attrName>
                                        </p:attrNameLst>
                                      </p:cBhvr>
                                      <p:to>
                                        <p:strVal val="visible"/>
                                      </p:to>
                                    </p:set>
                                    <p:anim calcmode="lin" valueType="num">
                                      <p:cBhvr>
                                        <p:cTn id="222" dur="500" fill="hold"/>
                                        <p:tgtEl>
                                          <p:spTgt spid="46"/>
                                        </p:tgtEl>
                                        <p:attrNameLst>
                                          <p:attrName>ppt_w</p:attrName>
                                        </p:attrNameLst>
                                      </p:cBhvr>
                                      <p:tavLst>
                                        <p:tav tm="0">
                                          <p:val>
                                            <p:fltVal val="0"/>
                                          </p:val>
                                        </p:tav>
                                        <p:tav tm="100000">
                                          <p:val>
                                            <p:strVal val="#ppt_w"/>
                                          </p:val>
                                        </p:tav>
                                      </p:tavLst>
                                    </p:anim>
                                    <p:anim calcmode="lin" valueType="num">
                                      <p:cBhvr>
                                        <p:cTn id="223" dur="500" fill="hold"/>
                                        <p:tgtEl>
                                          <p:spTgt spid="46"/>
                                        </p:tgtEl>
                                        <p:attrNameLst>
                                          <p:attrName>ppt_h</p:attrName>
                                        </p:attrNameLst>
                                      </p:cBhvr>
                                      <p:tavLst>
                                        <p:tav tm="0">
                                          <p:val>
                                            <p:fltVal val="0"/>
                                          </p:val>
                                        </p:tav>
                                        <p:tav tm="100000">
                                          <p:val>
                                            <p:strVal val="#ppt_h"/>
                                          </p:val>
                                        </p:tav>
                                      </p:tavLst>
                                    </p:anim>
                                    <p:animEffect transition="in" filter="fade">
                                      <p:cBhvr>
                                        <p:cTn id="224" dur="500"/>
                                        <p:tgtEl>
                                          <p:spTgt spid="46"/>
                                        </p:tgtEl>
                                      </p:cBhvr>
                                    </p:animEffect>
                                  </p:childTnLst>
                                </p:cTn>
                              </p:par>
                              <p:par>
                                <p:cTn id="225" presetID="53" presetClass="entr" presetSubtype="16" fill="hold" grpId="0" nodeType="withEffect">
                                  <p:stCondLst>
                                    <p:cond delay="250"/>
                                  </p:stCondLst>
                                  <p:childTnLst>
                                    <p:set>
                                      <p:cBhvr>
                                        <p:cTn id="226" dur="1" fill="hold">
                                          <p:stCondLst>
                                            <p:cond delay="0"/>
                                          </p:stCondLst>
                                        </p:cTn>
                                        <p:tgtEl>
                                          <p:spTgt spid="47"/>
                                        </p:tgtEl>
                                        <p:attrNameLst>
                                          <p:attrName>style.visibility</p:attrName>
                                        </p:attrNameLst>
                                      </p:cBhvr>
                                      <p:to>
                                        <p:strVal val="visible"/>
                                      </p:to>
                                    </p:set>
                                    <p:anim calcmode="lin" valueType="num">
                                      <p:cBhvr>
                                        <p:cTn id="227" dur="500" fill="hold"/>
                                        <p:tgtEl>
                                          <p:spTgt spid="47"/>
                                        </p:tgtEl>
                                        <p:attrNameLst>
                                          <p:attrName>ppt_w</p:attrName>
                                        </p:attrNameLst>
                                      </p:cBhvr>
                                      <p:tavLst>
                                        <p:tav tm="0">
                                          <p:val>
                                            <p:fltVal val="0"/>
                                          </p:val>
                                        </p:tav>
                                        <p:tav tm="100000">
                                          <p:val>
                                            <p:strVal val="#ppt_w"/>
                                          </p:val>
                                        </p:tav>
                                      </p:tavLst>
                                    </p:anim>
                                    <p:anim calcmode="lin" valueType="num">
                                      <p:cBhvr>
                                        <p:cTn id="228" dur="500" fill="hold"/>
                                        <p:tgtEl>
                                          <p:spTgt spid="47"/>
                                        </p:tgtEl>
                                        <p:attrNameLst>
                                          <p:attrName>ppt_h</p:attrName>
                                        </p:attrNameLst>
                                      </p:cBhvr>
                                      <p:tavLst>
                                        <p:tav tm="0">
                                          <p:val>
                                            <p:fltVal val="0"/>
                                          </p:val>
                                        </p:tav>
                                        <p:tav tm="100000">
                                          <p:val>
                                            <p:strVal val="#ppt_h"/>
                                          </p:val>
                                        </p:tav>
                                      </p:tavLst>
                                    </p:anim>
                                    <p:animEffect transition="in" filter="fade">
                                      <p:cBhvr>
                                        <p:cTn id="229" dur="500"/>
                                        <p:tgtEl>
                                          <p:spTgt spid="47"/>
                                        </p:tgtEl>
                                      </p:cBhvr>
                                    </p:animEffect>
                                  </p:childTnLst>
                                </p:cTn>
                              </p:par>
                              <p:par>
                                <p:cTn id="230" presetID="53" presetClass="entr" presetSubtype="16" fill="hold" grpId="0" nodeType="withEffect">
                                  <p:stCondLst>
                                    <p:cond delay="250"/>
                                  </p:stCondLst>
                                  <p:childTnLst>
                                    <p:set>
                                      <p:cBhvr>
                                        <p:cTn id="231" dur="1" fill="hold">
                                          <p:stCondLst>
                                            <p:cond delay="0"/>
                                          </p:stCondLst>
                                        </p:cTn>
                                        <p:tgtEl>
                                          <p:spTgt spid="48"/>
                                        </p:tgtEl>
                                        <p:attrNameLst>
                                          <p:attrName>style.visibility</p:attrName>
                                        </p:attrNameLst>
                                      </p:cBhvr>
                                      <p:to>
                                        <p:strVal val="visible"/>
                                      </p:to>
                                    </p:set>
                                    <p:anim calcmode="lin" valueType="num">
                                      <p:cBhvr>
                                        <p:cTn id="232" dur="500" fill="hold"/>
                                        <p:tgtEl>
                                          <p:spTgt spid="48"/>
                                        </p:tgtEl>
                                        <p:attrNameLst>
                                          <p:attrName>ppt_w</p:attrName>
                                        </p:attrNameLst>
                                      </p:cBhvr>
                                      <p:tavLst>
                                        <p:tav tm="0">
                                          <p:val>
                                            <p:fltVal val="0"/>
                                          </p:val>
                                        </p:tav>
                                        <p:tav tm="100000">
                                          <p:val>
                                            <p:strVal val="#ppt_w"/>
                                          </p:val>
                                        </p:tav>
                                      </p:tavLst>
                                    </p:anim>
                                    <p:anim calcmode="lin" valueType="num">
                                      <p:cBhvr>
                                        <p:cTn id="233" dur="500" fill="hold"/>
                                        <p:tgtEl>
                                          <p:spTgt spid="48"/>
                                        </p:tgtEl>
                                        <p:attrNameLst>
                                          <p:attrName>ppt_h</p:attrName>
                                        </p:attrNameLst>
                                      </p:cBhvr>
                                      <p:tavLst>
                                        <p:tav tm="0">
                                          <p:val>
                                            <p:fltVal val="0"/>
                                          </p:val>
                                        </p:tav>
                                        <p:tav tm="100000">
                                          <p:val>
                                            <p:strVal val="#ppt_h"/>
                                          </p:val>
                                        </p:tav>
                                      </p:tavLst>
                                    </p:anim>
                                    <p:animEffect transition="in" filter="fade">
                                      <p:cBhvr>
                                        <p:cTn id="234" dur="500"/>
                                        <p:tgtEl>
                                          <p:spTgt spid="48"/>
                                        </p:tgtEl>
                                      </p:cBhvr>
                                    </p:animEffect>
                                  </p:childTnLst>
                                </p:cTn>
                              </p:par>
                              <p:par>
                                <p:cTn id="235" presetID="53" presetClass="entr" presetSubtype="16" fill="hold" grpId="0" nodeType="withEffect">
                                  <p:stCondLst>
                                    <p:cond delay="250"/>
                                  </p:stCondLst>
                                  <p:childTnLst>
                                    <p:set>
                                      <p:cBhvr>
                                        <p:cTn id="236" dur="1" fill="hold">
                                          <p:stCondLst>
                                            <p:cond delay="0"/>
                                          </p:stCondLst>
                                        </p:cTn>
                                        <p:tgtEl>
                                          <p:spTgt spid="49"/>
                                        </p:tgtEl>
                                        <p:attrNameLst>
                                          <p:attrName>style.visibility</p:attrName>
                                        </p:attrNameLst>
                                      </p:cBhvr>
                                      <p:to>
                                        <p:strVal val="visible"/>
                                      </p:to>
                                    </p:set>
                                    <p:anim calcmode="lin" valueType="num">
                                      <p:cBhvr>
                                        <p:cTn id="237" dur="500" fill="hold"/>
                                        <p:tgtEl>
                                          <p:spTgt spid="49"/>
                                        </p:tgtEl>
                                        <p:attrNameLst>
                                          <p:attrName>ppt_w</p:attrName>
                                        </p:attrNameLst>
                                      </p:cBhvr>
                                      <p:tavLst>
                                        <p:tav tm="0">
                                          <p:val>
                                            <p:fltVal val="0"/>
                                          </p:val>
                                        </p:tav>
                                        <p:tav tm="100000">
                                          <p:val>
                                            <p:strVal val="#ppt_w"/>
                                          </p:val>
                                        </p:tav>
                                      </p:tavLst>
                                    </p:anim>
                                    <p:anim calcmode="lin" valueType="num">
                                      <p:cBhvr>
                                        <p:cTn id="238" dur="500" fill="hold"/>
                                        <p:tgtEl>
                                          <p:spTgt spid="49"/>
                                        </p:tgtEl>
                                        <p:attrNameLst>
                                          <p:attrName>ppt_h</p:attrName>
                                        </p:attrNameLst>
                                      </p:cBhvr>
                                      <p:tavLst>
                                        <p:tav tm="0">
                                          <p:val>
                                            <p:fltVal val="0"/>
                                          </p:val>
                                        </p:tav>
                                        <p:tav tm="100000">
                                          <p:val>
                                            <p:strVal val="#ppt_h"/>
                                          </p:val>
                                        </p:tav>
                                      </p:tavLst>
                                    </p:anim>
                                    <p:animEffect transition="in" filter="fade">
                                      <p:cBhvr>
                                        <p:cTn id="239" dur="500"/>
                                        <p:tgtEl>
                                          <p:spTgt spid="49"/>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50"/>
                                        </p:tgtEl>
                                        <p:attrNameLst>
                                          <p:attrName>style.visibility</p:attrName>
                                        </p:attrNameLst>
                                      </p:cBhvr>
                                      <p:to>
                                        <p:strVal val="visible"/>
                                      </p:to>
                                    </p:set>
                                    <p:anim calcmode="lin" valueType="num">
                                      <p:cBhvr>
                                        <p:cTn id="242" dur="500" fill="hold"/>
                                        <p:tgtEl>
                                          <p:spTgt spid="50"/>
                                        </p:tgtEl>
                                        <p:attrNameLst>
                                          <p:attrName>ppt_w</p:attrName>
                                        </p:attrNameLst>
                                      </p:cBhvr>
                                      <p:tavLst>
                                        <p:tav tm="0">
                                          <p:val>
                                            <p:fltVal val="0"/>
                                          </p:val>
                                        </p:tav>
                                        <p:tav tm="100000">
                                          <p:val>
                                            <p:strVal val="#ppt_w"/>
                                          </p:val>
                                        </p:tav>
                                      </p:tavLst>
                                    </p:anim>
                                    <p:anim calcmode="lin" valueType="num">
                                      <p:cBhvr>
                                        <p:cTn id="243" dur="500" fill="hold"/>
                                        <p:tgtEl>
                                          <p:spTgt spid="50"/>
                                        </p:tgtEl>
                                        <p:attrNameLst>
                                          <p:attrName>ppt_h</p:attrName>
                                        </p:attrNameLst>
                                      </p:cBhvr>
                                      <p:tavLst>
                                        <p:tav tm="0">
                                          <p:val>
                                            <p:fltVal val="0"/>
                                          </p:val>
                                        </p:tav>
                                        <p:tav tm="100000">
                                          <p:val>
                                            <p:strVal val="#ppt_h"/>
                                          </p:val>
                                        </p:tav>
                                      </p:tavLst>
                                    </p:anim>
                                    <p:animEffect transition="in" filter="fade">
                                      <p:cBhvr>
                                        <p:cTn id="244" dur="500"/>
                                        <p:tgtEl>
                                          <p:spTgt spid="50"/>
                                        </p:tgtEl>
                                      </p:cBhvr>
                                    </p:animEffect>
                                  </p:childTnLst>
                                </p:cTn>
                              </p:par>
                              <p:par>
                                <p:cTn id="245" presetID="53" presetClass="entr" presetSubtype="16" fill="hold" grpId="0" nodeType="withEffect">
                                  <p:stCondLst>
                                    <p:cond delay="0"/>
                                  </p:stCondLst>
                                  <p:childTnLst>
                                    <p:set>
                                      <p:cBhvr>
                                        <p:cTn id="246" dur="1" fill="hold">
                                          <p:stCondLst>
                                            <p:cond delay="0"/>
                                          </p:stCondLst>
                                        </p:cTn>
                                        <p:tgtEl>
                                          <p:spTgt spid="51"/>
                                        </p:tgtEl>
                                        <p:attrNameLst>
                                          <p:attrName>style.visibility</p:attrName>
                                        </p:attrNameLst>
                                      </p:cBhvr>
                                      <p:to>
                                        <p:strVal val="visible"/>
                                      </p:to>
                                    </p:set>
                                    <p:anim calcmode="lin" valueType="num">
                                      <p:cBhvr>
                                        <p:cTn id="247" dur="500" fill="hold"/>
                                        <p:tgtEl>
                                          <p:spTgt spid="51"/>
                                        </p:tgtEl>
                                        <p:attrNameLst>
                                          <p:attrName>ppt_w</p:attrName>
                                        </p:attrNameLst>
                                      </p:cBhvr>
                                      <p:tavLst>
                                        <p:tav tm="0">
                                          <p:val>
                                            <p:fltVal val="0"/>
                                          </p:val>
                                        </p:tav>
                                        <p:tav tm="100000">
                                          <p:val>
                                            <p:strVal val="#ppt_w"/>
                                          </p:val>
                                        </p:tav>
                                      </p:tavLst>
                                    </p:anim>
                                    <p:anim calcmode="lin" valueType="num">
                                      <p:cBhvr>
                                        <p:cTn id="248" dur="500" fill="hold"/>
                                        <p:tgtEl>
                                          <p:spTgt spid="51"/>
                                        </p:tgtEl>
                                        <p:attrNameLst>
                                          <p:attrName>ppt_h</p:attrName>
                                        </p:attrNameLst>
                                      </p:cBhvr>
                                      <p:tavLst>
                                        <p:tav tm="0">
                                          <p:val>
                                            <p:fltVal val="0"/>
                                          </p:val>
                                        </p:tav>
                                        <p:tav tm="100000">
                                          <p:val>
                                            <p:strVal val="#ppt_h"/>
                                          </p:val>
                                        </p:tav>
                                      </p:tavLst>
                                    </p:anim>
                                    <p:animEffect transition="in" filter="fade">
                                      <p:cBhvr>
                                        <p:cTn id="249" dur="500"/>
                                        <p:tgtEl>
                                          <p:spTgt spid="51"/>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52"/>
                                        </p:tgtEl>
                                        <p:attrNameLst>
                                          <p:attrName>style.visibility</p:attrName>
                                        </p:attrNameLst>
                                      </p:cBhvr>
                                      <p:to>
                                        <p:strVal val="visible"/>
                                      </p:to>
                                    </p:set>
                                    <p:anim calcmode="lin" valueType="num">
                                      <p:cBhvr>
                                        <p:cTn id="252" dur="500" fill="hold"/>
                                        <p:tgtEl>
                                          <p:spTgt spid="52"/>
                                        </p:tgtEl>
                                        <p:attrNameLst>
                                          <p:attrName>ppt_w</p:attrName>
                                        </p:attrNameLst>
                                      </p:cBhvr>
                                      <p:tavLst>
                                        <p:tav tm="0">
                                          <p:val>
                                            <p:fltVal val="0"/>
                                          </p:val>
                                        </p:tav>
                                        <p:tav tm="100000">
                                          <p:val>
                                            <p:strVal val="#ppt_w"/>
                                          </p:val>
                                        </p:tav>
                                      </p:tavLst>
                                    </p:anim>
                                    <p:anim calcmode="lin" valueType="num">
                                      <p:cBhvr>
                                        <p:cTn id="253" dur="500" fill="hold"/>
                                        <p:tgtEl>
                                          <p:spTgt spid="52"/>
                                        </p:tgtEl>
                                        <p:attrNameLst>
                                          <p:attrName>ppt_h</p:attrName>
                                        </p:attrNameLst>
                                      </p:cBhvr>
                                      <p:tavLst>
                                        <p:tav tm="0">
                                          <p:val>
                                            <p:fltVal val="0"/>
                                          </p:val>
                                        </p:tav>
                                        <p:tav tm="100000">
                                          <p:val>
                                            <p:strVal val="#ppt_h"/>
                                          </p:val>
                                        </p:tav>
                                      </p:tavLst>
                                    </p:anim>
                                    <p:animEffect transition="in" filter="fade">
                                      <p:cBhvr>
                                        <p:cTn id="254" dur="500"/>
                                        <p:tgtEl>
                                          <p:spTgt spid="52"/>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53"/>
                                        </p:tgtEl>
                                        <p:attrNameLst>
                                          <p:attrName>style.visibility</p:attrName>
                                        </p:attrNameLst>
                                      </p:cBhvr>
                                      <p:to>
                                        <p:strVal val="visible"/>
                                      </p:to>
                                    </p:set>
                                    <p:anim calcmode="lin" valueType="num">
                                      <p:cBhvr>
                                        <p:cTn id="257" dur="500" fill="hold"/>
                                        <p:tgtEl>
                                          <p:spTgt spid="53"/>
                                        </p:tgtEl>
                                        <p:attrNameLst>
                                          <p:attrName>ppt_w</p:attrName>
                                        </p:attrNameLst>
                                      </p:cBhvr>
                                      <p:tavLst>
                                        <p:tav tm="0">
                                          <p:val>
                                            <p:fltVal val="0"/>
                                          </p:val>
                                        </p:tav>
                                        <p:tav tm="100000">
                                          <p:val>
                                            <p:strVal val="#ppt_w"/>
                                          </p:val>
                                        </p:tav>
                                      </p:tavLst>
                                    </p:anim>
                                    <p:anim calcmode="lin" valueType="num">
                                      <p:cBhvr>
                                        <p:cTn id="258" dur="500" fill="hold"/>
                                        <p:tgtEl>
                                          <p:spTgt spid="53"/>
                                        </p:tgtEl>
                                        <p:attrNameLst>
                                          <p:attrName>ppt_h</p:attrName>
                                        </p:attrNameLst>
                                      </p:cBhvr>
                                      <p:tavLst>
                                        <p:tav tm="0">
                                          <p:val>
                                            <p:fltVal val="0"/>
                                          </p:val>
                                        </p:tav>
                                        <p:tav tm="100000">
                                          <p:val>
                                            <p:strVal val="#ppt_h"/>
                                          </p:val>
                                        </p:tav>
                                      </p:tavLst>
                                    </p:anim>
                                    <p:animEffect transition="in" filter="fade">
                                      <p:cBhvr>
                                        <p:cTn id="259" dur="500"/>
                                        <p:tgtEl>
                                          <p:spTgt spid="53"/>
                                        </p:tgtEl>
                                      </p:cBhvr>
                                    </p:animEffect>
                                  </p:childTnLst>
                                </p:cTn>
                              </p:par>
                              <p:par>
                                <p:cTn id="260" presetID="53" presetClass="entr" presetSubtype="16" fill="hold" grpId="0" nodeType="withEffect">
                                  <p:stCondLst>
                                    <p:cond delay="0"/>
                                  </p:stCondLst>
                                  <p:childTnLst>
                                    <p:set>
                                      <p:cBhvr>
                                        <p:cTn id="261" dur="1" fill="hold">
                                          <p:stCondLst>
                                            <p:cond delay="0"/>
                                          </p:stCondLst>
                                        </p:cTn>
                                        <p:tgtEl>
                                          <p:spTgt spid="54"/>
                                        </p:tgtEl>
                                        <p:attrNameLst>
                                          <p:attrName>style.visibility</p:attrName>
                                        </p:attrNameLst>
                                      </p:cBhvr>
                                      <p:to>
                                        <p:strVal val="visible"/>
                                      </p:to>
                                    </p:set>
                                    <p:anim calcmode="lin" valueType="num">
                                      <p:cBhvr>
                                        <p:cTn id="262" dur="500" fill="hold"/>
                                        <p:tgtEl>
                                          <p:spTgt spid="54"/>
                                        </p:tgtEl>
                                        <p:attrNameLst>
                                          <p:attrName>ppt_w</p:attrName>
                                        </p:attrNameLst>
                                      </p:cBhvr>
                                      <p:tavLst>
                                        <p:tav tm="0">
                                          <p:val>
                                            <p:fltVal val="0"/>
                                          </p:val>
                                        </p:tav>
                                        <p:tav tm="100000">
                                          <p:val>
                                            <p:strVal val="#ppt_w"/>
                                          </p:val>
                                        </p:tav>
                                      </p:tavLst>
                                    </p:anim>
                                    <p:anim calcmode="lin" valueType="num">
                                      <p:cBhvr>
                                        <p:cTn id="263" dur="500" fill="hold"/>
                                        <p:tgtEl>
                                          <p:spTgt spid="54"/>
                                        </p:tgtEl>
                                        <p:attrNameLst>
                                          <p:attrName>ppt_h</p:attrName>
                                        </p:attrNameLst>
                                      </p:cBhvr>
                                      <p:tavLst>
                                        <p:tav tm="0">
                                          <p:val>
                                            <p:fltVal val="0"/>
                                          </p:val>
                                        </p:tav>
                                        <p:tav tm="100000">
                                          <p:val>
                                            <p:strVal val="#ppt_h"/>
                                          </p:val>
                                        </p:tav>
                                      </p:tavLst>
                                    </p:anim>
                                    <p:animEffect transition="in" filter="fade">
                                      <p:cBhvr>
                                        <p:cTn id="26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9379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4190035"/>
          </a:xfrm>
        </p:spPr>
        <p:txBody>
          <a:bodyPr/>
          <a:lstStyle/>
          <a:p>
            <a:endParaRPr lang="en-US"/>
          </a:p>
        </p:txBody>
      </p:sp>
    </p:spTree>
    <p:extLst>
      <p:ext uri="{BB962C8B-B14F-4D97-AF65-F5344CB8AC3E}">
        <p14:creationId xmlns:p14="http://schemas.microsoft.com/office/powerpoint/2010/main" val="253599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 Id="rId5" Type="http://schemas.openxmlformats.org/officeDocument/2006/relationships/theme" Target="../theme/theme3.xml"/><Relationship Id="rId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CAF9D-5533-4ADA-833F-E6FB76EB69A5}" type="datetime1">
              <a:rPr lang="en-US" smtClean="0"/>
              <a:t>10/25/2019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grpSp>
        <p:nvGrpSpPr>
          <p:cNvPr id="7" name="Group 6"/>
          <p:cNvGrpSpPr/>
          <p:nvPr userDrawn="1"/>
        </p:nvGrpSpPr>
        <p:grpSpPr>
          <a:xfrm>
            <a:off x="11114029" y="273654"/>
            <a:ext cx="844062" cy="793146"/>
            <a:chOff x="8921751" y="-3195638"/>
            <a:chExt cx="3921124" cy="3684588"/>
          </a:xfrm>
        </p:grpSpPr>
        <p:sp>
          <p:nvSpPr>
            <p:cNvPr id="8" name="Freeform 5"/>
            <p:cNvSpPr>
              <a:spLocks/>
            </p:cNvSpPr>
            <p:nvPr/>
          </p:nvSpPr>
          <p:spPr bwMode="auto">
            <a:xfrm>
              <a:off x="8921751" y="-3195638"/>
              <a:ext cx="3875087" cy="3684588"/>
            </a:xfrm>
            <a:custGeom>
              <a:avLst/>
              <a:gdLst>
                <a:gd name="T0" fmla="*/ 509 w 1492"/>
                <a:gd name="T1" fmla="*/ 142 h 1418"/>
                <a:gd name="T2" fmla="*/ 284 w 1492"/>
                <a:gd name="T3" fmla="*/ 991 h 1418"/>
                <a:gd name="T4" fmla="*/ 1138 w 1492"/>
                <a:gd name="T5" fmla="*/ 1147 h 1418"/>
                <a:gd name="T6" fmla="*/ 1207 w 1492"/>
                <a:gd name="T7" fmla="*/ 431 h 1418"/>
                <a:gd name="T8" fmla="*/ 509 w 1492"/>
                <a:gd name="T9" fmla="*/ 142 h 1418"/>
              </a:gdLst>
              <a:ahLst/>
              <a:cxnLst>
                <a:cxn ang="0">
                  <a:pos x="T0" y="T1"/>
                </a:cxn>
                <a:cxn ang="0">
                  <a:pos x="T2" y="T3"/>
                </a:cxn>
                <a:cxn ang="0">
                  <a:pos x="T4" y="T5"/>
                </a:cxn>
                <a:cxn ang="0">
                  <a:pos x="T6" y="T7"/>
                </a:cxn>
                <a:cxn ang="0">
                  <a:pos x="T8" y="T9"/>
                </a:cxn>
              </a:cxnLst>
              <a:rect l="0" t="0" r="r" b="b"/>
              <a:pathLst>
                <a:path w="1492" h="1418">
                  <a:moveTo>
                    <a:pt x="509" y="142"/>
                  </a:moveTo>
                  <a:cubicBezTo>
                    <a:pt x="278" y="283"/>
                    <a:pt x="0" y="565"/>
                    <a:pt x="284" y="991"/>
                  </a:cubicBezTo>
                  <a:cubicBezTo>
                    <a:pt x="569" y="1418"/>
                    <a:pt x="978" y="1271"/>
                    <a:pt x="1138" y="1147"/>
                  </a:cubicBezTo>
                  <a:cubicBezTo>
                    <a:pt x="1299" y="1023"/>
                    <a:pt x="1492" y="822"/>
                    <a:pt x="1207" y="431"/>
                  </a:cubicBezTo>
                  <a:cubicBezTo>
                    <a:pt x="922" y="41"/>
                    <a:pt x="743" y="0"/>
                    <a:pt x="509" y="142"/>
                  </a:cubicBezTo>
                  <a:close/>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p:nvGrpSpPr>
          <p:grpSpPr>
            <a:xfrm>
              <a:off x="9170988" y="-3101975"/>
              <a:ext cx="3671887" cy="3551238"/>
              <a:chOff x="9170988" y="-3101975"/>
              <a:chExt cx="3671887" cy="3551238"/>
            </a:xfrm>
          </p:grpSpPr>
          <p:sp>
            <p:nvSpPr>
              <p:cNvPr id="10" name="Freeform 6"/>
              <p:cNvSpPr>
                <a:spLocks/>
              </p:cNvSpPr>
              <p:nvPr/>
            </p:nvSpPr>
            <p:spPr bwMode="auto">
              <a:xfrm>
                <a:off x="9380538" y="-3101975"/>
                <a:ext cx="3452812" cy="3551238"/>
              </a:xfrm>
              <a:custGeom>
                <a:avLst/>
                <a:gdLst>
                  <a:gd name="T0" fmla="*/ 1008 w 1329"/>
                  <a:gd name="T1" fmla="*/ 173 h 1367"/>
                  <a:gd name="T2" fmla="*/ 185 w 1329"/>
                  <a:gd name="T3" fmla="*/ 479 h 1367"/>
                  <a:gd name="T4" fmla="*/ 549 w 1329"/>
                  <a:gd name="T5" fmla="*/ 1266 h 1367"/>
                  <a:gd name="T6" fmla="*/ 1174 w 1329"/>
                  <a:gd name="T7" fmla="*/ 910 h 1367"/>
                  <a:gd name="T8" fmla="*/ 1008 w 1329"/>
                  <a:gd name="T9" fmla="*/ 173 h 1367"/>
                </a:gdLst>
                <a:ahLst/>
                <a:cxnLst>
                  <a:cxn ang="0">
                    <a:pos x="T0" y="T1"/>
                  </a:cxn>
                  <a:cxn ang="0">
                    <a:pos x="T2" y="T3"/>
                  </a:cxn>
                  <a:cxn ang="0">
                    <a:pos x="T4" y="T5"/>
                  </a:cxn>
                  <a:cxn ang="0">
                    <a:pos x="T6" y="T7"/>
                  </a:cxn>
                  <a:cxn ang="0">
                    <a:pos x="T8" y="T9"/>
                  </a:cxn>
                </a:cxnLst>
                <a:rect l="0" t="0" r="r" b="b"/>
                <a:pathLst>
                  <a:path w="1329" h="1367">
                    <a:moveTo>
                      <a:pt x="1008" y="173"/>
                    </a:moveTo>
                    <a:cubicBezTo>
                      <a:pt x="760" y="65"/>
                      <a:pt x="369" y="0"/>
                      <a:pt x="185" y="479"/>
                    </a:cubicBezTo>
                    <a:cubicBezTo>
                      <a:pt x="0" y="957"/>
                      <a:pt x="355" y="1206"/>
                      <a:pt x="549" y="1266"/>
                    </a:cubicBezTo>
                    <a:cubicBezTo>
                      <a:pt x="743" y="1326"/>
                      <a:pt x="1019" y="1367"/>
                      <a:pt x="1174" y="910"/>
                    </a:cubicBezTo>
                    <a:cubicBezTo>
                      <a:pt x="1329" y="453"/>
                      <a:pt x="1259" y="282"/>
                      <a:pt x="1008" y="173"/>
                    </a:cubicBezTo>
                    <a:close/>
                  </a:path>
                </a:pathLst>
              </a:custGeom>
              <a:solidFill>
                <a:schemeClr val="accent1">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p:cNvSpPr>
                <a:spLocks/>
              </p:cNvSpPr>
              <p:nvPr/>
            </p:nvSpPr>
            <p:spPr bwMode="auto">
              <a:xfrm>
                <a:off x="9170988" y="-2708275"/>
                <a:ext cx="3671887" cy="2624138"/>
              </a:xfrm>
              <a:custGeom>
                <a:avLst/>
                <a:gdLst>
                  <a:gd name="T0" fmla="*/ 808 w 1414"/>
                  <a:gd name="T1" fmla="*/ 42 h 1010"/>
                  <a:gd name="T2" fmla="*/ 28 w 1414"/>
                  <a:gd name="T3" fmla="*/ 588 h 1010"/>
                  <a:gd name="T4" fmla="*/ 831 w 1414"/>
                  <a:gd name="T5" fmla="*/ 969 h 1010"/>
                  <a:gd name="T6" fmla="*/ 808 w 1414"/>
                  <a:gd name="T7" fmla="*/ 42 h 1010"/>
                </a:gdLst>
                <a:ahLst/>
                <a:cxnLst>
                  <a:cxn ang="0">
                    <a:pos x="T0" y="T1"/>
                  </a:cxn>
                  <a:cxn ang="0">
                    <a:pos x="T2" y="T3"/>
                  </a:cxn>
                  <a:cxn ang="0">
                    <a:pos x="T4" y="T5"/>
                  </a:cxn>
                  <a:cxn ang="0">
                    <a:pos x="T6" y="T7"/>
                  </a:cxn>
                </a:cxnLst>
                <a:rect l="0" t="0" r="r" b="b"/>
                <a:pathLst>
                  <a:path w="1414" h="1010">
                    <a:moveTo>
                      <a:pt x="808" y="42"/>
                    </a:moveTo>
                    <a:cubicBezTo>
                      <a:pt x="423" y="0"/>
                      <a:pt x="55" y="386"/>
                      <a:pt x="28" y="588"/>
                    </a:cubicBezTo>
                    <a:cubicBezTo>
                      <a:pt x="0" y="790"/>
                      <a:pt x="248" y="1010"/>
                      <a:pt x="831" y="969"/>
                    </a:cubicBezTo>
                    <a:cubicBezTo>
                      <a:pt x="1414" y="927"/>
                      <a:pt x="1307" y="95"/>
                      <a:pt x="808" y="42"/>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6" name="Slide Number Placeholder 5"/>
          <p:cNvSpPr>
            <a:spLocks noGrp="1"/>
          </p:cNvSpPr>
          <p:nvPr>
            <p:ph type="sldNum" sz="quarter" idx="4"/>
          </p:nvPr>
        </p:nvSpPr>
        <p:spPr>
          <a:xfrm>
            <a:off x="11273724" y="487518"/>
            <a:ext cx="612494" cy="365125"/>
          </a:xfrm>
          <a:prstGeom prst="rect">
            <a:avLst/>
          </a:prstGeom>
        </p:spPr>
        <p:txBody>
          <a:bodyPr vert="horz" lIns="91440" tIns="45720" rIns="91440" bIns="45720" rtlCol="0" anchor="ctr"/>
          <a:lstStyle>
            <a:lvl1pPr algn="ctr">
              <a:defRPr sz="1200" b="1">
                <a:solidFill>
                  <a:schemeClr val="bg2"/>
                </a:solidFill>
              </a:defRPr>
            </a:lvl1pPr>
          </a:lstStyle>
          <a:p>
            <a:fld id="{32FFBE4F-D559-476D-AEE3-28F000B7084D}" type="slidenum">
              <a:rPr lang="en-US" smtClean="0"/>
              <a:pPr/>
              <a:t>‹#›</a:t>
            </a:fld>
            <a:endParaRPr lang="en-US"/>
          </a:p>
        </p:txBody>
      </p:sp>
      <p:grpSp>
        <p:nvGrpSpPr>
          <p:cNvPr id="12" name="Group 11"/>
          <p:cNvGrpSpPr/>
          <p:nvPr userDrawn="1"/>
        </p:nvGrpSpPr>
        <p:grpSpPr>
          <a:xfrm>
            <a:off x="8427719" y="2426869"/>
            <a:ext cx="4263891" cy="5238789"/>
            <a:chOff x="8427719" y="2426869"/>
            <a:chExt cx="4263891" cy="5238789"/>
          </a:xfrm>
        </p:grpSpPr>
        <p:grpSp>
          <p:nvGrpSpPr>
            <p:cNvPr id="13" name="Group 12"/>
            <p:cNvGrpSpPr/>
            <p:nvPr userDrawn="1"/>
          </p:nvGrpSpPr>
          <p:grpSpPr>
            <a:xfrm>
              <a:off x="8686918" y="2426869"/>
              <a:ext cx="4004692" cy="5238789"/>
              <a:chOff x="7960688" y="1320895"/>
              <a:chExt cx="4791883" cy="6268563"/>
            </a:xfrm>
            <a:solidFill>
              <a:schemeClr val="tx2">
                <a:lumMod val="20000"/>
                <a:lumOff val="80000"/>
                <a:alpha val="20000"/>
              </a:schemeClr>
            </a:solidFill>
          </p:grpSpPr>
          <p:sp>
            <p:nvSpPr>
              <p:cNvPr id="102" name="Freeform 14"/>
              <p:cNvSpPr>
                <a:spLocks noEditPoints="1"/>
              </p:cNvSpPr>
              <p:nvPr userDrawn="1"/>
            </p:nvSpPr>
            <p:spPr bwMode="auto">
              <a:xfrm>
                <a:off x="7960688" y="6674441"/>
                <a:ext cx="1829263" cy="915017"/>
              </a:xfrm>
              <a:custGeom>
                <a:avLst/>
                <a:gdLst>
                  <a:gd name="T0" fmla="*/ 190 w 1451"/>
                  <a:gd name="T1" fmla="*/ 0 h 726"/>
                  <a:gd name="T2" fmla="*/ 189 w 1451"/>
                  <a:gd name="T3" fmla="*/ 0 h 726"/>
                  <a:gd name="T4" fmla="*/ 189 w 1451"/>
                  <a:gd name="T5" fmla="*/ 0 h 726"/>
                  <a:gd name="T6" fmla="*/ 0 w 1451"/>
                  <a:gd name="T7" fmla="*/ 0 h 726"/>
                  <a:gd name="T8" fmla="*/ 726 w 1451"/>
                  <a:gd name="T9" fmla="*/ 726 h 726"/>
                  <a:gd name="T10" fmla="*/ 1396 w 1451"/>
                  <a:gd name="T11" fmla="*/ 280 h 726"/>
                  <a:gd name="T12" fmla="*/ 1204 w 1451"/>
                  <a:gd name="T13" fmla="*/ 242 h 726"/>
                  <a:gd name="T14" fmla="*/ 726 w 1451"/>
                  <a:gd name="T15" fmla="*/ 535 h 726"/>
                  <a:gd name="T16" fmla="*/ 190 w 1451"/>
                  <a:gd name="T17" fmla="*/ 0 h 726"/>
                  <a:gd name="T18" fmla="*/ 1451 w 1451"/>
                  <a:gd name="T19" fmla="*/ 0 h 726"/>
                  <a:gd name="T20" fmla="*/ 1451 w 1451"/>
                  <a:gd name="T21" fmla="*/ 0 h 726"/>
                  <a:gd name="T22" fmla="*/ 1451 w 1451"/>
                  <a:gd name="T23" fmla="*/ 0 h 726"/>
                  <a:gd name="T24" fmla="*/ 1261 w 1451"/>
                  <a:gd name="T25" fmla="*/ 0 h 726"/>
                  <a:gd name="T26" fmla="*/ 1258 w 1451"/>
                  <a:gd name="T27" fmla="*/ 61 h 726"/>
                  <a:gd name="T28" fmla="*/ 1438 w 1451"/>
                  <a:gd name="T29" fmla="*/ 92 h 726"/>
                  <a:gd name="T30" fmla="*/ 1446 w 1451"/>
                  <a:gd name="T31" fmla="*/ 92 h 726"/>
                  <a:gd name="T32" fmla="*/ 1451 w 1451"/>
                  <a:gd name="T3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1" h="726">
                    <a:moveTo>
                      <a:pt x="190" y="0"/>
                    </a:moveTo>
                    <a:cubicBezTo>
                      <a:pt x="189" y="0"/>
                      <a:pt x="189" y="0"/>
                      <a:pt x="189" y="0"/>
                    </a:cubicBezTo>
                    <a:cubicBezTo>
                      <a:pt x="189" y="0"/>
                      <a:pt x="189" y="0"/>
                      <a:pt x="189" y="0"/>
                    </a:cubicBezTo>
                    <a:cubicBezTo>
                      <a:pt x="0" y="0"/>
                      <a:pt x="0" y="0"/>
                      <a:pt x="0" y="0"/>
                    </a:cubicBezTo>
                    <a:cubicBezTo>
                      <a:pt x="0" y="401"/>
                      <a:pt x="325" y="726"/>
                      <a:pt x="726" y="726"/>
                    </a:cubicBezTo>
                    <a:cubicBezTo>
                      <a:pt x="1027" y="726"/>
                      <a:pt x="1286" y="542"/>
                      <a:pt x="1396" y="280"/>
                    </a:cubicBezTo>
                    <a:cubicBezTo>
                      <a:pt x="1331" y="276"/>
                      <a:pt x="1266" y="263"/>
                      <a:pt x="1204" y="242"/>
                    </a:cubicBezTo>
                    <a:cubicBezTo>
                      <a:pt x="1115" y="416"/>
                      <a:pt x="934" y="535"/>
                      <a:pt x="726" y="535"/>
                    </a:cubicBezTo>
                    <a:cubicBezTo>
                      <a:pt x="430" y="535"/>
                      <a:pt x="190" y="296"/>
                      <a:pt x="190" y="0"/>
                    </a:cubicBezTo>
                    <a:moveTo>
                      <a:pt x="1451" y="0"/>
                    </a:moveTo>
                    <a:cubicBezTo>
                      <a:pt x="1451" y="0"/>
                      <a:pt x="1451" y="0"/>
                      <a:pt x="1451" y="0"/>
                    </a:cubicBezTo>
                    <a:cubicBezTo>
                      <a:pt x="1451" y="0"/>
                      <a:pt x="1451" y="0"/>
                      <a:pt x="1451" y="0"/>
                    </a:cubicBezTo>
                    <a:cubicBezTo>
                      <a:pt x="1261" y="0"/>
                      <a:pt x="1261" y="0"/>
                      <a:pt x="1261" y="0"/>
                    </a:cubicBezTo>
                    <a:cubicBezTo>
                      <a:pt x="1261" y="21"/>
                      <a:pt x="1260" y="41"/>
                      <a:pt x="1258" y="61"/>
                    </a:cubicBezTo>
                    <a:cubicBezTo>
                      <a:pt x="1316" y="82"/>
                      <a:pt x="1377" y="92"/>
                      <a:pt x="1438" y="92"/>
                    </a:cubicBezTo>
                    <a:cubicBezTo>
                      <a:pt x="1440" y="92"/>
                      <a:pt x="1443" y="92"/>
                      <a:pt x="1446" y="92"/>
                    </a:cubicBezTo>
                    <a:cubicBezTo>
                      <a:pt x="1449" y="62"/>
                      <a:pt x="1451" y="31"/>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0"/>
              <p:cNvSpPr>
                <a:spLocks noEditPoints="1"/>
              </p:cNvSpPr>
              <p:nvPr userDrawn="1"/>
            </p:nvSpPr>
            <p:spPr bwMode="auto">
              <a:xfrm>
                <a:off x="10687224" y="3965650"/>
                <a:ext cx="1829263" cy="913474"/>
              </a:xfrm>
              <a:custGeom>
                <a:avLst/>
                <a:gdLst>
                  <a:gd name="T0" fmla="*/ 171 w 1451"/>
                  <a:gd name="T1" fmla="*/ 173 h 725"/>
                  <a:gd name="T2" fmla="*/ 28 w 1451"/>
                  <a:gd name="T3" fmla="*/ 202 h 725"/>
                  <a:gd name="T4" fmla="*/ 487 w 1451"/>
                  <a:gd name="T5" fmla="*/ 685 h 725"/>
                  <a:gd name="T6" fmla="*/ 523 w 1451"/>
                  <a:gd name="T7" fmla="*/ 496 h 725"/>
                  <a:gd name="T8" fmla="*/ 220 w 1451"/>
                  <a:gd name="T9" fmla="*/ 176 h 725"/>
                  <a:gd name="T10" fmla="*/ 171 w 1451"/>
                  <a:gd name="T11" fmla="*/ 173 h 725"/>
                  <a:gd name="T12" fmla="*/ 190 w 1451"/>
                  <a:gd name="T13" fmla="*/ 0 h 725"/>
                  <a:gd name="T14" fmla="*/ 189 w 1451"/>
                  <a:gd name="T15" fmla="*/ 0 h 725"/>
                  <a:gd name="T16" fmla="*/ 189 w 1451"/>
                  <a:gd name="T17" fmla="*/ 0 h 725"/>
                  <a:gd name="T18" fmla="*/ 0 w 1451"/>
                  <a:gd name="T19" fmla="*/ 0 h 725"/>
                  <a:gd name="T20" fmla="*/ 4 w 1451"/>
                  <a:gd name="T21" fmla="*/ 77 h 725"/>
                  <a:gd name="T22" fmla="*/ 171 w 1451"/>
                  <a:gd name="T23" fmla="*/ 47 h 725"/>
                  <a:gd name="T24" fmla="*/ 192 w 1451"/>
                  <a:gd name="T25" fmla="*/ 48 h 725"/>
                  <a:gd name="T26" fmla="*/ 190 w 1451"/>
                  <a:gd name="T27" fmla="*/ 0 h 725"/>
                  <a:gd name="T28" fmla="*/ 1451 w 1451"/>
                  <a:gd name="T29" fmla="*/ 0 h 725"/>
                  <a:gd name="T30" fmla="*/ 1451 w 1451"/>
                  <a:gd name="T31" fmla="*/ 0 h 725"/>
                  <a:gd name="T32" fmla="*/ 1451 w 1451"/>
                  <a:gd name="T33" fmla="*/ 0 h 725"/>
                  <a:gd name="T34" fmla="*/ 1261 w 1451"/>
                  <a:gd name="T35" fmla="*/ 0 h 725"/>
                  <a:gd name="T36" fmla="*/ 726 w 1451"/>
                  <a:gd name="T37" fmla="*/ 535 h 725"/>
                  <a:gd name="T38" fmla="*/ 650 w 1451"/>
                  <a:gd name="T39" fmla="*/ 530 h 725"/>
                  <a:gd name="T40" fmla="*/ 611 w 1451"/>
                  <a:gd name="T41" fmla="*/ 716 h 725"/>
                  <a:gd name="T42" fmla="*/ 726 w 1451"/>
                  <a:gd name="T43" fmla="*/ 725 h 725"/>
                  <a:gd name="T44" fmla="*/ 1451 w 1451"/>
                  <a:gd name="T45"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51" h="725">
                    <a:moveTo>
                      <a:pt x="171" y="173"/>
                    </a:moveTo>
                    <a:cubicBezTo>
                      <a:pt x="122" y="173"/>
                      <a:pt x="74" y="183"/>
                      <a:pt x="28" y="202"/>
                    </a:cubicBezTo>
                    <a:cubicBezTo>
                      <a:pt x="94" y="428"/>
                      <a:pt x="266" y="609"/>
                      <a:pt x="487" y="685"/>
                    </a:cubicBezTo>
                    <a:cubicBezTo>
                      <a:pt x="517" y="626"/>
                      <a:pt x="529" y="560"/>
                      <a:pt x="523" y="496"/>
                    </a:cubicBezTo>
                    <a:cubicBezTo>
                      <a:pt x="382" y="438"/>
                      <a:pt x="270" y="321"/>
                      <a:pt x="220" y="176"/>
                    </a:cubicBezTo>
                    <a:cubicBezTo>
                      <a:pt x="203" y="174"/>
                      <a:pt x="187" y="173"/>
                      <a:pt x="171" y="173"/>
                    </a:cubicBezTo>
                    <a:moveTo>
                      <a:pt x="190" y="0"/>
                    </a:moveTo>
                    <a:cubicBezTo>
                      <a:pt x="189" y="0"/>
                      <a:pt x="189" y="0"/>
                      <a:pt x="189" y="0"/>
                    </a:cubicBezTo>
                    <a:cubicBezTo>
                      <a:pt x="189" y="0"/>
                      <a:pt x="189" y="0"/>
                      <a:pt x="189" y="0"/>
                    </a:cubicBezTo>
                    <a:cubicBezTo>
                      <a:pt x="0" y="0"/>
                      <a:pt x="0" y="0"/>
                      <a:pt x="0" y="0"/>
                    </a:cubicBezTo>
                    <a:cubicBezTo>
                      <a:pt x="0" y="26"/>
                      <a:pt x="1" y="52"/>
                      <a:pt x="4" y="77"/>
                    </a:cubicBezTo>
                    <a:cubicBezTo>
                      <a:pt x="58" y="57"/>
                      <a:pt x="114" y="47"/>
                      <a:pt x="171" y="47"/>
                    </a:cubicBezTo>
                    <a:cubicBezTo>
                      <a:pt x="178" y="47"/>
                      <a:pt x="185" y="47"/>
                      <a:pt x="192" y="48"/>
                    </a:cubicBezTo>
                    <a:cubicBezTo>
                      <a:pt x="190" y="32"/>
                      <a:pt x="190" y="16"/>
                      <a:pt x="190" y="0"/>
                    </a:cubicBezTo>
                    <a:moveTo>
                      <a:pt x="1451" y="0"/>
                    </a:moveTo>
                    <a:cubicBezTo>
                      <a:pt x="1451" y="0"/>
                      <a:pt x="1451" y="0"/>
                      <a:pt x="1451" y="0"/>
                    </a:cubicBezTo>
                    <a:cubicBezTo>
                      <a:pt x="1451" y="0"/>
                      <a:pt x="1451" y="0"/>
                      <a:pt x="1451" y="0"/>
                    </a:cubicBezTo>
                    <a:cubicBezTo>
                      <a:pt x="1261" y="0"/>
                      <a:pt x="1261" y="0"/>
                      <a:pt x="1261" y="0"/>
                    </a:cubicBezTo>
                    <a:cubicBezTo>
                      <a:pt x="1261" y="295"/>
                      <a:pt x="1021" y="535"/>
                      <a:pt x="726" y="535"/>
                    </a:cubicBezTo>
                    <a:cubicBezTo>
                      <a:pt x="700" y="535"/>
                      <a:pt x="675" y="533"/>
                      <a:pt x="650" y="530"/>
                    </a:cubicBezTo>
                    <a:cubicBezTo>
                      <a:pt x="650" y="594"/>
                      <a:pt x="637" y="657"/>
                      <a:pt x="611" y="716"/>
                    </a:cubicBezTo>
                    <a:cubicBezTo>
                      <a:pt x="648" y="722"/>
                      <a:pt x="687" y="725"/>
                      <a:pt x="726" y="725"/>
                    </a:cubicBezTo>
                    <a:cubicBezTo>
                      <a:pt x="1126" y="725"/>
                      <a:pt x="1451" y="400"/>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nvGrpSpPr>
              <p:cNvPr id="104" name="Group 103"/>
              <p:cNvGrpSpPr/>
              <p:nvPr userDrawn="1"/>
            </p:nvGrpSpPr>
            <p:grpSpPr>
              <a:xfrm>
                <a:off x="8877249" y="1320895"/>
                <a:ext cx="3875322" cy="5085830"/>
                <a:chOff x="8877249" y="1320895"/>
                <a:chExt cx="3875322" cy="5085830"/>
              </a:xfrm>
              <a:grpFill/>
            </p:grpSpPr>
            <p:sp>
              <p:nvSpPr>
                <p:cNvPr id="105" name="Freeform 5"/>
                <p:cNvSpPr>
                  <a:spLocks noEditPoints="1"/>
                </p:cNvSpPr>
                <p:nvPr userDrawn="1"/>
              </p:nvSpPr>
              <p:spPr bwMode="auto">
                <a:xfrm>
                  <a:off x="9322413" y="4379182"/>
                  <a:ext cx="1563090" cy="1561547"/>
                </a:xfrm>
                <a:custGeom>
                  <a:avLst/>
                  <a:gdLst>
                    <a:gd name="T0" fmla="*/ 211 w 1240"/>
                    <a:gd name="T1" fmla="*/ 872 h 1239"/>
                    <a:gd name="T2" fmla="*/ 39 w 1240"/>
                    <a:gd name="T3" fmla="*/ 958 h 1239"/>
                    <a:gd name="T4" fmla="*/ 43 w 1240"/>
                    <a:gd name="T5" fmla="*/ 971 h 1239"/>
                    <a:gd name="T6" fmla="*/ 121 w 1240"/>
                    <a:gd name="T7" fmla="*/ 1126 h 1239"/>
                    <a:gd name="T8" fmla="*/ 213 w 1240"/>
                    <a:gd name="T9" fmla="*/ 1239 h 1239"/>
                    <a:gd name="T10" fmla="*/ 214 w 1240"/>
                    <a:gd name="T11" fmla="*/ 1239 h 1239"/>
                    <a:gd name="T12" fmla="*/ 214 w 1240"/>
                    <a:gd name="T13" fmla="*/ 1239 h 1239"/>
                    <a:gd name="T14" fmla="*/ 348 w 1240"/>
                    <a:gd name="T15" fmla="*/ 1105 h 1239"/>
                    <a:gd name="T16" fmla="*/ 211 w 1240"/>
                    <a:gd name="T17" fmla="*/ 872 h 1239"/>
                    <a:gd name="T18" fmla="*/ 3 w 1240"/>
                    <a:gd name="T19" fmla="*/ 670 h 1239"/>
                    <a:gd name="T20" fmla="*/ 1 w 1240"/>
                    <a:gd name="T21" fmla="*/ 758 h 1239"/>
                    <a:gd name="T22" fmla="*/ 99 w 1240"/>
                    <a:gd name="T23" fmla="*/ 711 h 1239"/>
                    <a:gd name="T24" fmla="*/ 3 w 1240"/>
                    <a:gd name="T25" fmla="*/ 670 h 1239"/>
                    <a:gd name="T26" fmla="*/ 942 w 1240"/>
                    <a:gd name="T27" fmla="*/ 32 h 1239"/>
                    <a:gd name="T28" fmla="*/ 901 w 1240"/>
                    <a:gd name="T29" fmla="*/ 219 h 1239"/>
                    <a:gd name="T30" fmla="*/ 1105 w 1240"/>
                    <a:gd name="T31" fmla="*/ 347 h 1239"/>
                    <a:gd name="T32" fmla="*/ 1106 w 1240"/>
                    <a:gd name="T33" fmla="*/ 347 h 1239"/>
                    <a:gd name="T34" fmla="*/ 1106 w 1240"/>
                    <a:gd name="T35" fmla="*/ 347 h 1239"/>
                    <a:gd name="T36" fmla="*/ 1240 w 1240"/>
                    <a:gd name="T37" fmla="*/ 213 h 1239"/>
                    <a:gd name="T38" fmla="*/ 942 w 1240"/>
                    <a:gd name="T39" fmla="*/ 32 h 1239"/>
                    <a:gd name="T40" fmla="*/ 516 w 1240"/>
                    <a:gd name="T41" fmla="*/ 31 h 1239"/>
                    <a:gd name="T42" fmla="*/ 213 w 1240"/>
                    <a:gd name="T43" fmla="*/ 213 h 1239"/>
                    <a:gd name="T44" fmla="*/ 26 w 1240"/>
                    <a:gd name="T45" fmla="*/ 535 h 1239"/>
                    <a:gd name="T46" fmla="*/ 205 w 1240"/>
                    <a:gd name="T47" fmla="*/ 605 h 1239"/>
                    <a:gd name="T48" fmla="*/ 348 w 1240"/>
                    <a:gd name="T49" fmla="*/ 347 h 1239"/>
                    <a:gd name="T50" fmla="*/ 592 w 1240"/>
                    <a:gd name="T51" fmla="*/ 207 h 1239"/>
                    <a:gd name="T52" fmla="*/ 516 w 1240"/>
                    <a:gd name="T53" fmla="*/ 31 h 1239"/>
                    <a:gd name="T54" fmla="*/ 727 w 1240"/>
                    <a:gd name="T55" fmla="*/ 0 h 1239"/>
                    <a:gd name="T56" fmla="*/ 650 w 1240"/>
                    <a:gd name="T57" fmla="*/ 4 h 1239"/>
                    <a:gd name="T58" fmla="*/ 716 w 1240"/>
                    <a:gd name="T59" fmla="*/ 190 h 1239"/>
                    <a:gd name="T60" fmla="*/ 727 w 1240"/>
                    <a:gd name="T61" fmla="*/ 190 h 1239"/>
                    <a:gd name="T62" fmla="*/ 775 w 1240"/>
                    <a:gd name="T63" fmla="*/ 192 h 1239"/>
                    <a:gd name="T64" fmla="*/ 815 w 1240"/>
                    <a:gd name="T65" fmla="*/ 5 h 1239"/>
                    <a:gd name="T66" fmla="*/ 727 w 1240"/>
                    <a:gd name="T67" fmla="*/ 0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0" h="1239">
                      <a:moveTo>
                        <a:pt x="211" y="872"/>
                      </a:moveTo>
                      <a:cubicBezTo>
                        <a:pt x="150" y="890"/>
                        <a:pt x="92" y="918"/>
                        <a:pt x="39" y="958"/>
                      </a:cubicBezTo>
                      <a:cubicBezTo>
                        <a:pt x="40" y="962"/>
                        <a:pt x="42" y="966"/>
                        <a:pt x="43" y="971"/>
                      </a:cubicBezTo>
                      <a:cubicBezTo>
                        <a:pt x="81" y="1017"/>
                        <a:pt x="107" y="1070"/>
                        <a:pt x="121" y="1126"/>
                      </a:cubicBezTo>
                      <a:cubicBezTo>
                        <a:pt x="147" y="1166"/>
                        <a:pt x="178" y="1204"/>
                        <a:pt x="213" y="1239"/>
                      </a:cubicBezTo>
                      <a:cubicBezTo>
                        <a:pt x="214" y="1239"/>
                        <a:pt x="214" y="1239"/>
                        <a:pt x="214" y="1239"/>
                      </a:cubicBezTo>
                      <a:cubicBezTo>
                        <a:pt x="214" y="1239"/>
                        <a:pt x="214" y="1239"/>
                        <a:pt x="214" y="1239"/>
                      </a:cubicBezTo>
                      <a:cubicBezTo>
                        <a:pt x="348" y="1105"/>
                        <a:pt x="348" y="1105"/>
                        <a:pt x="348" y="1105"/>
                      </a:cubicBezTo>
                      <a:cubicBezTo>
                        <a:pt x="281" y="1038"/>
                        <a:pt x="235" y="957"/>
                        <a:pt x="211" y="872"/>
                      </a:cubicBezTo>
                      <a:moveTo>
                        <a:pt x="3" y="670"/>
                      </a:moveTo>
                      <a:cubicBezTo>
                        <a:pt x="1" y="699"/>
                        <a:pt x="0" y="728"/>
                        <a:pt x="1" y="758"/>
                      </a:cubicBezTo>
                      <a:cubicBezTo>
                        <a:pt x="33" y="740"/>
                        <a:pt x="66" y="724"/>
                        <a:pt x="99" y="711"/>
                      </a:cubicBezTo>
                      <a:cubicBezTo>
                        <a:pt x="66" y="701"/>
                        <a:pt x="34" y="687"/>
                        <a:pt x="3" y="670"/>
                      </a:cubicBezTo>
                      <a:moveTo>
                        <a:pt x="942" y="32"/>
                      </a:moveTo>
                      <a:cubicBezTo>
                        <a:pt x="911" y="90"/>
                        <a:pt x="897" y="155"/>
                        <a:pt x="901" y="219"/>
                      </a:cubicBezTo>
                      <a:cubicBezTo>
                        <a:pt x="976" y="245"/>
                        <a:pt x="1046" y="287"/>
                        <a:pt x="1105" y="347"/>
                      </a:cubicBezTo>
                      <a:cubicBezTo>
                        <a:pt x="1106" y="347"/>
                        <a:pt x="1106" y="347"/>
                        <a:pt x="1106" y="347"/>
                      </a:cubicBezTo>
                      <a:cubicBezTo>
                        <a:pt x="1106" y="347"/>
                        <a:pt x="1106" y="347"/>
                        <a:pt x="1106" y="347"/>
                      </a:cubicBezTo>
                      <a:cubicBezTo>
                        <a:pt x="1240" y="213"/>
                        <a:pt x="1240" y="213"/>
                        <a:pt x="1240" y="213"/>
                      </a:cubicBezTo>
                      <a:cubicBezTo>
                        <a:pt x="1153" y="126"/>
                        <a:pt x="1051" y="66"/>
                        <a:pt x="942" y="32"/>
                      </a:cubicBezTo>
                      <a:moveTo>
                        <a:pt x="516" y="31"/>
                      </a:moveTo>
                      <a:cubicBezTo>
                        <a:pt x="405" y="65"/>
                        <a:pt x="301" y="125"/>
                        <a:pt x="213" y="213"/>
                      </a:cubicBezTo>
                      <a:cubicBezTo>
                        <a:pt x="121" y="305"/>
                        <a:pt x="58" y="417"/>
                        <a:pt x="26" y="535"/>
                      </a:cubicBezTo>
                      <a:cubicBezTo>
                        <a:pt x="79" y="575"/>
                        <a:pt x="141" y="599"/>
                        <a:pt x="205" y="605"/>
                      </a:cubicBezTo>
                      <a:cubicBezTo>
                        <a:pt x="226" y="511"/>
                        <a:pt x="274" y="421"/>
                        <a:pt x="348" y="347"/>
                      </a:cubicBezTo>
                      <a:cubicBezTo>
                        <a:pt x="418" y="277"/>
                        <a:pt x="502" y="231"/>
                        <a:pt x="592" y="207"/>
                      </a:cubicBezTo>
                      <a:cubicBezTo>
                        <a:pt x="583" y="144"/>
                        <a:pt x="558" y="83"/>
                        <a:pt x="516" y="31"/>
                      </a:cubicBezTo>
                      <a:moveTo>
                        <a:pt x="727" y="0"/>
                      </a:moveTo>
                      <a:cubicBezTo>
                        <a:pt x="701" y="0"/>
                        <a:pt x="676" y="1"/>
                        <a:pt x="650" y="4"/>
                      </a:cubicBezTo>
                      <a:cubicBezTo>
                        <a:pt x="685" y="62"/>
                        <a:pt x="707" y="125"/>
                        <a:pt x="716" y="190"/>
                      </a:cubicBezTo>
                      <a:cubicBezTo>
                        <a:pt x="720" y="190"/>
                        <a:pt x="723" y="190"/>
                        <a:pt x="727" y="190"/>
                      </a:cubicBezTo>
                      <a:cubicBezTo>
                        <a:pt x="743" y="190"/>
                        <a:pt x="759" y="191"/>
                        <a:pt x="775" y="192"/>
                      </a:cubicBezTo>
                      <a:cubicBezTo>
                        <a:pt x="776" y="128"/>
                        <a:pt x="789" y="65"/>
                        <a:pt x="815" y="5"/>
                      </a:cubicBezTo>
                      <a:cubicBezTo>
                        <a:pt x="786" y="2"/>
                        <a:pt x="756" y="0"/>
                        <a:pt x="7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6"/>
                <p:cNvSpPr>
                  <a:spLocks noEditPoints="1"/>
                </p:cNvSpPr>
                <p:nvPr userDrawn="1"/>
              </p:nvSpPr>
              <p:spPr bwMode="auto">
                <a:xfrm>
                  <a:off x="9591672" y="4646126"/>
                  <a:ext cx="1562319" cy="1560776"/>
                </a:xfrm>
                <a:custGeom>
                  <a:avLst/>
                  <a:gdLst>
                    <a:gd name="T0" fmla="*/ 655 w 1239"/>
                    <a:gd name="T1" fmla="*/ 1030 h 1238"/>
                    <a:gd name="T2" fmla="*/ 566 w 1239"/>
                    <a:gd name="T3" fmla="*/ 1047 h 1238"/>
                    <a:gd name="T4" fmla="*/ 558 w 1239"/>
                    <a:gd name="T5" fmla="*/ 1238 h 1238"/>
                    <a:gd name="T6" fmla="*/ 671 w 1239"/>
                    <a:gd name="T7" fmla="*/ 1222 h 1238"/>
                    <a:gd name="T8" fmla="*/ 655 w 1239"/>
                    <a:gd name="T9" fmla="*/ 1030 h 1238"/>
                    <a:gd name="T10" fmla="*/ 134 w 1239"/>
                    <a:gd name="T11" fmla="*/ 892 h 1238"/>
                    <a:gd name="T12" fmla="*/ 134 w 1239"/>
                    <a:gd name="T13" fmla="*/ 893 h 1238"/>
                    <a:gd name="T14" fmla="*/ 134 w 1239"/>
                    <a:gd name="T15" fmla="*/ 893 h 1238"/>
                    <a:gd name="T16" fmla="*/ 0 w 1239"/>
                    <a:gd name="T17" fmla="*/ 1027 h 1238"/>
                    <a:gd name="T18" fmla="*/ 322 w 1239"/>
                    <a:gd name="T19" fmla="*/ 1214 h 1238"/>
                    <a:gd name="T20" fmla="*/ 334 w 1239"/>
                    <a:gd name="T21" fmla="*/ 1019 h 1238"/>
                    <a:gd name="T22" fmla="*/ 134 w 1239"/>
                    <a:gd name="T23" fmla="*/ 892 h 1238"/>
                    <a:gd name="T24" fmla="*/ 1211 w 1239"/>
                    <a:gd name="T25" fmla="*/ 514 h 1238"/>
                    <a:gd name="T26" fmla="*/ 1048 w 1239"/>
                    <a:gd name="T27" fmla="*/ 534 h 1238"/>
                    <a:gd name="T28" fmla="*/ 892 w 1239"/>
                    <a:gd name="T29" fmla="*/ 892 h 1238"/>
                    <a:gd name="T30" fmla="*/ 827 w 1239"/>
                    <a:gd name="T31" fmla="*/ 948 h 1238"/>
                    <a:gd name="T32" fmla="*/ 862 w 1239"/>
                    <a:gd name="T33" fmla="*/ 1150 h 1238"/>
                    <a:gd name="T34" fmla="*/ 1026 w 1239"/>
                    <a:gd name="T35" fmla="*/ 1027 h 1238"/>
                    <a:gd name="T36" fmla="*/ 1239 w 1239"/>
                    <a:gd name="T37" fmla="*/ 514 h 1238"/>
                    <a:gd name="T38" fmla="*/ 1211 w 1239"/>
                    <a:gd name="T39" fmla="*/ 514 h 1238"/>
                    <a:gd name="T40" fmla="*/ 1026 w 1239"/>
                    <a:gd name="T41" fmla="*/ 0 h 1238"/>
                    <a:gd name="T42" fmla="*/ 1026 w 1239"/>
                    <a:gd name="T43" fmla="*/ 1 h 1238"/>
                    <a:gd name="T44" fmla="*/ 1026 w 1239"/>
                    <a:gd name="T45" fmla="*/ 1 h 1238"/>
                    <a:gd name="T46" fmla="*/ 892 w 1239"/>
                    <a:gd name="T47" fmla="*/ 135 h 1238"/>
                    <a:gd name="T48" fmla="*/ 1006 w 1239"/>
                    <a:gd name="T49" fmla="*/ 304 h 1238"/>
                    <a:gd name="T50" fmla="*/ 1201 w 1239"/>
                    <a:gd name="T51" fmla="*/ 280 h 1238"/>
                    <a:gd name="T52" fmla="*/ 1026 w 1239"/>
                    <a:gd name="T53" fmla="*/ 0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9" h="1238">
                      <a:moveTo>
                        <a:pt x="655" y="1030"/>
                      </a:moveTo>
                      <a:cubicBezTo>
                        <a:pt x="626" y="1038"/>
                        <a:pt x="596" y="1044"/>
                        <a:pt x="566" y="1047"/>
                      </a:cubicBezTo>
                      <a:cubicBezTo>
                        <a:pt x="554" y="1110"/>
                        <a:pt x="551" y="1174"/>
                        <a:pt x="558" y="1238"/>
                      </a:cubicBezTo>
                      <a:cubicBezTo>
                        <a:pt x="596" y="1236"/>
                        <a:pt x="634" y="1230"/>
                        <a:pt x="671" y="1222"/>
                      </a:cubicBezTo>
                      <a:cubicBezTo>
                        <a:pt x="677" y="1158"/>
                        <a:pt x="672" y="1093"/>
                        <a:pt x="655" y="1030"/>
                      </a:cubicBezTo>
                      <a:moveTo>
                        <a:pt x="134" y="892"/>
                      </a:moveTo>
                      <a:cubicBezTo>
                        <a:pt x="134" y="893"/>
                        <a:pt x="134" y="893"/>
                        <a:pt x="134" y="893"/>
                      </a:cubicBezTo>
                      <a:cubicBezTo>
                        <a:pt x="134" y="893"/>
                        <a:pt x="134" y="893"/>
                        <a:pt x="134" y="893"/>
                      </a:cubicBezTo>
                      <a:cubicBezTo>
                        <a:pt x="0" y="1027"/>
                        <a:pt x="0" y="1027"/>
                        <a:pt x="0" y="1027"/>
                      </a:cubicBezTo>
                      <a:cubicBezTo>
                        <a:pt x="92" y="1119"/>
                        <a:pt x="204" y="1182"/>
                        <a:pt x="322" y="1214"/>
                      </a:cubicBezTo>
                      <a:cubicBezTo>
                        <a:pt x="319" y="1149"/>
                        <a:pt x="323" y="1083"/>
                        <a:pt x="334" y="1019"/>
                      </a:cubicBezTo>
                      <a:cubicBezTo>
                        <a:pt x="261" y="993"/>
                        <a:pt x="193" y="951"/>
                        <a:pt x="134" y="892"/>
                      </a:cubicBezTo>
                      <a:moveTo>
                        <a:pt x="1211" y="514"/>
                      </a:moveTo>
                      <a:cubicBezTo>
                        <a:pt x="1156" y="514"/>
                        <a:pt x="1102" y="520"/>
                        <a:pt x="1048" y="534"/>
                      </a:cubicBezTo>
                      <a:cubicBezTo>
                        <a:pt x="1043" y="664"/>
                        <a:pt x="991" y="793"/>
                        <a:pt x="892" y="892"/>
                      </a:cubicBezTo>
                      <a:cubicBezTo>
                        <a:pt x="871" y="913"/>
                        <a:pt x="850" y="931"/>
                        <a:pt x="827" y="948"/>
                      </a:cubicBezTo>
                      <a:cubicBezTo>
                        <a:pt x="848" y="1014"/>
                        <a:pt x="860" y="1082"/>
                        <a:pt x="862" y="1150"/>
                      </a:cubicBezTo>
                      <a:cubicBezTo>
                        <a:pt x="921" y="1118"/>
                        <a:pt x="976" y="1077"/>
                        <a:pt x="1026" y="1027"/>
                      </a:cubicBezTo>
                      <a:cubicBezTo>
                        <a:pt x="1168" y="885"/>
                        <a:pt x="1239" y="700"/>
                        <a:pt x="1239" y="514"/>
                      </a:cubicBezTo>
                      <a:cubicBezTo>
                        <a:pt x="1229" y="514"/>
                        <a:pt x="1220" y="514"/>
                        <a:pt x="1211" y="514"/>
                      </a:cubicBezTo>
                      <a:moveTo>
                        <a:pt x="1026" y="0"/>
                      </a:moveTo>
                      <a:cubicBezTo>
                        <a:pt x="1026" y="1"/>
                        <a:pt x="1026" y="1"/>
                        <a:pt x="1026" y="1"/>
                      </a:cubicBezTo>
                      <a:cubicBezTo>
                        <a:pt x="1026" y="1"/>
                        <a:pt x="1026" y="1"/>
                        <a:pt x="1026" y="1"/>
                      </a:cubicBezTo>
                      <a:cubicBezTo>
                        <a:pt x="892" y="135"/>
                        <a:pt x="892" y="135"/>
                        <a:pt x="892" y="135"/>
                      </a:cubicBezTo>
                      <a:cubicBezTo>
                        <a:pt x="942" y="185"/>
                        <a:pt x="980" y="243"/>
                        <a:pt x="1006" y="304"/>
                      </a:cubicBezTo>
                      <a:cubicBezTo>
                        <a:pt x="1070" y="289"/>
                        <a:pt x="1135" y="281"/>
                        <a:pt x="1201" y="280"/>
                      </a:cubicBezTo>
                      <a:cubicBezTo>
                        <a:pt x="1166" y="178"/>
                        <a:pt x="1108" y="82"/>
                        <a:pt x="10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5"/>
                <p:cNvSpPr>
                  <a:spLocks/>
                </p:cNvSpPr>
                <p:nvPr userDrawn="1"/>
              </p:nvSpPr>
              <p:spPr bwMode="auto">
                <a:xfrm>
                  <a:off x="10877788" y="5023398"/>
                  <a:ext cx="268487" cy="209852"/>
                </a:xfrm>
                <a:custGeom>
                  <a:avLst/>
                  <a:gdLst>
                    <a:gd name="T0" fmla="*/ 187 w 213"/>
                    <a:gd name="T1" fmla="*/ 0 h 167"/>
                    <a:gd name="T2" fmla="*/ 20 w 213"/>
                    <a:gd name="T3" fmla="*/ 42 h 167"/>
                    <a:gd name="T4" fmla="*/ 0 w 213"/>
                    <a:gd name="T5" fmla="*/ 41 h 167"/>
                    <a:gd name="T6" fmla="*/ 27 w 213"/>
                    <a:gd name="T7" fmla="*/ 167 h 167"/>
                    <a:gd name="T8" fmla="*/ 213 w 213"/>
                    <a:gd name="T9" fmla="*/ 126 h 167"/>
                    <a:gd name="T10" fmla="*/ 187 w 213"/>
                    <a:gd name="T11" fmla="*/ 0 h 167"/>
                  </a:gdLst>
                  <a:ahLst/>
                  <a:cxnLst>
                    <a:cxn ang="0">
                      <a:pos x="T0" y="T1"/>
                    </a:cxn>
                    <a:cxn ang="0">
                      <a:pos x="T2" y="T3"/>
                    </a:cxn>
                    <a:cxn ang="0">
                      <a:pos x="T4" y="T5"/>
                    </a:cxn>
                    <a:cxn ang="0">
                      <a:pos x="T6" y="T7"/>
                    </a:cxn>
                    <a:cxn ang="0">
                      <a:pos x="T8" y="T9"/>
                    </a:cxn>
                    <a:cxn ang="0">
                      <a:pos x="T10" y="T11"/>
                    </a:cxn>
                  </a:cxnLst>
                  <a:rect l="0" t="0" r="r" b="b"/>
                  <a:pathLst>
                    <a:path w="213" h="167">
                      <a:moveTo>
                        <a:pt x="187" y="0"/>
                      </a:moveTo>
                      <a:cubicBezTo>
                        <a:pt x="135" y="28"/>
                        <a:pt x="77" y="42"/>
                        <a:pt x="20" y="42"/>
                      </a:cubicBezTo>
                      <a:cubicBezTo>
                        <a:pt x="13" y="42"/>
                        <a:pt x="7" y="41"/>
                        <a:pt x="0" y="41"/>
                      </a:cubicBezTo>
                      <a:cubicBezTo>
                        <a:pt x="14" y="82"/>
                        <a:pt x="23" y="124"/>
                        <a:pt x="27" y="167"/>
                      </a:cubicBezTo>
                      <a:cubicBezTo>
                        <a:pt x="90" y="166"/>
                        <a:pt x="154" y="153"/>
                        <a:pt x="213" y="126"/>
                      </a:cubicBezTo>
                      <a:cubicBezTo>
                        <a:pt x="208" y="84"/>
                        <a:pt x="199" y="41"/>
                        <a:pt x="18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32"/>
                <p:cNvSpPr>
                  <a:spLocks/>
                </p:cNvSpPr>
                <p:nvPr userDrawn="1"/>
              </p:nvSpPr>
              <p:spPr bwMode="auto">
                <a:xfrm>
                  <a:off x="9326271" y="5053487"/>
                  <a:ext cx="254600" cy="221425"/>
                </a:xfrm>
                <a:custGeom>
                  <a:avLst/>
                  <a:gdLst>
                    <a:gd name="T0" fmla="*/ 23 w 202"/>
                    <a:gd name="T1" fmla="*/ 0 h 176"/>
                    <a:gd name="T2" fmla="*/ 0 w 202"/>
                    <a:gd name="T3" fmla="*/ 135 h 176"/>
                    <a:gd name="T4" fmla="*/ 96 w 202"/>
                    <a:gd name="T5" fmla="*/ 176 h 176"/>
                    <a:gd name="T6" fmla="*/ 190 w 202"/>
                    <a:gd name="T7" fmla="*/ 148 h 176"/>
                    <a:gd name="T8" fmla="*/ 202 w 202"/>
                    <a:gd name="T9" fmla="*/ 70 h 176"/>
                    <a:gd name="T10" fmla="*/ 23 w 202"/>
                    <a:gd name="T11" fmla="*/ 0 h 176"/>
                  </a:gdLst>
                  <a:ahLst/>
                  <a:cxnLst>
                    <a:cxn ang="0">
                      <a:pos x="T0" y="T1"/>
                    </a:cxn>
                    <a:cxn ang="0">
                      <a:pos x="T2" y="T3"/>
                    </a:cxn>
                    <a:cxn ang="0">
                      <a:pos x="T4" y="T5"/>
                    </a:cxn>
                    <a:cxn ang="0">
                      <a:pos x="T6" y="T7"/>
                    </a:cxn>
                    <a:cxn ang="0">
                      <a:pos x="T8" y="T9"/>
                    </a:cxn>
                    <a:cxn ang="0">
                      <a:pos x="T10" y="T11"/>
                    </a:cxn>
                  </a:cxnLst>
                  <a:rect l="0" t="0" r="r" b="b"/>
                  <a:pathLst>
                    <a:path w="202" h="176">
                      <a:moveTo>
                        <a:pt x="23" y="0"/>
                      </a:moveTo>
                      <a:cubicBezTo>
                        <a:pt x="11" y="44"/>
                        <a:pt x="3" y="89"/>
                        <a:pt x="0" y="135"/>
                      </a:cubicBezTo>
                      <a:cubicBezTo>
                        <a:pt x="31" y="152"/>
                        <a:pt x="63" y="166"/>
                        <a:pt x="96" y="176"/>
                      </a:cubicBezTo>
                      <a:cubicBezTo>
                        <a:pt x="127" y="165"/>
                        <a:pt x="158" y="155"/>
                        <a:pt x="190" y="148"/>
                      </a:cubicBezTo>
                      <a:cubicBezTo>
                        <a:pt x="192" y="122"/>
                        <a:pt x="196" y="96"/>
                        <a:pt x="202" y="70"/>
                      </a:cubicBezTo>
                      <a:cubicBezTo>
                        <a:pt x="138" y="64"/>
                        <a:pt x="76" y="40"/>
                        <a:pt x="2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59"/>
                <p:cNvSpPr>
                  <a:spLocks noEditPoints="1"/>
                </p:cNvSpPr>
                <p:nvPr userDrawn="1"/>
              </p:nvSpPr>
              <p:spPr bwMode="auto">
                <a:xfrm>
                  <a:off x="8877249" y="5630580"/>
                  <a:ext cx="422019" cy="776145"/>
                </a:xfrm>
                <a:custGeom>
                  <a:avLst/>
                  <a:gdLst>
                    <a:gd name="T0" fmla="*/ 191 w 335"/>
                    <a:gd name="T1" fmla="*/ 497 h 616"/>
                    <a:gd name="T2" fmla="*/ 94 w 335"/>
                    <a:gd name="T3" fmla="*/ 514 h 616"/>
                    <a:gd name="T4" fmla="*/ 0 w 335"/>
                    <a:gd name="T5" fmla="*/ 498 h 616"/>
                    <a:gd name="T6" fmla="*/ 26 w 335"/>
                    <a:gd name="T7" fmla="*/ 610 h 616"/>
                    <a:gd name="T8" fmla="*/ 94 w 335"/>
                    <a:gd name="T9" fmla="*/ 616 h 616"/>
                    <a:gd name="T10" fmla="*/ 221 w 335"/>
                    <a:gd name="T11" fmla="*/ 595 h 616"/>
                    <a:gd name="T12" fmla="*/ 191 w 335"/>
                    <a:gd name="T13" fmla="*/ 497 h 616"/>
                    <a:gd name="T14" fmla="*/ 320 w 335"/>
                    <a:gd name="T15" fmla="*/ 0 h 616"/>
                    <a:gd name="T16" fmla="*/ 298 w 335"/>
                    <a:gd name="T17" fmla="*/ 22 h 616"/>
                    <a:gd name="T18" fmla="*/ 313 w 335"/>
                    <a:gd name="T19" fmla="*/ 38 h 616"/>
                    <a:gd name="T20" fmla="*/ 335 w 335"/>
                    <a:gd name="T21" fmla="*/ 15 h 616"/>
                    <a:gd name="T22" fmla="*/ 335 w 335"/>
                    <a:gd name="T23" fmla="*/ 14 h 616"/>
                    <a:gd name="T24" fmla="*/ 335 w 335"/>
                    <a:gd name="T25" fmla="*/ 14 h 616"/>
                    <a:gd name="T26" fmla="*/ 320 w 335"/>
                    <a:gd name="T27" fmla="*/ 0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616">
                      <a:moveTo>
                        <a:pt x="191" y="497"/>
                      </a:moveTo>
                      <a:cubicBezTo>
                        <a:pt x="160" y="508"/>
                        <a:pt x="127" y="514"/>
                        <a:pt x="94" y="514"/>
                      </a:cubicBezTo>
                      <a:cubicBezTo>
                        <a:pt x="62" y="514"/>
                        <a:pt x="30" y="508"/>
                        <a:pt x="0" y="498"/>
                      </a:cubicBezTo>
                      <a:cubicBezTo>
                        <a:pt x="5" y="535"/>
                        <a:pt x="14" y="573"/>
                        <a:pt x="26" y="610"/>
                      </a:cubicBezTo>
                      <a:cubicBezTo>
                        <a:pt x="49" y="614"/>
                        <a:pt x="71" y="616"/>
                        <a:pt x="94" y="616"/>
                      </a:cubicBezTo>
                      <a:cubicBezTo>
                        <a:pt x="137" y="616"/>
                        <a:pt x="180" y="609"/>
                        <a:pt x="221" y="595"/>
                      </a:cubicBezTo>
                      <a:cubicBezTo>
                        <a:pt x="208" y="563"/>
                        <a:pt x="198" y="530"/>
                        <a:pt x="191" y="497"/>
                      </a:cubicBezTo>
                      <a:moveTo>
                        <a:pt x="320" y="0"/>
                      </a:moveTo>
                      <a:cubicBezTo>
                        <a:pt x="298" y="22"/>
                        <a:pt x="298" y="22"/>
                        <a:pt x="298" y="22"/>
                      </a:cubicBezTo>
                      <a:cubicBezTo>
                        <a:pt x="303" y="27"/>
                        <a:pt x="309" y="32"/>
                        <a:pt x="313" y="38"/>
                      </a:cubicBezTo>
                      <a:cubicBezTo>
                        <a:pt x="320" y="30"/>
                        <a:pt x="328" y="22"/>
                        <a:pt x="335" y="15"/>
                      </a:cubicBezTo>
                      <a:cubicBezTo>
                        <a:pt x="335" y="14"/>
                        <a:pt x="335" y="14"/>
                        <a:pt x="335" y="14"/>
                      </a:cubicBezTo>
                      <a:cubicBezTo>
                        <a:pt x="335" y="14"/>
                        <a:pt x="335" y="14"/>
                        <a:pt x="335" y="14"/>
                      </a:cubicBezTo>
                      <a:cubicBezTo>
                        <a:pt x="320" y="0"/>
                        <a:pt x="320" y="0"/>
                        <a:pt x="32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86"/>
                <p:cNvSpPr>
                  <a:spLocks noEditPoints="1"/>
                </p:cNvSpPr>
                <p:nvPr userDrawn="1"/>
              </p:nvSpPr>
              <p:spPr bwMode="auto">
                <a:xfrm>
                  <a:off x="9589358" y="2358583"/>
                  <a:ext cx="751456" cy="1469737"/>
                </a:xfrm>
                <a:custGeom>
                  <a:avLst/>
                  <a:gdLst>
                    <a:gd name="T0" fmla="*/ 335 w 596"/>
                    <a:gd name="T1" fmla="*/ 924 h 1166"/>
                    <a:gd name="T2" fmla="*/ 211 w 596"/>
                    <a:gd name="T3" fmla="*/ 1025 h 1166"/>
                    <a:gd name="T4" fmla="*/ 596 w 596"/>
                    <a:gd name="T5" fmla="*/ 1166 h 1166"/>
                    <a:gd name="T6" fmla="*/ 596 w 596"/>
                    <a:gd name="T7" fmla="*/ 1166 h 1166"/>
                    <a:gd name="T8" fmla="*/ 596 w 596"/>
                    <a:gd name="T9" fmla="*/ 1165 h 1166"/>
                    <a:gd name="T10" fmla="*/ 596 w 596"/>
                    <a:gd name="T11" fmla="*/ 1165 h 1166"/>
                    <a:gd name="T12" fmla="*/ 596 w 596"/>
                    <a:gd name="T13" fmla="*/ 1009 h 1166"/>
                    <a:gd name="T14" fmla="*/ 335 w 596"/>
                    <a:gd name="T15" fmla="*/ 924 h 1166"/>
                    <a:gd name="T16" fmla="*/ 212 w 596"/>
                    <a:gd name="T17" fmla="*/ 353 h 1166"/>
                    <a:gd name="T18" fmla="*/ 26 w 596"/>
                    <a:gd name="T19" fmla="*/ 419 h 1166"/>
                    <a:gd name="T20" fmla="*/ 18 w 596"/>
                    <a:gd name="T21" fmla="*/ 419 h 1166"/>
                    <a:gd name="T22" fmla="*/ 0 w 596"/>
                    <a:gd name="T23" fmla="*/ 569 h 1166"/>
                    <a:gd name="T24" fmla="*/ 149 w 596"/>
                    <a:gd name="T25" fmla="*/ 964 h 1166"/>
                    <a:gd name="T26" fmla="*/ 266 w 596"/>
                    <a:gd name="T27" fmla="*/ 860 h 1166"/>
                    <a:gd name="T28" fmla="*/ 156 w 596"/>
                    <a:gd name="T29" fmla="*/ 569 h 1166"/>
                    <a:gd name="T30" fmla="*/ 212 w 596"/>
                    <a:gd name="T31" fmla="*/ 353 h 1166"/>
                    <a:gd name="T32" fmla="*/ 241 w 596"/>
                    <a:gd name="T33" fmla="*/ 90 h 1166"/>
                    <a:gd name="T34" fmla="*/ 45 w 596"/>
                    <a:gd name="T35" fmla="*/ 341 h 1166"/>
                    <a:gd name="T36" fmla="*/ 180 w 596"/>
                    <a:gd name="T37" fmla="*/ 278 h 1166"/>
                    <a:gd name="T38" fmla="*/ 241 w 596"/>
                    <a:gd name="T39" fmla="*/ 90 h 1166"/>
                    <a:gd name="T40" fmla="*/ 416 w 596"/>
                    <a:gd name="T41" fmla="*/ 0 h 1166"/>
                    <a:gd name="T42" fmla="*/ 310 w 596"/>
                    <a:gd name="T43" fmla="*/ 45 h 1166"/>
                    <a:gd name="T44" fmla="*/ 293 w 596"/>
                    <a:gd name="T45" fmla="*/ 249 h 1166"/>
                    <a:gd name="T46" fmla="*/ 400 w 596"/>
                    <a:gd name="T47" fmla="*/ 175 h 1166"/>
                    <a:gd name="T48" fmla="*/ 416 w 596"/>
                    <a:gd name="T49"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6" h="1166">
                      <a:moveTo>
                        <a:pt x="335" y="924"/>
                      </a:moveTo>
                      <a:cubicBezTo>
                        <a:pt x="283" y="943"/>
                        <a:pt x="240" y="979"/>
                        <a:pt x="211" y="1025"/>
                      </a:cubicBezTo>
                      <a:cubicBezTo>
                        <a:pt x="315" y="1113"/>
                        <a:pt x="450" y="1166"/>
                        <a:pt x="596" y="1166"/>
                      </a:cubicBezTo>
                      <a:cubicBezTo>
                        <a:pt x="596" y="1166"/>
                        <a:pt x="596" y="1166"/>
                        <a:pt x="596" y="1166"/>
                      </a:cubicBezTo>
                      <a:cubicBezTo>
                        <a:pt x="596" y="1165"/>
                        <a:pt x="596" y="1165"/>
                        <a:pt x="596" y="1165"/>
                      </a:cubicBezTo>
                      <a:cubicBezTo>
                        <a:pt x="596" y="1165"/>
                        <a:pt x="596" y="1165"/>
                        <a:pt x="596" y="1165"/>
                      </a:cubicBezTo>
                      <a:cubicBezTo>
                        <a:pt x="596" y="1009"/>
                        <a:pt x="596" y="1009"/>
                        <a:pt x="596" y="1009"/>
                      </a:cubicBezTo>
                      <a:cubicBezTo>
                        <a:pt x="498" y="1009"/>
                        <a:pt x="408" y="978"/>
                        <a:pt x="335" y="924"/>
                      </a:cubicBezTo>
                      <a:moveTo>
                        <a:pt x="212" y="353"/>
                      </a:moveTo>
                      <a:cubicBezTo>
                        <a:pt x="158" y="397"/>
                        <a:pt x="92" y="419"/>
                        <a:pt x="26" y="419"/>
                      </a:cubicBezTo>
                      <a:cubicBezTo>
                        <a:pt x="24" y="419"/>
                        <a:pt x="21" y="419"/>
                        <a:pt x="18" y="419"/>
                      </a:cubicBezTo>
                      <a:cubicBezTo>
                        <a:pt x="6" y="467"/>
                        <a:pt x="0" y="517"/>
                        <a:pt x="0" y="569"/>
                      </a:cubicBezTo>
                      <a:cubicBezTo>
                        <a:pt x="0" y="720"/>
                        <a:pt x="56" y="859"/>
                        <a:pt x="149" y="964"/>
                      </a:cubicBezTo>
                      <a:cubicBezTo>
                        <a:pt x="179" y="921"/>
                        <a:pt x="219" y="885"/>
                        <a:pt x="266" y="860"/>
                      </a:cubicBezTo>
                      <a:cubicBezTo>
                        <a:pt x="197" y="783"/>
                        <a:pt x="156" y="681"/>
                        <a:pt x="156" y="569"/>
                      </a:cubicBezTo>
                      <a:cubicBezTo>
                        <a:pt x="156" y="491"/>
                        <a:pt x="176" y="417"/>
                        <a:pt x="212" y="353"/>
                      </a:cubicBezTo>
                      <a:moveTo>
                        <a:pt x="241" y="90"/>
                      </a:moveTo>
                      <a:cubicBezTo>
                        <a:pt x="155" y="154"/>
                        <a:pt x="86" y="241"/>
                        <a:pt x="45" y="341"/>
                      </a:cubicBezTo>
                      <a:cubicBezTo>
                        <a:pt x="94" y="337"/>
                        <a:pt x="142" y="316"/>
                        <a:pt x="180" y="278"/>
                      </a:cubicBezTo>
                      <a:cubicBezTo>
                        <a:pt x="231" y="227"/>
                        <a:pt x="252" y="156"/>
                        <a:pt x="241" y="90"/>
                      </a:cubicBezTo>
                      <a:moveTo>
                        <a:pt x="416" y="0"/>
                      </a:moveTo>
                      <a:cubicBezTo>
                        <a:pt x="379" y="12"/>
                        <a:pt x="344" y="27"/>
                        <a:pt x="310" y="45"/>
                      </a:cubicBezTo>
                      <a:cubicBezTo>
                        <a:pt x="329" y="113"/>
                        <a:pt x="323" y="185"/>
                        <a:pt x="293" y="249"/>
                      </a:cubicBezTo>
                      <a:cubicBezTo>
                        <a:pt x="325" y="220"/>
                        <a:pt x="360" y="194"/>
                        <a:pt x="400" y="175"/>
                      </a:cubicBezTo>
                      <a:cubicBezTo>
                        <a:pt x="400" y="116"/>
                        <a:pt x="406" y="58"/>
                        <a:pt x="41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90"/>
                <p:cNvSpPr>
                  <a:spLocks/>
                </p:cNvSpPr>
                <p:nvPr userDrawn="1"/>
              </p:nvSpPr>
              <p:spPr bwMode="auto">
                <a:xfrm>
                  <a:off x="10464256" y="1320895"/>
                  <a:ext cx="2288315" cy="2088492"/>
                </a:xfrm>
                <a:custGeom>
                  <a:avLst/>
                  <a:gdLst>
                    <a:gd name="T0" fmla="*/ 711 w 1815"/>
                    <a:gd name="T1" fmla="*/ 0 h 1657"/>
                    <a:gd name="T2" fmla="*/ 0 w 1815"/>
                    <a:gd name="T3" fmla="*/ 295 h 1657"/>
                    <a:gd name="T4" fmla="*/ 0 w 1815"/>
                    <a:gd name="T5" fmla="*/ 295 h 1657"/>
                    <a:gd name="T6" fmla="*/ 0 w 1815"/>
                    <a:gd name="T7" fmla="*/ 295 h 1657"/>
                    <a:gd name="T8" fmla="*/ 186 w 1815"/>
                    <a:gd name="T9" fmla="*/ 481 h 1657"/>
                    <a:gd name="T10" fmla="*/ 711 w 1815"/>
                    <a:gd name="T11" fmla="*/ 263 h 1657"/>
                    <a:gd name="T12" fmla="*/ 1236 w 1815"/>
                    <a:gd name="T13" fmla="*/ 481 h 1657"/>
                    <a:gd name="T14" fmla="*/ 1283 w 1815"/>
                    <a:gd name="T15" fmla="*/ 1480 h 1657"/>
                    <a:gd name="T16" fmla="*/ 1479 w 1815"/>
                    <a:gd name="T17" fmla="*/ 1657 h 1657"/>
                    <a:gd name="T18" fmla="*/ 1423 w 1815"/>
                    <a:gd name="T19" fmla="*/ 295 h 1657"/>
                    <a:gd name="T20" fmla="*/ 711 w 1815"/>
                    <a:gd name="T21" fmla="*/ 0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15" h="1657">
                      <a:moveTo>
                        <a:pt x="711" y="0"/>
                      </a:moveTo>
                      <a:cubicBezTo>
                        <a:pt x="454" y="0"/>
                        <a:pt x="196" y="98"/>
                        <a:pt x="0" y="295"/>
                      </a:cubicBezTo>
                      <a:cubicBezTo>
                        <a:pt x="0" y="295"/>
                        <a:pt x="0" y="295"/>
                        <a:pt x="0" y="295"/>
                      </a:cubicBezTo>
                      <a:cubicBezTo>
                        <a:pt x="0" y="295"/>
                        <a:pt x="0" y="295"/>
                        <a:pt x="0" y="295"/>
                      </a:cubicBezTo>
                      <a:cubicBezTo>
                        <a:pt x="186" y="481"/>
                        <a:pt x="186" y="481"/>
                        <a:pt x="186" y="481"/>
                      </a:cubicBezTo>
                      <a:cubicBezTo>
                        <a:pt x="331" y="336"/>
                        <a:pt x="521" y="263"/>
                        <a:pt x="711" y="263"/>
                      </a:cubicBezTo>
                      <a:cubicBezTo>
                        <a:pt x="901" y="263"/>
                        <a:pt x="1091" y="336"/>
                        <a:pt x="1236" y="481"/>
                      </a:cubicBezTo>
                      <a:cubicBezTo>
                        <a:pt x="1510" y="754"/>
                        <a:pt x="1525" y="1188"/>
                        <a:pt x="1283" y="1480"/>
                      </a:cubicBezTo>
                      <a:cubicBezTo>
                        <a:pt x="1359" y="1527"/>
                        <a:pt x="1425" y="1587"/>
                        <a:pt x="1479" y="1657"/>
                      </a:cubicBezTo>
                      <a:cubicBezTo>
                        <a:pt x="1815" y="1262"/>
                        <a:pt x="1796" y="668"/>
                        <a:pt x="1423" y="295"/>
                      </a:cubicBezTo>
                      <a:cubicBezTo>
                        <a:pt x="1226" y="98"/>
                        <a:pt x="969" y="0"/>
                        <a:pt x="71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93"/>
                <p:cNvSpPr>
                  <a:spLocks noEditPoints="1"/>
                </p:cNvSpPr>
                <p:nvPr userDrawn="1"/>
              </p:nvSpPr>
              <p:spPr bwMode="auto">
                <a:xfrm>
                  <a:off x="10754346" y="3251998"/>
                  <a:ext cx="1503684" cy="536975"/>
                </a:xfrm>
                <a:custGeom>
                  <a:avLst/>
                  <a:gdLst>
                    <a:gd name="T0" fmla="*/ 189 w 1193"/>
                    <a:gd name="T1" fmla="*/ 157 h 426"/>
                    <a:gd name="T2" fmla="*/ 0 w 1193"/>
                    <a:gd name="T3" fmla="*/ 358 h 426"/>
                    <a:gd name="T4" fmla="*/ 155 w 1193"/>
                    <a:gd name="T5" fmla="*/ 426 h 426"/>
                    <a:gd name="T6" fmla="*/ 288 w 1193"/>
                    <a:gd name="T7" fmla="*/ 192 h 426"/>
                    <a:gd name="T8" fmla="*/ 189 w 1193"/>
                    <a:gd name="T9" fmla="*/ 157 h 426"/>
                    <a:gd name="T10" fmla="*/ 1007 w 1193"/>
                    <a:gd name="T11" fmla="*/ 0 h 426"/>
                    <a:gd name="T12" fmla="*/ 907 w 1193"/>
                    <a:gd name="T13" fmla="*/ 84 h 426"/>
                    <a:gd name="T14" fmla="*/ 1112 w 1193"/>
                    <a:gd name="T15" fmla="*/ 259 h 426"/>
                    <a:gd name="T16" fmla="*/ 1193 w 1193"/>
                    <a:gd name="T17" fmla="*/ 186 h 426"/>
                    <a:gd name="T18" fmla="*/ 1193 w 1193"/>
                    <a:gd name="T19" fmla="*/ 186 h 426"/>
                    <a:gd name="T20" fmla="*/ 1193 w 1193"/>
                    <a:gd name="T21" fmla="*/ 186 h 426"/>
                    <a:gd name="T22" fmla="*/ 1007 w 1193"/>
                    <a:gd name="T23"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426">
                      <a:moveTo>
                        <a:pt x="189" y="157"/>
                      </a:moveTo>
                      <a:cubicBezTo>
                        <a:pt x="143" y="238"/>
                        <a:pt x="78" y="307"/>
                        <a:pt x="0" y="358"/>
                      </a:cubicBezTo>
                      <a:cubicBezTo>
                        <a:pt x="50" y="385"/>
                        <a:pt x="102" y="408"/>
                        <a:pt x="155" y="426"/>
                      </a:cubicBezTo>
                      <a:cubicBezTo>
                        <a:pt x="179" y="337"/>
                        <a:pt x="225" y="256"/>
                        <a:pt x="288" y="192"/>
                      </a:cubicBezTo>
                      <a:cubicBezTo>
                        <a:pt x="255" y="183"/>
                        <a:pt x="222" y="171"/>
                        <a:pt x="189" y="157"/>
                      </a:cubicBezTo>
                      <a:moveTo>
                        <a:pt x="1007" y="0"/>
                      </a:moveTo>
                      <a:cubicBezTo>
                        <a:pt x="975" y="31"/>
                        <a:pt x="942" y="59"/>
                        <a:pt x="907" y="84"/>
                      </a:cubicBezTo>
                      <a:cubicBezTo>
                        <a:pt x="989" y="124"/>
                        <a:pt x="1060" y="185"/>
                        <a:pt x="1112" y="259"/>
                      </a:cubicBezTo>
                      <a:cubicBezTo>
                        <a:pt x="1140" y="237"/>
                        <a:pt x="1167" y="212"/>
                        <a:pt x="1193" y="186"/>
                      </a:cubicBezTo>
                      <a:cubicBezTo>
                        <a:pt x="1193" y="186"/>
                        <a:pt x="1193" y="186"/>
                        <a:pt x="1193" y="186"/>
                      </a:cubicBezTo>
                      <a:cubicBezTo>
                        <a:pt x="1193" y="186"/>
                        <a:pt x="1193" y="186"/>
                        <a:pt x="1193" y="186"/>
                      </a:cubicBezTo>
                      <a:cubicBezTo>
                        <a:pt x="1007" y="0"/>
                        <a:pt x="1007" y="0"/>
                        <a:pt x="100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grpSp>
          <p:nvGrpSpPr>
            <p:cNvPr id="14" name="Group 13"/>
            <p:cNvGrpSpPr/>
            <p:nvPr userDrawn="1"/>
          </p:nvGrpSpPr>
          <p:grpSpPr>
            <a:xfrm>
              <a:off x="8962882" y="3114843"/>
              <a:ext cx="3392802" cy="4082064"/>
              <a:chOff x="8290897" y="2144102"/>
              <a:chExt cx="4059715" cy="4884464"/>
            </a:xfrm>
            <a:solidFill>
              <a:schemeClr val="tx2">
                <a:lumMod val="20000"/>
                <a:lumOff val="80000"/>
                <a:alpha val="10000"/>
              </a:schemeClr>
            </a:solidFill>
          </p:grpSpPr>
          <p:sp>
            <p:nvSpPr>
              <p:cNvPr id="84" name="Freeform 17"/>
              <p:cNvSpPr>
                <a:spLocks/>
              </p:cNvSpPr>
              <p:nvPr userDrawn="1"/>
            </p:nvSpPr>
            <p:spPr bwMode="auto">
              <a:xfrm>
                <a:off x="9702770" y="3809032"/>
                <a:ext cx="829379" cy="415075"/>
              </a:xfrm>
              <a:custGeom>
                <a:avLst/>
                <a:gdLst>
                  <a:gd name="T0" fmla="*/ 658 w 658"/>
                  <a:gd name="T1" fmla="*/ 0 h 329"/>
                  <a:gd name="T2" fmla="*/ 658 w 658"/>
                  <a:gd name="T3" fmla="*/ 0 h 329"/>
                  <a:gd name="T4" fmla="*/ 658 w 658"/>
                  <a:gd name="T5" fmla="*/ 0 h 329"/>
                  <a:gd name="T6" fmla="*/ 635 w 658"/>
                  <a:gd name="T7" fmla="*/ 0 h 329"/>
                  <a:gd name="T8" fmla="*/ 572 w 658"/>
                  <a:gd name="T9" fmla="*/ 11 h 329"/>
                  <a:gd name="T10" fmla="*/ 329 w 658"/>
                  <a:gd name="T11" fmla="*/ 243 h 329"/>
                  <a:gd name="T12" fmla="*/ 86 w 658"/>
                  <a:gd name="T13" fmla="*/ 0 h 329"/>
                  <a:gd name="T14" fmla="*/ 86 w 658"/>
                  <a:gd name="T15" fmla="*/ 0 h 329"/>
                  <a:gd name="T16" fmla="*/ 86 w 658"/>
                  <a:gd name="T17" fmla="*/ 0 h 329"/>
                  <a:gd name="T18" fmla="*/ 0 w 658"/>
                  <a:gd name="T19" fmla="*/ 0 h 329"/>
                  <a:gd name="T20" fmla="*/ 143 w 658"/>
                  <a:gd name="T21" fmla="*/ 271 h 329"/>
                  <a:gd name="T22" fmla="*/ 198 w 658"/>
                  <a:gd name="T23" fmla="*/ 302 h 329"/>
                  <a:gd name="T24" fmla="*/ 329 w 658"/>
                  <a:gd name="T25" fmla="*/ 329 h 329"/>
                  <a:gd name="T26" fmla="*/ 658 w 658"/>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8" h="329">
                    <a:moveTo>
                      <a:pt x="658" y="0"/>
                    </a:moveTo>
                    <a:cubicBezTo>
                      <a:pt x="658" y="0"/>
                      <a:pt x="658" y="0"/>
                      <a:pt x="658" y="0"/>
                    </a:cubicBezTo>
                    <a:cubicBezTo>
                      <a:pt x="658" y="0"/>
                      <a:pt x="658" y="0"/>
                      <a:pt x="658" y="0"/>
                    </a:cubicBezTo>
                    <a:cubicBezTo>
                      <a:pt x="635" y="0"/>
                      <a:pt x="635" y="0"/>
                      <a:pt x="635" y="0"/>
                    </a:cubicBezTo>
                    <a:cubicBezTo>
                      <a:pt x="614" y="5"/>
                      <a:pt x="593" y="8"/>
                      <a:pt x="572" y="11"/>
                    </a:cubicBezTo>
                    <a:cubicBezTo>
                      <a:pt x="566" y="140"/>
                      <a:pt x="460" y="243"/>
                      <a:pt x="329" y="243"/>
                    </a:cubicBezTo>
                    <a:cubicBezTo>
                      <a:pt x="195" y="243"/>
                      <a:pt x="86" y="134"/>
                      <a:pt x="86" y="0"/>
                    </a:cubicBezTo>
                    <a:cubicBezTo>
                      <a:pt x="86" y="0"/>
                      <a:pt x="86" y="0"/>
                      <a:pt x="86" y="0"/>
                    </a:cubicBezTo>
                    <a:cubicBezTo>
                      <a:pt x="86" y="0"/>
                      <a:pt x="86" y="0"/>
                      <a:pt x="86" y="0"/>
                    </a:cubicBezTo>
                    <a:cubicBezTo>
                      <a:pt x="0" y="0"/>
                      <a:pt x="0" y="0"/>
                      <a:pt x="0" y="0"/>
                    </a:cubicBezTo>
                    <a:cubicBezTo>
                      <a:pt x="0" y="113"/>
                      <a:pt x="57" y="212"/>
                      <a:pt x="143" y="271"/>
                    </a:cubicBezTo>
                    <a:cubicBezTo>
                      <a:pt x="162" y="280"/>
                      <a:pt x="180" y="291"/>
                      <a:pt x="198" y="302"/>
                    </a:cubicBezTo>
                    <a:cubicBezTo>
                      <a:pt x="238" y="320"/>
                      <a:pt x="283" y="329"/>
                      <a:pt x="329" y="329"/>
                    </a:cubicBezTo>
                    <a:cubicBezTo>
                      <a:pt x="511" y="329"/>
                      <a:pt x="658" y="182"/>
                      <a:pt x="65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
              <p:cNvSpPr>
                <a:spLocks noEditPoints="1"/>
              </p:cNvSpPr>
              <p:nvPr userDrawn="1"/>
            </p:nvSpPr>
            <p:spPr bwMode="auto">
              <a:xfrm>
                <a:off x="10576897" y="5000252"/>
                <a:ext cx="753771" cy="232998"/>
              </a:xfrm>
              <a:custGeom>
                <a:avLst/>
                <a:gdLst>
                  <a:gd name="T0" fmla="*/ 153 w 598"/>
                  <a:gd name="T1" fmla="*/ 43 h 185"/>
                  <a:gd name="T2" fmla="*/ 0 w 598"/>
                  <a:gd name="T3" fmla="*/ 109 h 185"/>
                  <a:gd name="T4" fmla="*/ 259 w 598"/>
                  <a:gd name="T5" fmla="*/ 185 h 185"/>
                  <a:gd name="T6" fmla="*/ 266 w 598"/>
                  <a:gd name="T7" fmla="*/ 185 h 185"/>
                  <a:gd name="T8" fmla="*/ 239 w 598"/>
                  <a:gd name="T9" fmla="*/ 59 h 185"/>
                  <a:gd name="T10" fmla="*/ 153 w 598"/>
                  <a:gd name="T11" fmla="*/ 43 h 185"/>
                  <a:gd name="T12" fmla="*/ 456 w 598"/>
                  <a:gd name="T13" fmla="*/ 0 h 185"/>
                  <a:gd name="T14" fmla="*/ 426 w 598"/>
                  <a:gd name="T15" fmla="*/ 18 h 185"/>
                  <a:gd name="T16" fmla="*/ 452 w 598"/>
                  <a:gd name="T17" fmla="*/ 144 h 185"/>
                  <a:gd name="T18" fmla="*/ 598 w 598"/>
                  <a:gd name="T19" fmla="*/ 45 h 185"/>
                  <a:gd name="T20" fmla="*/ 598 w 598"/>
                  <a:gd name="T21" fmla="*/ 44 h 185"/>
                  <a:gd name="T22" fmla="*/ 598 w 598"/>
                  <a:gd name="T23" fmla="*/ 44 h 185"/>
                  <a:gd name="T24" fmla="*/ 563 w 598"/>
                  <a:gd name="T25" fmla="*/ 9 h 185"/>
                  <a:gd name="T26" fmla="*/ 456 w 598"/>
                  <a:gd name="T27"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8" h="185">
                    <a:moveTo>
                      <a:pt x="153" y="43"/>
                    </a:moveTo>
                    <a:cubicBezTo>
                      <a:pt x="101" y="60"/>
                      <a:pt x="49" y="82"/>
                      <a:pt x="0" y="109"/>
                    </a:cubicBezTo>
                    <a:cubicBezTo>
                      <a:pt x="79" y="160"/>
                      <a:pt x="169" y="185"/>
                      <a:pt x="259" y="185"/>
                    </a:cubicBezTo>
                    <a:cubicBezTo>
                      <a:pt x="261" y="185"/>
                      <a:pt x="263" y="185"/>
                      <a:pt x="266" y="185"/>
                    </a:cubicBezTo>
                    <a:cubicBezTo>
                      <a:pt x="262" y="142"/>
                      <a:pt x="253" y="100"/>
                      <a:pt x="239" y="59"/>
                    </a:cubicBezTo>
                    <a:cubicBezTo>
                      <a:pt x="210" y="57"/>
                      <a:pt x="181" y="52"/>
                      <a:pt x="153" y="43"/>
                    </a:cubicBezTo>
                    <a:moveTo>
                      <a:pt x="456" y="0"/>
                    </a:moveTo>
                    <a:cubicBezTo>
                      <a:pt x="446" y="6"/>
                      <a:pt x="436" y="12"/>
                      <a:pt x="426" y="18"/>
                    </a:cubicBezTo>
                    <a:cubicBezTo>
                      <a:pt x="438" y="59"/>
                      <a:pt x="447" y="102"/>
                      <a:pt x="452" y="144"/>
                    </a:cubicBezTo>
                    <a:cubicBezTo>
                      <a:pt x="505" y="121"/>
                      <a:pt x="555" y="88"/>
                      <a:pt x="598" y="45"/>
                    </a:cubicBezTo>
                    <a:cubicBezTo>
                      <a:pt x="598" y="44"/>
                      <a:pt x="598" y="44"/>
                      <a:pt x="598" y="44"/>
                    </a:cubicBezTo>
                    <a:cubicBezTo>
                      <a:pt x="598" y="44"/>
                      <a:pt x="598" y="44"/>
                      <a:pt x="598" y="44"/>
                    </a:cubicBezTo>
                    <a:cubicBezTo>
                      <a:pt x="563" y="9"/>
                      <a:pt x="563" y="9"/>
                      <a:pt x="563" y="9"/>
                    </a:cubicBezTo>
                    <a:cubicBezTo>
                      <a:pt x="527" y="4"/>
                      <a:pt x="492" y="1"/>
                      <a:pt x="45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34"/>
              <p:cNvSpPr>
                <a:spLocks/>
              </p:cNvSpPr>
              <p:nvPr userDrawn="1"/>
            </p:nvSpPr>
            <p:spPr bwMode="auto">
              <a:xfrm>
                <a:off x="9972801" y="4383811"/>
                <a:ext cx="252286" cy="256143"/>
              </a:xfrm>
              <a:custGeom>
                <a:avLst/>
                <a:gdLst>
                  <a:gd name="T0" fmla="*/ 134 w 200"/>
                  <a:gd name="T1" fmla="*/ 0 h 203"/>
                  <a:gd name="T2" fmla="*/ 0 w 200"/>
                  <a:gd name="T3" fmla="*/ 27 h 203"/>
                  <a:gd name="T4" fmla="*/ 76 w 200"/>
                  <a:gd name="T5" fmla="*/ 203 h 203"/>
                  <a:gd name="T6" fmla="*/ 200 w 200"/>
                  <a:gd name="T7" fmla="*/ 186 h 203"/>
                  <a:gd name="T8" fmla="*/ 134 w 200"/>
                  <a:gd name="T9" fmla="*/ 0 h 203"/>
                </a:gdLst>
                <a:ahLst/>
                <a:cxnLst>
                  <a:cxn ang="0">
                    <a:pos x="T0" y="T1"/>
                  </a:cxn>
                  <a:cxn ang="0">
                    <a:pos x="T2" y="T3"/>
                  </a:cxn>
                  <a:cxn ang="0">
                    <a:pos x="T4" y="T5"/>
                  </a:cxn>
                  <a:cxn ang="0">
                    <a:pos x="T6" y="T7"/>
                  </a:cxn>
                  <a:cxn ang="0">
                    <a:pos x="T8" y="T9"/>
                  </a:cxn>
                </a:cxnLst>
                <a:rect l="0" t="0" r="r" b="b"/>
                <a:pathLst>
                  <a:path w="200" h="203">
                    <a:moveTo>
                      <a:pt x="134" y="0"/>
                    </a:moveTo>
                    <a:cubicBezTo>
                      <a:pt x="89" y="5"/>
                      <a:pt x="44" y="14"/>
                      <a:pt x="0" y="27"/>
                    </a:cubicBezTo>
                    <a:cubicBezTo>
                      <a:pt x="42" y="79"/>
                      <a:pt x="67" y="140"/>
                      <a:pt x="76" y="203"/>
                    </a:cubicBezTo>
                    <a:cubicBezTo>
                      <a:pt x="116" y="193"/>
                      <a:pt x="158" y="187"/>
                      <a:pt x="200" y="186"/>
                    </a:cubicBezTo>
                    <a:cubicBezTo>
                      <a:pt x="191" y="121"/>
                      <a:pt x="169" y="58"/>
                      <a:pt x="13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48"/>
              <p:cNvSpPr>
                <a:spLocks noEditPoints="1"/>
              </p:cNvSpPr>
              <p:nvPr userDrawn="1"/>
            </p:nvSpPr>
            <p:spPr bwMode="auto">
              <a:xfrm>
                <a:off x="9161938" y="5227078"/>
                <a:ext cx="1521428" cy="1440420"/>
              </a:xfrm>
              <a:custGeom>
                <a:avLst/>
                <a:gdLst>
                  <a:gd name="T0" fmla="*/ 1203 w 1207"/>
                  <a:gd name="T1" fmla="*/ 689 h 1143"/>
                  <a:gd name="T2" fmla="*/ 1012 w 1207"/>
                  <a:gd name="T3" fmla="*/ 761 h 1143"/>
                  <a:gd name="T4" fmla="*/ 948 w 1207"/>
                  <a:gd name="T5" fmla="*/ 968 h 1143"/>
                  <a:gd name="T6" fmla="*/ 1058 w 1207"/>
                  <a:gd name="T7" fmla="*/ 1143 h 1143"/>
                  <a:gd name="T8" fmla="*/ 1203 w 1207"/>
                  <a:gd name="T9" fmla="*/ 689 h 1143"/>
                  <a:gd name="T10" fmla="*/ 1058 w 1207"/>
                  <a:gd name="T11" fmla="*/ 277 h 1143"/>
                  <a:gd name="T12" fmla="*/ 948 w 1207"/>
                  <a:gd name="T13" fmla="*/ 452 h 1143"/>
                  <a:gd name="T14" fmla="*/ 996 w 1207"/>
                  <a:gd name="T15" fmla="*/ 569 h 1143"/>
                  <a:gd name="T16" fmla="*/ 1168 w 1207"/>
                  <a:gd name="T17" fmla="*/ 487 h 1143"/>
                  <a:gd name="T18" fmla="*/ 1058 w 1207"/>
                  <a:gd name="T19" fmla="*/ 277 h 1143"/>
                  <a:gd name="T20" fmla="*/ 128 w 1207"/>
                  <a:gd name="T21" fmla="*/ 85 h 1143"/>
                  <a:gd name="T22" fmla="*/ 0 w 1207"/>
                  <a:gd name="T23" fmla="*/ 178 h 1143"/>
                  <a:gd name="T24" fmla="*/ 144 w 1207"/>
                  <a:gd name="T25" fmla="*/ 269 h 1143"/>
                  <a:gd name="T26" fmla="*/ 144 w 1207"/>
                  <a:gd name="T27" fmla="*/ 269 h 1143"/>
                  <a:gd name="T28" fmla="*/ 162 w 1207"/>
                  <a:gd name="T29" fmla="*/ 288 h 1143"/>
                  <a:gd name="T30" fmla="*/ 166 w 1207"/>
                  <a:gd name="T31" fmla="*/ 285 h 1143"/>
                  <a:gd name="T32" fmla="*/ 128 w 1207"/>
                  <a:gd name="T33" fmla="*/ 85 h 1143"/>
                  <a:gd name="T34" fmla="*/ 600 w 1207"/>
                  <a:gd name="T35" fmla="*/ 0 h 1143"/>
                  <a:gd name="T36" fmla="*/ 368 w 1207"/>
                  <a:gd name="T37" fmla="*/ 60 h 1143"/>
                  <a:gd name="T38" fmla="*/ 318 w 1207"/>
                  <a:gd name="T39" fmla="*/ 57 h 1143"/>
                  <a:gd name="T40" fmla="*/ 338 w 1207"/>
                  <a:gd name="T41" fmla="*/ 199 h 1143"/>
                  <a:gd name="T42" fmla="*/ 484 w 1207"/>
                  <a:gd name="T43" fmla="*/ 179 h 1143"/>
                  <a:gd name="T44" fmla="*/ 779 w 1207"/>
                  <a:gd name="T45" fmla="*/ 268 h 1143"/>
                  <a:gd name="T46" fmla="*/ 889 w 1207"/>
                  <a:gd name="T47" fmla="*/ 116 h 1143"/>
                  <a:gd name="T48" fmla="*/ 600 w 1207"/>
                  <a:gd name="T49" fmla="*/ 0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07" h="1143">
                    <a:moveTo>
                      <a:pt x="1203" y="689"/>
                    </a:moveTo>
                    <a:cubicBezTo>
                      <a:pt x="1142" y="722"/>
                      <a:pt x="1078" y="746"/>
                      <a:pt x="1012" y="761"/>
                    </a:cubicBezTo>
                    <a:cubicBezTo>
                      <a:pt x="1005" y="833"/>
                      <a:pt x="984" y="903"/>
                      <a:pt x="948" y="968"/>
                    </a:cubicBezTo>
                    <a:cubicBezTo>
                      <a:pt x="974" y="1030"/>
                      <a:pt x="1011" y="1089"/>
                      <a:pt x="1058" y="1143"/>
                    </a:cubicBezTo>
                    <a:cubicBezTo>
                      <a:pt x="1159" y="1009"/>
                      <a:pt x="1207" y="849"/>
                      <a:pt x="1203" y="689"/>
                    </a:cubicBezTo>
                    <a:moveTo>
                      <a:pt x="1058" y="277"/>
                    </a:moveTo>
                    <a:cubicBezTo>
                      <a:pt x="1011" y="330"/>
                      <a:pt x="975" y="389"/>
                      <a:pt x="948" y="452"/>
                    </a:cubicBezTo>
                    <a:cubicBezTo>
                      <a:pt x="969" y="489"/>
                      <a:pt x="985" y="529"/>
                      <a:pt x="996" y="569"/>
                    </a:cubicBezTo>
                    <a:cubicBezTo>
                      <a:pt x="1057" y="553"/>
                      <a:pt x="1115" y="525"/>
                      <a:pt x="1168" y="487"/>
                    </a:cubicBezTo>
                    <a:cubicBezTo>
                      <a:pt x="1144" y="413"/>
                      <a:pt x="1107" y="341"/>
                      <a:pt x="1058" y="277"/>
                    </a:cubicBezTo>
                    <a:moveTo>
                      <a:pt x="128" y="85"/>
                    </a:moveTo>
                    <a:cubicBezTo>
                      <a:pt x="83" y="110"/>
                      <a:pt x="40" y="142"/>
                      <a:pt x="0" y="178"/>
                    </a:cubicBezTo>
                    <a:cubicBezTo>
                      <a:pt x="53" y="197"/>
                      <a:pt x="102" y="227"/>
                      <a:pt x="144" y="269"/>
                    </a:cubicBezTo>
                    <a:cubicBezTo>
                      <a:pt x="144" y="269"/>
                      <a:pt x="144" y="269"/>
                      <a:pt x="144" y="269"/>
                    </a:cubicBezTo>
                    <a:cubicBezTo>
                      <a:pt x="151" y="275"/>
                      <a:pt x="156" y="282"/>
                      <a:pt x="162" y="288"/>
                    </a:cubicBezTo>
                    <a:cubicBezTo>
                      <a:pt x="163" y="287"/>
                      <a:pt x="164" y="286"/>
                      <a:pt x="166" y="285"/>
                    </a:cubicBezTo>
                    <a:cubicBezTo>
                      <a:pt x="144" y="220"/>
                      <a:pt x="131" y="152"/>
                      <a:pt x="128" y="85"/>
                    </a:cubicBezTo>
                    <a:moveTo>
                      <a:pt x="600" y="0"/>
                    </a:moveTo>
                    <a:cubicBezTo>
                      <a:pt x="528" y="40"/>
                      <a:pt x="448" y="60"/>
                      <a:pt x="368" y="60"/>
                    </a:cubicBezTo>
                    <a:cubicBezTo>
                      <a:pt x="351" y="60"/>
                      <a:pt x="335" y="59"/>
                      <a:pt x="318" y="57"/>
                    </a:cubicBezTo>
                    <a:cubicBezTo>
                      <a:pt x="318" y="105"/>
                      <a:pt x="325" y="153"/>
                      <a:pt x="338" y="199"/>
                    </a:cubicBezTo>
                    <a:cubicBezTo>
                      <a:pt x="386" y="186"/>
                      <a:pt x="435" y="179"/>
                      <a:pt x="484" y="179"/>
                    </a:cubicBezTo>
                    <a:cubicBezTo>
                      <a:pt x="587" y="179"/>
                      <a:pt x="690" y="209"/>
                      <a:pt x="779" y="268"/>
                    </a:cubicBezTo>
                    <a:cubicBezTo>
                      <a:pt x="810" y="215"/>
                      <a:pt x="847" y="163"/>
                      <a:pt x="889" y="116"/>
                    </a:cubicBezTo>
                    <a:cubicBezTo>
                      <a:pt x="801" y="55"/>
                      <a:pt x="702" y="17"/>
                      <a:pt x="60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62"/>
              <p:cNvSpPr>
                <a:spLocks noEditPoints="1"/>
              </p:cNvSpPr>
              <p:nvPr userDrawn="1"/>
            </p:nvSpPr>
            <p:spPr bwMode="auto">
              <a:xfrm>
                <a:off x="8510007" y="5422271"/>
                <a:ext cx="651931" cy="840952"/>
              </a:xfrm>
              <a:custGeom>
                <a:avLst/>
                <a:gdLst>
                  <a:gd name="T0" fmla="*/ 113 w 517"/>
                  <a:gd name="T1" fmla="*/ 487 h 667"/>
                  <a:gd name="T2" fmla="*/ 20 w 517"/>
                  <a:gd name="T3" fmla="*/ 529 h 667"/>
                  <a:gd name="T4" fmla="*/ 109 w 517"/>
                  <a:gd name="T5" fmla="*/ 667 h 667"/>
                  <a:gd name="T6" fmla="*/ 109 w 517"/>
                  <a:gd name="T7" fmla="*/ 666 h 667"/>
                  <a:gd name="T8" fmla="*/ 109 w 517"/>
                  <a:gd name="T9" fmla="*/ 666 h 667"/>
                  <a:gd name="T10" fmla="*/ 181 w 517"/>
                  <a:gd name="T11" fmla="*/ 594 h 667"/>
                  <a:gd name="T12" fmla="*/ 113 w 517"/>
                  <a:gd name="T13" fmla="*/ 487 h 667"/>
                  <a:gd name="T14" fmla="*/ 385 w 517"/>
                  <a:gd name="T15" fmla="*/ 0 h 667"/>
                  <a:gd name="T16" fmla="*/ 109 w 517"/>
                  <a:gd name="T17" fmla="*/ 115 h 667"/>
                  <a:gd name="T18" fmla="*/ 0 w 517"/>
                  <a:gd name="T19" fmla="*/ 327 h 667"/>
                  <a:gd name="T20" fmla="*/ 116 w 517"/>
                  <a:gd name="T21" fmla="*/ 288 h 667"/>
                  <a:gd name="T22" fmla="*/ 181 w 517"/>
                  <a:gd name="T23" fmla="*/ 187 h 667"/>
                  <a:gd name="T24" fmla="*/ 385 w 517"/>
                  <a:gd name="T25" fmla="*/ 102 h 667"/>
                  <a:gd name="T26" fmla="*/ 439 w 517"/>
                  <a:gd name="T27" fmla="*/ 107 h 667"/>
                  <a:gd name="T28" fmla="*/ 493 w 517"/>
                  <a:gd name="T29" fmla="*/ 47 h 667"/>
                  <a:gd name="T30" fmla="*/ 493 w 517"/>
                  <a:gd name="T31" fmla="*/ 46 h 667"/>
                  <a:gd name="T32" fmla="*/ 517 w 517"/>
                  <a:gd name="T33" fmla="*/ 23 h 667"/>
                  <a:gd name="T34" fmla="*/ 385 w 517"/>
                  <a:gd name="T35"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667">
                    <a:moveTo>
                      <a:pt x="113" y="487"/>
                    </a:moveTo>
                    <a:cubicBezTo>
                      <a:pt x="81" y="498"/>
                      <a:pt x="50" y="512"/>
                      <a:pt x="20" y="529"/>
                    </a:cubicBezTo>
                    <a:cubicBezTo>
                      <a:pt x="39" y="579"/>
                      <a:pt x="69" y="626"/>
                      <a:pt x="109" y="667"/>
                    </a:cubicBezTo>
                    <a:cubicBezTo>
                      <a:pt x="109" y="666"/>
                      <a:pt x="109" y="666"/>
                      <a:pt x="109" y="666"/>
                    </a:cubicBezTo>
                    <a:cubicBezTo>
                      <a:pt x="109" y="666"/>
                      <a:pt x="109" y="666"/>
                      <a:pt x="109" y="666"/>
                    </a:cubicBezTo>
                    <a:cubicBezTo>
                      <a:pt x="181" y="594"/>
                      <a:pt x="181" y="594"/>
                      <a:pt x="181" y="594"/>
                    </a:cubicBezTo>
                    <a:cubicBezTo>
                      <a:pt x="150" y="563"/>
                      <a:pt x="127" y="526"/>
                      <a:pt x="113" y="487"/>
                    </a:cubicBezTo>
                    <a:moveTo>
                      <a:pt x="385" y="0"/>
                    </a:moveTo>
                    <a:cubicBezTo>
                      <a:pt x="285" y="0"/>
                      <a:pt x="185" y="38"/>
                      <a:pt x="109" y="115"/>
                    </a:cubicBezTo>
                    <a:cubicBezTo>
                      <a:pt x="49" y="174"/>
                      <a:pt x="13" y="249"/>
                      <a:pt x="0" y="327"/>
                    </a:cubicBezTo>
                    <a:cubicBezTo>
                      <a:pt x="37" y="311"/>
                      <a:pt x="76" y="298"/>
                      <a:pt x="116" y="288"/>
                    </a:cubicBezTo>
                    <a:cubicBezTo>
                      <a:pt x="130" y="251"/>
                      <a:pt x="152" y="216"/>
                      <a:pt x="181" y="187"/>
                    </a:cubicBezTo>
                    <a:cubicBezTo>
                      <a:pt x="238" y="131"/>
                      <a:pt x="311" y="102"/>
                      <a:pt x="385" y="102"/>
                    </a:cubicBezTo>
                    <a:cubicBezTo>
                      <a:pt x="403" y="102"/>
                      <a:pt x="421" y="104"/>
                      <a:pt x="439" y="107"/>
                    </a:cubicBezTo>
                    <a:cubicBezTo>
                      <a:pt x="456" y="86"/>
                      <a:pt x="474" y="66"/>
                      <a:pt x="493" y="47"/>
                    </a:cubicBezTo>
                    <a:cubicBezTo>
                      <a:pt x="493" y="46"/>
                      <a:pt x="493" y="46"/>
                      <a:pt x="493" y="46"/>
                    </a:cubicBezTo>
                    <a:cubicBezTo>
                      <a:pt x="501" y="38"/>
                      <a:pt x="509" y="31"/>
                      <a:pt x="517" y="23"/>
                    </a:cubicBezTo>
                    <a:cubicBezTo>
                      <a:pt x="475" y="8"/>
                      <a:pt x="430" y="0"/>
                      <a:pt x="38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73"/>
              <p:cNvSpPr>
                <a:spLocks/>
              </p:cNvSpPr>
              <p:nvPr userDrawn="1"/>
            </p:nvSpPr>
            <p:spPr bwMode="auto">
              <a:xfrm>
                <a:off x="9215172" y="2144102"/>
                <a:ext cx="669675" cy="634186"/>
              </a:xfrm>
              <a:custGeom>
                <a:avLst/>
                <a:gdLst>
                  <a:gd name="T0" fmla="*/ 323 w 531"/>
                  <a:gd name="T1" fmla="*/ 0 h 503"/>
                  <a:gd name="T2" fmla="*/ 115 w 531"/>
                  <a:gd name="T3" fmla="*/ 87 h 503"/>
                  <a:gd name="T4" fmla="*/ 115 w 531"/>
                  <a:gd name="T5" fmla="*/ 503 h 503"/>
                  <a:gd name="T6" fmla="*/ 115 w 531"/>
                  <a:gd name="T7" fmla="*/ 503 h 503"/>
                  <a:gd name="T8" fmla="*/ 115 w 531"/>
                  <a:gd name="T9" fmla="*/ 503 h 503"/>
                  <a:gd name="T10" fmla="*/ 169 w 531"/>
                  <a:gd name="T11" fmla="*/ 448 h 503"/>
                  <a:gd name="T12" fmla="*/ 169 w 531"/>
                  <a:gd name="T13" fmla="*/ 141 h 503"/>
                  <a:gd name="T14" fmla="*/ 323 w 531"/>
                  <a:gd name="T15" fmla="*/ 77 h 503"/>
                  <a:gd name="T16" fmla="*/ 477 w 531"/>
                  <a:gd name="T17" fmla="*/ 141 h 503"/>
                  <a:gd name="T18" fmla="*/ 477 w 531"/>
                  <a:gd name="T19" fmla="*/ 141 h 503"/>
                  <a:gd name="T20" fmla="*/ 477 w 531"/>
                  <a:gd name="T21" fmla="*/ 141 h 503"/>
                  <a:gd name="T22" fmla="*/ 531 w 531"/>
                  <a:gd name="T23" fmla="*/ 87 h 503"/>
                  <a:gd name="T24" fmla="*/ 323 w 531"/>
                  <a:gd name="T25"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1" h="503">
                    <a:moveTo>
                      <a:pt x="323" y="0"/>
                    </a:moveTo>
                    <a:cubicBezTo>
                      <a:pt x="248" y="0"/>
                      <a:pt x="172" y="29"/>
                      <a:pt x="115" y="87"/>
                    </a:cubicBezTo>
                    <a:cubicBezTo>
                      <a:pt x="0" y="202"/>
                      <a:pt x="0" y="388"/>
                      <a:pt x="115" y="503"/>
                    </a:cubicBezTo>
                    <a:cubicBezTo>
                      <a:pt x="115" y="503"/>
                      <a:pt x="115" y="503"/>
                      <a:pt x="115" y="503"/>
                    </a:cubicBezTo>
                    <a:cubicBezTo>
                      <a:pt x="115" y="503"/>
                      <a:pt x="115" y="503"/>
                      <a:pt x="115" y="503"/>
                    </a:cubicBezTo>
                    <a:cubicBezTo>
                      <a:pt x="169" y="448"/>
                      <a:pt x="169" y="448"/>
                      <a:pt x="169" y="448"/>
                    </a:cubicBezTo>
                    <a:cubicBezTo>
                      <a:pt x="85" y="364"/>
                      <a:pt x="85" y="226"/>
                      <a:pt x="169" y="141"/>
                    </a:cubicBezTo>
                    <a:cubicBezTo>
                      <a:pt x="212" y="99"/>
                      <a:pt x="268" y="77"/>
                      <a:pt x="323" y="77"/>
                    </a:cubicBezTo>
                    <a:cubicBezTo>
                      <a:pt x="379" y="77"/>
                      <a:pt x="434" y="99"/>
                      <a:pt x="477" y="141"/>
                    </a:cubicBezTo>
                    <a:cubicBezTo>
                      <a:pt x="477" y="141"/>
                      <a:pt x="477" y="141"/>
                      <a:pt x="477" y="141"/>
                    </a:cubicBezTo>
                    <a:cubicBezTo>
                      <a:pt x="477" y="141"/>
                      <a:pt x="477" y="141"/>
                      <a:pt x="477" y="141"/>
                    </a:cubicBezTo>
                    <a:cubicBezTo>
                      <a:pt x="531" y="87"/>
                      <a:pt x="531" y="87"/>
                      <a:pt x="531" y="87"/>
                    </a:cubicBezTo>
                    <a:cubicBezTo>
                      <a:pt x="474" y="29"/>
                      <a:pt x="399" y="0"/>
                      <a:pt x="32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nvGrpSpPr>
              <p:cNvPr id="90" name="Group 89"/>
              <p:cNvGrpSpPr/>
              <p:nvPr userDrawn="1"/>
            </p:nvGrpSpPr>
            <p:grpSpPr>
              <a:xfrm>
                <a:off x="8290897" y="2205052"/>
                <a:ext cx="4059715" cy="4823514"/>
                <a:chOff x="8290897" y="2205052"/>
                <a:chExt cx="4059715" cy="4823514"/>
              </a:xfrm>
              <a:grpFill/>
            </p:grpSpPr>
            <p:sp>
              <p:nvSpPr>
                <p:cNvPr id="91" name="Freeform 8"/>
                <p:cNvSpPr>
                  <a:spLocks noEditPoints="1"/>
                </p:cNvSpPr>
                <p:nvPr userDrawn="1"/>
              </p:nvSpPr>
              <p:spPr bwMode="auto">
                <a:xfrm>
                  <a:off x="10324612" y="4998709"/>
                  <a:ext cx="2026000" cy="1916444"/>
                </a:xfrm>
                <a:custGeom>
                  <a:avLst/>
                  <a:gdLst>
                    <a:gd name="T0" fmla="*/ 200 w 1607"/>
                    <a:gd name="T1" fmla="*/ 110 h 1520"/>
                    <a:gd name="T2" fmla="*/ 0 w 1607"/>
                    <a:gd name="T3" fmla="*/ 261 h 1520"/>
                    <a:gd name="T4" fmla="*/ 1 w 1607"/>
                    <a:gd name="T5" fmla="*/ 262 h 1520"/>
                    <a:gd name="T6" fmla="*/ 1 w 1607"/>
                    <a:gd name="T7" fmla="*/ 262 h 1520"/>
                    <a:gd name="T8" fmla="*/ 165 w 1607"/>
                    <a:gd name="T9" fmla="*/ 426 h 1520"/>
                    <a:gd name="T10" fmla="*/ 467 w 1607"/>
                    <a:gd name="T11" fmla="*/ 254 h 1520"/>
                    <a:gd name="T12" fmla="*/ 466 w 1607"/>
                    <a:gd name="T13" fmla="*/ 186 h 1520"/>
                    <a:gd name="T14" fmla="*/ 459 w 1607"/>
                    <a:gd name="T15" fmla="*/ 186 h 1520"/>
                    <a:gd name="T16" fmla="*/ 200 w 1607"/>
                    <a:gd name="T17" fmla="*/ 110 h 1520"/>
                    <a:gd name="T18" fmla="*/ 425 w 1607"/>
                    <a:gd name="T19" fmla="*/ 24 h 1520"/>
                    <a:gd name="T20" fmla="*/ 353 w 1607"/>
                    <a:gd name="T21" fmla="*/ 44 h 1520"/>
                    <a:gd name="T22" fmla="*/ 439 w 1607"/>
                    <a:gd name="T23" fmla="*/ 60 h 1520"/>
                    <a:gd name="T24" fmla="*/ 425 w 1607"/>
                    <a:gd name="T25" fmla="*/ 24 h 1520"/>
                    <a:gd name="T26" fmla="*/ 820 w 1607"/>
                    <a:gd name="T27" fmla="*/ 21 h 1520"/>
                    <a:gd name="T28" fmla="*/ 798 w 1607"/>
                    <a:gd name="T29" fmla="*/ 45 h 1520"/>
                    <a:gd name="T30" fmla="*/ 798 w 1607"/>
                    <a:gd name="T31" fmla="*/ 46 h 1520"/>
                    <a:gd name="T32" fmla="*/ 652 w 1607"/>
                    <a:gd name="T33" fmla="*/ 145 h 1520"/>
                    <a:gd name="T34" fmla="*/ 658 w 1607"/>
                    <a:gd name="T35" fmla="*/ 234 h 1520"/>
                    <a:gd name="T36" fmla="*/ 1094 w 1607"/>
                    <a:gd name="T37" fmla="*/ 426 h 1520"/>
                    <a:gd name="T38" fmla="*/ 1094 w 1607"/>
                    <a:gd name="T39" fmla="*/ 1355 h 1520"/>
                    <a:gd name="T40" fmla="*/ 1095 w 1607"/>
                    <a:gd name="T41" fmla="*/ 1356 h 1520"/>
                    <a:gd name="T42" fmla="*/ 1095 w 1607"/>
                    <a:gd name="T43" fmla="*/ 1355 h 1520"/>
                    <a:gd name="T44" fmla="*/ 1259 w 1607"/>
                    <a:gd name="T45" fmla="*/ 1520 h 1520"/>
                    <a:gd name="T46" fmla="*/ 1259 w 1607"/>
                    <a:gd name="T47" fmla="*/ 261 h 1520"/>
                    <a:gd name="T48" fmla="*/ 820 w 1607"/>
                    <a:gd name="T49" fmla="*/ 21 h 1520"/>
                    <a:gd name="T50" fmla="*/ 630 w 1607"/>
                    <a:gd name="T51" fmla="*/ 0 h 1520"/>
                    <a:gd name="T52" fmla="*/ 620 w 1607"/>
                    <a:gd name="T53" fmla="*/ 0 h 1520"/>
                    <a:gd name="T54" fmla="*/ 626 w 1607"/>
                    <a:gd name="T55" fmla="*/ 19 h 1520"/>
                    <a:gd name="T56" fmla="*/ 656 w 1607"/>
                    <a:gd name="T57" fmla="*/ 1 h 1520"/>
                    <a:gd name="T58" fmla="*/ 630 w 1607"/>
                    <a:gd name="T59" fmla="*/ 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7" h="1520">
                      <a:moveTo>
                        <a:pt x="200" y="110"/>
                      </a:moveTo>
                      <a:cubicBezTo>
                        <a:pt x="129" y="150"/>
                        <a:pt x="61" y="200"/>
                        <a:pt x="0" y="261"/>
                      </a:cubicBezTo>
                      <a:cubicBezTo>
                        <a:pt x="1" y="262"/>
                        <a:pt x="1" y="262"/>
                        <a:pt x="1" y="262"/>
                      </a:cubicBezTo>
                      <a:cubicBezTo>
                        <a:pt x="1" y="262"/>
                        <a:pt x="1" y="262"/>
                        <a:pt x="1" y="262"/>
                      </a:cubicBezTo>
                      <a:cubicBezTo>
                        <a:pt x="165" y="426"/>
                        <a:pt x="165" y="426"/>
                        <a:pt x="165" y="426"/>
                      </a:cubicBezTo>
                      <a:cubicBezTo>
                        <a:pt x="252" y="339"/>
                        <a:pt x="357" y="282"/>
                        <a:pt x="467" y="254"/>
                      </a:cubicBezTo>
                      <a:cubicBezTo>
                        <a:pt x="468" y="231"/>
                        <a:pt x="468" y="209"/>
                        <a:pt x="466" y="186"/>
                      </a:cubicBezTo>
                      <a:cubicBezTo>
                        <a:pt x="463" y="186"/>
                        <a:pt x="461" y="186"/>
                        <a:pt x="459" y="186"/>
                      </a:cubicBezTo>
                      <a:cubicBezTo>
                        <a:pt x="369" y="186"/>
                        <a:pt x="279" y="161"/>
                        <a:pt x="200" y="110"/>
                      </a:cubicBezTo>
                      <a:moveTo>
                        <a:pt x="425" y="24"/>
                      </a:moveTo>
                      <a:cubicBezTo>
                        <a:pt x="401" y="30"/>
                        <a:pt x="377" y="37"/>
                        <a:pt x="353" y="44"/>
                      </a:cubicBezTo>
                      <a:cubicBezTo>
                        <a:pt x="381" y="53"/>
                        <a:pt x="410" y="58"/>
                        <a:pt x="439" y="60"/>
                      </a:cubicBezTo>
                      <a:cubicBezTo>
                        <a:pt x="435" y="48"/>
                        <a:pt x="430" y="36"/>
                        <a:pt x="425" y="24"/>
                      </a:cubicBezTo>
                      <a:moveTo>
                        <a:pt x="820" y="21"/>
                      </a:moveTo>
                      <a:cubicBezTo>
                        <a:pt x="813" y="29"/>
                        <a:pt x="806" y="37"/>
                        <a:pt x="798" y="45"/>
                      </a:cubicBezTo>
                      <a:cubicBezTo>
                        <a:pt x="798" y="46"/>
                        <a:pt x="798" y="46"/>
                        <a:pt x="798" y="46"/>
                      </a:cubicBezTo>
                      <a:cubicBezTo>
                        <a:pt x="755" y="89"/>
                        <a:pt x="705" y="122"/>
                        <a:pt x="652" y="145"/>
                      </a:cubicBezTo>
                      <a:cubicBezTo>
                        <a:pt x="656" y="175"/>
                        <a:pt x="658" y="205"/>
                        <a:pt x="658" y="234"/>
                      </a:cubicBezTo>
                      <a:cubicBezTo>
                        <a:pt x="816" y="241"/>
                        <a:pt x="973" y="305"/>
                        <a:pt x="1094" y="426"/>
                      </a:cubicBezTo>
                      <a:cubicBezTo>
                        <a:pt x="1351" y="683"/>
                        <a:pt x="1351" y="1099"/>
                        <a:pt x="1094" y="1355"/>
                      </a:cubicBezTo>
                      <a:cubicBezTo>
                        <a:pt x="1095" y="1356"/>
                        <a:pt x="1095" y="1356"/>
                        <a:pt x="1095" y="1356"/>
                      </a:cubicBezTo>
                      <a:cubicBezTo>
                        <a:pt x="1095" y="1355"/>
                        <a:pt x="1095" y="1355"/>
                        <a:pt x="1095" y="1355"/>
                      </a:cubicBezTo>
                      <a:cubicBezTo>
                        <a:pt x="1259" y="1520"/>
                        <a:pt x="1259" y="1520"/>
                        <a:pt x="1259" y="1520"/>
                      </a:cubicBezTo>
                      <a:cubicBezTo>
                        <a:pt x="1607" y="1172"/>
                        <a:pt x="1607" y="609"/>
                        <a:pt x="1259" y="261"/>
                      </a:cubicBezTo>
                      <a:cubicBezTo>
                        <a:pt x="1134" y="136"/>
                        <a:pt x="981" y="56"/>
                        <a:pt x="820" y="21"/>
                      </a:cubicBezTo>
                      <a:moveTo>
                        <a:pt x="630" y="0"/>
                      </a:moveTo>
                      <a:cubicBezTo>
                        <a:pt x="626" y="0"/>
                        <a:pt x="623" y="0"/>
                        <a:pt x="620" y="0"/>
                      </a:cubicBezTo>
                      <a:cubicBezTo>
                        <a:pt x="622" y="7"/>
                        <a:pt x="624" y="13"/>
                        <a:pt x="626" y="19"/>
                      </a:cubicBezTo>
                      <a:cubicBezTo>
                        <a:pt x="636" y="13"/>
                        <a:pt x="646" y="7"/>
                        <a:pt x="656" y="1"/>
                      </a:cubicBezTo>
                      <a:cubicBezTo>
                        <a:pt x="647" y="1"/>
                        <a:pt x="638" y="0"/>
                        <a:pt x="63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26"/>
                <p:cNvSpPr>
                  <a:spLocks noEditPoints="1"/>
                </p:cNvSpPr>
                <p:nvPr userDrawn="1"/>
              </p:nvSpPr>
              <p:spPr bwMode="auto">
                <a:xfrm>
                  <a:off x="10475829" y="4025828"/>
                  <a:ext cx="1032288" cy="999884"/>
                </a:xfrm>
                <a:custGeom>
                  <a:avLst/>
                  <a:gdLst>
                    <a:gd name="T0" fmla="*/ 655 w 819"/>
                    <a:gd name="T1" fmla="*/ 637 h 793"/>
                    <a:gd name="T2" fmla="*/ 589 w 819"/>
                    <a:gd name="T3" fmla="*/ 729 h 793"/>
                    <a:gd name="T4" fmla="*/ 589 w 819"/>
                    <a:gd name="T5" fmla="*/ 729 h 793"/>
                    <a:gd name="T6" fmla="*/ 589 w 819"/>
                    <a:gd name="T7" fmla="*/ 729 h 793"/>
                    <a:gd name="T8" fmla="*/ 643 w 819"/>
                    <a:gd name="T9" fmla="*/ 782 h 793"/>
                    <a:gd name="T10" fmla="*/ 700 w 819"/>
                    <a:gd name="T11" fmla="*/ 793 h 793"/>
                    <a:gd name="T12" fmla="*/ 779 w 819"/>
                    <a:gd name="T13" fmla="*/ 668 h 793"/>
                    <a:gd name="T14" fmla="*/ 655 w 819"/>
                    <a:gd name="T15" fmla="*/ 637 h 793"/>
                    <a:gd name="T16" fmla="*/ 172 w 819"/>
                    <a:gd name="T17" fmla="*/ 29 h 793"/>
                    <a:gd name="T18" fmla="*/ 0 w 819"/>
                    <a:gd name="T19" fmla="*/ 140 h 793"/>
                    <a:gd name="T20" fmla="*/ 0 w 819"/>
                    <a:gd name="T21" fmla="*/ 140 h 793"/>
                    <a:gd name="T22" fmla="*/ 0 w 819"/>
                    <a:gd name="T23" fmla="*/ 140 h 793"/>
                    <a:gd name="T24" fmla="*/ 89 w 819"/>
                    <a:gd name="T25" fmla="*/ 228 h 793"/>
                    <a:gd name="T26" fmla="*/ 196 w 819"/>
                    <a:gd name="T27" fmla="*/ 154 h 793"/>
                    <a:gd name="T28" fmla="*/ 172 w 819"/>
                    <a:gd name="T29" fmla="*/ 29 h 793"/>
                    <a:gd name="T30" fmla="*/ 360 w 819"/>
                    <a:gd name="T31" fmla="*/ 0 h 793"/>
                    <a:gd name="T32" fmla="*/ 388 w 819"/>
                    <a:gd name="T33" fmla="*/ 128 h 793"/>
                    <a:gd name="T34" fmla="*/ 589 w 819"/>
                    <a:gd name="T35" fmla="*/ 228 h 793"/>
                    <a:gd name="T36" fmla="*/ 691 w 819"/>
                    <a:gd name="T37" fmla="*/ 448 h 793"/>
                    <a:gd name="T38" fmla="*/ 818 w 819"/>
                    <a:gd name="T39" fmla="*/ 482 h 793"/>
                    <a:gd name="T40" fmla="*/ 678 w 819"/>
                    <a:gd name="T41" fmla="*/ 140 h 793"/>
                    <a:gd name="T42" fmla="*/ 360 w 819"/>
                    <a:gd name="T43" fmla="*/ 0 h 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9" h="793">
                      <a:moveTo>
                        <a:pt x="655" y="637"/>
                      </a:moveTo>
                      <a:cubicBezTo>
                        <a:pt x="638" y="670"/>
                        <a:pt x="616" y="701"/>
                        <a:pt x="589" y="729"/>
                      </a:cubicBezTo>
                      <a:cubicBezTo>
                        <a:pt x="589" y="729"/>
                        <a:pt x="589" y="729"/>
                        <a:pt x="589" y="729"/>
                      </a:cubicBezTo>
                      <a:cubicBezTo>
                        <a:pt x="589" y="729"/>
                        <a:pt x="589" y="729"/>
                        <a:pt x="589" y="729"/>
                      </a:cubicBezTo>
                      <a:cubicBezTo>
                        <a:pt x="643" y="782"/>
                        <a:pt x="643" y="782"/>
                        <a:pt x="643" y="782"/>
                      </a:cubicBezTo>
                      <a:cubicBezTo>
                        <a:pt x="662" y="785"/>
                        <a:pt x="681" y="789"/>
                        <a:pt x="700" y="793"/>
                      </a:cubicBezTo>
                      <a:cubicBezTo>
                        <a:pt x="734" y="755"/>
                        <a:pt x="760" y="713"/>
                        <a:pt x="779" y="668"/>
                      </a:cubicBezTo>
                      <a:cubicBezTo>
                        <a:pt x="736" y="662"/>
                        <a:pt x="695" y="651"/>
                        <a:pt x="655" y="637"/>
                      </a:cubicBezTo>
                      <a:moveTo>
                        <a:pt x="172" y="29"/>
                      </a:moveTo>
                      <a:cubicBezTo>
                        <a:pt x="109" y="52"/>
                        <a:pt x="50" y="89"/>
                        <a:pt x="0" y="140"/>
                      </a:cubicBezTo>
                      <a:cubicBezTo>
                        <a:pt x="0" y="140"/>
                        <a:pt x="0" y="140"/>
                        <a:pt x="0" y="140"/>
                      </a:cubicBezTo>
                      <a:cubicBezTo>
                        <a:pt x="0" y="140"/>
                        <a:pt x="0" y="140"/>
                        <a:pt x="0" y="140"/>
                      </a:cubicBezTo>
                      <a:cubicBezTo>
                        <a:pt x="89" y="228"/>
                        <a:pt x="89" y="228"/>
                        <a:pt x="89" y="228"/>
                      </a:cubicBezTo>
                      <a:cubicBezTo>
                        <a:pt x="121" y="196"/>
                        <a:pt x="157" y="172"/>
                        <a:pt x="196" y="154"/>
                      </a:cubicBezTo>
                      <a:cubicBezTo>
                        <a:pt x="185" y="114"/>
                        <a:pt x="176" y="72"/>
                        <a:pt x="172" y="29"/>
                      </a:cubicBezTo>
                      <a:moveTo>
                        <a:pt x="360" y="0"/>
                      </a:moveTo>
                      <a:cubicBezTo>
                        <a:pt x="364" y="44"/>
                        <a:pt x="373" y="87"/>
                        <a:pt x="388" y="128"/>
                      </a:cubicBezTo>
                      <a:cubicBezTo>
                        <a:pt x="461" y="138"/>
                        <a:pt x="532" y="172"/>
                        <a:pt x="589" y="228"/>
                      </a:cubicBezTo>
                      <a:cubicBezTo>
                        <a:pt x="650" y="290"/>
                        <a:pt x="684" y="368"/>
                        <a:pt x="691" y="448"/>
                      </a:cubicBezTo>
                      <a:cubicBezTo>
                        <a:pt x="731" y="464"/>
                        <a:pt x="774" y="476"/>
                        <a:pt x="818" y="482"/>
                      </a:cubicBezTo>
                      <a:cubicBezTo>
                        <a:pt x="819" y="358"/>
                        <a:pt x="772" y="234"/>
                        <a:pt x="678" y="140"/>
                      </a:cubicBezTo>
                      <a:cubicBezTo>
                        <a:pt x="589" y="51"/>
                        <a:pt x="475" y="5"/>
                        <a:pt x="36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33"/>
                <p:cNvSpPr>
                  <a:spLocks noEditPoints="1"/>
                </p:cNvSpPr>
                <p:nvPr userDrawn="1"/>
              </p:nvSpPr>
              <p:spPr bwMode="auto">
                <a:xfrm>
                  <a:off x="9198971" y="4094493"/>
                  <a:ext cx="1050033" cy="1030745"/>
                </a:xfrm>
                <a:custGeom>
                  <a:avLst/>
                  <a:gdLst>
                    <a:gd name="T0" fmla="*/ 814 w 833"/>
                    <a:gd name="T1" fmla="*/ 416 h 818"/>
                    <a:gd name="T2" fmla="*/ 690 w 833"/>
                    <a:gd name="T3" fmla="*/ 433 h 818"/>
                    <a:gd name="T4" fmla="*/ 589 w 833"/>
                    <a:gd name="T5" fmla="*/ 729 h 818"/>
                    <a:gd name="T6" fmla="*/ 589 w 833"/>
                    <a:gd name="T7" fmla="*/ 730 h 818"/>
                    <a:gd name="T8" fmla="*/ 589 w 833"/>
                    <a:gd name="T9" fmla="*/ 730 h 818"/>
                    <a:gd name="T10" fmla="*/ 678 w 833"/>
                    <a:gd name="T11" fmla="*/ 818 h 818"/>
                    <a:gd name="T12" fmla="*/ 814 w 833"/>
                    <a:gd name="T13" fmla="*/ 416 h 818"/>
                    <a:gd name="T14" fmla="*/ 339 w 833"/>
                    <a:gd name="T15" fmla="*/ 0 h 818"/>
                    <a:gd name="T16" fmla="*/ 0 w 833"/>
                    <a:gd name="T17" fmla="*/ 140 h 818"/>
                    <a:gd name="T18" fmla="*/ 0 w 833"/>
                    <a:gd name="T19" fmla="*/ 141 h 818"/>
                    <a:gd name="T20" fmla="*/ 0 w 833"/>
                    <a:gd name="T21" fmla="*/ 140 h 818"/>
                    <a:gd name="T22" fmla="*/ 89 w 833"/>
                    <a:gd name="T23" fmla="*/ 229 h 818"/>
                    <a:gd name="T24" fmla="*/ 339 w 833"/>
                    <a:gd name="T25" fmla="*/ 125 h 818"/>
                    <a:gd name="T26" fmla="*/ 589 w 833"/>
                    <a:gd name="T27" fmla="*/ 229 h 818"/>
                    <a:gd name="T28" fmla="*/ 614 w 833"/>
                    <a:gd name="T29" fmla="*/ 257 h 818"/>
                    <a:gd name="T30" fmla="*/ 748 w 833"/>
                    <a:gd name="T31" fmla="*/ 230 h 818"/>
                    <a:gd name="T32" fmla="*/ 678 w 833"/>
                    <a:gd name="T33" fmla="*/ 140 h 818"/>
                    <a:gd name="T34" fmla="*/ 598 w 833"/>
                    <a:gd name="T35" fmla="*/ 76 h 818"/>
                    <a:gd name="T36" fmla="*/ 543 w 833"/>
                    <a:gd name="T37" fmla="*/ 45 h 818"/>
                    <a:gd name="T38" fmla="*/ 339 w 833"/>
                    <a:gd name="T39" fmla="*/ 0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3" h="818">
                      <a:moveTo>
                        <a:pt x="814" y="416"/>
                      </a:moveTo>
                      <a:cubicBezTo>
                        <a:pt x="772" y="417"/>
                        <a:pt x="730" y="423"/>
                        <a:pt x="690" y="433"/>
                      </a:cubicBezTo>
                      <a:cubicBezTo>
                        <a:pt x="703" y="538"/>
                        <a:pt x="670" y="649"/>
                        <a:pt x="589" y="729"/>
                      </a:cubicBezTo>
                      <a:cubicBezTo>
                        <a:pt x="589" y="730"/>
                        <a:pt x="589" y="730"/>
                        <a:pt x="589" y="730"/>
                      </a:cubicBezTo>
                      <a:cubicBezTo>
                        <a:pt x="589" y="730"/>
                        <a:pt x="589" y="730"/>
                        <a:pt x="589" y="730"/>
                      </a:cubicBezTo>
                      <a:cubicBezTo>
                        <a:pt x="678" y="818"/>
                        <a:pt x="678" y="818"/>
                        <a:pt x="678" y="818"/>
                      </a:cubicBezTo>
                      <a:cubicBezTo>
                        <a:pt x="787" y="709"/>
                        <a:pt x="833" y="559"/>
                        <a:pt x="814" y="416"/>
                      </a:cubicBezTo>
                      <a:moveTo>
                        <a:pt x="339" y="0"/>
                      </a:moveTo>
                      <a:cubicBezTo>
                        <a:pt x="216" y="0"/>
                        <a:pt x="93" y="47"/>
                        <a:pt x="0" y="140"/>
                      </a:cubicBezTo>
                      <a:cubicBezTo>
                        <a:pt x="0" y="141"/>
                        <a:pt x="0" y="141"/>
                        <a:pt x="0" y="141"/>
                      </a:cubicBezTo>
                      <a:cubicBezTo>
                        <a:pt x="0" y="141"/>
                        <a:pt x="0" y="140"/>
                        <a:pt x="0" y="140"/>
                      </a:cubicBezTo>
                      <a:cubicBezTo>
                        <a:pt x="89" y="229"/>
                        <a:pt x="89" y="229"/>
                        <a:pt x="89" y="229"/>
                      </a:cubicBezTo>
                      <a:cubicBezTo>
                        <a:pt x="158" y="160"/>
                        <a:pt x="248" y="125"/>
                        <a:pt x="339" y="125"/>
                      </a:cubicBezTo>
                      <a:cubicBezTo>
                        <a:pt x="429" y="125"/>
                        <a:pt x="520" y="160"/>
                        <a:pt x="589" y="229"/>
                      </a:cubicBezTo>
                      <a:cubicBezTo>
                        <a:pt x="598" y="238"/>
                        <a:pt x="606" y="247"/>
                        <a:pt x="614" y="257"/>
                      </a:cubicBezTo>
                      <a:cubicBezTo>
                        <a:pt x="658" y="244"/>
                        <a:pt x="703" y="235"/>
                        <a:pt x="748" y="230"/>
                      </a:cubicBezTo>
                      <a:cubicBezTo>
                        <a:pt x="729" y="198"/>
                        <a:pt x="705" y="168"/>
                        <a:pt x="678" y="140"/>
                      </a:cubicBezTo>
                      <a:cubicBezTo>
                        <a:pt x="653" y="116"/>
                        <a:pt x="626" y="94"/>
                        <a:pt x="598" y="76"/>
                      </a:cubicBezTo>
                      <a:cubicBezTo>
                        <a:pt x="579" y="68"/>
                        <a:pt x="560" y="57"/>
                        <a:pt x="543" y="45"/>
                      </a:cubicBezTo>
                      <a:cubicBezTo>
                        <a:pt x="478" y="15"/>
                        <a:pt x="409" y="0"/>
                        <a:pt x="33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40"/>
                <p:cNvSpPr>
                  <a:spLocks/>
                </p:cNvSpPr>
                <p:nvPr userDrawn="1"/>
              </p:nvSpPr>
              <p:spPr bwMode="auto">
                <a:xfrm>
                  <a:off x="8290897" y="5851234"/>
                  <a:ext cx="184392" cy="280060"/>
                </a:xfrm>
                <a:custGeom>
                  <a:avLst/>
                  <a:gdLst>
                    <a:gd name="T0" fmla="*/ 144 w 146"/>
                    <a:gd name="T1" fmla="*/ 0 h 222"/>
                    <a:gd name="T2" fmla="*/ 59 w 146"/>
                    <a:gd name="T3" fmla="*/ 49 h 222"/>
                    <a:gd name="T4" fmla="*/ 0 w 146"/>
                    <a:gd name="T5" fmla="*/ 166 h 222"/>
                    <a:gd name="T6" fmla="*/ 0 w 146"/>
                    <a:gd name="T7" fmla="*/ 166 h 222"/>
                    <a:gd name="T8" fmla="*/ 0 w 146"/>
                    <a:gd name="T9" fmla="*/ 166 h 222"/>
                    <a:gd name="T10" fmla="*/ 59 w 146"/>
                    <a:gd name="T11" fmla="*/ 222 h 222"/>
                    <a:gd name="T12" fmla="*/ 144 w 146"/>
                    <a:gd name="T13" fmla="*/ 0 h 222"/>
                  </a:gdLst>
                  <a:ahLst/>
                  <a:cxnLst>
                    <a:cxn ang="0">
                      <a:pos x="T0" y="T1"/>
                    </a:cxn>
                    <a:cxn ang="0">
                      <a:pos x="T2" y="T3"/>
                    </a:cxn>
                    <a:cxn ang="0">
                      <a:pos x="T4" y="T5"/>
                    </a:cxn>
                    <a:cxn ang="0">
                      <a:pos x="T6" y="T7"/>
                    </a:cxn>
                    <a:cxn ang="0">
                      <a:pos x="T8" y="T9"/>
                    </a:cxn>
                    <a:cxn ang="0">
                      <a:pos x="T10" y="T11"/>
                    </a:cxn>
                    <a:cxn ang="0">
                      <a:pos x="T12" y="T13"/>
                    </a:cxn>
                  </a:cxnLst>
                  <a:rect l="0" t="0" r="r" b="b"/>
                  <a:pathLst>
                    <a:path w="146" h="222">
                      <a:moveTo>
                        <a:pt x="144" y="0"/>
                      </a:moveTo>
                      <a:cubicBezTo>
                        <a:pt x="115" y="15"/>
                        <a:pt x="87" y="31"/>
                        <a:pt x="59" y="49"/>
                      </a:cubicBezTo>
                      <a:cubicBezTo>
                        <a:pt x="52" y="92"/>
                        <a:pt x="32" y="132"/>
                        <a:pt x="0" y="166"/>
                      </a:cubicBezTo>
                      <a:cubicBezTo>
                        <a:pt x="0" y="166"/>
                        <a:pt x="0" y="166"/>
                        <a:pt x="0" y="166"/>
                      </a:cubicBezTo>
                      <a:cubicBezTo>
                        <a:pt x="0" y="166"/>
                        <a:pt x="0" y="166"/>
                        <a:pt x="0" y="166"/>
                      </a:cubicBezTo>
                      <a:cubicBezTo>
                        <a:pt x="59" y="222"/>
                        <a:pt x="59" y="222"/>
                        <a:pt x="59" y="222"/>
                      </a:cubicBezTo>
                      <a:cubicBezTo>
                        <a:pt x="118" y="160"/>
                        <a:pt x="146" y="80"/>
                        <a:pt x="14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44"/>
                <p:cNvSpPr>
                  <a:spLocks/>
                </p:cNvSpPr>
                <p:nvPr userDrawn="1"/>
              </p:nvSpPr>
              <p:spPr bwMode="auto">
                <a:xfrm>
                  <a:off x="8874934" y="5761738"/>
                  <a:ext cx="304749" cy="278517"/>
                </a:xfrm>
                <a:custGeom>
                  <a:avLst/>
                  <a:gdLst>
                    <a:gd name="T0" fmla="*/ 53 w 242"/>
                    <a:gd name="T1" fmla="*/ 0 h 221"/>
                    <a:gd name="T2" fmla="*/ 0 w 242"/>
                    <a:gd name="T3" fmla="*/ 188 h 221"/>
                    <a:gd name="T4" fmla="*/ 186 w 242"/>
                    <a:gd name="T5" fmla="*/ 221 h 221"/>
                    <a:gd name="T6" fmla="*/ 242 w 242"/>
                    <a:gd name="T7" fmla="*/ 39 h 221"/>
                    <a:gd name="T8" fmla="*/ 53 w 242"/>
                    <a:gd name="T9" fmla="*/ 0 h 221"/>
                  </a:gdLst>
                  <a:ahLst/>
                  <a:cxnLst>
                    <a:cxn ang="0">
                      <a:pos x="T0" y="T1"/>
                    </a:cxn>
                    <a:cxn ang="0">
                      <a:pos x="T2" y="T3"/>
                    </a:cxn>
                    <a:cxn ang="0">
                      <a:pos x="T4" y="T5"/>
                    </a:cxn>
                    <a:cxn ang="0">
                      <a:pos x="T6" y="T7"/>
                    </a:cxn>
                    <a:cxn ang="0">
                      <a:pos x="T8" y="T9"/>
                    </a:cxn>
                  </a:cxnLst>
                  <a:rect l="0" t="0" r="r" b="b"/>
                  <a:pathLst>
                    <a:path w="242" h="221">
                      <a:moveTo>
                        <a:pt x="53" y="0"/>
                      </a:moveTo>
                      <a:cubicBezTo>
                        <a:pt x="27" y="60"/>
                        <a:pt x="9" y="124"/>
                        <a:pt x="0" y="188"/>
                      </a:cubicBezTo>
                      <a:cubicBezTo>
                        <a:pt x="66" y="188"/>
                        <a:pt x="128" y="200"/>
                        <a:pt x="186" y="221"/>
                      </a:cubicBezTo>
                      <a:cubicBezTo>
                        <a:pt x="194" y="158"/>
                        <a:pt x="212" y="97"/>
                        <a:pt x="242" y="39"/>
                      </a:cubicBezTo>
                      <a:cubicBezTo>
                        <a:pt x="182" y="18"/>
                        <a:pt x="119" y="5"/>
                        <a:pt x="5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45"/>
                <p:cNvSpPr>
                  <a:spLocks noEditPoints="1"/>
                </p:cNvSpPr>
                <p:nvPr userDrawn="1"/>
              </p:nvSpPr>
              <p:spPr bwMode="auto">
                <a:xfrm>
                  <a:off x="8909652" y="6380493"/>
                  <a:ext cx="1373298" cy="648073"/>
                </a:xfrm>
                <a:custGeom>
                  <a:avLst/>
                  <a:gdLst>
                    <a:gd name="T0" fmla="*/ 979 w 1089"/>
                    <a:gd name="T1" fmla="*/ 236 h 514"/>
                    <a:gd name="T2" fmla="*/ 693 w 1089"/>
                    <a:gd name="T3" fmla="*/ 325 h 514"/>
                    <a:gd name="T4" fmla="*/ 643 w 1089"/>
                    <a:gd name="T5" fmla="*/ 513 h 514"/>
                    <a:gd name="T6" fmla="*/ 685 w 1089"/>
                    <a:gd name="T7" fmla="*/ 514 h 514"/>
                    <a:gd name="T8" fmla="*/ 1089 w 1089"/>
                    <a:gd name="T9" fmla="*/ 389 h 514"/>
                    <a:gd name="T10" fmla="*/ 979 w 1089"/>
                    <a:gd name="T11" fmla="*/ 236 h 514"/>
                    <a:gd name="T12" fmla="*/ 195 w 1089"/>
                    <a:gd name="T13" fmla="*/ 0 h 514"/>
                    <a:gd name="T14" fmla="*/ 68 w 1089"/>
                    <a:gd name="T15" fmla="*/ 21 h 514"/>
                    <a:gd name="T16" fmla="*/ 0 w 1089"/>
                    <a:gd name="T17" fmla="*/ 15 h 514"/>
                    <a:gd name="T18" fmla="*/ 176 w 1089"/>
                    <a:gd name="T19" fmla="*/ 303 h 514"/>
                    <a:gd name="T20" fmla="*/ 451 w 1089"/>
                    <a:gd name="T21" fmla="*/ 475 h 514"/>
                    <a:gd name="T22" fmla="*/ 505 w 1089"/>
                    <a:gd name="T23" fmla="*/ 294 h 514"/>
                    <a:gd name="T24" fmla="*/ 309 w 1089"/>
                    <a:gd name="T25" fmla="*/ 170 h 514"/>
                    <a:gd name="T26" fmla="*/ 195 w 1089"/>
                    <a:gd name="T27"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9" h="514">
                      <a:moveTo>
                        <a:pt x="979" y="236"/>
                      </a:moveTo>
                      <a:cubicBezTo>
                        <a:pt x="892" y="294"/>
                        <a:pt x="793" y="324"/>
                        <a:pt x="693" y="325"/>
                      </a:cubicBezTo>
                      <a:cubicBezTo>
                        <a:pt x="684" y="391"/>
                        <a:pt x="667" y="454"/>
                        <a:pt x="643" y="513"/>
                      </a:cubicBezTo>
                      <a:cubicBezTo>
                        <a:pt x="657" y="513"/>
                        <a:pt x="671" y="514"/>
                        <a:pt x="685" y="514"/>
                      </a:cubicBezTo>
                      <a:cubicBezTo>
                        <a:pt x="826" y="514"/>
                        <a:pt x="968" y="472"/>
                        <a:pt x="1089" y="389"/>
                      </a:cubicBezTo>
                      <a:cubicBezTo>
                        <a:pt x="1047" y="341"/>
                        <a:pt x="1010" y="290"/>
                        <a:pt x="979" y="236"/>
                      </a:cubicBezTo>
                      <a:moveTo>
                        <a:pt x="195" y="0"/>
                      </a:moveTo>
                      <a:cubicBezTo>
                        <a:pt x="154" y="14"/>
                        <a:pt x="111" y="21"/>
                        <a:pt x="68" y="21"/>
                      </a:cubicBezTo>
                      <a:cubicBezTo>
                        <a:pt x="45" y="21"/>
                        <a:pt x="23" y="19"/>
                        <a:pt x="0" y="15"/>
                      </a:cubicBezTo>
                      <a:cubicBezTo>
                        <a:pt x="34" y="120"/>
                        <a:pt x="92" y="219"/>
                        <a:pt x="176" y="303"/>
                      </a:cubicBezTo>
                      <a:cubicBezTo>
                        <a:pt x="256" y="383"/>
                        <a:pt x="350" y="440"/>
                        <a:pt x="451" y="475"/>
                      </a:cubicBezTo>
                      <a:cubicBezTo>
                        <a:pt x="479" y="419"/>
                        <a:pt x="498" y="359"/>
                        <a:pt x="505" y="294"/>
                      </a:cubicBezTo>
                      <a:cubicBezTo>
                        <a:pt x="433" y="269"/>
                        <a:pt x="367" y="227"/>
                        <a:pt x="309" y="170"/>
                      </a:cubicBezTo>
                      <a:cubicBezTo>
                        <a:pt x="259" y="120"/>
                        <a:pt x="221" y="62"/>
                        <a:pt x="19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49"/>
                <p:cNvSpPr>
                  <a:spLocks/>
                </p:cNvSpPr>
                <p:nvPr userDrawn="1"/>
              </p:nvSpPr>
              <p:spPr bwMode="auto">
                <a:xfrm>
                  <a:off x="9323185" y="5274912"/>
                  <a:ext cx="265401" cy="311692"/>
                </a:xfrm>
                <a:custGeom>
                  <a:avLst/>
                  <a:gdLst>
                    <a:gd name="T0" fmla="*/ 98 w 210"/>
                    <a:gd name="T1" fmla="*/ 0 h 247"/>
                    <a:gd name="T2" fmla="*/ 0 w 210"/>
                    <a:gd name="T3" fmla="*/ 47 h 247"/>
                    <a:gd name="T4" fmla="*/ 38 w 210"/>
                    <a:gd name="T5" fmla="*/ 247 h 247"/>
                    <a:gd name="T6" fmla="*/ 210 w 210"/>
                    <a:gd name="T7" fmla="*/ 161 h 247"/>
                    <a:gd name="T8" fmla="*/ 190 w 210"/>
                    <a:gd name="T9" fmla="*/ 19 h 247"/>
                    <a:gd name="T10" fmla="*/ 98 w 210"/>
                    <a:gd name="T11" fmla="*/ 0 h 247"/>
                  </a:gdLst>
                  <a:ahLst/>
                  <a:cxnLst>
                    <a:cxn ang="0">
                      <a:pos x="T0" y="T1"/>
                    </a:cxn>
                    <a:cxn ang="0">
                      <a:pos x="T2" y="T3"/>
                    </a:cxn>
                    <a:cxn ang="0">
                      <a:pos x="T4" y="T5"/>
                    </a:cxn>
                    <a:cxn ang="0">
                      <a:pos x="T6" y="T7"/>
                    </a:cxn>
                    <a:cxn ang="0">
                      <a:pos x="T8" y="T9"/>
                    </a:cxn>
                    <a:cxn ang="0">
                      <a:pos x="T10" y="T11"/>
                    </a:cxn>
                  </a:cxnLst>
                  <a:rect l="0" t="0" r="r" b="b"/>
                  <a:pathLst>
                    <a:path w="210" h="247">
                      <a:moveTo>
                        <a:pt x="98" y="0"/>
                      </a:moveTo>
                      <a:cubicBezTo>
                        <a:pt x="65" y="13"/>
                        <a:pt x="32" y="29"/>
                        <a:pt x="0" y="47"/>
                      </a:cubicBezTo>
                      <a:cubicBezTo>
                        <a:pt x="3" y="114"/>
                        <a:pt x="16" y="182"/>
                        <a:pt x="38" y="247"/>
                      </a:cubicBezTo>
                      <a:cubicBezTo>
                        <a:pt x="91" y="207"/>
                        <a:pt x="149" y="179"/>
                        <a:pt x="210" y="161"/>
                      </a:cubicBezTo>
                      <a:cubicBezTo>
                        <a:pt x="197" y="115"/>
                        <a:pt x="190" y="67"/>
                        <a:pt x="190" y="19"/>
                      </a:cubicBezTo>
                      <a:cubicBezTo>
                        <a:pt x="159" y="16"/>
                        <a:pt x="128" y="10"/>
                        <a:pt x="9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72"/>
                <p:cNvSpPr>
                  <a:spLocks noEditPoints="1"/>
                </p:cNvSpPr>
                <p:nvPr userDrawn="1"/>
              </p:nvSpPr>
              <p:spPr bwMode="auto">
                <a:xfrm>
                  <a:off x="9360217" y="2252886"/>
                  <a:ext cx="620298" cy="633414"/>
                </a:xfrm>
                <a:custGeom>
                  <a:avLst/>
                  <a:gdLst>
                    <a:gd name="T0" fmla="*/ 55 w 492"/>
                    <a:gd name="T1" fmla="*/ 362 h 503"/>
                    <a:gd name="T2" fmla="*/ 54 w 492"/>
                    <a:gd name="T3" fmla="*/ 362 h 503"/>
                    <a:gd name="T4" fmla="*/ 54 w 492"/>
                    <a:gd name="T5" fmla="*/ 363 h 503"/>
                    <a:gd name="T6" fmla="*/ 0 w 492"/>
                    <a:gd name="T7" fmla="*/ 417 h 503"/>
                    <a:gd name="T8" fmla="*/ 200 w 492"/>
                    <a:gd name="T9" fmla="*/ 503 h 503"/>
                    <a:gd name="T10" fmla="*/ 227 w 492"/>
                    <a:gd name="T11" fmla="*/ 425 h 503"/>
                    <a:gd name="T12" fmla="*/ 208 w 492"/>
                    <a:gd name="T13" fmla="*/ 426 h 503"/>
                    <a:gd name="T14" fmla="*/ 55 w 492"/>
                    <a:gd name="T15" fmla="*/ 362 h 503"/>
                    <a:gd name="T16" fmla="*/ 475 w 492"/>
                    <a:gd name="T17" fmla="*/ 333 h 503"/>
                    <a:gd name="T18" fmla="*/ 394 w 492"/>
                    <a:gd name="T19" fmla="*/ 437 h 503"/>
                    <a:gd name="T20" fmla="*/ 417 w 492"/>
                    <a:gd name="T21" fmla="*/ 417 h 503"/>
                    <a:gd name="T22" fmla="*/ 475 w 492"/>
                    <a:gd name="T23" fmla="*/ 333 h 503"/>
                    <a:gd name="T24" fmla="*/ 417 w 492"/>
                    <a:gd name="T25" fmla="*/ 0 h 503"/>
                    <a:gd name="T26" fmla="*/ 416 w 492"/>
                    <a:gd name="T27" fmla="*/ 1 h 503"/>
                    <a:gd name="T28" fmla="*/ 416 w 492"/>
                    <a:gd name="T29" fmla="*/ 1 h 503"/>
                    <a:gd name="T30" fmla="*/ 362 w 492"/>
                    <a:gd name="T31" fmla="*/ 55 h 503"/>
                    <a:gd name="T32" fmla="*/ 423 w 492"/>
                    <a:gd name="T33" fmla="*/ 174 h 503"/>
                    <a:gd name="T34" fmla="*/ 492 w 492"/>
                    <a:gd name="T35" fmla="*/ 129 h 503"/>
                    <a:gd name="T36" fmla="*/ 417 w 492"/>
                    <a:gd name="T37"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2" h="503">
                      <a:moveTo>
                        <a:pt x="55" y="362"/>
                      </a:moveTo>
                      <a:cubicBezTo>
                        <a:pt x="54" y="362"/>
                        <a:pt x="54" y="362"/>
                        <a:pt x="54" y="362"/>
                      </a:cubicBezTo>
                      <a:cubicBezTo>
                        <a:pt x="54" y="363"/>
                        <a:pt x="54" y="363"/>
                        <a:pt x="54" y="363"/>
                      </a:cubicBezTo>
                      <a:cubicBezTo>
                        <a:pt x="0" y="417"/>
                        <a:pt x="0" y="417"/>
                        <a:pt x="0" y="417"/>
                      </a:cubicBezTo>
                      <a:cubicBezTo>
                        <a:pt x="56" y="472"/>
                        <a:pt x="128" y="501"/>
                        <a:pt x="200" y="503"/>
                      </a:cubicBezTo>
                      <a:cubicBezTo>
                        <a:pt x="207" y="476"/>
                        <a:pt x="216" y="450"/>
                        <a:pt x="227" y="425"/>
                      </a:cubicBezTo>
                      <a:cubicBezTo>
                        <a:pt x="220" y="426"/>
                        <a:pt x="214" y="426"/>
                        <a:pt x="208" y="426"/>
                      </a:cubicBezTo>
                      <a:cubicBezTo>
                        <a:pt x="153" y="426"/>
                        <a:pt x="97" y="405"/>
                        <a:pt x="55" y="362"/>
                      </a:cubicBezTo>
                      <a:moveTo>
                        <a:pt x="475" y="333"/>
                      </a:moveTo>
                      <a:cubicBezTo>
                        <a:pt x="443" y="364"/>
                        <a:pt x="416" y="399"/>
                        <a:pt x="394" y="437"/>
                      </a:cubicBezTo>
                      <a:cubicBezTo>
                        <a:pt x="402" y="431"/>
                        <a:pt x="409" y="424"/>
                        <a:pt x="417" y="417"/>
                      </a:cubicBezTo>
                      <a:cubicBezTo>
                        <a:pt x="441" y="392"/>
                        <a:pt x="461" y="364"/>
                        <a:pt x="475" y="333"/>
                      </a:cubicBezTo>
                      <a:moveTo>
                        <a:pt x="417" y="0"/>
                      </a:moveTo>
                      <a:cubicBezTo>
                        <a:pt x="416" y="1"/>
                        <a:pt x="416" y="1"/>
                        <a:pt x="416" y="1"/>
                      </a:cubicBezTo>
                      <a:cubicBezTo>
                        <a:pt x="416" y="1"/>
                        <a:pt x="416" y="1"/>
                        <a:pt x="416" y="1"/>
                      </a:cubicBezTo>
                      <a:cubicBezTo>
                        <a:pt x="362" y="55"/>
                        <a:pt x="362" y="55"/>
                        <a:pt x="362" y="55"/>
                      </a:cubicBezTo>
                      <a:cubicBezTo>
                        <a:pt x="396" y="88"/>
                        <a:pt x="416" y="130"/>
                        <a:pt x="423" y="174"/>
                      </a:cubicBezTo>
                      <a:cubicBezTo>
                        <a:pt x="445" y="157"/>
                        <a:pt x="468" y="142"/>
                        <a:pt x="492" y="129"/>
                      </a:cubicBezTo>
                      <a:cubicBezTo>
                        <a:pt x="479" y="82"/>
                        <a:pt x="454" y="37"/>
                        <a:pt x="41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75"/>
                <p:cNvSpPr>
                  <a:spLocks/>
                </p:cNvSpPr>
                <p:nvPr userDrawn="1"/>
              </p:nvSpPr>
              <p:spPr bwMode="auto">
                <a:xfrm>
                  <a:off x="11074525" y="2205052"/>
                  <a:ext cx="855611" cy="810091"/>
                </a:xfrm>
                <a:custGeom>
                  <a:avLst/>
                  <a:gdLst>
                    <a:gd name="T0" fmla="*/ 532 w 679"/>
                    <a:gd name="T1" fmla="*/ 0 h 643"/>
                    <a:gd name="T2" fmla="*/ 532 w 679"/>
                    <a:gd name="T3" fmla="*/ 0 h 643"/>
                    <a:gd name="T4" fmla="*/ 532 w 679"/>
                    <a:gd name="T5" fmla="*/ 0 h 643"/>
                    <a:gd name="T6" fmla="*/ 463 w 679"/>
                    <a:gd name="T7" fmla="*/ 70 h 643"/>
                    <a:gd name="T8" fmla="*/ 463 w 679"/>
                    <a:gd name="T9" fmla="*/ 463 h 643"/>
                    <a:gd name="T10" fmla="*/ 266 w 679"/>
                    <a:gd name="T11" fmla="*/ 544 h 643"/>
                    <a:gd name="T12" fmla="*/ 69 w 679"/>
                    <a:gd name="T13" fmla="*/ 463 h 643"/>
                    <a:gd name="T14" fmla="*/ 69 w 679"/>
                    <a:gd name="T15" fmla="*/ 463 h 643"/>
                    <a:gd name="T16" fmla="*/ 69 w 679"/>
                    <a:gd name="T17" fmla="*/ 463 h 643"/>
                    <a:gd name="T18" fmla="*/ 0 w 679"/>
                    <a:gd name="T19" fmla="*/ 533 h 643"/>
                    <a:gd name="T20" fmla="*/ 266 w 679"/>
                    <a:gd name="T21" fmla="*/ 643 h 643"/>
                    <a:gd name="T22" fmla="*/ 532 w 679"/>
                    <a:gd name="T23" fmla="*/ 533 h 643"/>
                    <a:gd name="T24" fmla="*/ 532 w 679"/>
                    <a:gd name="T25"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9" h="643">
                      <a:moveTo>
                        <a:pt x="532" y="0"/>
                      </a:moveTo>
                      <a:cubicBezTo>
                        <a:pt x="532" y="0"/>
                        <a:pt x="532" y="0"/>
                        <a:pt x="532" y="0"/>
                      </a:cubicBezTo>
                      <a:cubicBezTo>
                        <a:pt x="532" y="0"/>
                        <a:pt x="532" y="0"/>
                        <a:pt x="532" y="0"/>
                      </a:cubicBezTo>
                      <a:cubicBezTo>
                        <a:pt x="463" y="70"/>
                        <a:pt x="463" y="70"/>
                        <a:pt x="463" y="70"/>
                      </a:cubicBezTo>
                      <a:cubicBezTo>
                        <a:pt x="571" y="178"/>
                        <a:pt x="571" y="354"/>
                        <a:pt x="463" y="463"/>
                      </a:cubicBezTo>
                      <a:cubicBezTo>
                        <a:pt x="408" y="517"/>
                        <a:pt x="337" y="544"/>
                        <a:pt x="266" y="544"/>
                      </a:cubicBezTo>
                      <a:cubicBezTo>
                        <a:pt x="195" y="544"/>
                        <a:pt x="124" y="517"/>
                        <a:pt x="69" y="463"/>
                      </a:cubicBezTo>
                      <a:cubicBezTo>
                        <a:pt x="69" y="463"/>
                        <a:pt x="69" y="463"/>
                        <a:pt x="69" y="463"/>
                      </a:cubicBezTo>
                      <a:cubicBezTo>
                        <a:pt x="69" y="463"/>
                        <a:pt x="69" y="463"/>
                        <a:pt x="69" y="463"/>
                      </a:cubicBezTo>
                      <a:cubicBezTo>
                        <a:pt x="0" y="533"/>
                        <a:pt x="0" y="533"/>
                        <a:pt x="0" y="533"/>
                      </a:cubicBezTo>
                      <a:cubicBezTo>
                        <a:pt x="73" y="606"/>
                        <a:pt x="170" y="643"/>
                        <a:pt x="266" y="643"/>
                      </a:cubicBezTo>
                      <a:cubicBezTo>
                        <a:pt x="362" y="643"/>
                        <a:pt x="459" y="606"/>
                        <a:pt x="532" y="533"/>
                      </a:cubicBezTo>
                      <a:cubicBezTo>
                        <a:pt x="679" y="386"/>
                        <a:pt x="679" y="147"/>
                        <a:pt x="53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91"/>
                <p:cNvSpPr>
                  <a:spLocks/>
                </p:cNvSpPr>
                <p:nvPr userDrawn="1"/>
              </p:nvSpPr>
              <p:spPr bwMode="auto">
                <a:xfrm>
                  <a:off x="12022717" y="3186419"/>
                  <a:ext cx="306292" cy="300120"/>
                </a:xfrm>
                <a:custGeom>
                  <a:avLst/>
                  <a:gdLst>
                    <a:gd name="T0" fmla="*/ 47 w 243"/>
                    <a:gd name="T1" fmla="*/ 0 h 238"/>
                    <a:gd name="T2" fmla="*/ 0 w 243"/>
                    <a:gd name="T3" fmla="*/ 51 h 238"/>
                    <a:gd name="T4" fmla="*/ 1 w 243"/>
                    <a:gd name="T5" fmla="*/ 52 h 238"/>
                    <a:gd name="T6" fmla="*/ 1 w 243"/>
                    <a:gd name="T7" fmla="*/ 52 h 238"/>
                    <a:gd name="T8" fmla="*/ 187 w 243"/>
                    <a:gd name="T9" fmla="*/ 238 h 238"/>
                    <a:gd name="T10" fmla="*/ 243 w 243"/>
                    <a:gd name="T11" fmla="*/ 177 h 238"/>
                    <a:gd name="T12" fmla="*/ 47 w 243"/>
                    <a:gd name="T13" fmla="*/ 0 h 238"/>
                  </a:gdLst>
                  <a:ahLst/>
                  <a:cxnLst>
                    <a:cxn ang="0">
                      <a:pos x="T0" y="T1"/>
                    </a:cxn>
                    <a:cxn ang="0">
                      <a:pos x="T2" y="T3"/>
                    </a:cxn>
                    <a:cxn ang="0">
                      <a:pos x="T4" y="T5"/>
                    </a:cxn>
                    <a:cxn ang="0">
                      <a:pos x="T6" y="T7"/>
                    </a:cxn>
                    <a:cxn ang="0">
                      <a:pos x="T8" y="T9"/>
                    </a:cxn>
                    <a:cxn ang="0">
                      <a:pos x="T10" y="T11"/>
                    </a:cxn>
                    <a:cxn ang="0">
                      <a:pos x="T12" y="T13"/>
                    </a:cxn>
                  </a:cxnLst>
                  <a:rect l="0" t="0" r="r" b="b"/>
                  <a:pathLst>
                    <a:path w="243" h="238">
                      <a:moveTo>
                        <a:pt x="47" y="0"/>
                      </a:moveTo>
                      <a:cubicBezTo>
                        <a:pt x="33" y="18"/>
                        <a:pt x="17" y="35"/>
                        <a:pt x="0" y="51"/>
                      </a:cubicBezTo>
                      <a:cubicBezTo>
                        <a:pt x="1" y="52"/>
                        <a:pt x="1" y="52"/>
                        <a:pt x="1" y="52"/>
                      </a:cubicBezTo>
                      <a:cubicBezTo>
                        <a:pt x="1" y="52"/>
                        <a:pt x="1" y="52"/>
                        <a:pt x="1" y="52"/>
                      </a:cubicBezTo>
                      <a:cubicBezTo>
                        <a:pt x="187" y="238"/>
                        <a:pt x="187" y="238"/>
                        <a:pt x="187" y="238"/>
                      </a:cubicBezTo>
                      <a:cubicBezTo>
                        <a:pt x="206" y="218"/>
                        <a:pt x="225" y="198"/>
                        <a:pt x="243" y="177"/>
                      </a:cubicBezTo>
                      <a:cubicBezTo>
                        <a:pt x="189" y="107"/>
                        <a:pt x="123" y="47"/>
                        <a:pt x="4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94"/>
                <p:cNvSpPr>
                  <a:spLocks noEditPoints="1"/>
                </p:cNvSpPr>
                <p:nvPr userDrawn="1"/>
              </p:nvSpPr>
              <p:spPr bwMode="auto">
                <a:xfrm>
                  <a:off x="10340814" y="2323094"/>
                  <a:ext cx="544690" cy="1366354"/>
                </a:xfrm>
                <a:custGeom>
                  <a:avLst/>
                  <a:gdLst>
                    <a:gd name="T0" fmla="*/ 381 w 432"/>
                    <a:gd name="T1" fmla="*/ 818 h 1084"/>
                    <a:gd name="T2" fmla="*/ 182 w 432"/>
                    <a:gd name="T3" fmla="*/ 998 h 1084"/>
                    <a:gd name="T4" fmla="*/ 308 w 432"/>
                    <a:gd name="T5" fmla="*/ 1084 h 1084"/>
                    <a:gd name="T6" fmla="*/ 432 w 432"/>
                    <a:gd name="T7" fmla="*/ 851 h 1084"/>
                    <a:gd name="T8" fmla="*/ 381 w 432"/>
                    <a:gd name="T9" fmla="*/ 818 h 1084"/>
                    <a:gd name="T10" fmla="*/ 0 w 432"/>
                    <a:gd name="T11" fmla="*/ 0 h 1084"/>
                    <a:gd name="T12" fmla="*/ 0 w 432"/>
                    <a:gd name="T13" fmla="*/ 0 h 1084"/>
                    <a:gd name="T14" fmla="*/ 0 w 432"/>
                    <a:gd name="T15" fmla="*/ 0 h 1084"/>
                    <a:gd name="T16" fmla="*/ 0 w 432"/>
                    <a:gd name="T17" fmla="*/ 156 h 1084"/>
                    <a:gd name="T18" fmla="*/ 69 w 432"/>
                    <a:gd name="T19" fmla="*/ 161 h 1084"/>
                    <a:gd name="T20" fmla="*/ 96 w 432"/>
                    <a:gd name="T21" fmla="*/ 7 h 1084"/>
                    <a:gd name="T22" fmla="*/ 0 w 432"/>
                    <a:gd name="T23" fmla="*/ 0 h 1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2" h="1084">
                      <a:moveTo>
                        <a:pt x="381" y="818"/>
                      </a:moveTo>
                      <a:cubicBezTo>
                        <a:pt x="335" y="897"/>
                        <a:pt x="265" y="960"/>
                        <a:pt x="182" y="998"/>
                      </a:cubicBezTo>
                      <a:cubicBezTo>
                        <a:pt x="222" y="1030"/>
                        <a:pt x="264" y="1059"/>
                        <a:pt x="308" y="1084"/>
                      </a:cubicBezTo>
                      <a:cubicBezTo>
                        <a:pt x="335" y="998"/>
                        <a:pt x="377" y="920"/>
                        <a:pt x="432" y="851"/>
                      </a:cubicBezTo>
                      <a:cubicBezTo>
                        <a:pt x="414" y="841"/>
                        <a:pt x="398" y="830"/>
                        <a:pt x="381" y="818"/>
                      </a:cubicBezTo>
                      <a:moveTo>
                        <a:pt x="0" y="0"/>
                      </a:moveTo>
                      <a:cubicBezTo>
                        <a:pt x="0" y="0"/>
                        <a:pt x="0" y="0"/>
                        <a:pt x="0" y="0"/>
                      </a:cubicBezTo>
                      <a:cubicBezTo>
                        <a:pt x="0" y="0"/>
                        <a:pt x="0" y="0"/>
                        <a:pt x="0" y="0"/>
                      </a:cubicBezTo>
                      <a:cubicBezTo>
                        <a:pt x="0" y="156"/>
                        <a:pt x="0" y="156"/>
                        <a:pt x="0" y="156"/>
                      </a:cubicBezTo>
                      <a:cubicBezTo>
                        <a:pt x="24" y="156"/>
                        <a:pt x="46" y="158"/>
                        <a:pt x="69" y="161"/>
                      </a:cubicBezTo>
                      <a:cubicBezTo>
                        <a:pt x="72" y="109"/>
                        <a:pt x="81" y="58"/>
                        <a:pt x="96" y="7"/>
                      </a:cubicBezTo>
                      <a:cubicBezTo>
                        <a:pt x="65" y="2"/>
                        <a:pt x="33"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p:cNvGrpSpPr/>
            <p:nvPr userDrawn="1"/>
          </p:nvGrpSpPr>
          <p:grpSpPr>
            <a:xfrm>
              <a:off x="8427719" y="2737650"/>
              <a:ext cx="4066591" cy="4639149"/>
              <a:chOff x="7650539" y="1692765"/>
              <a:chExt cx="4865949" cy="5551054"/>
            </a:xfrm>
            <a:solidFill>
              <a:schemeClr val="tx2">
                <a:lumMod val="20000"/>
                <a:lumOff val="80000"/>
                <a:alpha val="15000"/>
              </a:schemeClr>
            </a:solidFill>
          </p:grpSpPr>
          <p:sp>
            <p:nvSpPr>
              <p:cNvPr id="16" name="Freeform 7"/>
              <p:cNvSpPr>
                <a:spLocks noEditPoints="1"/>
              </p:cNvSpPr>
              <p:nvPr userDrawn="1"/>
            </p:nvSpPr>
            <p:spPr bwMode="auto">
              <a:xfrm>
                <a:off x="9591672" y="4647669"/>
                <a:ext cx="1293832" cy="1293060"/>
              </a:xfrm>
              <a:custGeom>
                <a:avLst/>
                <a:gdLst>
                  <a:gd name="T0" fmla="*/ 134 w 1026"/>
                  <a:gd name="T1" fmla="*/ 892 h 1026"/>
                  <a:gd name="T2" fmla="*/ 0 w 1026"/>
                  <a:gd name="T3" fmla="*/ 1026 h 1026"/>
                  <a:gd name="T4" fmla="*/ 0 w 1026"/>
                  <a:gd name="T5" fmla="*/ 1026 h 1026"/>
                  <a:gd name="T6" fmla="*/ 134 w 1026"/>
                  <a:gd name="T7" fmla="*/ 892 h 1026"/>
                  <a:gd name="T8" fmla="*/ 134 w 1026"/>
                  <a:gd name="T9" fmla="*/ 892 h 1026"/>
                  <a:gd name="T10" fmla="*/ 1026 w 1026"/>
                  <a:gd name="T11" fmla="*/ 0 h 1026"/>
                  <a:gd name="T12" fmla="*/ 892 w 1026"/>
                  <a:gd name="T13" fmla="*/ 134 h 1026"/>
                  <a:gd name="T14" fmla="*/ 892 w 1026"/>
                  <a:gd name="T15" fmla="*/ 134 h 1026"/>
                  <a:gd name="T16" fmla="*/ 1026 w 1026"/>
                  <a:gd name="T17" fmla="*/ 0 h 1026"/>
                  <a:gd name="T18" fmla="*/ 1026 w 1026"/>
                  <a:gd name="T19" fmla="*/ 0 h 1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6" h="1026">
                    <a:moveTo>
                      <a:pt x="134" y="892"/>
                    </a:moveTo>
                    <a:cubicBezTo>
                      <a:pt x="0" y="1026"/>
                      <a:pt x="0" y="1026"/>
                      <a:pt x="0" y="1026"/>
                    </a:cubicBezTo>
                    <a:cubicBezTo>
                      <a:pt x="0" y="1026"/>
                      <a:pt x="0" y="1026"/>
                      <a:pt x="0" y="1026"/>
                    </a:cubicBezTo>
                    <a:cubicBezTo>
                      <a:pt x="134" y="892"/>
                      <a:pt x="134" y="892"/>
                      <a:pt x="134" y="892"/>
                    </a:cubicBezTo>
                    <a:cubicBezTo>
                      <a:pt x="134" y="892"/>
                      <a:pt x="134" y="892"/>
                      <a:pt x="134" y="892"/>
                    </a:cubicBezTo>
                    <a:moveTo>
                      <a:pt x="1026" y="0"/>
                    </a:moveTo>
                    <a:cubicBezTo>
                      <a:pt x="892" y="134"/>
                      <a:pt x="892" y="134"/>
                      <a:pt x="892" y="134"/>
                    </a:cubicBezTo>
                    <a:cubicBezTo>
                      <a:pt x="892" y="134"/>
                      <a:pt x="892" y="134"/>
                      <a:pt x="892" y="134"/>
                    </a:cubicBezTo>
                    <a:cubicBezTo>
                      <a:pt x="1026" y="0"/>
                      <a:pt x="1026" y="0"/>
                      <a:pt x="1026" y="0"/>
                    </a:cubicBezTo>
                    <a:cubicBezTo>
                      <a:pt x="1026" y="0"/>
                      <a:pt x="1026" y="0"/>
                      <a:pt x="10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userDrawn="1"/>
            </p:nvSpPr>
            <p:spPr bwMode="auto">
              <a:xfrm>
                <a:off x="10860043" y="4998709"/>
                <a:ext cx="293948" cy="320179"/>
              </a:xfrm>
              <a:custGeom>
                <a:avLst/>
                <a:gdLst>
                  <a:gd name="T0" fmla="*/ 227 w 233"/>
                  <a:gd name="T1" fmla="*/ 145 h 254"/>
                  <a:gd name="T2" fmla="*/ 41 w 233"/>
                  <a:gd name="T3" fmla="*/ 186 h 254"/>
                  <a:gd name="T4" fmla="*/ 42 w 233"/>
                  <a:gd name="T5" fmla="*/ 254 h 254"/>
                  <a:gd name="T6" fmla="*/ 205 w 233"/>
                  <a:gd name="T7" fmla="*/ 234 h 254"/>
                  <a:gd name="T8" fmla="*/ 233 w 233"/>
                  <a:gd name="T9" fmla="*/ 234 h 254"/>
                  <a:gd name="T10" fmla="*/ 227 w 233"/>
                  <a:gd name="T11" fmla="*/ 145 h 254"/>
                  <a:gd name="T12" fmla="*/ 195 w 233"/>
                  <a:gd name="T13" fmla="*/ 0 h 254"/>
                  <a:gd name="T14" fmla="*/ 0 w 233"/>
                  <a:gd name="T15" fmla="*/ 24 h 254"/>
                  <a:gd name="T16" fmla="*/ 14 w 233"/>
                  <a:gd name="T17" fmla="*/ 60 h 254"/>
                  <a:gd name="T18" fmla="*/ 34 w 233"/>
                  <a:gd name="T19" fmla="*/ 61 h 254"/>
                  <a:gd name="T20" fmla="*/ 201 w 233"/>
                  <a:gd name="T21" fmla="*/ 19 h 254"/>
                  <a:gd name="T22" fmla="*/ 195 w 233"/>
                  <a:gd name="T23"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3" h="254">
                    <a:moveTo>
                      <a:pt x="227" y="145"/>
                    </a:moveTo>
                    <a:cubicBezTo>
                      <a:pt x="168" y="172"/>
                      <a:pt x="104" y="185"/>
                      <a:pt x="41" y="186"/>
                    </a:cubicBezTo>
                    <a:cubicBezTo>
                      <a:pt x="43" y="209"/>
                      <a:pt x="43" y="231"/>
                      <a:pt x="42" y="254"/>
                    </a:cubicBezTo>
                    <a:cubicBezTo>
                      <a:pt x="96" y="240"/>
                      <a:pt x="150" y="234"/>
                      <a:pt x="205" y="234"/>
                    </a:cubicBezTo>
                    <a:cubicBezTo>
                      <a:pt x="214" y="234"/>
                      <a:pt x="223" y="234"/>
                      <a:pt x="233" y="234"/>
                    </a:cubicBezTo>
                    <a:cubicBezTo>
                      <a:pt x="233" y="205"/>
                      <a:pt x="231" y="175"/>
                      <a:pt x="227" y="145"/>
                    </a:cubicBezTo>
                    <a:moveTo>
                      <a:pt x="195" y="0"/>
                    </a:moveTo>
                    <a:cubicBezTo>
                      <a:pt x="129" y="1"/>
                      <a:pt x="64" y="9"/>
                      <a:pt x="0" y="24"/>
                    </a:cubicBezTo>
                    <a:cubicBezTo>
                      <a:pt x="5" y="36"/>
                      <a:pt x="10" y="48"/>
                      <a:pt x="14" y="60"/>
                    </a:cubicBezTo>
                    <a:cubicBezTo>
                      <a:pt x="21" y="60"/>
                      <a:pt x="27" y="61"/>
                      <a:pt x="34" y="61"/>
                    </a:cubicBezTo>
                    <a:cubicBezTo>
                      <a:pt x="91" y="61"/>
                      <a:pt x="149" y="47"/>
                      <a:pt x="201" y="19"/>
                    </a:cubicBezTo>
                    <a:cubicBezTo>
                      <a:pt x="199" y="13"/>
                      <a:pt x="197" y="7"/>
                      <a:pt x="19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0"/>
              <p:cNvSpPr>
                <a:spLocks noEditPoints="1"/>
              </p:cNvSpPr>
              <p:nvPr userDrawn="1"/>
            </p:nvSpPr>
            <p:spPr bwMode="auto">
              <a:xfrm>
                <a:off x="9998261" y="5329689"/>
                <a:ext cx="1914901" cy="1914130"/>
              </a:xfrm>
              <a:custGeom>
                <a:avLst/>
                <a:gdLst>
                  <a:gd name="T0" fmla="*/ 395 w 1519"/>
                  <a:gd name="T1" fmla="*/ 1062 h 1519"/>
                  <a:gd name="T2" fmla="*/ 330 w 1519"/>
                  <a:gd name="T3" fmla="*/ 1137 h 1519"/>
                  <a:gd name="T4" fmla="*/ 330 w 1519"/>
                  <a:gd name="T5" fmla="*/ 1137 h 1519"/>
                  <a:gd name="T6" fmla="*/ 226 w 1519"/>
                  <a:gd name="T7" fmla="*/ 1223 h 1519"/>
                  <a:gd name="T8" fmla="*/ 260 w 1519"/>
                  <a:gd name="T9" fmla="*/ 1258 h 1519"/>
                  <a:gd name="T10" fmla="*/ 889 w 1519"/>
                  <a:gd name="T11" fmla="*/ 1519 h 1519"/>
                  <a:gd name="T12" fmla="*/ 1519 w 1519"/>
                  <a:gd name="T13" fmla="*/ 1258 h 1519"/>
                  <a:gd name="T14" fmla="*/ 1518 w 1519"/>
                  <a:gd name="T15" fmla="*/ 1258 h 1519"/>
                  <a:gd name="T16" fmla="*/ 1518 w 1519"/>
                  <a:gd name="T17" fmla="*/ 1258 h 1519"/>
                  <a:gd name="T18" fmla="*/ 1354 w 1519"/>
                  <a:gd name="T19" fmla="*/ 1094 h 1519"/>
                  <a:gd name="T20" fmla="*/ 889 w 1519"/>
                  <a:gd name="T21" fmla="*/ 1286 h 1519"/>
                  <a:gd name="T22" fmla="*/ 425 w 1519"/>
                  <a:gd name="T23" fmla="*/ 1093 h 1519"/>
                  <a:gd name="T24" fmla="*/ 395 w 1519"/>
                  <a:gd name="T25" fmla="*/ 1062 h 1519"/>
                  <a:gd name="T26" fmla="*/ 0 w 1519"/>
                  <a:gd name="T27" fmla="*/ 672 h 1519"/>
                  <a:gd name="T28" fmla="*/ 116 w 1519"/>
                  <a:gd name="T29" fmla="*/ 1070 h 1519"/>
                  <a:gd name="T30" fmla="*/ 197 w 1519"/>
                  <a:gd name="T31" fmla="*/ 1004 h 1519"/>
                  <a:gd name="T32" fmla="*/ 196 w 1519"/>
                  <a:gd name="T33" fmla="*/ 1004 h 1519"/>
                  <a:gd name="T34" fmla="*/ 285 w 1519"/>
                  <a:gd name="T35" fmla="*/ 887 h 1519"/>
                  <a:gd name="T36" fmla="*/ 236 w 1519"/>
                  <a:gd name="T37" fmla="*/ 696 h 1519"/>
                  <a:gd name="T38" fmla="*/ 191 w 1519"/>
                  <a:gd name="T39" fmla="*/ 697 h 1519"/>
                  <a:gd name="T40" fmla="*/ 0 w 1519"/>
                  <a:gd name="T41" fmla="*/ 672 h 1519"/>
                  <a:gd name="T42" fmla="*/ 116 w 1519"/>
                  <a:gd name="T43" fmla="*/ 187 h 1519"/>
                  <a:gd name="T44" fmla="*/ 12 w 1519"/>
                  <a:gd name="T45" fmla="*/ 477 h 1519"/>
                  <a:gd name="T46" fmla="*/ 191 w 1519"/>
                  <a:gd name="T47" fmla="*/ 507 h 1519"/>
                  <a:gd name="T48" fmla="*/ 244 w 1519"/>
                  <a:gd name="T49" fmla="*/ 505 h 1519"/>
                  <a:gd name="T50" fmla="*/ 285 w 1519"/>
                  <a:gd name="T51" fmla="*/ 371 h 1519"/>
                  <a:gd name="T52" fmla="*/ 196 w 1519"/>
                  <a:gd name="T53" fmla="*/ 253 h 1519"/>
                  <a:gd name="T54" fmla="*/ 116 w 1519"/>
                  <a:gd name="T55" fmla="*/ 187 h 1519"/>
                  <a:gd name="T56" fmla="*/ 260 w 1519"/>
                  <a:gd name="T57" fmla="*/ 0 h 1519"/>
                  <a:gd name="T58" fmla="*/ 226 w 1519"/>
                  <a:gd name="T59" fmla="*/ 35 h 1519"/>
                  <a:gd name="T60" fmla="*/ 329 w 1519"/>
                  <a:gd name="T61" fmla="*/ 120 h 1519"/>
                  <a:gd name="T62" fmla="*/ 395 w 1519"/>
                  <a:gd name="T63" fmla="*/ 196 h 1519"/>
                  <a:gd name="T64" fmla="*/ 425 w 1519"/>
                  <a:gd name="T65" fmla="*/ 164 h 1519"/>
                  <a:gd name="T66" fmla="*/ 424 w 1519"/>
                  <a:gd name="T67" fmla="*/ 164 h 1519"/>
                  <a:gd name="T68" fmla="*/ 424 w 1519"/>
                  <a:gd name="T69" fmla="*/ 164 h 1519"/>
                  <a:gd name="T70" fmla="*/ 260 w 1519"/>
                  <a:gd name="T71"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9" h="1519">
                    <a:moveTo>
                      <a:pt x="395" y="1062"/>
                    </a:moveTo>
                    <a:cubicBezTo>
                      <a:pt x="375" y="1088"/>
                      <a:pt x="353" y="1113"/>
                      <a:pt x="330" y="1137"/>
                    </a:cubicBezTo>
                    <a:cubicBezTo>
                      <a:pt x="330" y="1137"/>
                      <a:pt x="330" y="1137"/>
                      <a:pt x="330" y="1137"/>
                    </a:cubicBezTo>
                    <a:cubicBezTo>
                      <a:pt x="298" y="1170"/>
                      <a:pt x="263" y="1198"/>
                      <a:pt x="226" y="1223"/>
                    </a:cubicBezTo>
                    <a:cubicBezTo>
                      <a:pt x="237" y="1235"/>
                      <a:pt x="248" y="1247"/>
                      <a:pt x="260" y="1258"/>
                    </a:cubicBezTo>
                    <a:cubicBezTo>
                      <a:pt x="434" y="1432"/>
                      <a:pt x="661" y="1519"/>
                      <a:pt x="889" y="1519"/>
                    </a:cubicBezTo>
                    <a:cubicBezTo>
                      <a:pt x="1117" y="1519"/>
                      <a:pt x="1345" y="1432"/>
                      <a:pt x="1519" y="1258"/>
                    </a:cubicBezTo>
                    <a:cubicBezTo>
                      <a:pt x="1518" y="1258"/>
                      <a:pt x="1518" y="1258"/>
                      <a:pt x="1518" y="1258"/>
                    </a:cubicBezTo>
                    <a:cubicBezTo>
                      <a:pt x="1518" y="1258"/>
                      <a:pt x="1518" y="1258"/>
                      <a:pt x="1518" y="1258"/>
                    </a:cubicBezTo>
                    <a:cubicBezTo>
                      <a:pt x="1354" y="1094"/>
                      <a:pt x="1354" y="1094"/>
                      <a:pt x="1354" y="1094"/>
                    </a:cubicBezTo>
                    <a:cubicBezTo>
                      <a:pt x="1225" y="1222"/>
                      <a:pt x="1057" y="1286"/>
                      <a:pt x="889" y="1286"/>
                    </a:cubicBezTo>
                    <a:cubicBezTo>
                      <a:pt x="721" y="1286"/>
                      <a:pt x="553" y="1222"/>
                      <a:pt x="425" y="1093"/>
                    </a:cubicBezTo>
                    <a:cubicBezTo>
                      <a:pt x="414" y="1083"/>
                      <a:pt x="404" y="1073"/>
                      <a:pt x="395" y="1062"/>
                    </a:cubicBezTo>
                    <a:moveTo>
                      <a:pt x="0" y="672"/>
                    </a:moveTo>
                    <a:cubicBezTo>
                      <a:pt x="7" y="810"/>
                      <a:pt x="45" y="947"/>
                      <a:pt x="116" y="1070"/>
                    </a:cubicBezTo>
                    <a:cubicBezTo>
                      <a:pt x="144" y="1051"/>
                      <a:pt x="172" y="1029"/>
                      <a:pt x="197" y="1004"/>
                    </a:cubicBezTo>
                    <a:cubicBezTo>
                      <a:pt x="196" y="1004"/>
                      <a:pt x="196" y="1004"/>
                      <a:pt x="196" y="1004"/>
                    </a:cubicBezTo>
                    <a:cubicBezTo>
                      <a:pt x="232" y="968"/>
                      <a:pt x="261" y="929"/>
                      <a:pt x="285" y="887"/>
                    </a:cubicBezTo>
                    <a:cubicBezTo>
                      <a:pt x="259" y="826"/>
                      <a:pt x="242" y="761"/>
                      <a:pt x="236" y="696"/>
                    </a:cubicBezTo>
                    <a:cubicBezTo>
                      <a:pt x="221" y="697"/>
                      <a:pt x="206" y="697"/>
                      <a:pt x="191" y="697"/>
                    </a:cubicBezTo>
                    <a:cubicBezTo>
                      <a:pt x="127" y="697"/>
                      <a:pt x="62" y="689"/>
                      <a:pt x="0" y="672"/>
                    </a:cubicBezTo>
                    <a:moveTo>
                      <a:pt x="116" y="187"/>
                    </a:moveTo>
                    <a:cubicBezTo>
                      <a:pt x="64" y="278"/>
                      <a:pt x="29" y="376"/>
                      <a:pt x="12" y="477"/>
                    </a:cubicBezTo>
                    <a:cubicBezTo>
                      <a:pt x="70" y="497"/>
                      <a:pt x="130" y="507"/>
                      <a:pt x="191" y="507"/>
                    </a:cubicBezTo>
                    <a:cubicBezTo>
                      <a:pt x="209" y="507"/>
                      <a:pt x="226" y="506"/>
                      <a:pt x="244" y="505"/>
                    </a:cubicBezTo>
                    <a:cubicBezTo>
                      <a:pt x="253" y="459"/>
                      <a:pt x="266" y="414"/>
                      <a:pt x="285" y="371"/>
                    </a:cubicBezTo>
                    <a:cubicBezTo>
                      <a:pt x="262" y="329"/>
                      <a:pt x="232" y="289"/>
                      <a:pt x="196" y="253"/>
                    </a:cubicBezTo>
                    <a:cubicBezTo>
                      <a:pt x="171" y="228"/>
                      <a:pt x="144" y="206"/>
                      <a:pt x="116" y="187"/>
                    </a:cubicBezTo>
                    <a:moveTo>
                      <a:pt x="260" y="0"/>
                    </a:moveTo>
                    <a:cubicBezTo>
                      <a:pt x="248" y="11"/>
                      <a:pt x="237" y="23"/>
                      <a:pt x="226" y="35"/>
                    </a:cubicBezTo>
                    <a:cubicBezTo>
                      <a:pt x="263" y="59"/>
                      <a:pt x="297" y="88"/>
                      <a:pt x="329" y="120"/>
                    </a:cubicBezTo>
                    <a:cubicBezTo>
                      <a:pt x="353" y="144"/>
                      <a:pt x="375" y="169"/>
                      <a:pt x="395" y="196"/>
                    </a:cubicBezTo>
                    <a:cubicBezTo>
                      <a:pt x="405" y="185"/>
                      <a:pt x="414" y="175"/>
                      <a:pt x="425" y="164"/>
                    </a:cubicBezTo>
                    <a:cubicBezTo>
                      <a:pt x="424" y="164"/>
                      <a:pt x="424" y="164"/>
                      <a:pt x="424" y="164"/>
                    </a:cubicBezTo>
                    <a:cubicBezTo>
                      <a:pt x="424" y="164"/>
                      <a:pt x="424" y="164"/>
                      <a:pt x="424" y="164"/>
                    </a:cubicBezTo>
                    <a:cubicBezTo>
                      <a:pt x="260" y="0"/>
                      <a:pt x="260" y="0"/>
                      <a:pt x="26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1"/>
              <p:cNvSpPr>
                <a:spLocks/>
              </p:cNvSpPr>
              <p:nvPr userDrawn="1"/>
            </p:nvSpPr>
            <p:spPr bwMode="auto">
              <a:xfrm>
                <a:off x="9994403" y="5930700"/>
                <a:ext cx="310921" cy="276974"/>
              </a:xfrm>
              <a:custGeom>
                <a:avLst/>
                <a:gdLst>
                  <a:gd name="T0" fmla="*/ 15 w 247"/>
                  <a:gd name="T1" fmla="*/ 0 h 220"/>
                  <a:gd name="T2" fmla="*/ 3 w 247"/>
                  <a:gd name="T3" fmla="*/ 195 h 220"/>
                  <a:gd name="T4" fmla="*/ 194 w 247"/>
                  <a:gd name="T5" fmla="*/ 220 h 220"/>
                  <a:gd name="T6" fmla="*/ 239 w 247"/>
                  <a:gd name="T7" fmla="*/ 219 h 220"/>
                  <a:gd name="T8" fmla="*/ 247 w 247"/>
                  <a:gd name="T9" fmla="*/ 28 h 220"/>
                  <a:gd name="T10" fmla="*/ 194 w 247"/>
                  <a:gd name="T11" fmla="*/ 30 h 220"/>
                  <a:gd name="T12" fmla="*/ 15 w 247"/>
                  <a:gd name="T13" fmla="*/ 0 h 220"/>
                </a:gdLst>
                <a:ahLst/>
                <a:cxnLst>
                  <a:cxn ang="0">
                    <a:pos x="T0" y="T1"/>
                  </a:cxn>
                  <a:cxn ang="0">
                    <a:pos x="T2" y="T3"/>
                  </a:cxn>
                  <a:cxn ang="0">
                    <a:pos x="T4" y="T5"/>
                  </a:cxn>
                  <a:cxn ang="0">
                    <a:pos x="T6" y="T7"/>
                  </a:cxn>
                  <a:cxn ang="0">
                    <a:pos x="T8" y="T9"/>
                  </a:cxn>
                  <a:cxn ang="0">
                    <a:pos x="T10" y="T11"/>
                  </a:cxn>
                  <a:cxn ang="0">
                    <a:pos x="T12" y="T13"/>
                  </a:cxn>
                </a:cxnLst>
                <a:rect l="0" t="0" r="r" b="b"/>
                <a:pathLst>
                  <a:path w="247" h="220">
                    <a:moveTo>
                      <a:pt x="15" y="0"/>
                    </a:moveTo>
                    <a:cubicBezTo>
                      <a:pt x="4" y="64"/>
                      <a:pt x="0" y="130"/>
                      <a:pt x="3" y="195"/>
                    </a:cubicBezTo>
                    <a:cubicBezTo>
                      <a:pt x="65" y="212"/>
                      <a:pt x="130" y="220"/>
                      <a:pt x="194" y="220"/>
                    </a:cubicBezTo>
                    <a:cubicBezTo>
                      <a:pt x="209" y="220"/>
                      <a:pt x="224" y="220"/>
                      <a:pt x="239" y="219"/>
                    </a:cubicBezTo>
                    <a:cubicBezTo>
                      <a:pt x="232" y="155"/>
                      <a:pt x="235" y="91"/>
                      <a:pt x="247" y="28"/>
                    </a:cubicBezTo>
                    <a:cubicBezTo>
                      <a:pt x="229" y="29"/>
                      <a:pt x="212" y="30"/>
                      <a:pt x="194" y="30"/>
                    </a:cubicBezTo>
                    <a:cubicBezTo>
                      <a:pt x="133" y="30"/>
                      <a:pt x="73" y="20"/>
                      <a:pt x="1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2"/>
              <p:cNvSpPr>
                <a:spLocks noEditPoints="1"/>
              </p:cNvSpPr>
              <p:nvPr userDrawn="1"/>
            </p:nvSpPr>
            <p:spPr bwMode="auto">
              <a:xfrm>
                <a:off x="10325383" y="5329689"/>
                <a:ext cx="1586236" cy="1585464"/>
              </a:xfrm>
              <a:custGeom>
                <a:avLst/>
                <a:gdLst>
                  <a:gd name="T0" fmla="*/ 1094 w 1258"/>
                  <a:gd name="T1" fmla="*/ 1093 h 1258"/>
                  <a:gd name="T2" fmla="*/ 1094 w 1258"/>
                  <a:gd name="T3" fmla="*/ 1094 h 1258"/>
                  <a:gd name="T4" fmla="*/ 1258 w 1258"/>
                  <a:gd name="T5" fmla="*/ 1258 h 1258"/>
                  <a:gd name="T6" fmla="*/ 1258 w 1258"/>
                  <a:gd name="T7" fmla="*/ 1258 h 1258"/>
                  <a:gd name="T8" fmla="*/ 1094 w 1258"/>
                  <a:gd name="T9" fmla="*/ 1093 h 1258"/>
                  <a:gd name="T10" fmla="*/ 0 w 1258"/>
                  <a:gd name="T11" fmla="*/ 0 h 1258"/>
                  <a:gd name="T12" fmla="*/ 0 w 1258"/>
                  <a:gd name="T13" fmla="*/ 0 h 1258"/>
                  <a:gd name="T14" fmla="*/ 164 w 1258"/>
                  <a:gd name="T15" fmla="*/ 164 h 1258"/>
                  <a:gd name="T16" fmla="*/ 164 w 1258"/>
                  <a:gd name="T17" fmla="*/ 164 h 1258"/>
                  <a:gd name="T18" fmla="*/ 0 w 1258"/>
                  <a:gd name="T19" fmla="*/ 0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8" h="1258">
                    <a:moveTo>
                      <a:pt x="1094" y="1093"/>
                    </a:moveTo>
                    <a:cubicBezTo>
                      <a:pt x="1094" y="1093"/>
                      <a:pt x="1094" y="1093"/>
                      <a:pt x="1094" y="1094"/>
                    </a:cubicBezTo>
                    <a:cubicBezTo>
                      <a:pt x="1258" y="1258"/>
                      <a:pt x="1258" y="1258"/>
                      <a:pt x="1258" y="1258"/>
                    </a:cubicBezTo>
                    <a:cubicBezTo>
                      <a:pt x="1258" y="1258"/>
                      <a:pt x="1258" y="1258"/>
                      <a:pt x="1258" y="1258"/>
                    </a:cubicBezTo>
                    <a:cubicBezTo>
                      <a:pt x="1094" y="1093"/>
                      <a:pt x="1094" y="1093"/>
                      <a:pt x="1094" y="1093"/>
                    </a:cubicBezTo>
                    <a:moveTo>
                      <a:pt x="0" y="0"/>
                    </a:moveTo>
                    <a:cubicBezTo>
                      <a:pt x="0" y="0"/>
                      <a:pt x="0" y="0"/>
                      <a:pt x="0" y="0"/>
                    </a:cubicBezTo>
                    <a:cubicBezTo>
                      <a:pt x="164" y="164"/>
                      <a:pt x="164" y="164"/>
                      <a:pt x="164" y="164"/>
                    </a:cubicBezTo>
                    <a:cubicBezTo>
                      <a:pt x="164" y="164"/>
                      <a:pt x="164" y="164"/>
                      <a:pt x="164" y="164"/>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3"/>
              <p:cNvSpPr>
                <a:spLocks noEditPoints="1"/>
              </p:cNvSpPr>
              <p:nvPr userDrawn="1"/>
            </p:nvSpPr>
            <p:spPr bwMode="auto">
              <a:xfrm>
                <a:off x="7959145" y="5759423"/>
                <a:ext cx="1830806" cy="915017"/>
              </a:xfrm>
              <a:custGeom>
                <a:avLst/>
                <a:gdLst>
                  <a:gd name="T0" fmla="*/ 1208 w 1452"/>
                  <a:gd name="T1" fmla="*/ 183 h 726"/>
                  <a:gd name="T2" fmla="*/ 1126 w 1452"/>
                  <a:gd name="T3" fmla="*/ 369 h 726"/>
                  <a:gd name="T4" fmla="*/ 1262 w 1452"/>
                  <a:gd name="T5" fmla="*/ 726 h 726"/>
                  <a:gd name="T6" fmla="*/ 1262 w 1452"/>
                  <a:gd name="T7" fmla="*/ 726 h 726"/>
                  <a:gd name="T8" fmla="*/ 1262 w 1452"/>
                  <a:gd name="T9" fmla="*/ 726 h 726"/>
                  <a:gd name="T10" fmla="*/ 1452 w 1452"/>
                  <a:gd name="T11" fmla="*/ 726 h 726"/>
                  <a:gd name="T12" fmla="*/ 1208 w 1452"/>
                  <a:gd name="T13" fmla="*/ 183 h 726"/>
                  <a:gd name="T14" fmla="*/ 322 w 1452"/>
                  <a:gd name="T15" fmla="*/ 122 h 726"/>
                  <a:gd name="T16" fmla="*/ 133 w 1452"/>
                  <a:gd name="T17" fmla="*/ 307 h 726"/>
                  <a:gd name="T18" fmla="*/ 263 w 1452"/>
                  <a:gd name="T19" fmla="*/ 239 h 726"/>
                  <a:gd name="T20" fmla="*/ 263 w 1452"/>
                  <a:gd name="T21" fmla="*/ 239 h 726"/>
                  <a:gd name="T22" fmla="*/ 322 w 1452"/>
                  <a:gd name="T23" fmla="*/ 122 h 726"/>
                  <a:gd name="T24" fmla="*/ 437 w 1452"/>
                  <a:gd name="T25" fmla="*/ 60 h 726"/>
                  <a:gd name="T26" fmla="*/ 407 w 1452"/>
                  <a:gd name="T27" fmla="*/ 73 h 726"/>
                  <a:gd name="T28" fmla="*/ 322 w 1452"/>
                  <a:gd name="T29" fmla="*/ 295 h 726"/>
                  <a:gd name="T30" fmla="*/ 322 w 1452"/>
                  <a:gd name="T31" fmla="*/ 295 h 726"/>
                  <a:gd name="T32" fmla="*/ 97 w 1452"/>
                  <a:gd name="T33" fmla="*/ 391 h 726"/>
                  <a:gd name="T34" fmla="*/ 82 w 1452"/>
                  <a:gd name="T35" fmla="*/ 390 h 726"/>
                  <a:gd name="T36" fmla="*/ 0 w 1452"/>
                  <a:gd name="T37" fmla="*/ 726 h 726"/>
                  <a:gd name="T38" fmla="*/ 1 w 1452"/>
                  <a:gd name="T39" fmla="*/ 726 h 726"/>
                  <a:gd name="T40" fmla="*/ 1 w 1452"/>
                  <a:gd name="T41" fmla="*/ 726 h 726"/>
                  <a:gd name="T42" fmla="*/ 190 w 1452"/>
                  <a:gd name="T43" fmla="*/ 726 h 726"/>
                  <a:gd name="T44" fmla="*/ 457 w 1452"/>
                  <a:gd name="T45" fmla="*/ 262 h 726"/>
                  <a:gd name="T46" fmla="*/ 437 w 1452"/>
                  <a:gd name="T47" fmla="*/ 60 h 726"/>
                  <a:gd name="T48" fmla="*/ 968 w 1452"/>
                  <a:gd name="T49" fmla="*/ 41 h 726"/>
                  <a:gd name="T50" fmla="*/ 912 w 1452"/>
                  <a:gd name="T51" fmla="*/ 223 h 726"/>
                  <a:gd name="T52" fmla="*/ 1051 w 1452"/>
                  <a:gd name="T53" fmla="*/ 299 h 726"/>
                  <a:gd name="T54" fmla="*/ 1110 w 1452"/>
                  <a:gd name="T55" fmla="*/ 110 h 726"/>
                  <a:gd name="T56" fmla="*/ 968 w 1452"/>
                  <a:gd name="T57" fmla="*/ 41 h 726"/>
                  <a:gd name="T58" fmla="*/ 726 w 1452"/>
                  <a:gd name="T59" fmla="*/ 0 h 726"/>
                  <a:gd name="T60" fmla="*/ 726 w 1452"/>
                  <a:gd name="T61" fmla="*/ 0 h 726"/>
                  <a:gd name="T62" fmla="*/ 553 w 1452"/>
                  <a:gd name="T63" fmla="*/ 21 h 726"/>
                  <a:gd name="T64" fmla="*/ 550 w 1452"/>
                  <a:gd name="T65" fmla="*/ 220 h 726"/>
                  <a:gd name="T66" fmla="*/ 726 w 1452"/>
                  <a:gd name="T67" fmla="*/ 190 h 726"/>
                  <a:gd name="T68" fmla="*/ 726 w 1452"/>
                  <a:gd name="T69" fmla="*/ 190 h 726"/>
                  <a:gd name="T70" fmla="*/ 779 w 1452"/>
                  <a:gd name="T71" fmla="*/ 2 h 726"/>
                  <a:gd name="T72" fmla="*/ 726 w 1452"/>
                  <a:gd name="T73"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52" h="726">
                    <a:moveTo>
                      <a:pt x="1208" y="183"/>
                    </a:moveTo>
                    <a:cubicBezTo>
                      <a:pt x="1198" y="250"/>
                      <a:pt x="1170" y="314"/>
                      <a:pt x="1126" y="369"/>
                    </a:cubicBezTo>
                    <a:cubicBezTo>
                      <a:pt x="1210" y="464"/>
                      <a:pt x="1262" y="589"/>
                      <a:pt x="1262" y="726"/>
                    </a:cubicBezTo>
                    <a:cubicBezTo>
                      <a:pt x="1262" y="726"/>
                      <a:pt x="1262" y="726"/>
                      <a:pt x="1262" y="726"/>
                    </a:cubicBezTo>
                    <a:cubicBezTo>
                      <a:pt x="1262" y="726"/>
                      <a:pt x="1262" y="726"/>
                      <a:pt x="1262" y="726"/>
                    </a:cubicBezTo>
                    <a:cubicBezTo>
                      <a:pt x="1452" y="726"/>
                      <a:pt x="1452" y="726"/>
                      <a:pt x="1452" y="726"/>
                    </a:cubicBezTo>
                    <a:cubicBezTo>
                      <a:pt x="1452" y="510"/>
                      <a:pt x="1358" y="316"/>
                      <a:pt x="1208" y="183"/>
                    </a:cubicBezTo>
                    <a:moveTo>
                      <a:pt x="322" y="122"/>
                    </a:moveTo>
                    <a:cubicBezTo>
                      <a:pt x="249" y="172"/>
                      <a:pt x="185" y="234"/>
                      <a:pt x="133" y="307"/>
                    </a:cubicBezTo>
                    <a:cubicBezTo>
                      <a:pt x="181" y="299"/>
                      <a:pt x="227" y="276"/>
                      <a:pt x="263" y="239"/>
                    </a:cubicBezTo>
                    <a:cubicBezTo>
                      <a:pt x="263" y="239"/>
                      <a:pt x="263" y="239"/>
                      <a:pt x="263" y="239"/>
                    </a:cubicBezTo>
                    <a:cubicBezTo>
                      <a:pt x="295" y="205"/>
                      <a:pt x="315" y="165"/>
                      <a:pt x="322" y="122"/>
                    </a:cubicBezTo>
                    <a:moveTo>
                      <a:pt x="437" y="60"/>
                    </a:moveTo>
                    <a:cubicBezTo>
                      <a:pt x="427" y="64"/>
                      <a:pt x="417" y="69"/>
                      <a:pt x="407" y="73"/>
                    </a:cubicBezTo>
                    <a:cubicBezTo>
                      <a:pt x="409" y="153"/>
                      <a:pt x="381" y="233"/>
                      <a:pt x="322" y="295"/>
                    </a:cubicBezTo>
                    <a:cubicBezTo>
                      <a:pt x="322" y="295"/>
                      <a:pt x="322" y="295"/>
                      <a:pt x="322" y="295"/>
                    </a:cubicBezTo>
                    <a:cubicBezTo>
                      <a:pt x="261" y="359"/>
                      <a:pt x="179" y="391"/>
                      <a:pt x="97" y="391"/>
                    </a:cubicBezTo>
                    <a:cubicBezTo>
                      <a:pt x="92" y="391"/>
                      <a:pt x="87" y="391"/>
                      <a:pt x="82" y="390"/>
                    </a:cubicBezTo>
                    <a:cubicBezTo>
                      <a:pt x="30" y="491"/>
                      <a:pt x="0" y="605"/>
                      <a:pt x="0" y="726"/>
                    </a:cubicBezTo>
                    <a:cubicBezTo>
                      <a:pt x="1" y="726"/>
                      <a:pt x="1" y="726"/>
                      <a:pt x="1" y="726"/>
                    </a:cubicBezTo>
                    <a:cubicBezTo>
                      <a:pt x="1" y="726"/>
                      <a:pt x="1" y="726"/>
                      <a:pt x="1" y="726"/>
                    </a:cubicBezTo>
                    <a:cubicBezTo>
                      <a:pt x="190" y="726"/>
                      <a:pt x="190" y="726"/>
                      <a:pt x="190" y="726"/>
                    </a:cubicBezTo>
                    <a:cubicBezTo>
                      <a:pt x="190" y="528"/>
                      <a:pt x="298" y="355"/>
                      <a:pt x="457" y="262"/>
                    </a:cubicBezTo>
                    <a:cubicBezTo>
                      <a:pt x="433" y="198"/>
                      <a:pt x="426" y="127"/>
                      <a:pt x="437" y="60"/>
                    </a:cubicBezTo>
                    <a:moveTo>
                      <a:pt x="968" y="41"/>
                    </a:moveTo>
                    <a:cubicBezTo>
                      <a:pt x="938" y="99"/>
                      <a:pt x="920" y="160"/>
                      <a:pt x="912" y="223"/>
                    </a:cubicBezTo>
                    <a:cubicBezTo>
                      <a:pt x="962" y="242"/>
                      <a:pt x="1009" y="268"/>
                      <a:pt x="1051" y="299"/>
                    </a:cubicBezTo>
                    <a:cubicBezTo>
                      <a:pt x="1093" y="244"/>
                      <a:pt x="1113" y="176"/>
                      <a:pt x="1110" y="110"/>
                    </a:cubicBezTo>
                    <a:cubicBezTo>
                      <a:pt x="1066" y="82"/>
                      <a:pt x="1018" y="59"/>
                      <a:pt x="968" y="41"/>
                    </a:cubicBezTo>
                    <a:moveTo>
                      <a:pt x="726" y="0"/>
                    </a:moveTo>
                    <a:cubicBezTo>
                      <a:pt x="726" y="0"/>
                      <a:pt x="726" y="0"/>
                      <a:pt x="726" y="0"/>
                    </a:cubicBezTo>
                    <a:cubicBezTo>
                      <a:pt x="666" y="0"/>
                      <a:pt x="608" y="7"/>
                      <a:pt x="553" y="21"/>
                    </a:cubicBezTo>
                    <a:cubicBezTo>
                      <a:pt x="529" y="85"/>
                      <a:pt x="528" y="155"/>
                      <a:pt x="550" y="220"/>
                    </a:cubicBezTo>
                    <a:cubicBezTo>
                      <a:pt x="605" y="200"/>
                      <a:pt x="665" y="190"/>
                      <a:pt x="726" y="190"/>
                    </a:cubicBezTo>
                    <a:cubicBezTo>
                      <a:pt x="726" y="190"/>
                      <a:pt x="726" y="190"/>
                      <a:pt x="726" y="190"/>
                    </a:cubicBezTo>
                    <a:cubicBezTo>
                      <a:pt x="735" y="126"/>
                      <a:pt x="753" y="62"/>
                      <a:pt x="779" y="2"/>
                    </a:cubicBezTo>
                    <a:cubicBezTo>
                      <a:pt x="761" y="1"/>
                      <a:pt x="744" y="0"/>
                      <a:pt x="7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noEditPoints="1"/>
              </p:cNvSpPr>
              <p:nvPr userDrawn="1"/>
            </p:nvSpPr>
            <p:spPr bwMode="auto">
              <a:xfrm>
                <a:off x="7960688" y="6674441"/>
                <a:ext cx="1829263" cy="0"/>
              </a:xfrm>
              <a:custGeom>
                <a:avLst/>
                <a:gdLst>
                  <a:gd name="T0" fmla="*/ 1451 w 1451"/>
                  <a:gd name="T1" fmla="*/ 1261 w 1451"/>
                  <a:gd name="T2" fmla="*/ 1261 w 1451"/>
                  <a:gd name="T3" fmla="*/ 1451 w 1451"/>
                  <a:gd name="T4" fmla="*/ 1451 w 1451"/>
                  <a:gd name="T5" fmla="*/ 189 w 1451"/>
                  <a:gd name="T6" fmla="*/ 0 w 1451"/>
                  <a:gd name="T7" fmla="*/ 0 w 1451"/>
                  <a:gd name="T8" fmla="*/ 189 w 1451"/>
                  <a:gd name="T9" fmla="*/ 189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moveTo>
                      <a:pt x="189" y="0"/>
                    </a:moveTo>
                    <a:cubicBezTo>
                      <a:pt x="0" y="0"/>
                      <a:pt x="0" y="0"/>
                      <a:pt x="0" y="0"/>
                    </a:cubicBezTo>
                    <a:cubicBezTo>
                      <a:pt x="0" y="0"/>
                      <a:pt x="0" y="0"/>
                      <a:pt x="0" y="0"/>
                    </a:cubicBezTo>
                    <a:cubicBezTo>
                      <a:pt x="189" y="0"/>
                      <a:pt x="189" y="0"/>
                      <a:pt x="189" y="0"/>
                    </a:cubicBezTo>
                    <a:cubicBezTo>
                      <a:pt x="189" y="0"/>
                      <a:pt x="189" y="0"/>
                      <a:pt x="18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noEditPoints="1"/>
              </p:cNvSpPr>
              <p:nvPr userDrawn="1"/>
            </p:nvSpPr>
            <p:spPr bwMode="auto">
              <a:xfrm>
                <a:off x="9702770" y="3395500"/>
                <a:ext cx="829379" cy="413532"/>
              </a:xfrm>
              <a:custGeom>
                <a:avLst/>
                <a:gdLst>
                  <a:gd name="T0" fmla="*/ 658 w 658"/>
                  <a:gd name="T1" fmla="*/ 323 h 328"/>
                  <a:gd name="T2" fmla="*/ 635 w 658"/>
                  <a:gd name="T3" fmla="*/ 328 h 328"/>
                  <a:gd name="T4" fmla="*/ 658 w 658"/>
                  <a:gd name="T5" fmla="*/ 328 h 328"/>
                  <a:gd name="T6" fmla="*/ 658 w 658"/>
                  <a:gd name="T7" fmla="*/ 323 h 328"/>
                  <a:gd name="T8" fmla="*/ 59 w 658"/>
                  <a:gd name="T9" fmla="*/ 141 h 328"/>
                  <a:gd name="T10" fmla="*/ 0 w 658"/>
                  <a:gd name="T11" fmla="*/ 328 h 328"/>
                  <a:gd name="T12" fmla="*/ 0 w 658"/>
                  <a:gd name="T13" fmla="*/ 328 h 328"/>
                  <a:gd name="T14" fmla="*/ 0 w 658"/>
                  <a:gd name="T15" fmla="*/ 328 h 328"/>
                  <a:gd name="T16" fmla="*/ 86 w 658"/>
                  <a:gd name="T17" fmla="*/ 328 h 328"/>
                  <a:gd name="T18" fmla="*/ 121 w 658"/>
                  <a:gd name="T19" fmla="*/ 202 h 328"/>
                  <a:gd name="T20" fmla="*/ 59 w 658"/>
                  <a:gd name="T21" fmla="*/ 141 h 328"/>
                  <a:gd name="T22" fmla="*/ 329 w 658"/>
                  <a:gd name="T23" fmla="*/ 0 h 328"/>
                  <a:gd name="T24" fmla="*/ 329 w 658"/>
                  <a:gd name="T25" fmla="*/ 0 h 328"/>
                  <a:gd name="T26" fmla="*/ 176 w 658"/>
                  <a:gd name="T27" fmla="*/ 37 h 328"/>
                  <a:gd name="T28" fmla="*/ 245 w 658"/>
                  <a:gd name="T29" fmla="*/ 101 h 328"/>
                  <a:gd name="T30" fmla="*/ 329 w 658"/>
                  <a:gd name="T31" fmla="*/ 86 h 328"/>
                  <a:gd name="T32" fmla="*/ 525 w 658"/>
                  <a:gd name="T33" fmla="*/ 186 h 328"/>
                  <a:gd name="T34" fmla="*/ 618 w 658"/>
                  <a:gd name="T35" fmla="*/ 172 h 328"/>
                  <a:gd name="T36" fmla="*/ 329 w 658"/>
                  <a:gd name="T37" fmla="*/ 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58" h="328">
                    <a:moveTo>
                      <a:pt x="658" y="323"/>
                    </a:moveTo>
                    <a:cubicBezTo>
                      <a:pt x="650" y="325"/>
                      <a:pt x="643" y="327"/>
                      <a:pt x="635" y="328"/>
                    </a:cubicBezTo>
                    <a:cubicBezTo>
                      <a:pt x="658" y="328"/>
                      <a:pt x="658" y="328"/>
                      <a:pt x="658" y="328"/>
                    </a:cubicBezTo>
                    <a:cubicBezTo>
                      <a:pt x="658" y="327"/>
                      <a:pt x="658" y="325"/>
                      <a:pt x="658" y="323"/>
                    </a:cubicBezTo>
                    <a:moveTo>
                      <a:pt x="59" y="141"/>
                    </a:moveTo>
                    <a:cubicBezTo>
                      <a:pt x="22" y="194"/>
                      <a:pt x="0" y="259"/>
                      <a:pt x="0" y="328"/>
                    </a:cubicBezTo>
                    <a:cubicBezTo>
                      <a:pt x="0" y="328"/>
                      <a:pt x="0" y="328"/>
                      <a:pt x="0" y="328"/>
                    </a:cubicBezTo>
                    <a:cubicBezTo>
                      <a:pt x="0" y="328"/>
                      <a:pt x="0" y="328"/>
                      <a:pt x="0" y="328"/>
                    </a:cubicBezTo>
                    <a:cubicBezTo>
                      <a:pt x="86" y="328"/>
                      <a:pt x="86" y="328"/>
                      <a:pt x="86" y="328"/>
                    </a:cubicBezTo>
                    <a:cubicBezTo>
                      <a:pt x="86" y="282"/>
                      <a:pt x="99" y="239"/>
                      <a:pt x="121" y="202"/>
                    </a:cubicBezTo>
                    <a:cubicBezTo>
                      <a:pt x="99" y="183"/>
                      <a:pt x="78" y="163"/>
                      <a:pt x="59" y="141"/>
                    </a:cubicBezTo>
                    <a:moveTo>
                      <a:pt x="329" y="0"/>
                    </a:moveTo>
                    <a:cubicBezTo>
                      <a:pt x="329" y="0"/>
                      <a:pt x="329" y="0"/>
                      <a:pt x="329" y="0"/>
                    </a:cubicBezTo>
                    <a:cubicBezTo>
                      <a:pt x="274" y="0"/>
                      <a:pt x="222" y="13"/>
                      <a:pt x="176" y="37"/>
                    </a:cubicBezTo>
                    <a:cubicBezTo>
                      <a:pt x="197" y="61"/>
                      <a:pt x="220" y="82"/>
                      <a:pt x="245" y="101"/>
                    </a:cubicBezTo>
                    <a:cubicBezTo>
                      <a:pt x="271" y="91"/>
                      <a:pt x="299" y="86"/>
                      <a:pt x="329" y="86"/>
                    </a:cubicBezTo>
                    <a:cubicBezTo>
                      <a:pt x="410" y="86"/>
                      <a:pt x="481" y="125"/>
                      <a:pt x="525" y="186"/>
                    </a:cubicBezTo>
                    <a:cubicBezTo>
                      <a:pt x="557" y="184"/>
                      <a:pt x="588" y="180"/>
                      <a:pt x="618" y="172"/>
                    </a:cubicBezTo>
                    <a:cubicBezTo>
                      <a:pt x="562" y="69"/>
                      <a:pt x="454" y="0"/>
                      <a:pt x="32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8"/>
              <p:cNvSpPr>
                <a:spLocks noEditPoints="1"/>
              </p:cNvSpPr>
              <p:nvPr userDrawn="1"/>
            </p:nvSpPr>
            <p:spPr bwMode="auto">
              <a:xfrm>
                <a:off x="9702770" y="3809032"/>
                <a:ext cx="829379" cy="0"/>
              </a:xfrm>
              <a:custGeom>
                <a:avLst/>
                <a:gdLst>
                  <a:gd name="T0" fmla="*/ 658 w 658"/>
                  <a:gd name="T1" fmla="*/ 635 w 658"/>
                  <a:gd name="T2" fmla="*/ 635 w 658"/>
                  <a:gd name="T3" fmla="*/ 658 w 658"/>
                  <a:gd name="T4" fmla="*/ 658 w 658"/>
                  <a:gd name="T5" fmla="*/ 86 w 658"/>
                  <a:gd name="T6" fmla="*/ 0 w 658"/>
                  <a:gd name="T7" fmla="*/ 0 w 658"/>
                  <a:gd name="T8" fmla="*/ 86 w 658"/>
                  <a:gd name="T9" fmla="*/ 86 w 658"/>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658">
                    <a:moveTo>
                      <a:pt x="658" y="0"/>
                    </a:moveTo>
                    <a:cubicBezTo>
                      <a:pt x="635" y="0"/>
                      <a:pt x="635" y="0"/>
                      <a:pt x="635" y="0"/>
                    </a:cubicBezTo>
                    <a:cubicBezTo>
                      <a:pt x="635" y="0"/>
                      <a:pt x="635" y="0"/>
                      <a:pt x="635" y="0"/>
                    </a:cubicBezTo>
                    <a:cubicBezTo>
                      <a:pt x="658" y="0"/>
                      <a:pt x="658" y="0"/>
                      <a:pt x="658" y="0"/>
                    </a:cubicBezTo>
                    <a:cubicBezTo>
                      <a:pt x="658" y="0"/>
                      <a:pt x="658" y="0"/>
                      <a:pt x="658" y="0"/>
                    </a:cubicBezTo>
                    <a:moveTo>
                      <a:pt x="86" y="0"/>
                    </a:moveTo>
                    <a:cubicBezTo>
                      <a:pt x="0" y="0"/>
                      <a:pt x="0" y="0"/>
                      <a:pt x="0" y="0"/>
                    </a:cubicBezTo>
                    <a:cubicBezTo>
                      <a:pt x="0" y="0"/>
                      <a:pt x="0" y="0"/>
                      <a:pt x="0" y="0"/>
                    </a:cubicBezTo>
                    <a:cubicBezTo>
                      <a:pt x="86" y="0"/>
                      <a:pt x="86" y="0"/>
                      <a:pt x="86" y="0"/>
                    </a:cubicBezTo>
                    <a:cubicBezTo>
                      <a:pt x="86" y="0"/>
                      <a:pt x="86" y="0"/>
                      <a:pt x="8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9"/>
              <p:cNvSpPr>
                <a:spLocks noEditPoints="1"/>
              </p:cNvSpPr>
              <p:nvPr userDrawn="1"/>
            </p:nvSpPr>
            <p:spPr bwMode="auto">
              <a:xfrm>
                <a:off x="10686453" y="3050633"/>
                <a:ext cx="1830035" cy="915017"/>
              </a:xfrm>
              <a:custGeom>
                <a:avLst/>
                <a:gdLst>
                  <a:gd name="T0" fmla="*/ 54 w 1452"/>
                  <a:gd name="T1" fmla="*/ 518 h 726"/>
                  <a:gd name="T2" fmla="*/ 25 w 1452"/>
                  <a:gd name="T3" fmla="*/ 536 h 726"/>
                  <a:gd name="T4" fmla="*/ 0 w 1452"/>
                  <a:gd name="T5" fmla="*/ 726 h 726"/>
                  <a:gd name="T6" fmla="*/ 1 w 1452"/>
                  <a:gd name="T7" fmla="*/ 726 h 726"/>
                  <a:gd name="T8" fmla="*/ 1 w 1452"/>
                  <a:gd name="T9" fmla="*/ 726 h 726"/>
                  <a:gd name="T10" fmla="*/ 190 w 1452"/>
                  <a:gd name="T11" fmla="*/ 726 h 726"/>
                  <a:gd name="T12" fmla="*/ 209 w 1452"/>
                  <a:gd name="T13" fmla="*/ 586 h 726"/>
                  <a:gd name="T14" fmla="*/ 54 w 1452"/>
                  <a:gd name="T15" fmla="*/ 518 h 726"/>
                  <a:gd name="T16" fmla="*/ 1303 w 1452"/>
                  <a:gd name="T17" fmla="*/ 285 h 726"/>
                  <a:gd name="T18" fmla="*/ 1247 w 1452"/>
                  <a:gd name="T19" fmla="*/ 346 h 726"/>
                  <a:gd name="T20" fmla="*/ 1247 w 1452"/>
                  <a:gd name="T21" fmla="*/ 346 h 726"/>
                  <a:gd name="T22" fmla="*/ 1166 w 1452"/>
                  <a:gd name="T23" fmla="*/ 419 h 726"/>
                  <a:gd name="T24" fmla="*/ 1262 w 1452"/>
                  <a:gd name="T25" fmla="*/ 726 h 726"/>
                  <a:gd name="T26" fmla="*/ 1262 w 1452"/>
                  <a:gd name="T27" fmla="*/ 726 h 726"/>
                  <a:gd name="T28" fmla="*/ 1262 w 1452"/>
                  <a:gd name="T29" fmla="*/ 726 h 726"/>
                  <a:gd name="T30" fmla="*/ 1452 w 1452"/>
                  <a:gd name="T31" fmla="*/ 726 h 726"/>
                  <a:gd name="T32" fmla="*/ 1303 w 1452"/>
                  <a:gd name="T33" fmla="*/ 285 h 726"/>
                  <a:gd name="T34" fmla="*/ 726 w 1452"/>
                  <a:gd name="T35" fmla="*/ 0 h 726"/>
                  <a:gd name="T36" fmla="*/ 726 w 1452"/>
                  <a:gd name="T37" fmla="*/ 0 h 726"/>
                  <a:gd name="T38" fmla="*/ 313 w 1452"/>
                  <a:gd name="T39" fmla="*/ 129 h 726"/>
                  <a:gd name="T40" fmla="*/ 243 w 1452"/>
                  <a:gd name="T41" fmla="*/ 317 h 726"/>
                  <a:gd name="T42" fmla="*/ 342 w 1452"/>
                  <a:gd name="T43" fmla="*/ 352 h 726"/>
                  <a:gd name="T44" fmla="*/ 726 w 1452"/>
                  <a:gd name="T45" fmla="*/ 190 h 726"/>
                  <a:gd name="T46" fmla="*/ 961 w 1452"/>
                  <a:gd name="T47" fmla="*/ 244 h 726"/>
                  <a:gd name="T48" fmla="*/ 1061 w 1452"/>
                  <a:gd name="T49" fmla="*/ 160 h 726"/>
                  <a:gd name="T50" fmla="*/ 1060 w 1452"/>
                  <a:gd name="T51" fmla="*/ 159 h 726"/>
                  <a:gd name="T52" fmla="*/ 1107 w 1452"/>
                  <a:gd name="T53" fmla="*/ 108 h 726"/>
                  <a:gd name="T54" fmla="*/ 726 w 1452"/>
                  <a:gd name="T55" fmla="*/ 0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52" h="726">
                    <a:moveTo>
                      <a:pt x="54" y="518"/>
                    </a:moveTo>
                    <a:cubicBezTo>
                      <a:pt x="45" y="525"/>
                      <a:pt x="35" y="531"/>
                      <a:pt x="25" y="536"/>
                    </a:cubicBezTo>
                    <a:cubicBezTo>
                      <a:pt x="9" y="597"/>
                      <a:pt x="0" y="660"/>
                      <a:pt x="0" y="726"/>
                    </a:cubicBezTo>
                    <a:cubicBezTo>
                      <a:pt x="1" y="726"/>
                      <a:pt x="1" y="726"/>
                      <a:pt x="1" y="726"/>
                    </a:cubicBezTo>
                    <a:cubicBezTo>
                      <a:pt x="1" y="726"/>
                      <a:pt x="1" y="726"/>
                      <a:pt x="1" y="726"/>
                    </a:cubicBezTo>
                    <a:cubicBezTo>
                      <a:pt x="190" y="726"/>
                      <a:pt x="190" y="726"/>
                      <a:pt x="190" y="726"/>
                    </a:cubicBezTo>
                    <a:cubicBezTo>
                      <a:pt x="190" y="677"/>
                      <a:pt x="197" y="631"/>
                      <a:pt x="209" y="586"/>
                    </a:cubicBezTo>
                    <a:cubicBezTo>
                      <a:pt x="156" y="568"/>
                      <a:pt x="104" y="545"/>
                      <a:pt x="54" y="518"/>
                    </a:cubicBezTo>
                    <a:moveTo>
                      <a:pt x="1303" y="285"/>
                    </a:moveTo>
                    <a:cubicBezTo>
                      <a:pt x="1285" y="306"/>
                      <a:pt x="1266" y="326"/>
                      <a:pt x="1247" y="346"/>
                    </a:cubicBezTo>
                    <a:cubicBezTo>
                      <a:pt x="1247" y="346"/>
                      <a:pt x="1247" y="346"/>
                      <a:pt x="1247" y="346"/>
                    </a:cubicBezTo>
                    <a:cubicBezTo>
                      <a:pt x="1221" y="372"/>
                      <a:pt x="1194" y="397"/>
                      <a:pt x="1166" y="419"/>
                    </a:cubicBezTo>
                    <a:cubicBezTo>
                      <a:pt x="1226" y="506"/>
                      <a:pt x="1262" y="612"/>
                      <a:pt x="1262" y="726"/>
                    </a:cubicBezTo>
                    <a:cubicBezTo>
                      <a:pt x="1262" y="726"/>
                      <a:pt x="1262" y="726"/>
                      <a:pt x="1262" y="726"/>
                    </a:cubicBezTo>
                    <a:cubicBezTo>
                      <a:pt x="1262" y="726"/>
                      <a:pt x="1262" y="726"/>
                      <a:pt x="1262" y="726"/>
                    </a:cubicBezTo>
                    <a:cubicBezTo>
                      <a:pt x="1452" y="726"/>
                      <a:pt x="1452" y="726"/>
                      <a:pt x="1452" y="726"/>
                    </a:cubicBezTo>
                    <a:cubicBezTo>
                      <a:pt x="1452" y="560"/>
                      <a:pt x="1396" y="407"/>
                      <a:pt x="1303" y="285"/>
                    </a:cubicBezTo>
                    <a:moveTo>
                      <a:pt x="726" y="0"/>
                    </a:moveTo>
                    <a:cubicBezTo>
                      <a:pt x="726" y="0"/>
                      <a:pt x="726" y="0"/>
                      <a:pt x="726" y="0"/>
                    </a:cubicBezTo>
                    <a:cubicBezTo>
                      <a:pt x="573" y="0"/>
                      <a:pt x="430" y="47"/>
                      <a:pt x="313" y="129"/>
                    </a:cubicBezTo>
                    <a:cubicBezTo>
                      <a:pt x="301" y="196"/>
                      <a:pt x="277" y="260"/>
                      <a:pt x="243" y="317"/>
                    </a:cubicBezTo>
                    <a:cubicBezTo>
                      <a:pt x="276" y="331"/>
                      <a:pt x="309" y="343"/>
                      <a:pt x="342" y="352"/>
                    </a:cubicBezTo>
                    <a:cubicBezTo>
                      <a:pt x="440" y="252"/>
                      <a:pt x="576" y="190"/>
                      <a:pt x="726" y="190"/>
                    </a:cubicBezTo>
                    <a:cubicBezTo>
                      <a:pt x="810" y="190"/>
                      <a:pt x="890" y="209"/>
                      <a:pt x="961" y="244"/>
                    </a:cubicBezTo>
                    <a:cubicBezTo>
                      <a:pt x="996" y="219"/>
                      <a:pt x="1029" y="191"/>
                      <a:pt x="1061" y="160"/>
                    </a:cubicBezTo>
                    <a:cubicBezTo>
                      <a:pt x="1060" y="159"/>
                      <a:pt x="1060" y="159"/>
                      <a:pt x="1060" y="159"/>
                    </a:cubicBezTo>
                    <a:cubicBezTo>
                      <a:pt x="1077" y="143"/>
                      <a:pt x="1093" y="126"/>
                      <a:pt x="1107" y="108"/>
                    </a:cubicBezTo>
                    <a:cubicBezTo>
                      <a:pt x="996" y="39"/>
                      <a:pt x="866" y="0"/>
                      <a:pt x="72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21"/>
              <p:cNvSpPr>
                <a:spLocks noEditPoints="1"/>
              </p:cNvSpPr>
              <p:nvPr userDrawn="1"/>
            </p:nvSpPr>
            <p:spPr bwMode="auto">
              <a:xfrm>
                <a:off x="10687224" y="3965650"/>
                <a:ext cx="1829263" cy="0"/>
              </a:xfrm>
              <a:custGeom>
                <a:avLst/>
                <a:gdLst>
                  <a:gd name="T0" fmla="*/ 189 w 1451"/>
                  <a:gd name="T1" fmla="*/ 0 w 1451"/>
                  <a:gd name="T2" fmla="*/ 0 w 1451"/>
                  <a:gd name="T3" fmla="*/ 189 w 1451"/>
                  <a:gd name="T4" fmla="*/ 189 w 1451"/>
                  <a:gd name="T5" fmla="*/ 1451 w 1451"/>
                  <a:gd name="T6" fmla="*/ 1261 w 1451"/>
                  <a:gd name="T7" fmla="*/ 1261 w 1451"/>
                  <a:gd name="T8" fmla="*/ 1451 w 1451"/>
                  <a:gd name="T9" fmla="*/ 1451 w 145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451">
                    <a:moveTo>
                      <a:pt x="189" y="0"/>
                    </a:moveTo>
                    <a:cubicBezTo>
                      <a:pt x="0" y="0"/>
                      <a:pt x="0" y="0"/>
                      <a:pt x="0" y="0"/>
                    </a:cubicBezTo>
                    <a:cubicBezTo>
                      <a:pt x="0" y="0"/>
                      <a:pt x="0" y="0"/>
                      <a:pt x="0" y="0"/>
                    </a:cubicBezTo>
                    <a:cubicBezTo>
                      <a:pt x="189" y="0"/>
                      <a:pt x="189" y="0"/>
                      <a:pt x="189" y="0"/>
                    </a:cubicBezTo>
                    <a:cubicBezTo>
                      <a:pt x="189" y="0"/>
                      <a:pt x="189" y="0"/>
                      <a:pt x="189" y="0"/>
                    </a:cubicBezTo>
                    <a:moveTo>
                      <a:pt x="1451" y="0"/>
                    </a:moveTo>
                    <a:cubicBezTo>
                      <a:pt x="1261" y="0"/>
                      <a:pt x="1261" y="0"/>
                      <a:pt x="1261" y="0"/>
                    </a:cubicBezTo>
                    <a:cubicBezTo>
                      <a:pt x="1261" y="0"/>
                      <a:pt x="1261" y="0"/>
                      <a:pt x="1261" y="0"/>
                    </a:cubicBezTo>
                    <a:cubicBezTo>
                      <a:pt x="1451" y="0"/>
                      <a:pt x="1451" y="0"/>
                      <a:pt x="1451" y="0"/>
                    </a:cubicBezTo>
                    <a:cubicBezTo>
                      <a:pt x="1451" y="0"/>
                      <a:pt x="1451" y="0"/>
                      <a:pt x="145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noEditPoints="1"/>
              </p:cNvSpPr>
              <p:nvPr userDrawn="1"/>
            </p:nvSpPr>
            <p:spPr bwMode="auto">
              <a:xfrm>
                <a:off x="10296837" y="4202505"/>
                <a:ext cx="989855" cy="935077"/>
              </a:xfrm>
              <a:custGeom>
                <a:avLst/>
                <a:gdLst>
                  <a:gd name="T0" fmla="*/ 731 w 785"/>
                  <a:gd name="T1" fmla="*/ 589 h 742"/>
                  <a:gd name="T2" fmla="*/ 678 w 785"/>
                  <a:gd name="T3" fmla="*/ 633 h 742"/>
                  <a:gd name="T4" fmla="*/ 785 w 785"/>
                  <a:gd name="T5" fmla="*/ 642 h 742"/>
                  <a:gd name="T6" fmla="*/ 731 w 785"/>
                  <a:gd name="T7" fmla="*/ 589 h 742"/>
                  <a:gd name="T8" fmla="*/ 2 w 785"/>
                  <a:gd name="T9" fmla="*/ 332 h 742"/>
                  <a:gd name="T10" fmla="*/ 142 w 785"/>
                  <a:gd name="T11" fmla="*/ 678 h 742"/>
                  <a:gd name="T12" fmla="*/ 222 w 785"/>
                  <a:gd name="T13" fmla="*/ 742 h 742"/>
                  <a:gd name="T14" fmla="*/ 375 w 785"/>
                  <a:gd name="T15" fmla="*/ 676 h 742"/>
                  <a:gd name="T16" fmla="*/ 231 w 785"/>
                  <a:gd name="T17" fmla="*/ 589 h 742"/>
                  <a:gd name="T18" fmla="*/ 128 w 785"/>
                  <a:gd name="T19" fmla="*/ 359 h 742"/>
                  <a:gd name="T20" fmla="*/ 2 w 785"/>
                  <a:gd name="T21" fmla="*/ 332 h 742"/>
                  <a:gd name="T22" fmla="*/ 142 w 785"/>
                  <a:gd name="T23" fmla="*/ 0 h 742"/>
                  <a:gd name="T24" fmla="*/ 42 w 785"/>
                  <a:gd name="T25" fmla="*/ 145 h 742"/>
                  <a:gd name="T26" fmla="*/ 169 w 785"/>
                  <a:gd name="T27" fmla="*/ 172 h 742"/>
                  <a:gd name="T28" fmla="*/ 231 w 785"/>
                  <a:gd name="T29" fmla="*/ 89 h 742"/>
                  <a:gd name="T30" fmla="*/ 231 w 785"/>
                  <a:gd name="T31" fmla="*/ 88 h 742"/>
                  <a:gd name="T32" fmla="*/ 231 w 785"/>
                  <a:gd name="T33" fmla="*/ 88 h 742"/>
                  <a:gd name="T34" fmla="*/ 142 w 785"/>
                  <a:gd name="T35"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5" h="742">
                    <a:moveTo>
                      <a:pt x="731" y="589"/>
                    </a:moveTo>
                    <a:cubicBezTo>
                      <a:pt x="715" y="606"/>
                      <a:pt x="697" y="620"/>
                      <a:pt x="678" y="633"/>
                    </a:cubicBezTo>
                    <a:cubicBezTo>
                      <a:pt x="714" y="634"/>
                      <a:pt x="749" y="637"/>
                      <a:pt x="785" y="642"/>
                    </a:cubicBezTo>
                    <a:cubicBezTo>
                      <a:pt x="731" y="589"/>
                      <a:pt x="731" y="589"/>
                      <a:pt x="731" y="589"/>
                    </a:cubicBezTo>
                    <a:moveTo>
                      <a:pt x="2" y="332"/>
                    </a:moveTo>
                    <a:cubicBezTo>
                      <a:pt x="0" y="457"/>
                      <a:pt x="47" y="582"/>
                      <a:pt x="142" y="678"/>
                    </a:cubicBezTo>
                    <a:cubicBezTo>
                      <a:pt x="167" y="703"/>
                      <a:pt x="194" y="724"/>
                      <a:pt x="222" y="742"/>
                    </a:cubicBezTo>
                    <a:cubicBezTo>
                      <a:pt x="271" y="715"/>
                      <a:pt x="323" y="693"/>
                      <a:pt x="375" y="676"/>
                    </a:cubicBezTo>
                    <a:cubicBezTo>
                      <a:pt x="322" y="660"/>
                      <a:pt x="273" y="631"/>
                      <a:pt x="231" y="589"/>
                    </a:cubicBezTo>
                    <a:cubicBezTo>
                      <a:pt x="167" y="525"/>
                      <a:pt x="133" y="443"/>
                      <a:pt x="128" y="359"/>
                    </a:cubicBezTo>
                    <a:cubicBezTo>
                      <a:pt x="87" y="345"/>
                      <a:pt x="44" y="336"/>
                      <a:pt x="2" y="332"/>
                    </a:cubicBezTo>
                    <a:moveTo>
                      <a:pt x="142" y="0"/>
                    </a:moveTo>
                    <a:cubicBezTo>
                      <a:pt x="99" y="43"/>
                      <a:pt x="65" y="93"/>
                      <a:pt x="42" y="145"/>
                    </a:cubicBezTo>
                    <a:cubicBezTo>
                      <a:pt x="85" y="151"/>
                      <a:pt x="127" y="160"/>
                      <a:pt x="169" y="172"/>
                    </a:cubicBezTo>
                    <a:cubicBezTo>
                      <a:pt x="185" y="142"/>
                      <a:pt x="205" y="114"/>
                      <a:pt x="231" y="89"/>
                    </a:cubicBezTo>
                    <a:cubicBezTo>
                      <a:pt x="231" y="88"/>
                      <a:pt x="231" y="88"/>
                      <a:pt x="231" y="88"/>
                    </a:cubicBezTo>
                    <a:cubicBezTo>
                      <a:pt x="231" y="88"/>
                      <a:pt x="231" y="88"/>
                      <a:pt x="231" y="88"/>
                    </a:cubicBezTo>
                    <a:cubicBezTo>
                      <a:pt x="142" y="0"/>
                      <a:pt x="142" y="0"/>
                      <a:pt x="14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23"/>
              <p:cNvSpPr>
                <a:spLocks/>
              </p:cNvSpPr>
              <p:nvPr userDrawn="1"/>
            </p:nvSpPr>
            <p:spPr bwMode="auto">
              <a:xfrm>
                <a:off x="10299152" y="4385354"/>
                <a:ext cx="210624" cy="269259"/>
              </a:xfrm>
              <a:custGeom>
                <a:avLst/>
                <a:gdLst>
                  <a:gd name="T0" fmla="*/ 40 w 167"/>
                  <a:gd name="T1" fmla="*/ 0 h 214"/>
                  <a:gd name="T2" fmla="*/ 0 w 167"/>
                  <a:gd name="T3" fmla="*/ 187 h 214"/>
                  <a:gd name="T4" fmla="*/ 126 w 167"/>
                  <a:gd name="T5" fmla="*/ 214 h 214"/>
                  <a:gd name="T6" fmla="*/ 167 w 167"/>
                  <a:gd name="T7" fmla="*/ 27 h 214"/>
                  <a:gd name="T8" fmla="*/ 40 w 167"/>
                  <a:gd name="T9" fmla="*/ 0 h 214"/>
                </a:gdLst>
                <a:ahLst/>
                <a:cxnLst>
                  <a:cxn ang="0">
                    <a:pos x="T0" y="T1"/>
                  </a:cxn>
                  <a:cxn ang="0">
                    <a:pos x="T2" y="T3"/>
                  </a:cxn>
                  <a:cxn ang="0">
                    <a:pos x="T4" y="T5"/>
                  </a:cxn>
                  <a:cxn ang="0">
                    <a:pos x="T6" y="T7"/>
                  </a:cxn>
                  <a:cxn ang="0">
                    <a:pos x="T8" y="T9"/>
                  </a:cxn>
                </a:cxnLst>
                <a:rect l="0" t="0" r="r" b="b"/>
                <a:pathLst>
                  <a:path w="167" h="214">
                    <a:moveTo>
                      <a:pt x="40" y="0"/>
                    </a:moveTo>
                    <a:cubicBezTo>
                      <a:pt x="14" y="60"/>
                      <a:pt x="1" y="123"/>
                      <a:pt x="0" y="187"/>
                    </a:cubicBezTo>
                    <a:cubicBezTo>
                      <a:pt x="42" y="191"/>
                      <a:pt x="85" y="200"/>
                      <a:pt x="126" y="214"/>
                    </a:cubicBezTo>
                    <a:cubicBezTo>
                      <a:pt x="122" y="150"/>
                      <a:pt x="136" y="85"/>
                      <a:pt x="167" y="27"/>
                    </a:cubicBezTo>
                    <a:cubicBezTo>
                      <a:pt x="125" y="15"/>
                      <a:pt x="83" y="6"/>
                      <a:pt x="4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27"/>
              <p:cNvSpPr>
                <a:spLocks/>
              </p:cNvSpPr>
              <p:nvPr userDrawn="1"/>
            </p:nvSpPr>
            <p:spPr bwMode="auto">
              <a:xfrm>
                <a:off x="11286692" y="5011825"/>
                <a:ext cx="71751" cy="43977"/>
              </a:xfrm>
              <a:custGeom>
                <a:avLst/>
                <a:gdLst>
                  <a:gd name="T0" fmla="*/ 0 w 57"/>
                  <a:gd name="T1" fmla="*/ 0 h 35"/>
                  <a:gd name="T2" fmla="*/ 35 w 57"/>
                  <a:gd name="T3" fmla="*/ 35 h 35"/>
                  <a:gd name="T4" fmla="*/ 57 w 57"/>
                  <a:gd name="T5" fmla="*/ 11 h 35"/>
                  <a:gd name="T6" fmla="*/ 0 w 57"/>
                  <a:gd name="T7" fmla="*/ 0 h 35"/>
                </a:gdLst>
                <a:ahLst/>
                <a:cxnLst>
                  <a:cxn ang="0">
                    <a:pos x="T0" y="T1"/>
                  </a:cxn>
                  <a:cxn ang="0">
                    <a:pos x="T2" y="T3"/>
                  </a:cxn>
                  <a:cxn ang="0">
                    <a:pos x="T4" y="T5"/>
                  </a:cxn>
                  <a:cxn ang="0">
                    <a:pos x="T6" y="T7"/>
                  </a:cxn>
                </a:cxnLst>
                <a:rect l="0" t="0" r="r" b="b"/>
                <a:pathLst>
                  <a:path w="57" h="35">
                    <a:moveTo>
                      <a:pt x="0" y="0"/>
                    </a:moveTo>
                    <a:cubicBezTo>
                      <a:pt x="35" y="35"/>
                      <a:pt x="35" y="35"/>
                      <a:pt x="35" y="35"/>
                    </a:cubicBezTo>
                    <a:cubicBezTo>
                      <a:pt x="43" y="27"/>
                      <a:pt x="50" y="19"/>
                      <a:pt x="57" y="11"/>
                    </a:cubicBezTo>
                    <a:cubicBezTo>
                      <a:pt x="38" y="7"/>
                      <a:pt x="19" y="3"/>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28"/>
              <p:cNvSpPr>
                <a:spLocks noEditPoints="1"/>
              </p:cNvSpPr>
              <p:nvPr userDrawn="1"/>
            </p:nvSpPr>
            <p:spPr bwMode="auto">
              <a:xfrm>
                <a:off x="10692625" y="4025057"/>
                <a:ext cx="813949" cy="843267"/>
              </a:xfrm>
              <a:custGeom>
                <a:avLst/>
                <a:gdLst>
                  <a:gd name="T0" fmla="*/ 519 w 646"/>
                  <a:gd name="T1" fmla="*/ 449 h 669"/>
                  <a:gd name="T2" fmla="*/ 483 w 646"/>
                  <a:gd name="T3" fmla="*/ 638 h 669"/>
                  <a:gd name="T4" fmla="*/ 607 w 646"/>
                  <a:gd name="T5" fmla="*/ 669 h 669"/>
                  <a:gd name="T6" fmla="*/ 646 w 646"/>
                  <a:gd name="T7" fmla="*/ 483 h 669"/>
                  <a:gd name="T8" fmla="*/ 519 w 646"/>
                  <a:gd name="T9" fmla="*/ 449 h 669"/>
                  <a:gd name="T10" fmla="*/ 167 w 646"/>
                  <a:gd name="T11" fmla="*/ 0 h 669"/>
                  <a:gd name="T12" fmla="*/ 0 w 646"/>
                  <a:gd name="T13" fmla="*/ 30 h 669"/>
                  <a:gd name="T14" fmla="*/ 24 w 646"/>
                  <a:gd name="T15" fmla="*/ 155 h 669"/>
                  <a:gd name="T16" fmla="*/ 167 w 646"/>
                  <a:gd name="T17" fmla="*/ 126 h 669"/>
                  <a:gd name="T18" fmla="*/ 216 w 646"/>
                  <a:gd name="T19" fmla="*/ 129 h 669"/>
                  <a:gd name="T20" fmla="*/ 188 w 646"/>
                  <a:gd name="T21" fmla="*/ 1 h 669"/>
                  <a:gd name="T22" fmla="*/ 167 w 646"/>
                  <a:gd name="T23" fmla="*/ 0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6" h="669">
                    <a:moveTo>
                      <a:pt x="519" y="449"/>
                    </a:moveTo>
                    <a:cubicBezTo>
                      <a:pt x="525" y="513"/>
                      <a:pt x="513" y="579"/>
                      <a:pt x="483" y="638"/>
                    </a:cubicBezTo>
                    <a:cubicBezTo>
                      <a:pt x="523" y="652"/>
                      <a:pt x="564" y="663"/>
                      <a:pt x="607" y="669"/>
                    </a:cubicBezTo>
                    <a:cubicBezTo>
                      <a:pt x="633" y="610"/>
                      <a:pt x="646" y="547"/>
                      <a:pt x="646" y="483"/>
                    </a:cubicBezTo>
                    <a:cubicBezTo>
                      <a:pt x="602" y="477"/>
                      <a:pt x="559" y="465"/>
                      <a:pt x="519" y="449"/>
                    </a:cubicBezTo>
                    <a:moveTo>
                      <a:pt x="167" y="0"/>
                    </a:moveTo>
                    <a:cubicBezTo>
                      <a:pt x="110" y="0"/>
                      <a:pt x="54" y="10"/>
                      <a:pt x="0" y="30"/>
                    </a:cubicBezTo>
                    <a:cubicBezTo>
                      <a:pt x="4" y="73"/>
                      <a:pt x="13" y="115"/>
                      <a:pt x="24" y="155"/>
                    </a:cubicBezTo>
                    <a:cubicBezTo>
                      <a:pt x="70" y="136"/>
                      <a:pt x="118" y="126"/>
                      <a:pt x="167" y="126"/>
                    </a:cubicBezTo>
                    <a:cubicBezTo>
                      <a:pt x="183" y="126"/>
                      <a:pt x="199" y="127"/>
                      <a:pt x="216" y="129"/>
                    </a:cubicBezTo>
                    <a:cubicBezTo>
                      <a:pt x="201" y="88"/>
                      <a:pt x="192" y="45"/>
                      <a:pt x="188" y="1"/>
                    </a:cubicBezTo>
                    <a:cubicBezTo>
                      <a:pt x="181" y="0"/>
                      <a:pt x="174" y="0"/>
                      <a:pt x="16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29"/>
              <p:cNvSpPr>
                <a:spLocks noEditPoints="1"/>
              </p:cNvSpPr>
              <p:nvPr userDrawn="1"/>
            </p:nvSpPr>
            <p:spPr bwMode="auto">
              <a:xfrm>
                <a:off x="10475829" y="4202505"/>
                <a:ext cx="810863" cy="809320"/>
              </a:xfrm>
              <a:custGeom>
                <a:avLst/>
                <a:gdLst>
                  <a:gd name="T0" fmla="*/ 589 w 643"/>
                  <a:gd name="T1" fmla="*/ 589 h 642"/>
                  <a:gd name="T2" fmla="*/ 589 w 643"/>
                  <a:gd name="T3" fmla="*/ 589 h 642"/>
                  <a:gd name="T4" fmla="*/ 643 w 643"/>
                  <a:gd name="T5" fmla="*/ 642 h 642"/>
                  <a:gd name="T6" fmla="*/ 643 w 643"/>
                  <a:gd name="T7" fmla="*/ 642 h 642"/>
                  <a:gd name="T8" fmla="*/ 589 w 643"/>
                  <a:gd name="T9" fmla="*/ 589 h 642"/>
                  <a:gd name="T10" fmla="*/ 0 w 643"/>
                  <a:gd name="T11" fmla="*/ 0 h 642"/>
                  <a:gd name="T12" fmla="*/ 0 w 643"/>
                  <a:gd name="T13" fmla="*/ 0 h 642"/>
                  <a:gd name="T14" fmla="*/ 89 w 643"/>
                  <a:gd name="T15" fmla="*/ 88 h 642"/>
                  <a:gd name="T16" fmla="*/ 89 w 643"/>
                  <a:gd name="T17" fmla="*/ 88 h 642"/>
                  <a:gd name="T18" fmla="*/ 0 w 643"/>
                  <a:gd name="T19"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3" h="642">
                    <a:moveTo>
                      <a:pt x="589" y="589"/>
                    </a:moveTo>
                    <a:cubicBezTo>
                      <a:pt x="589" y="589"/>
                      <a:pt x="589" y="589"/>
                      <a:pt x="589" y="589"/>
                    </a:cubicBezTo>
                    <a:cubicBezTo>
                      <a:pt x="643" y="642"/>
                      <a:pt x="643" y="642"/>
                      <a:pt x="643" y="642"/>
                    </a:cubicBezTo>
                    <a:cubicBezTo>
                      <a:pt x="643" y="642"/>
                      <a:pt x="643" y="642"/>
                      <a:pt x="643" y="642"/>
                    </a:cubicBezTo>
                    <a:cubicBezTo>
                      <a:pt x="589" y="589"/>
                      <a:pt x="589" y="589"/>
                      <a:pt x="589" y="589"/>
                    </a:cubicBezTo>
                    <a:moveTo>
                      <a:pt x="0" y="0"/>
                    </a:moveTo>
                    <a:cubicBezTo>
                      <a:pt x="0" y="0"/>
                      <a:pt x="0" y="0"/>
                      <a:pt x="0" y="0"/>
                    </a:cubicBezTo>
                    <a:cubicBezTo>
                      <a:pt x="89" y="88"/>
                      <a:pt x="89" y="88"/>
                      <a:pt x="89" y="88"/>
                    </a:cubicBezTo>
                    <a:cubicBezTo>
                      <a:pt x="89" y="88"/>
                      <a:pt x="89" y="88"/>
                      <a:pt x="89" y="88"/>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30"/>
              <p:cNvSpPr>
                <a:spLocks/>
              </p:cNvSpPr>
              <p:nvPr userDrawn="1"/>
            </p:nvSpPr>
            <p:spPr bwMode="auto">
              <a:xfrm>
                <a:off x="11286692" y="5011825"/>
                <a:ext cx="43977" cy="43977"/>
              </a:xfrm>
              <a:custGeom>
                <a:avLst/>
                <a:gdLst>
                  <a:gd name="T0" fmla="*/ 0 w 35"/>
                  <a:gd name="T1" fmla="*/ 0 h 35"/>
                  <a:gd name="T2" fmla="*/ 35 w 35"/>
                  <a:gd name="T3" fmla="*/ 35 h 35"/>
                  <a:gd name="T4" fmla="*/ 35 w 35"/>
                  <a:gd name="T5" fmla="*/ 35 h 35"/>
                  <a:gd name="T6" fmla="*/ 0 w 35"/>
                  <a:gd name="T7" fmla="*/ 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cubicBezTo>
                      <a:pt x="35" y="35"/>
                      <a:pt x="35" y="35"/>
                      <a:pt x="35" y="35"/>
                    </a:cubicBezTo>
                    <a:cubicBezTo>
                      <a:pt x="35" y="35"/>
                      <a:pt x="35" y="35"/>
                      <a:pt x="35" y="35"/>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31"/>
              <p:cNvSpPr>
                <a:spLocks noEditPoints="1"/>
              </p:cNvSpPr>
              <p:nvPr userDrawn="1"/>
            </p:nvSpPr>
            <p:spPr bwMode="auto">
              <a:xfrm>
                <a:off x="8962887" y="4271942"/>
                <a:ext cx="1090152" cy="968252"/>
              </a:xfrm>
              <a:custGeom>
                <a:avLst/>
                <a:gdLst>
                  <a:gd name="T0" fmla="*/ 776 w 865"/>
                  <a:gd name="T1" fmla="*/ 589 h 768"/>
                  <a:gd name="T2" fmla="*/ 526 w 865"/>
                  <a:gd name="T3" fmla="*/ 692 h 768"/>
                  <a:gd name="T4" fmla="*/ 490 w 865"/>
                  <a:gd name="T5" fmla="*/ 690 h 768"/>
                  <a:gd name="T6" fmla="*/ 478 w 865"/>
                  <a:gd name="T7" fmla="*/ 768 h 768"/>
                  <a:gd name="T8" fmla="*/ 642 w 865"/>
                  <a:gd name="T9" fmla="*/ 749 h 768"/>
                  <a:gd name="T10" fmla="*/ 758 w 865"/>
                  <a:gd name="T11" fmla="*/ 758 h 768"/>
                  <a:gd name="T12" fmla="*/ 865 w 865"/>
                  <a:gd name="T13" fmla="*/ 677 h 768"/>
                  <a:gd name="T14" fmla="*/ 865 w 865"/>
                  <a:gd name="T15" fmla="*/ 677 h 768"/>
                  <a:gd name="T16" fmla="*/ 865 w 865"/>
                  <a:gd name="T17" fmla="*/ 677 h 768"/>
                  <a:gd name="T18" fmla="*/ 776 w 865"/>
                  <a:gd name="T19" fmla="*/ 589 h 768"/>
                  <a:gd name="T20" fmla="*/ 187 w 865"/>
                  <a:gd name="T21" fmla="*/ 0 h 768"/>
                  <a:gd name="T22" fmla="*/ 187 w 865"/>
                  <a:gd name="T23" fmla="*/ 677 h 768"/>
                  <a:gd name="T24" fmla="*/ 288 w 865"/>
                  <a:gd name="T25" fmla="*/ 755 h 768"/>
                  <a:gd name="T26" fmla="*/ 311 w 865"/>
                  <a:gd name="T27" fmla="*/ 620 h 768"/>
                  <a:gd name="T28" fmla="*/ 276 w 865"/>
                  <a:gd name="T29" fmla="*/ 589 h 768"/>
                  <a:gd name="T30" fmla="*/ 276 w 865"/>
                  <a:gd name="T31" fmla="*/ 88 h 768"/>
                  <a:gd name="T32" fmla="*/ 276 w 865"/>
                  <a:gd name="T33" fmla="*/ 88 h 768"/>
                  <a:gd name="T34" fmla="*/ 276 w 865"/>
                  <a:gd name="T35" fmla="*/ 88 h 768"/>
                  <a:gd name="T36" fmla="*/ 187 w 865"/>
                  <a:gd name="T37"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5" h="768">
                    <a:moveTo>
                      <a:pt x="776" y="589"/>
                    </a:moveTo>
                    <a:cubicBezTo>
                      <a:pt x="707" y="658"/>
                      <a:pt x="617" y="692"/>
                      <a:pt x="526" y="692"/>
                    </a:cubicBezTo>
                    <a:cubicBezTo>
                      <a:pt x="514" y="692"/>
                      <a:pt x="502" y="692"/>
                      <a:pt x="490" y="690"/>
                    </a:cubicBezTo>
                    <a:cubicBezTo>
                      <a:pt x="484" y="716"/>
                      <a:pt x="480" y="742"/>
                      <a:pt x="478" y="768"/>
                    </a:cubicBezTo>
                    <a:cubicBezTo>
                      <a:pt x="532" y="755"/>
                      <a:pt x="587" y="749"/>
                      <a:pt x="642" y="749"/>
                    </a:cubicBezTo>
                    <a:cubicBezTo>
                      <a:pt x="681" y="749"/>
                      <a:pt x="720" y="752"/>
                      <a:pt x="758" y="758"/>
                    </a:cubicBezTo>
                    <a:cubicBezTo>
                      <a:pt x="796" y="737"/>
                      <a:pt x="832" y="710"/>
                      <a:pt x="865" y="677"/>
                    </a:cubicBezTo>
                    <a:cubicBezTo>
                      <a:pt x="865" y="677"/>
                      <a:pt x="865" y="677"/>
                      <a:pt x="865" y="677"/>
                    </a:cubicBezTo>
                    <a:cubicBezTo>
                      <a:pt x="865" y="677"/>
                      <a:pt x="865" y="677"/>
                      <a:pt x="865" y="677"/>
                    </a:cubicBezTo>
                    <a:cubicBezTo>
                      <a:pt x="776" y="589"/>
                      <a:pt x="776" y="589"/>
                      <a:pt x="776" y="589"/>
                    </a:cubicBezTo>
                    <a:moveTo>
                      <a:pt x="187" y="0"/>
                    </a:moveTo>
                    <a:cubicBezTo>
                      <a:pt x="0" y="187"/>
                      <a:pt x="0" y="490"/>
                      <a:pt x="187" y="677"/>
                    </a:cubicBezTo>
                    <a:cubicBezTo>
                      <a:pt x="218" y="708"/>
                      <a:pt x="252" y="734"/>
                      <a:pt x="288" y="755"/>
                    </a:cubicBezTo>
                    <a:cubicBezTo>
                      <a:pt x="291" y="709"/>
                      <a:pt x="299" y="664"/>
                      <a:pt x="311" y="620"/>
                    </a:cubicBezTo>
                    <a:cubicBezTo>
                      <a:pt x="299" y="610"/>
                      <a:pt x="287" y="600"/>
                      <a:pt x="276" y="589"/>
                    </a:cubicBezTo>
                    <a:cubicBezTo>
                      <a:pt x="138" y="450"/>
                      <a:pt x="138" y="226"/>
                      <a:pt x="276" y="88"/>
                    </a:cubicBezTo>
                    <a:cubicBezTo>
                      <a:pt x="276" y="88"/>
                      <a:pt x="276" y="88"/>
                      <a:pt x="276" y="88"/>
                    </a:cubicBezTo>
                    <a:cubicBezTo>
                      <a:pt x="276" y="88"/>
                      <a:pt x="276" y="88"/>
                      <a:pt x="276" y="88"/>
                    </a:cubicBezTo>
                    <a:cubicBezTo>
                      <a:pt x="187" y="0"/>
                      <a:pt x="187" y="0"/>
                      <a:pt x="18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5"/>
              <p:cNvSpPr>
                <a:spLocks/>
              </p:cNvSpPr>
              <p:nvPr userDrawn="1"/>
            </p:nvSpPr>
            <p:spPr bwMode="auto">
              <a:xfrm>
                <a:off x="9883305" y="4150814"/>
                <a:ext cx="69436" cy="39348"/>
              </a:xfrm>
              <a:custGeom>
                <a:avLst/>
                <a:gdLst>
                  <a:gd name="T0" fmla="*/ 0 w 55"/>
                  <a:gd name="T1" fmla="*/ 0 h 31"/>
                  <a:gd name="T2" fmla="*/ 55 w 55"/>
                  <a:gd name="T3" fmla="*/ 31 h 31"/>
                  <a:gd name="T4" fmla="*/ 0 w 55"/>
                  <a:gd name="T5" fmla="*/ 0 h 31"/>
                </a:gdLst>
                <a:ahLst/>
                <a:cxnLst>
                  <a:cxn ang="0">
                    <a:pos x="T0" y="T1"/>
                  </a:cxn>
                  <a:cxn ang="0">
                    <a:pos x="T2" y="T3"/>
                  </a:cxn>
                  <a:cxn ang="0">
                    <a:pos x="T4" y="T5"/>
                  </a:cxn>
                </a:cxnLst>
                <a:rect l="0" t="0" r="r" b="b"/>
                <a:pathLst>
                  <a:path w="55" h="31">
                    <a:moveTo>
                      <a:pt x="0" y="0"/>
                    </a:moveTo>
                    <a:cubicBezTo>
                      <a:pt x="17" y="12"/>
                      <a:pt x="36" y="23"/>
                      <a:pt x="55" y="31"/>
                    </a:cubicBezTo>
                    <a:cubicBezTo>
                      <a:pt x="37" y="20"/>
                      <a:pt x="19" y="9"/>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6"/>
              <p:cNvSpPr>
                <a:spLocks noEditPoints="1"/>
              </p:cNvSpPr>
              <p:nvPr userDrawn="1"/>
            </p:nvSpPr>
            <p:spPr bwMode="auto">
              <a:xfrm>
                <a:off x="9198971" y="4270399"/>
                <a:ext cx="854068" cy="854839"/>
              </a:xfrm>
              <a:custGeom>
                <a:avLst/>
                <a:gdLst>
                  <a:gd name="T0" fmla="*/ 589 w 678"/>
                  <a:gd name="T1" fmla="*/ 590 h 678"/>
                  <a:gd name="T2" fmla="*/ 589 w 678"/>
                  <a:gd name="T3" fmla="*/ 590 h 678"/>
                  <a:gd name="T4" fmla="*/ 678 w 678"/>
                  <a:gd name="T5" fmla="*/ 678 h 678"/>
                  <a:gd name="T6" fmla="*/ 678 w 678"/>
                  <a:gd name="T7" fmla="*/ 678 h 678"/>
                  <a:gd name="T8" fmla="*/ 589 w 678"/>
                  <a:gd name="T9" fmla="*/ 590 h 678"/>
                  <a:gd name="T10" fmla="*/ 0 w 678"/>
                  <a:gd name="T11" fmla="*/ 0 h 678"/>
                  <a:gd name="T12" fmla="*/ 0 w 678"/>
                  <a:gd name="T13" fmla="*/ 1 h 678"/>
                  <a:gd name="T14" fmla="*/ 89 w 678"/>
                  <a:gd name="T15" fmla="*/ 89 h 678"/>
                  <a:gd name="T16" fmla="*/ 89 w 678"/>
                  <a:gd name="T17" fmla="*/ 89 h 678"/>
                  <a:gd name="T18" fmla="*/ 0 w 678"/>
                  <a:gd name="T19" fmla="*/ 0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8" h="678">
                    <a:moveTo>
                      <a:pt x="589" y="590"/>
                    </a:moveTo>
                    <a:cubicBezTo>
                      <a:pt x="589" y="590"/>
                      <a:pt x="589" y="590"/>
                      <a:pt x="589" y="590"/>
                    </a:cubicBezTo>
                    <a:cubicBezTo>
                      <a:pt x="678" y="678"/>
                      <a:pt x="678" y="678"/>
                      <a:pt x="678" y="678"/>
                    </a:cubicBezTo>
                    <a:cubicBezTo>
                      <a:pt x="678" y="678"/>
                      <a:pt x="678" y="678"/>
                      <a:pt x="678" y="678"/>
                    </a:cubicBezTo>
                    <a:cubicBezTo>
                      <a:pt x="589" y="590"/>
                      <a:pt x="589" y="590"/>
                      <a:pt x="589" y="590"/>
                    </a:cubicBezTo>
                    <a:moveTo>
                      <a:pt x="0" y="0"/>
                    </a:moveTo>
                    <a:cubicBezTo>
                      <a:pt x="0" y="0"/>
                      <a:pt x="0" y="1"/>
                      <a:pt x="0" y="1"/>
                    </a:cubicBezTo>
                    <a:cubicBezTo>
                      <a:pt x="89" y="89"/>
                      <a:pt x="89" y="89"/>
                      <a:pt x="89" y="89"/>
                    </a:cubicBezTo>
                    <a:cubicBezTo>
                      <a:pt x="89" y="89"/>
                      <a:pt x="89" y="89"/>
                      <a:pt x="89" y="89"/>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37"/>
              <p:cNvSpPr>
                <a:spLocks/>
              </p:cNvSpPr>
              <p:nvPr userDrawn="1"/>
            </p:nvSpPr>
            <p:spPr bwMode="auto">
              <a:xfrm>
                <a:off x="7650539" y="5590461"/>
                <a:ext cx="476797" cy="660417"/>
              </a:xfrm>
              <a:custGeom>
                <a:avLst/>
                <a:gdLst>
                  <a:gd name="T0" fmla="*/ 118 w 378"/>
                  <a:gd name="T1" fmla="*/ 0 h 524"/>
                  <a:gd name="T2" fmla="*/ 128 w 378"/>
                  <a:gd name="T3" fmla="*/ 439 h 524"/>
                  <a:gd name="T4" fmla="*/ 327 w 378"/>
                  <a:gd name="T5" fmla="*/ 524 h 524"/>
                  <a:gd name="T6" fmla="*/ 378 w 378"/>
                  <a:gd name="T7" fmla="*/ 441 h 524"/>
                  <a:gd name="T8" fmla="*/ 342 w 378"/>
                  <a:gd name="T9" fmla="*/ 444 h 524"/>
                  <a:gd name="T10" fmla="*/ 184 w 378"/>
                  <a:gd name="T11" fmla="*/ 380 h 524"/>
                  <a:gd name="T12" fmla="*/ 177 w 378"/>
                  <a:gd name="T13" fmla="*/ 56 h 524"/>
                  <a:gd name="T14" fmla="*/ 177 w 378"/>
                  <a:gd name="T15" fmla="*/ 56 h 524"/>
                  <a:gd name="T16" fmla="*/ 177 w 378"/>
                  <a:gd name="T17" fmla="*/ 56 h 524"/>
                  <a:gd name="T18" fmla="*/ 118 w 378"/>
                  <a:gd name="T19"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8" h="524">
                    <a:moveTo>
                      <a:pt x="118" y="0"/>
                    </a:moveTo>
                    <a:cubicBezTo>
                      <a:pt x="0" y="124"/>
                      <a:pt x="4" y="321"/>
                      <a:pt x="128" y="439"/>
                    </a:cubicBezTo>
                    <a:cubicBezTo>
                      <a:pt x="184" y="492"/>
                      <a:pt x="255" y="521"/>
                      <a:pt x="327" y="524"/>
                    </a:cubicBezTo>
                    <a:cubicBezTo>
                      <a:pt x="342" y="495"/>
                      <a:pt x="360" y="467"/>
                      <a:pt x="378" y="441"/>
                    </a:cubicBezTo>
                    <a:cubicBezTo>
                      <a:pt x="367" y="443"/>
                      <a:pt x="355" y="444"/>
                      <a:pt x="342" y="444"/>
                    </a:cubicBezTo>
                    <a:cubicBezTo>
                      <a:pt x="286" y="444"/>
                      <a:pt x="229" y="422"/>
                      <a:pt x="184" y="380"/>
                    </a:cubicBezTo>
                    <a:cubicBezTo>
                      <a:pt x="93" y="293"/>
                      <a:pt x="90" y="148"/>
                      <a:pt x="177" y="56"/>
                    </a:cubicBezTo>
                    <a:cubicBezTo>
                      <a:pt x="177" y="56"/>
                      <a:pt x="177" y="56"/>
                      <a:pt x="177" y="56"/>
                    </a:cubicBezTo>
                    <a:cubicBezTo>
                      <a:pt x="177" y="56"/>
                      <a:pt x="177" y="56"/>
                      <a:pt x="177" y="56"/>
                    </a:cubicBezTo>
                    <a:cubicBezTo>
                      <a:pt x="118" y="0"/>
                      <a:pt x="118" y="0"/>
                      <a:pt x="118"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38"/>
              <p:cNvSpPr>
                <a:spLocks/>
              </p:cNvSpPr>
              <p:nvPr userDrawn="1"/>
            </p:nvSpPr>
            <p:spPr bwMode="auto">
              <a:xfrm>
                <a:off x="8062528" y="6060314"/>
                <a:ext cx="303206" cy="191336"/>
              </a:xfrm>
              <a:custGeom>
                <a:avLst/>
                <a:gdLst>
                  <a:gd name="T0" fmla="*/ 181 w 240"/>
                  <a:gd name="T1" fmla="*/ 0 h 152"/>
                  <a:gd name="T2" fmla="*/ 51 w 240"/>
                  <a:gd name="T3" fmla="*/ 68 h 152"/>
                  <a:gd name="T4" fmla="*/ 0 w 240"/>
                  <a:gd name="T5" fmla="*/ 151 h 152"/>
                  <a:gd name="T6" fmla="*/ 15 w 240"/>
                  <a:gd name="T7" fmla="*/ 152 h 152"/>
                  <a:gd name="T8" fmla="*/ 240 w 240"/>
                  <a:gd name="T9" fmla="*/ 56 h 152"/>
                  <a:gd name="T10" fmla="*/ 240 w 240"/>
                  <a:gd name="T11" fmla="*/ 56 h 152"/>
                  <a:gd name="T12" fmla="*/ 240 w 240"/>
                  <a:gd name="T13" fmla="*/ 56 h 152"/>
                  <a:gd name="T14" fmla="*/ 181 w 240"/>
                  <a:gd name="T15" fmla="*/ 0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152">
                    <a:moveTo>
                      <a:pt x="181" y="0"/>
                    </a:moveTo>
                    <a:cubicBezTo>
                      <a:pt x="145" y="37"/>
                      <a:pt x="99" y="60"/>
                      <a:pt x="51" y="68"/>
                    </a:cubicBezTo>
                    <a:cubicBezTo>
                      <a:pt x="33" y="94"/>
                      <a:pt x="15" y="122"/>
                      <a:pt x="0" y="151"/>
                    </a:cubicBezTo>
                    <a:cubicBezTo>
                      <a:pt x="5" y="152"/>
                      <a:pt x="10" y="152"/>
                      <a:pt x="15" y="152"/>
                    </a:cubicBezTo>
                    <a:cubicBezTo>
                      <a:pt x="97" y="152"/>
                      <a:pt x="179" y="120"/>
                      <a:pt x="240" y="56"/>
                    </a:cubicBezTo>
                    <a:cubicBezTo>
                      <a:pt x="240" y="56"/>
                      <a:pt x="240" y="56"/>
                      <a:pt x="240" y="56"/>
                    </a:cubicBezTo>
                    <a:cubicBezTo>
                      <a:pt x="240" y="56"/>
                      <a:pt x="240" y="56"/>
                      <a:pt x="240" y="56"/>
                    </a:cubicBezTo>
                    <a:cubicBezTo>
                      <a:pt x="181" y="0"/>
                      <a:pt x="181" y="0"/>
                      <a:pt x="18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39"/>
              <p:cNvSpPr>
                <a:spLocks/>
              </p:cNvSpPr>
              <p:nvPr userDrawn="1"/>
            </p:nvSpPr>
            <p:spPr bwMode="auto">
              <a:xfrm>
                <a:off x="7799442" y="5469334"/>
                <a:ext cx="672761" cy="443622"/>
              </a:xfrm>
              <a:custGeom>
                <a:avLst/>
                <a:gdLst>
                  <a:gd name="T0" fmla="*/ 224 w 534"/>
                  <a:gd name="T1" fmla="*/ 0 h 352"/>
                  <a:gd name="T2" fmla="*/ 0 w 534"/>
                  <a:gd name="T3" fmla="*/ 96 h 352"/>
                  <a:gd name="T4" fmla="*/ 0 w 534"/>
                  <a:gd name="T5" fmla="*/ 96 h 352"/>
                  <a:gd name="T6" fmla="*/ 0 w 534"/>
                  <a:gd name="T7" fmla="*/ 96 h 352"/>
                  <a:gd name="T8" fmla="*/ 59 w 534"/>
                  <a:gd name="T9" fmla="*/ 152 h 352"/>
                  <a:gd name="T10" fmla="*/ 224 w 534"/>
                  <a:gd name="T11" fmla="*/ 81 h 352"/>
                  <a:gd name="T12" fmla="*/ 382 w 534"/>
                  <a:gd name="T13" fmla="*/ 145 h 352"/>
                  <a:gd name="T14" fmla="*/ 449 w 534"/>
                  <a:gd name="T15" fmla="*/ 352 h 352"/>
                  <a:gd name="T16" fmla="*/ 534 w 534"/>
                  <a:gd name="T17" fmla="*/ 303 h 352"/>
                  <a:gd name="T18" fmla="*/ 439 w 534"/>
                  <a:gd name="T19" fmla="*/ 86 h 352"/>
                  <a:gd name="T20" fmla="*/ 224 w 534"/>
                  <a:gd name="T21"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4" h="352">
                    <a:moveTo>
                      <a:pt x="224" y="0"/>
                    </a:moveTo>
                    <a:cubicBezTo>
                      <a:pt x="143" y="0"/>
                      <a:pt x="61" y="32"/>
                      <a:pt x="0" y="96"/>
                    </a:cubicBezTo>
                    <a:cubicBezTo>
                      <a:pt x="0" y="96"/>
                      <a:pt x="0" y="96"/>
                      <a:pt x="0" y="96"/>
                    </a:cubicBezTo>
                    <a:cubicBezTo>
                      <a:pt x="0" y="96"/>
                      <a:pt x="0" y="96"/>
                      <a:pt x="0" y="96"/>
                    </a:cubicBezTo>
                    <a:cubicBezTo>
                      <a:pt x="59" y="152"/>
                      <a:pt x="59" y="152"/>
                      <a:pt x="59" y="152"/>
                    </a:cubicBezTo>
                    <a:cubicBezTo>
                      <a:pt x="104" y="105"/>
                      <a:pt x="164" y="81"/>
                      <a:pt x="224" y="81"/>
                    </a:cubicBezTo>
                    <a:cubicBezTo>
                      <a:pt x="281" y="81"/>
                      <a:pt x="338" y="103"/>
                      <a:pt x="382" y="145"/>
                    </a:cubicBezTo>
                    <a:cubicBezTo>
                      <a:pt x="441" y="200"/>
                      <a:pt x="463" y="279"/>
                      <a:pt x="449" y="352"/>
                    </a:cubicBezTo>
                    <a:cubicBezTo>
                      <a:pt x="477" y="334"/>
                      <a:pt x="505" y="318"/>
                      <a:pt x="534" y="303"/>
                    </a:cubicBezTo>
                    <a:cubicBezTo>
                      <a:pt x="533" y="224"/>
                      <a:pt x="501" y="145"/>
                      <a:pt x="439" y="86"/>
                    </a:cubicBezTo>
                    <a:cubicBezTo>
                      <a:pt x="379" y="29"/>
                      <a:pt x="301" y="0"/>
                      <a:pt x="2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1"/>
              <p:cNvSpPr>
                <a:spLocks/>
              </p:cNvSpPr>
              <p:nvPr userDrawn="1"/>
            </p:nvSpPr>
            <p:spPr bwMode="auto">
              <a:xfrm>
                <a:off x="7799442" y="5590461"/>
                <a:ext cx="74065" cy="70208"/>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2"/>
              <p:cNvSpPr>
                <a:spLocks/>
              </p:cNvSpPr>
              <p:nvPr userDrawn="1"/>
            </p:nvSpPr>
            <p:spPr bwMode="auto">
              <a:xfrm>
                <a:off x="8290897" y="6060314"/>
                <a:ext cx="74837" cy="70979"/>
              </a:xfrm>
              <a:custGeom>
                <a:avLst/>
                <a:gdLst>
                  <a:gd name="T0" fmla="*/ 0 w 59"/>
                  <a:gd name="T1" fmla="*/ 0 h 56"/>
                  <a:gd name="T2" fmla="*/ 0 w 59"/>
                  <a:gd name="T3" fmla="*/ 0 h 56"/>
                  <a:gd name="T4" fmla="*/ 59 w 59"/>
                  <a:gd name="T5" fmla="*/ 56 h 56"/>
                  <a:gd name="T6" fmla="*/ 59 w 59"/>
                  <a:gd name="T7" fmla="*/ 56 h 56"/>
                  <a:gd name="T8" fmla="*/ 0 w 59"/>
                  <a:gd name="T9" fmla="*/ 0 h 56"/>
                </a:gdLst>
                <a:ahLst/>
                <a:cxnLst>
                  <a:cxn ang="0">
                    <a:pos x="T0" y="T1"/>
                  </a:cxn>
                  <a:cxn ang="0">
                    <a:pos x="T2" y="T3"/>
                  </a:cxn>
                  <a:cxn ang="0">
                    <a:pos x="T4" y="T5"/>
                  </a:cxn>
                  <a:cxn ang="0">
                    <a:pos x="T6" y="T7"/>
                  </a:cxn>
                  <a:cxn ang="0">
                    <a:pos x="T8" y="T9"/>
                  </a:cxn>
                </a:cxnLst>
                <a:rect l="0" t="0" r="r" b="b"/>
                <a:pathLst>
                  <a:path w="59" h="56">
                    <a:moveTo>
                      <a:pt x="0" y="0"/>
                    </a:moveTo>
                    <a:cubicBezTo>
                      <a:pt x="0" y="0"/>
                      <a:pt x="0" y="0"/>
                      <a:pt x="0" y="0"/>
                    </a:cubicBezTo>
                    <a:cubicBezTo>
                      <a:pt x="59" y="56"/>
                      <a:pt x="59" y="56"/>
                      <a:pt x="59" y="56"/>
                    </a:cubicBezTo>
                    <a:cubicBezTo>
                      <a:pt x="59" y="56"/>
                      <a:pt x="59" y="56"/>
                      <a:pt x="59" y="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43"/>
              <p:cNvSpPr>
                <a:spLocks noEditPoints="1"/>
              </p:cNvSpPr>
              <p:nvPr userDrawn="1"/>
            </p:nvSpPr>
            <p:spPr bwMode="auto">
              <a:xfrm>
                <a:off x="8863361" y="5557286"/>
                <a:ext cx="408132" cy="721367"/>
              </a:xfrm>
              <a:custGeom>
                <a:avLst/>
                <a:gdLst>
                  <a:gd name="T0" fmla="*/ 9 w 324"/>
                  <a:gd name="T1" fmla="*/ 350 h 572"/>
                  <a:gd name="T2" fmla="*/ 11 w 324"/>
                  <a:gd name="T3" fmla="*/ 556 h 572"/>
                  <a:gd name="T4" fmla="*/ 105 w 324"/>
                  <a:gd name="T5" fmla="*/ 572 h 572"/>
                  <a:gd name="T6" fmla="*/ 202 w 324"/>
                  <a:gd name="T7" fmla="*/ 555 h 572"/>
                  <a:gd name="T8" fmla="*/ 195 w 324"/>
                  <a:gd name="T9" fmla="*/ 383 h 572"/>
                  <a:gd name="T10" fmla="*/ 9 w 324"/>
                  <a:gd name="T11" fmla="*/ 350 h 572"/>
                  <a:gd name="T12" fmla="*/ 159 w 324"/>
                  <a:gd name="T13" fmla="*/ 0 h 572"/>
                  <a:gd name="T14" fmla="*/ 62 w 324"/>
                  <a:gd name="T15" fmla="*/ 162 h 572"/>
                  <a:gd name="T16" fmla="*/ 251 w 324"/>
                  <a:gd name="T17" fmla="*/ 201 h 572"/>
                  <a:gd name="T18" fmla="*/ 324 w 324"/>
                  <a:gd name="T19" fmla="*/ 96 h 572"/>
                  <a:gd name="T20" fmla="*/ 309 w 324"/>
                  <a:gd name="T21" fmla="*/ 80 h 572"/>
                  <a:gd name="T22" fmla="*/ 309 w 324"/>
                  <a:gd name="T23" fmla="*/ 80 h 572"/>
                  <a:gd name="T24" fmla="*/ 159 w 324"/>
                  <a:gd name="T25" fmla="*/ 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572">
                    <a:moveTo>
                      <a:pt x="9" y="350"/>
                    </a:moveTo>
                    <a:cubicBezTo>
                      <a:pt x="0" y="418"/>
                      <a:pt x="0" y="488"/>
                      <a:pt x="11" y="556"/>
                    </a:cubicBezTo>
                    <a:cubicBezTo>
                      <a:pt x="41" y="566"/>
                      <a:pt x="73" y="572"/>
                      <a:pt x="105" y="572"/>
                    </a:cubicBezTo>
                    <a:cubicBezTo>
                      <a:pt x="138" y="572"/>
                      <a:pt x="171" y="566"/>
                      <a:pt x="202" y="555"/>
                    </a:cubicBezTo>
                    <a:cubicBezTo>
                      <a:pt x="190" y="498"/>
                      <a:pt x="188" y="440"/>
                      <a:pt x="195" y="383"/>
                    </a:cubicBezTo>
                    <a:cubicBezTo>
                      <a:pt x="137" y="362"/>
                      <a:pt x="75" y="350"/>
                      <a:pt x="9" y="350"/>
                    </a:cubicBezTo>
                    <a:moveTo>
                      <a:pt x="159" y="0"/>
                    </a:moveTo>
                    <a:cubicBezTo>
                      <a:pt x="119" y="51"/>
                      <a:pt x="86" y="105"/>
                      <a:pt x="62" y="162"/>
                    </a:cubicBezTo>
                    <a:cubicBezTo>
                      <a:pt x="128" y="167"/>
                      <a:pt x="191" y="180"/>
                      <a:pt x="251" y="201"/>
                    </a:cubicBezTo>
                    <a:cubicBezTo>
                      <a:pt x="271" y="164"/>
                      <a:pt x="295" y="129"/>
                      <a:pt x="324" y="96"/>
                    </a:cubicBezTo>
                    <a:cubicBezTo>
                      <a:pt x="320" y="90"/>
                      <a:pt x="314" y="85"/>
                      <a:pt x="309" y="80"/>
                    </a:cubicBezTo>
                    <a:cubicBezTo>
                      <a:pt x="309" y="80"/>
                      <a:pt x="309" y="80"/>
                      <a:pt x="309" y="80"/>
                    </a:cubicBezTo>
                    <a:cubicBezTo>
                      <a:pt x="266" y="37"/>
                      <a:pt x="214" y="11"/>
                      <a:pt x="15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6"/>
              <p:cNvSpPr>
                <a:spLocks/>
              </p:cNvSpPr>
              <p:nvPr userDrawn="1"/>
            </p:nvSpPr>
            <p:spPr bwMode="auto">
              <a:xfrm>
                <a:off x="10144077" y="6594974"/>
                <a:ext cx="270030" cy="275431"/>
              </a:xfrm>
              <a:custGeom>
                <a:avLst/>
                <a:gdLst>
                  <a:gd name="T0" fmla="*/ 81 w 214"/>
                  <a:gd name="T1" fmla="*/ 0 h 219"/>
                  <a:gd name="T2" fmla="*/ 0 w 214"/>
                  <a:gd name="T3" fmla="*/ 66 h 219"/>
                  <a:gd name="T4" fmla="*/ 110 w 214"/>
                  <a:gd name="T5" fmla="*/ 219 h 219"/>
                  <a:gd name="T6" fmla="*/ 214 w 214"/>
                  <a:gd name="T7" fmla="*/ 133 h 219"/>
                  <a:gd name="T8" fmla="*/ 214 w 214"/>
                  <a:gd name="T9" fmla="*/ 133 h 219"/>
                  <a:gd name="T10" fmla="*/ 213 w 214"/>
                  <a:gd name="T11" fmla="*/ 133 h 219"/>
                  <a:gd name="T12" fmla="*/ 81 w 214"/>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214" h="219">
                    <a:moveTo>
                      <a:pt x="81" y="0"/>
                    </a:moveTo>
                    <a:cubicBezTo>
                      <a:pt x="56" y="25"/>
                      <a:pt x="28" y="47"/>
                      <a:pt x="0" y="66"/>
                    </a:cubicBezTo>
                    <a:cubicBezTo>
                      <a:pt x="31" y="120"/>
                      <a:pt x="68" y="171"/>
                      <a:pt x="110" y="219"/>
                    </a:cubicBezTo>
                    <a:cubicBezTo>
                      <a:pt x="147" y="194"/>
                      <a:pt x="182" y="166"/>
                      <a:pt x="214" y="133"/>
                    </a:cubicBezTo>
                    <a:cubicBezTo>
                      <a:pt x="214" y="133"/>
                      <a:pt x="214" y="133"/>
                      <a:pt x="214" y="133"/>
                    </a:cubicBezTo>
                    <a:cubicBezTo>
                      <a:pt x="213" y="133"/>
                      <a:pt x="213" y="133"/>
                      <a:pt x="213" y="133"/>
                    </a:cubicBezTo>
                    <a:cubicBezTo>
                      <a:pt x="81" y="0"/>
                      <a:pt x="81" y="0"/>
                      <a:pt x="81"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7"/>
              <p:cNvSpPr>
                <a:spLocks/>
              </p:cNvSpPr>
              <p:nvPr userDrawn="1"/>
            </p:nvSpPr>
            <p:spPr bwMode="auto">
              <a:xfrm>
                <a:off x="9478259" y="6750820"/>
                <a:ext cx="305520" cy="276203"/>
              </a:xfrm>
              <a:custGeom>
                <a:avLst/>
                <a:gdLst>
                  <a:gd name="T0" fmla="*/ 54 w 242"/>
                  <a:gd name="T1" fmla="*/ 0 h 219"/>
                  <a:gd name="T2" fmla="*/ 0 w 242"/>
                  <a:gd name="T3" fmla="*/ 181 h 219"/>
                  <a:gd name="T4" fmla="*/ 192 w 242"/>
                  <a:gd name="T5" fmla="*/ 219 h 219"/>
                  <a:gd name="T6" fmla="*/ 242 w 242"/>
                  <a:gd name="T7" fmla="*/ 31 h 219"/>
                  <a:gd name="T8" fmla="*/ 234 w 242"/>
                  <a:gd name="T9" fmla="*/ 31 h 219"/>
                  <a:gd name="T10" fmla="*/ 54 w 242"/>
                  <a:gd name="T11" fmla="*/ 0 h 219"/>
                </a:gdLst>
                <a:ahLst/>
                <a:cxnLst>
                  <a:cxn ang="0">
                    <a:pos x="T0" y="T1"/>
                  </a:cxn>
                  <a:cxn ang="0">
                    <a:pos x="T2" y="T3"/>
                  </a:cxn>
                  <a:cxn ang="0">
                    <a:pos x="T4" y="T5"/>
                  </a:cxn>
                  <a:cxn ang="0">
                    <a:pos x="T6" y="T7"/>
                  </a:cxn>
                  <a:cxn ang="0">
                    <a:pos x="T8" y="T9"/>
                  </a:cxn>
                  <a:cxn ang="0">
                    <a:pos x="T10" y="T11"/>
                  </a:cxn>
                </a:cxnLst>
                <a:rect l="0" t="0" r="r" b="b"/>
                <a:pathLst>
                  <a:path w="242" h="219">
                    <a:moveTo>
                      <a:pt x="54" y="0"/>
                    </a:moveTo>
                    <a:cubicBezTo>
                      <a:pt x="47" y="65"/>
                      <a:pt x="28" y="125"/>
                      <a:pt x="0" y="181"/>
                    </a:cubicBezTo>
                    <a:cubicBezTo>
                      <a:pt x="62" y="202"/>
                      <a:pt x="127" y="215"/>
                      <a:pt x="192" y="219"/>
                    </a:cubicBezTo>
                    <a:cubicBezTo>
                      <a:pt x="216" y="160"/>
                      <a:pt x="233" y="97"/>
                      <a:pt x="242" y="31"/>
                    </a:cubicBezTo>
                    <a:cubicBezTo>
                      <a:pt x="239" y="31"/>
                      <a:pt x="236" y="31"/>
                      <a:pt x="234" y="31"/>
                    </a:cubicBezTo>
                    <a:cubicBezTo>
                      <a:pt x="173" y="31"/>
                      <a:pt x="112" y="21"/>
                      <a:pt x="5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50"/>
              <p:cNvSpPr>
                <a:spLocks/>
              </p:cNvSpPr>
              <p:nvPr userDrawn="1"/>
            </p:nvSpPr>
            <p:spPr bwMode="auto">
              <a:xfrm>
                <a:off x="10417965" y="5841204"/>
                <a:ext cx="260772" cy="344868"/>
              </a:xfrm>
              <a:custGeom>
                <a:avLst/>
                <a:gdLst>
                  <a:gd name="T0" fmla="*/ 172 w 207"/>
                  <a:gd name="T1" fmla="*/ 0 h 274"/>
                  <a:gd name="T2" fmla="*/ 0 w 207"/>
                  <a:gd name="T3" fmla="*/ 82 h 274"/>
                  <a:gd name="T4" fmla="*/ 16 w 207"/>
                  <a:gd name="T5" fmla="*/ 274 h 274"/>
                  <a:gd name="T6" fmla="*/ 207 w 207"/>
                  <a:gd name="T7" fmla="*/ 202 h 274"/>
                  <a:gd name="T8" fmla="*/ 172 w 207"/>
                  <a:gd name="T9" fmla="*/ 0 h 274"/>
                </a:gdLst>
                <a:ahLst/>
                <a:cxnLst>
                  <a:cxn ang="0">
                    <a:pos x="T0" y="T1"/>
                  </a:cxn>
                  <a:cxn ang="0">
                    <a:pos x="T2" y="T3"/>
                  </a:cxn>
                  <a:cxn ang="0">
                    <a:pos x="T4" y="T5"/>
                  </a:cxn>
                  <a:cxn ang="0">
                    <a:pos x="T6" y="T7"/>
                  </a:cxn>
                  <a:cxn ang="0">
                    <a:pos x="T8" y="T9"/>
                  </a:cxn>
                </a:cxnLst>
                <a:rect l="0" t="0" r="r" b="b"/>
                <a:pathLst>
                  <a:path w="207" h="274">
                    <a:moveTo>
                      <a:pt x="172" y="0"/>
                    </a:moveTo>
                    <a:cubicBezTo>
                      <a:pt x="119" y="38"/>
                      <a:pt x="61" y="66"/>
                      <a:pt x="0" y="82"/>
                    </a:cubicBezTo>
                    <a:cubicBezTo>
                      <a:pt x="17" y="145"/>
                      <a:pt x="22" y="210"/>
                      <a:pt x="16" y="274"/>
                    </a:cubicBezTo>
                    <a:cubicBezTo>
                      <a:pt x="82" y="259"/>
                      <a:pt x="146" y="235"/>
                      <a:pt x="207" y="202"/>
                    </a:cubicBezTo>
                    <a:cubicBezTo>
                      <a:pt x="205" y="134"/>
                      <a:pt x="193" y="66"/>
                      <a:pt x="17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51"/>
              <p:cNvSpPr>
                <a:spLocks noEditPoints="1"/>
              </p:cNvSpPr>
              <p:nvPr userDrawn="1"/>
            </p:nvSpPr>
            <p:spPr bwMode="auto">
              <a:xfrm>
                <a:off x="10144077" y="5373666"/>
                <a:ext cx="351811" cy="1388728"/>
              </a:xfrm>
              <a:custGeom>
                <a:avLst/>
                <a:gdLst>
                  <a:gd name="T0" fmla="*/ 169 w 279"/>
                  <a:gd name="T1" fmla="*/ 852 h 1102"/>
                  <a:gd name="T2" fmla="*/ 80 w 279"/>
                  <a:gd name="T3" fmla="*/ 969 h 1102"/>
                  <a:gd name="T4" fmla="*/ 81 w 279"/>
                  <a:gd name="T5" fmla="*/ 969 h 1102"/>
                  <a:gd name="T6" fmla="*/ 81 w 279"/>
                  <a:gd name="T7" fmla="*/ 969 h 1102"/>
                  <a:gd name="T8" fmla="*/ 214 w 279"/>
                  <a:gd name="T9" fmla="*/ 1102 h 1102"/>
                  <a:gd name="T10" fmla="*/ 279 w 279"/>
                  <a:gd name="T11" fmla="*/ 1027 h 1102"/>
                  <a:gd name="T12" fmla="*/ 169 w 279"/>
                  <a:gd name="T13" fmla="*/ 852 h 1102"/>
                  <a:gd name="T14" fmla="*/ 110 w 279"/>
                  <a:gd name="T15" fmla="*/ 0 h 1102"/>
                  <a:gd name="T16" fmla="*/ 0 w 279"/>
                  <a:gd name="T17" fmla="*/ 152 h 1102"/>
                  <a:gd name="T18" fmla="*/ 80 w 279"/>
                  <a:gd name="T19" fmla="*/ 218 h 1102"/>
                  <a:gd name="T20" fmla="*/ 169 w 279"/>
                  <a:gd name="T21" fmla="*/ 336 h 1102"/>
                  <a:gd name="T22" fmla="*/ 279 w 279"/>
                  <a:gd name="T23" fmla="*/ 161 h 1102"/>
                  <a:gd name="T24" fmla="*/ 213 w 279"/>
                  <a:gd name="T25" fmla="*/ 85 h 1102"/>
                  <a:gd name="T26" fmla="*/ 110 w 279"/>
                  <a:gd name="T27" fmla="*/ 0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9" h="1102">
                    <a:moveTo>
                      <a:pt x="169" y="852"/>
                    </a:moveTo>
                    <a:cubicBezTo>
                      <a:pt x="145" y="894"/>
                      <a:pt x="116" y="933"/>
                      <a:pt x="80" y="969"/>
                    </a:cubicBezTo>
                    <a:cubicBezTo>
                      <a:pt x="81" y="969"/>
                      <a:pt x="81" y="969"/>
                      <a:pt x="81" y="969"/>
                    </a:cubicBezTo>
                    <a:cubicBezTo>
                      <a:pt x="81" y="969"/>
                      <a:pt x="81" y="969"/>
                      <a:pt x="81" y="969"/>
                    </a:cubicBezTo>
                    <a:cubicBezTo>
                      <a:pt x="214" y="1102"/>
                      <a:pt x="214" y="1102"/>
                      <a:pt x="214" y="1102"/>
                    </a:cubicBezTo>
                    <a:cubicBezTo>
                      <a:pt x="237" y="1078"/>
                      <a:pt x="259" y="1053"/>
                      <a:pt x="279" y="1027"/>
                    </a:cubicBezTo>
                    <a:cubicBezTo>
                      <a:pt x="232" y="973"/>
                      <a:pt x="195" y="914"/>
                      <a:pt x="169" y="852"/>
                    </a:cubicBezTo>
                    <a:moveTo>
                      <a:pt x="110" y="0"/>
                    </a:moveTo>
                    <a:cubicBezTo>
                      <a:pt x="68" y="47"/>
                      <a:pt x="31" y="99"/>
                      <a:pt x="0" y="152"/>
                    </a:cubicBezTo>
                    <a:cubicBezTo>
                      <a:pt x="28" y="171"/>
                      <a:pt x="55" y="193"/>
                      <a:pt x="80" y="218"/>
                    </a:cubicBezTo>
                    <a:cubicBezTo>
                      <a:pt x="116" y="254"/>
                      <a:pt x="146" y="294"/>
                      <a:pt x="169" y="336"/>
                    </a:cubicBezTo>
                    <a:cubicBezTo>
                      <a:pt x="196" y="273"/>
                      <a:pt x="232" y="214"/>
                      <a:pt x="279" y="161"/>
                    </a:cubicBezTo>
                    <a:cubicBezTo>
                      <a:pt x="259" y="134"/>
                      <a:pt x="237" y="109"/>
                      <a:pt x="213" y="85"/>
                    </a:cubicBezTo>
                    <a:cubicBezTo>
                      <a:pt x="181" y="53"/>
                      <a:pt x="147" y="24"/>
                      <a:pt x="11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52"/>
              <p:cNvSpPr>
                <a:spLocks/>
              </p:cNvSpPr>
              <p:nvPr userDrawn="1"/>
            </p:nvSpPr>
            <p:spPr bwMode="auto">
              <a:xfrm>
                <a:off x="9563126" y="5215505"/>
                <a:ext cx="355669" cy="87181"/>
              </a:xfrm>
              <a:custGeom>
                <a:avLst/>
                <a:gdLst>
                  <a:gd name="T0" fmla="*/ 166 w 282"/>
                  <a:gd name="T1" fmla="*/ 0 h 69"/>
                  <a:gd name="T2" fmla="*/ 2 w 282"/>
                  <a:gd name="T3" fmla="*/ 19 h 69"/>
                  <a:gd name="T4" fmla="*/ 0 w 282"/>
                  <a:gd name="T5" fmla="*/ 66 h 69"/>
                  <a:gd name="T6" fmla="*/ 50 w 282"/>
                  <a:gd name="T7" fmla="*/ 69 h 69"/>
                  <a:gd name="T8" fmla="*/ 282 w 282"/>
                  <a:gd name="T9" fmla="*/ 9 h 69"/>
                  <a:gd name="T10" fmla="*/ 166 w 282"/>
                  <a:gd name="T11" fmla="*/ 0 h 69"/>
                </a:gdLst>
                <a:ahLst/>
                <a:cxnLst>
                  <a:cxn ang="0">
                    <a:pos x="T0" y="T1"/>
                  </a:cxn>
                  <a:cxn ang="0">
                    <a:pos x="T2" y="T3"/>
                  </a:cxn>
                  <a:cxn ang="0">
                    <a:pos x="T4" y="T5"/>
                  </a:cxn>
                  <a:cxn ang="0">
                    <a:pos x="T6" y="T7"/>
                  </a:cxn>
                  <a:cxn ang="0">
                    <a:pos x="T8" y="T9"/>
                  </a:cxn>
                  <a:cxn ang="0">
                    <a:pos x="T10" y="T11"/>
                  </a:cxn>
                </a:cxnLst>
                <a:rect l="0" t="0" r="r" b="b"/>
                <a:pathLst>
                  <a:path w="282" h="69">
                    <a:moveTo>
                      <a:pt x="166" y="0"/>
                    </a:moveTo>
                    <a:cubicBezTo>
                      <a:pt x="111" y="0"/>
                      <a:pt x="56" y="6"/>
                      <a:pt x="2" y="19"/>
                    </a:cubicBezTo>
                    <a:cubicBezTo>
                      <a:pt x="0" y="34"/>
                      <a:pt x="0" y="50"/>
                      <a:pt x="0" y="66"/>
                    </a:cubicBezTo>
                    <a:cubicBezTo>
                      <a:pt x="17" y="68"/>
                      <a:pt x="33" y="69"/>
                      <a:pt x="50" y="69"/>
                    </a:cubicBezTo>
                    <a:cubicBezTo>
                      <a:pt x="130" y="69"/>
                      <a:pt x="210" y="49"/>
                      <a:pt x="282" y="9"/>
                    </a:cubicBezTo>
                    <a:cubicBezTo>
                      <a:pt x="244" y="3"/>
                      <a:pt x="205" y="0"/>
                      <a:pt x="16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53"/>
              <p:cNvSpPr>
                <a:spLocks/>
              </p:cNvSpPr>
              <p:nvPr userDrawn="1"/>
            </p:nvSpPr>
            <p:spPr bwMode="auto">
              <a:xfrm>
                <a:off x="9447399" y="5240193"/>
                <a:ext cx="118042" cy="58635"/>
              </a:xfrm>
              <a:custGeom>
                <a:avLst/>
                <a:gdLst>
                  <a:gd name="T0" fmla="*/ 94 w 94"/>
                  <a:gd name="T1" fmla="*/ 0 h 47"/>
                  <a:gd name="T2" fmla="*/ 0 w 94"/>
                  <a:gd name="T3" fmla="*/ 28 h 47"/>
                  <a:gd name="T4" fmla="*/ 92 w 94"/>
                  <a:gd name="T5" fmla="*/ 47 h 47"/>
                  <a:gd name="T6" fmla="*/ 94 w 94"/>
                  <a:gd name="T7" fmla="*/ 0 h 47"/>
                </a:gdLst>
                <a:ahLst/>
                <a:cxnLst>
                  <a:cxn ang="0">
                    <a:pos x="T0" y="T1"/>
                  </a:cxn>
                  <a:cxn ang="0">
                    <a:pos x="T2" y="T3"/>
                  </a:cxn>
                  <a:cxn ang="0">
                    <a:pos x="T4" y="T5"/>
                  </a:cxn>
                  <a:cxn ang="0">
                    <a:pos x="T6" y="T7"/>
                  </a:cxn>
                </a:cxnLst>
                <a:rect l="0" t="0" r="r" b="b"/>
                <a:pathLst>
                  <a:path w="94" h="47">
                    <a:moveTo>
                      <a:pt x="94" y="0"/>
                    </a:moveTo>
                    <a:cubicBezTo>
                      <a:pt x="62" y="7"/>
                      <a:pt x="31" y="17"/>
                      <a:pt x="0" y="28"/>
                    </a:cubicBezTo>
                    <a:cubicBezTo>
                      <a:pt x="30" y="38"/>
                      <a:pt x="61" y="44"/>
                      <a:pt x="92" y="47"/>
                    </a:cubicBezTo>
                    <a:cubicBezTo>
                      <a:pt x="92" y="31"/>
                      <a:pt x="92" y="15"/>
                      <a:pt x="9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54"/>
              <p:cNvSpPr>
                <a:spLocks/>
              </p:cNvSpPr>
              <p:nvPr userDrawn="1"/>
            </p:nvSpPr>
            <p:spPr bwMode="auto">
              <a:xfrm>
                <a:off x="10245917" y="6594974"/>
                <a:ext cx="168190" cy="167419"/>
              </a:xfrm>
              <a:custGeom>
                <a:avLst/>
                <a:gdLst>
                  <a:gd name="T0" fmla="*/ 0 w 133"/>
                  <a:gd name="T1" fmla="*/ 0 h 133"/>
                  <a:gd name="T2" fmla="*/ 0 w 133"/>
                  <a:gd name="T3" fmla="*/ 0 h 133"/>
                  <a:gd name="T4" fmla="*/ 132 w 133"/>
                  <a:gd name="T5" fmla="*/ 133 h 133"/>
                  <a:gd name="T6" fmla="*/ 133 w 133"/>
                  <a:gd name="T7" fmla="*/ 133 h 133"/>
                  <a:gd name="T8" fmla="*/ 0 w 133"/>
                  <a:gd name="T9" fmla="*/ 0 h 133"/>
                </a:gdLst>
                <a:ahLst/>
                <a:cxnLst>
                  <a:cxn ang="0">
                    <a:pos x="T0" y="T1"/>
                  </a:cxn>
                  <a:cxn ang="0">
                    <a:pos x="T2" y="T3"/>
                  </a:cxn>
                  <a:cxn ang="0">
                    <a:pos x="T4" y="T5"/>
                  </a:cxn>
                  <a:cxn ang="0">
                    <a:pos x="T6" y="T7"/>
                  </a:cxn>
                  <a:cxn ang="0">
                    <a:pos x="T8" y="T9"/>
                  </a:cxn>
                </a:cxnLst>
                <a:rect l="0" t="0" r="r" b="b"/>
                <a:pathLst>
                  <a:path w="133" h="133">
                    <a:moveTo>
                      <a:pt x="0" y="0"/>
                    </a:moveTo>
                    <a:cubicBezTo>
                      <a:pt x="0" y="0"/>
                      <a:pt x="0" y="0"/>
                      <a:pt x="0" y="0"/>
                    </a:cubicBezTo>
                    <a:cubicBezTo>
                      <a:pt x="132" y="133"/>
                      <a:pt x="132" y="133"/>
                      <a:pt x="132" y="133"/>
                    </a:cubicBezTo>
                    <a:cubicBezTo>
                      <a:pt x="132" y="133"/>
                      <a:pt x="132" y="133"/>
                      <a:pt x="133" y="133"/>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5"/>
              <p:cNvSpPr>
                <a:spLocks noEditPoints="1"/>
              </p:cNvSpPr>
              <p:nvPr userDrawn="1"/>
            </p:nvSpPr>
            <p:spPr bwMode="auto">
              <a:xfrm>
                <a:off x="9117961" y="5590461"/>
                <a:ext cx="374185" cy="790032"/>
              </a:xfrm>
              <a:custGeom>
                <a:avLst/>
                <a:gdLst>
                  <a:gd name="T0" fmla="*/ 132 w 297"/>
                  <a:gd name="T1" fmla="*/ 433 h 627"/>
                  <a:gd name="T2" fmla="*/ 107 w 297"/>
                  <a:gd name="T3" fmla="*/ 461 h 627"/>
                  <a:gd name="T4" fmla="*/ 0 w 297"/>
                  <a:gd name="T5" fmla="*/ 529 h 627"/>
                  <a:gd name="T6" fmla="*/ 30 w 297"/>
                  <a:gd name="T7" fmla="*/ 627 h 627"/>
                  <a:gd name="T8" fmla="*/ 179 w 297"/>
                  <a:gd name="T9" fmla="*/ 533 h 627"/>
                  <a:gd name="T10" fmla="*/ 207 w 297"/>
                  <a:gd name="T11" fmla="*/ 503 h 627"/>
                  <a:gd name="T12" fmla="*/ 132 w 297"/>
                  <a:gd name="T13" fmla="*/ 433 h 627"/>
                  <a:gd name="T14" fmla="*/ 197 w 297"/>
                  <a:gd name="T15" fmla="*/ 0 h 627"/>
                  <a:gd name="T16" fmla="*/ 144 w 297"/>
                  <a:gd name="T17" fmla="*/ 46 h 627"/>
                  <a:gd name="T18" fmla="*/ 144 w 297"/>
                  <a:gd name="T19" fmla="*/ 47 h 627"/>
                  <a:gd name="T20" fmla="*/ 122 w 297"/>
                  <a:gd name="T21" fmla="*/ 70 h 627"/>
                  <a:gd name="T22" fmla="*/ 191 w 297"/>
                  <a:gd name="T23" fmla="*/ 244 h 627"/>
                  <a:gd name="T24" fmla="*/ 289 w 297"/>
                  <a:gd name="T25" fmla="*/ 317 h 627"/>
                  <a:gd name="T26" fmla="*/ 283 w 297"/>
                  <a:gd name="T27" fmla="*/ 165 h 627"/>
                  <a:gd name="T28" fmla="*/ 205 w 297"/>
                  <a:gd name="T29" fmla="*/ 10 h 627"/>
                  <a:gd name="T30" fmla="*/ 197 w 297"/>
                  <a:gd name="T31" fmla="*/ 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627">
                    <a:moveTo>
                      <a:pt x="132" y="433"/>
                    </a:moveTo>
                    <a:cubicBezTo>
                      <a:pt x="124" y="443"/>
                      <a:pt x="116" y="452"/>
                      <a:pt x="107" y="461"/>
                    </a:cubicBezTo>
                    <a:cubicBezTo>
                      <a:pt x="76" y="492"/>
                      <a:pt x="39" y="515"/>
                      <a:pt x="0" y="529"/>
                    </a:cubicBezTo>
                    <a:cubicBezTo>
                      <a:pt x="7" y="562"/>
                      <a:pt x="17" y="595"/>
                      <a:pt x="30" y="627"/>
                    </a:cubicBezTo>
                    <a:cubicBezTo>
                      <a:pt x="85" y="608"/>
                      <a:pt x="136" y="577"/>
                      <a:pt x="179" y="533"/>
                    </a:cubicBezTo>
                    <a:cubicBezTo>
                      <a:pt x="189" y="524"/>
                      <a:pt x="198" y="514"/>
                      <a:pt x="207" y="503"/>
                    </a:cubicBezTo>
                    <a:cubicBezTo>
                      <a:pt x="184" y="478"/>
                      <a:pt x="159" y="454"/>
                      <a:pt x="132" y="433"/>
                    </a:cubicBezTo>
                    <a:moveTo>
                      <a:pt x="197" y="0"/>
                    </a:moveTo>
                    <a:cubicBezTo>
                      <a:pt x="179" y="14"/>
                      <a:pt x="161" y="29"/>
                      <a:pt x="144" y="46"/>
                    </a:cubicBezTo>
                    <a:cubicBezTo>
                      <a:pt x="144" y="47"/>
                      <a:pt x="144" y="47"/>
                      <a:pt x="144" y="47"/>
                    </a:cubicBezTo>
                    <a:cubicBezTo>
                      <a:pt x="137" y="54"/>
                      <a:pt x="129" y="62"/>
                      <a:pt x="122" y="70"/>
                    </a:cubicBezTo>
                    <a:cubicBezTo>
                      <a:pt x="165" y="120"/>
                      <a:pt x="188" y="182"/>
                      <a:pt x="191" y="244"/>
                    </a:cubicBezTo>
                    <a:cubicBezTo>
                      <a:pt x="226" y="266"/>
                      <a:pt x="259" y="290"/>
                      <a:pt x="289" y="317"/>
                    </a:cubicBezTo>
                    <a:cubicBezTo>
                      <a:pt x="297" y="267"/>
                      <a:pt x="295" y="215"/>
                      <a:pt x="283" y="165"/>
                    </a:cubicBezTo>
                    <a:cubicBezTo>
                      <a:pt x="250" y="116"/>
                      <a:pt x="224" y="64"/>
                      <a:pt x="205" y="10"/>
                    </a:cubicBezTo>
                    <a:cubicBezTo>
                      <a:pt x="202" y="6"/>
                      <a:pt x="200" y="3"/>
                      <a:pt x="19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56"/>
              <p:cNvSpPr>
                <a:spLocks/>
              </p:cNvSpPr>
              <p:nvPr userDrawn="1"/>
            </p:nvSpPr>
            <p:spPr bwMode="auto">
              <a:xfrm>
                <a:off x="9376419" y="5602806"/>
                <a:ext cx="97983" cy="195194"/>
              </a:xfrm>
              <a:custGeom>
                <a:avLst/>
                <a:gdLst>
                  <a:gd name="T0" fmla="*/ 0 w 78"/>
                  <a:gd name="T1" fmla="*/ 0 h 155"/>
                  <a:gd name="T2" fmla="*/ 78 w 78"/>
                  <a:gd name="T3" fmla="*/ 155 h 155"/>
                  <a:gd name="T4" fmla="*/ 0 w 78"/>
                  <a:gd name="T5" fmla="*/ 0 h 155"/>
                </a:gdLst>
                <a:ahLst/>
                <a:cxnLst>
                  <a:cxn ang="0">
                    <a:pos x="T0" y="T1"/>
                  </a:cxn>
                  <a:cxn ang="0">
                    <a:pos x="T2" y="T3"/>
                  </a:cxn>
                  <a:cxn ang="0">
                    <a:pos x="T4" y="T5"/>
                  </a:cxn>
                </a:cxnLst>
                <a:rect l="0" t="0" r="r" b="b"/>
                <a:pathLst>
                  <a:path w="78" h="155">
                    <a:moveTo>
                      <a:pt x="0" y="0"/>
                    </a:moveTo>
                    <a:cubicBezTo>
                      <a:pt x="19" y="54"/>
                      <a:pt x="45" y="106"/>
                      <a:pt x="78" y="155"/>
                    </a:cubicBezTo>
                    <a:cubicBezTo>
                      <a:pt x="64" y="99"/>
                      <a:pt x="38" y="46"/>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57"/>
              <p:cNvSpPr>
                <a:spLocks/>
              </p:cNvSpPr>
              <p:nvPr userDrawn="1"/>
            </p:nvSpPr>
            <p:spPr bwMode="auto">
              <a:xfrm>
                <a:off x="9284609" y="5897524"/>
                <a:ext cx="197508" cy="326351"/>
              </a:xfrm>
              <a:custGeom>
                <a:avLst/>
                <a:gdLst>
                  <a:gd name="T0" fmla="*/ 59 w 157"/>
                  <a:gd name="T1" fmla="*/ 0 h 259"/>
                  <a:gd name="T2" fmla="*/ 0 w 157"/>
                  <a:gd name="T3" fmla="*/ 189 h 259"/>
                  <a:gd name="T4" fmla="*/ 75 w 157"/>
                  <a:gd name="T5" fmla="*/ 259 h 259"/>
                  <a:gd name="T6" fmla="*/ 157 w 157"/>
                  <a:gd name="T7" fmla="*/ 73 h 259"/>
                  <a:gd name="T8" fmla="*/ 59 w 157"/>
                  <a:gd name="T9" fmla="*/ 0 h 259"/>
                </a:gdLst>
                <a:ahLst/>
                <a:cxnLst>
                  <a:cxn ang="0">
                    <a:pos x="T0" y="T1"/>
                  </a:cxn>
                  <a:cxn ang="0">
                    <a:pos x="T2" y="T3"/>
                  </a:cxn>
                  <a:cxn ang="0">
                    <a:pos x="T4" y="T5"/>
                  </a:cxn>
                  <a:cxn ang="0">
                    <a:pos x="T6" y="T7"/>
                  </a:cxn>
                  <a:cxn ang="0">
                    <a:pos x="T8" y="T9"/>
                  </a:cxn>
                </a:cxnLst>
                <a:rect l="0" t="0" r="r" b="b"/>
                <a:pathLst>
                  <a:path w="157" h="259">
                    <a:moveTo>
                      <a:pt x="59" y="0"/>
                    </a:moveTo>
                    <a:cubicBezTo>
                      <a:pt x="62" y="66"/>
                      <a:pt x="42" y="134"/>
                      <a:pt x="0" y="189"/>
                    </a:cubicBezTo>
                    <a:cubicBezTo>
                      <a:pt x="27" y="210"/>
                      <a:pt x="52" y="234"/>
                      <a:pt x="75" y="259"/>
                    </a:cubicBezTo>
                    <a:cubicBezTo>
                      <a:pt x="119" y="204"/>
                      <a:pt x="147" y="140"/>
                      <a:pt x="157" y="73"/>
                    </a:cubicBezTo>
                    <a:cubicBezTo>
                      <a:pt x="127" y="46"/>
                      <a:pt x="94" y="22"/>
                      <a:pt x="5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58"/>
              <p:cNvSpPr>
                <a:spLocks/>
              </p:cNvSpPr>
              <p:nvPr userDrawn="1"/>
            </p:nvSpPr>
            <p:spPr bwMode="auto">
              <a:xfrm>
                <a:off x="8648109" y="6171413"/>
                <a:ext cx="261544" cy="227597"/>
              </a:xfrm>
              <a:custGeom>
                <a:avLst/>
                <a:gdLst>
                  <a:gd name="T0" fmla="*/ 73 w 208"/>
                  <a:gd name="T1" fmla="*/ 0 h 181"/>
                  <a:gd name="T2" fmla="*/ 72 w 208"/>
                  <a:gd name="T3" fmla="*/ 0 h 181"/>
                  <a:gd name="T4" fmla="*/ 72 w 208"/>
                  <a:gd name="T5" fmla="*/ 0 h 181"/>
                  <a:gd name="T6" fmla="*/ 0 w 208"/>
                  <a:gd name="T7" fmla="*/ 72 h 181"/>
                  <a:gd name="T8" fmla="*/ 208 w 208"/>
                  <a:gd name="T9" fmla="*/ 181 h 181"/>
                  <a:gd name="T10" fmla="*/ 182 w 208"/>
                  <a:gd name="T11" fmla="*/ 69 h 181"/>
                  <a:gd name="T12" fmla="*/ 73 w 208"/>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08" h="181">
                    <a:moveTo>
                      <a:pt x="73" y="0"/>
                    </a:moveTo>
                    <a:cubicBezTo>
                      <a:pt x="72" y="0"/>
                      <a:pt x="72" y="0"/>
                      <a:pt x="72" y="0"/>
                    </a:cubicBezTo>
                    <a:cubicBezTo>
                      <a:pt x="72" y="0"/>
                      <a:pt x="72" y="0"/>
                      <a:pt x="72" y="0"/>
                    </a:cubicBezTo>
                    <a:cubicBezTo>
                      <a:pt x="0" y="72"/>
                      <a:pt x="0" y="72"/>
                      <a:pt x="0" y="72"/>
                    </a:cubicBezTo>
                    <a:cubicBezTo>
                      <a:pt x="59" y="131"/>
                      <a:pt x="132" y="167"/>
                      <a:pt x="208" y="181"/>
                    </a:cubicBezTo>
                    <a:cubicBezTo>
                      <a:pt x="196" y="144"/>
                      <a:pt x="187" y="106"/>
                      <a:pt x="182" y="69"/>
                    </a:cubicBezTo>
                    <a:cubicBezTo>
                      <a:pt x="142" y="55"/>
                      <a:pt x="104" y="32"/>
                      <a:pt x="7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60"/>
              <p:cNvSpPr>
                <a:spLocks/>
              </p:cNvSpPr>
              <p:nvPr userDrawn="1"/>
            </p:nvSpPr>
            <p:spPr bwMode="auto">
              <a:xfrm>
                <a:off x="9280751" y="5566545"/>
                <a:ext cx="85638" cy="81781"/>
              </a:xfrm>
              <a:custGeom>
                <a:avLst/>
                <a:gdLst>
                  <a:gd name="T0" fmla="*/ 50 w 68"/>
                  <a:gd name="T1" fmla="*/ 0 h 65"/>
                  <a:gd name="T2" fmla="*/ 50 w 68"/>
                  <a:gd name="T3" fmla="*/ 0 h 65"/>
                  <a:gd name="T4" fmla="*/ 50 w 68"/>
                  <a:gd name="T5" fmla="*/ 1 h 65"/>
                  <a:gd name="T6" fmla="*/ 0 w 68"/>
                  <a:gd name="T7" fmla="*/ 51 h 65"/>
                  <a:gd name="T8" fmla="*/ 15 w 68"/>
                  <a:gd name="T9" fmla="*/ 65 h 65"/>
                  <a:gd name="T10" fmla="*/ 68 w 68"/>
                  <a:gd name="T11" fmla="*/ 19 h 65"/>
                  <a:gd name="T12" fmla="*/ 50 w 68"/>
                  <a:gd name="T13" fmla="*/ 0 h 65"/>
                </a:gdLst>
                <a:ahLst/>
                <a:cxnLst>
                  <a:cxn ang="0">
                    <a:pos x="T0" y="T1"/>
                  </a:cxn>
                  <a:cxn ang="0">
                    <a:pos x="T2" y="T3"/>
                  </a:cxn>
                  <a:cxn ang="0">
                    <a:pos x="T4" y="T5"/>
                  </a:cxn>
                  <a:cxn ang="0">
                    <a:pos x="T6" y="T7"/>
                  </a:cxn>
                  <a:cxn ang="0">
                    <a:pos x="T8" y="T9"/>
                  </a:cxn>
                  <a:cxn ang="0">
                    <a:pos x="T10" y="T11"/>
                  </a:cxn>
                  <a:cxn ang="0">
                    <a:pos x="T12" y="T13"/>
                  </a:cxn>
                </a:cxnLst>
                <a:rect l="0" t="0" r="r" b="b"/>
                <a:pathLst>
                  <a:path w="68" h="65">
                    <a:moveTo>
                      <a:pt x="50" y="0"/>
                    </a:moveTo>
                    <a:cubicBezTo>
                      <a:pt x="50" y="0"/>
                      <a:pt x="50" y="0"/>
                      <a:pt x="50" y="0"/>
                    </a:cubicBezTo>
                    <a:cubicBezTo>
                      <a:pt x="50" y="0"/>
                      <a:pt x="50" y="0"/>
                      <a:pt x="50" y="1"/>
                    </a:cubicBezTo>
                    <a:cubicBezTo>
                      <a:pt x="0" y="51"/>
                      <a:pt x="0" y="51"/>
                      <a:pt x="0" y="51"/>
                    </a:cubicBezTo>
                    <a:cubicBezTo>
                      <a:pt x="15" y="65"/>
                      <a:pt x="15" y="65"/>
                      <a:pt x="15" y="65"/>
                    </a:cubicBezTo>
                    <a:cubicBezTo>
                      <a:pt x="32" y="48"/>
                      <a:pt x="50" y="33"/>
                      <a:pt x="68" y="19"/>
                    </a:cubicBezTo>
                    <a:cubicBezTo>
                      <a:pt x="62" y="13"/>
                      <a:pt x="57" y="6"/>
                      <a:pt x="5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61"/>
              <p:cNvSpPr>
                <a:spLocks/>
              </p:cNvSpPr>
              <p:nvPr userDrawn="1"/>
            </p:nvSpPr>
            <p:spPr bwMode="auto">
              <a:xfrm>
                <a:off x="9280751" y="5630580"/>
                <a:ext cx="18516" cy="17745"/>
              </a:xfrm>
              <a:custGeom>
                <a:avLst/>
                <a:gdLst>
                  <a:gd name="T0" fmla="*/ 0 w 15"/>
                  <a:gd name="T1" fmla="*/ 0 h 14"/>
                  <a:gd name="T2" fmla="*/ 0 w 15"/>
                  <a:gd name="T3" fmla="*/ 0 h 14"/>
                  <a:gd name="T4" fmla="*/ 15 w 15"/>
                  <a:gd name="T5" fmla="*/ 14 h 14"/>
                  <a:gd name="T6" fmla="*/ 15 w 15"/>
                  <a:gd name="T7" fmla="*/ 14 h 14"/>
                  <a:gd name="T8" fmla="*/ 0 w 15"/>
                  <a:gd name="T9" fmla="*/ 0 h 14"/>
                </a:gdLst>
                <a:ahLst/>
                <a:cxnLst>
                  <a:cxn ang="0">
                    <a:pos x="T0" y="T1"/>
                  </a:cxn>
                  <a:cxn ang="0">
                    <a:pos x="T2" y="T3"/>
                  </a:cxn>
                  <a:cxn ang="0">
                    <a:pos x="T4" y="T5"/>
                  </a:cxn>
                  <a:cxn ang="0">
                    <a:pos x="T6" y="T7"/>
                  </a:cxn>
                  <a:cxn ang="0">
                    <a:pos x="T8" y="T9"/>
                  </a:cxn>
                </a:cxnLst>
                <a:rect l="0" t="0" r="r" b="b"/>
                <a:pathLst>
                  <a:path w="15" h="14">
                    <a:moveTo>
                      <a:pt x="0" y="0"/>
                    </a:moveTo>
                    <a:cubicBezTo>
                      <a:pt x="0" y="0"/>
                      <a:pt x="0" y="0"/>
                      <a:pt x="0" y="0"/>
                    </a:cubicBezTo>
                    <a:cubicBezTo>
                      <a:pt x="15" y="14"/>
                      <a:pt x="15" y="14"/>
                      <a:pt x="15" y="14"/>
                    </a:cubicBezTo>
                    <a:cubicBezTo>
                      <a:pt x="15" y="14"/>
                      <a:pt x="15" y="14"/>
                      <a:pt x="15" y="14"/>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63"/>
              <p:cNvSpPr>
                <a:spLocks/>
              </p:cNvSpPr>
              <p:nvPr userDrawn="1"/>
            </p:nvSpPr>
            <p:spPr bwMode="auto">
              <a:xfrm>
                <a:off x="8496892" y="5785655"/>
                <a:ext cx="159704" cy="303977"/>
              </a:xfrm>
              <a:custGeom>
                <a:avLst/>
                <a:gdLst>
                  <a:gd name="T0" fmla="*/ 127 w 127"/>
                  <a:gd name="T1" fmla="*/ 0 h 241"/>
                  <a:gd name="T2" fmla="*/ 11 w 127"/>
                  <a:gd name="T3" fmla="*/ 39 h 241"/>
                  <a:gd name="T4" fmla="*/ 31 w 127"/>
                  <a:gd name="T5" fmla="*/ 241 h 241"/>
                  <a:gd name="T6" fmla="*/ 124 w 127"/>
                  <a:gd name="T7" fmla="*/ 199 h 241"/>
                  <a:gd name="T8" fmla="*/ 127 w 127"/>
                  <a:gd name="T9" fmla="*/ 0 h 241"/>
                </a:gdLst>
                <a:ahLst/>
                <a:cxnLst>
                  <a:cxn ang="0">
                    <a:pos x="T0" y="T1"/>
                  </a:cxn>
                  <a:cxn ang="0">
                    <a:pos x="T2" y="T3"/>
                  </a:cxn>
                  <a:cxn ang="0">
                    <a:pos x="T4" y="T5"/>
                  </a:cxn>
                  <a:cxn ang="0">
                    <a:pos x="T6" y="T7"/>
                  </a:cxn>
                  <a:cxn ang="0">
                    <a:pos x="T8" y="T9"/>
                  </a:cxn>
                </a:cxnLst>
                <a:rect l="0" t="0" r="r" b="b"/>
                <a:pathLst>
                  <a:path w="127" h="241">
                    <a:moveTo>
                      <a:pt x="127" y="0"/>
                    </a:moveTo>
                    <a:cubicBezTo>
                      <a:pt x="87" y="10"/>
                      <a:pt x="48" y="23"/>
                      <a:pt x="11" y="39"/>
                    </a:cubicBezTo>
                    <a:cubicBezTo>
                      <a:pt x="0" y="106"/>
                      <a:pt x="7" y="177"/>
                      <a:pt x="31" y="241"/>
                    </a:cubicBezTo>
                    <a:cubicBezTo>
                      <a:pt x="61" y="224"/>
                      <a:pt x="92" y="210"/>
                      <a:pt x="124" y="199"/>
                    </a:cubicBezTo>
                    <a:cubicBezTo>
                      <a:pt x="102" y="134"/>
                      <a:pt x="103" y="64"/>
                      <a:pt x="1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4"/>
              <p:cNvSpPr>
                <a:spLocks/>
              </p:cNvSpPr>
              <p:nvPr userDrawn="1"/>
            </p:nvSpPr>
            <p:spPr bwMode="auto">
              <a:xfrm>
                <a:off x="9063955" y="5481678"/>
                <a:ext cx="216796" cy="176677"/>
              </a:xfrm>
              <a:custGeom>
                <a:avLst/>
                <a:gdLst>
                  <a:gd name="T0" fmla="*/ 54 w 172"/>
                  <a:gd name="T1" fmla="*/ 0 h 140"/>
                  <a:gd name="T2" fmla="*/ 0 w 172"/>
                  <a:gd name="T3" fmla="*/ 60 h 140"/>
                  <a:gd name="T4" fmla="*/ 150 w 172"/>
                  <a:gd name="T5" fmla="*/ 140 h 140"/>
                  <a:gd name="T6" fmla="*/ 150 w 172"/>
                  <a:gd name="T7" fmla="*/ 140 h 140"/>
                  <a:gd name="T8" fmla="*/ 150 w 172"/>
                  <a:gd name="T9" fmla="*/ 140 h 140"/>
                  <a:gd name="T10" fmla="*/ 172 w 172"/>
                  <a:gd name="T11" fmla="*/ 118 h 140"/>
                  <a:gd name="T12" fmla="*/ 54 w 172"/>
                  <a:gd name="T13" fmla="*/ 0 h 140"/>
                </a:gdLst>
                <a:ahLst/>
                <a:cxnLst>
                  <a:cxn ang="0">
                    <a:pos x="T0" y="T1"/>
                  </a:cxn>
                  <a:cxn ang="0">
                    <a:pos x="T2" y="T3"/>
                  </a:cxn>
                  <a:cxn ang="0">
                    <a:pos x="T4" y="T5"/>
                  </a:cxn>
                  <a:cxn ang="0">
                    <a:pos x="T6" y="T7"/>
                  </a:cxn>
                  <a:cxn ang="0">
                    <a:pos x="T8" y="T9"/>
                  </a:cxn>
                  <a:cxn ang="0">
                    <a:pos x="T10" y="T11"/>
                  </a:cxn>
                  <a:cxn ang="0">
                    <a:pos x="T12" y="T13"/>
                  </a:cxn>
                </a:cxnLst>
                <a:rect l="0" t="0" r="r" b="b"/>
                <a:pathLst>
                  <a:path w="172" h="140">
                    <a:moveTo>
                      <a:pt x="54" y="0"/>
                    </a:moveTo>
                    <a:cubicBezTo>
                      <a:pt x="35" y="19"/>
                      <a:pt x="17" y="39"/>
                      <a:pt x="0" y="60"/>
                    </a:cubicBezTo>
                    <a:cubicBezTo>
                      <a:pt x="55" y="71"/>
                      <a:pt x="107" y="97"/>
                      <a:pt x="150" y="140"/>
                    </a:cubicBezTo>
                    <a:cubicBezTo>
                      <a:pt x="150" y="140"/>
                      <a:pt x="150" y="140"/>
                      <a:pt x="150" y="140"/>
                    </a:cubicBezTo>
                    <a:cubicBezTo>
                      <a:pt x="150" y="140"/>
                      <a:pt x="150" y="140"/>
                      <a:pt x="150" y="140"/>
                    </a:cubicBezTo>
                    <a:cubicBezTo>
                      <a:pt x="172" y="118"/>
                      <a:pt x="172" y="118"/>
                      <a:pt x="172" y="118"/>
                    </a:cubicBezTo>
                    <a:cubicBezTo>
                      <a:pt x="54" y="0"/>
                      <a:pt x="54" y="0"/>
                      <a:pt x="5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65"/>
              <p:cNvSpPr>
                <a:spLocks/>
              </p:cNvSpPr>
              <p:nvPr userDrawn="1"/>
            </p:nvSpPr>
            <p:spPr bwMode="auto">
              <a:xfrm>
                <a:off x="9131849" y="5451589"/>
                <a:ext cx="212167" cy="178992"/>
              </a:xfrm>
              <a:custGeom>
                <a:avLst/>
                <a:gdLst>
                  <a:gd name="T0" fmla="*/ 24 w 168"/>
                  <a:gd name="T1" fmla="*/ 0 h 142"/>
                  <a:gd name="T2" fmla="*/ 0 w 168"/>
                  <a:gd name="T3" fmla="*/ 23 h 142"/>
                  <a:gd name="T4" fmla="*/ 0 w 168"/>
                  <a:gd name="T5" fmla="*/ 24 h 142"/>
                  <a:gd name="T6" fmla="*/ 0 w 168"/>
                  <a:gd name="T7" fmla="*/ 24 h 142"/>
                  <a:gd name="T8" fmla="*/ 118 w 168"/>
                  <a:gd name="T9" fmla="*/ 142 h 142"/>
                  <a:gd name="T10" fmla="*/ 168 w 168"/>
                  <a:gd name="T11" fmla="*/ 91 h 142"/>
                  <a:gd name="T12" fmla="*/ 24 w 168"/>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168" h="142">
                    <a:moveTo>
                      <a:pt x="24" y="0"/>
                    </a:moveTo>
                    <a:cubicBezTo>
                      <a:pt x="16" y="8"/>
                      <a:pt x="8" y="15"/>
                      <a:pt x="0" y="23"/>
                    </a:cubicBezTo>
                    <a:cubicBezTo>
                      <a:pt x="0" y="24"/>
                      <a:pt x="0" y="24"/>
                      <a:pt x="0" y="24"/>
                    </a:cubicBezTo>
                    <a:cubicBezTo>
                      <a:pt x="0" y="24"/>
                      <a:pt x="0" y="24"/>
                      <a:pt x="0" y="24"/>
                    </a:cubicBezTo>
                    <a:cubicBezTo>
                      <a:pt x="118" y="142"/>
                      <a:pt x="118" y="142"/>
                      <a:pt x="118" y="142"/>
                    </a:cubicBezTo>
                    <a:cubicBezTo>
                      <a:pt x="168" y="91"/>
                      <a:pt x="168" y="91"/>
                      <a:pt x="168" y="91"/>
                    </a:cubicBezTo>
                    <a:cubicBezTo>
                      <a:pt x="126" y="49"/>
                      <a:pt x="77" y="19"/>
                      <a:pt x="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66"/>
              <p:cNvSpPr>
                <a:spLocks/>
              </p:cNvSpPr>
              <p:nvPr userDrawn="1"/>
            </p:nvSpPr>
            <p:spPr bwMode="auto">
              <a:xfrm>
                <a:off x="9131849" y="5481678"/>
                <a:ext cx="148903" cy="148903"/>
              </a:xfrm>
              <a:custGeom>
                <a:avLst/>
                <a:gdLst>
                  <a:gd name="T0" fmla="*/ 0 w 118"/>
                  <a:gd name="T1" fmla="*/ 0 h 118"/>
                  <a:gd name="T2" fmla="*/ 0 w 118"/>
                  <a:gd name="T3" fmla="*/ 0 h 118"/>
                  <a:gd name="T4" fmla="*/ 118 w 118"/>
                  <a:gd name="T5" fmla="*/ 118 h 118"/>
                  <a:gd name="T6" fmla="*/ 118 w 118"/>
                  <a:gd name="T7" fmla="*/ 118 h 118"/>
                  <a:gd name="T8" fmla="*/ 0 w 118"/>
                  <a:gd name="T9" fmla="*/ 0 h 118"/>
                </a:gdLst>
                <a:ahLst/>
                <a:cxnLst>
                  <a:cxn ang="0">
                    <a:pos x="T0" y="T1"/>
                  </a:cxn>
                  <a:cxn ang="0">
                    <a:pos x="T2" y="T3"/>
                  </a:cxn>
                  <a:cxn ang="0">
                    <a:pos x="T4" y="T5"/>
                  </a:cxn>
                  <a:cxn ang="0">
                    <a:pos x="T6" y="T7"/>
                  </a:cxn>
                  <a:cxn ang="0">
                    <a:pos x="T8" y="T9"/>
                  </a:cxn>
                </a:cxnLst>
                <a:rect l="0" t="0" r="r" b="b"/>
                <a:pathLst>
                  <a:path w="118" h="118">
                    <a:moveTo>
                      <a:pt x="0" y="0"/>
                    </a:moveTo>
                    <a:cubicBezTo>
                      <a:pt x="0" y="0"/>
                      <a:pt x="0" y="0"/>
                      <a:pt x="0" y="0"/>
                    </a:cubicBezTo>
                    <a:cubicBezTo>
                      <a:pt x="118" y="118"/>
                      <a:pt x="118" y="118"/>
                      <a:pt x="118" y="118"/>
                    </a:cubicBezTo>
                    <a:cubicBezTo>
                      <a:pt x="118" y="118"/>
                      <a:pt x="118" y="118"/>
                      <a:pt x="118" y="118"/>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7"/>
              <p:cNvSpPr>
                <a:spLocks/>
              </p:cNvSpPr>
              <p:nvPr userDrawn="1"/>
            </p:nvSpPr>
            <p:spPr bwMode="auto">
              <a:xfrm>
                <a:off x="9252977" y="5630580"/>
                <a:ext cx="27775" cy="27775"/>
              </a:xfrm>
              <a:custGeom>
                <a:avLst/>
                <a:gdLst>
                  <a:gd name="T0" fmla="*/ 22 w 22"/>
                  <a:gd name="T1" fmla="*/ 0 h 22"/>
                  <a:gd name="T2" fmla="*/ 0 w 22"/>
                  <a:gd name="T3" fmla="*/ 22 h 22"/>
                  <a:gd name="T4" fmla="*/ 0 w 22"/>
                  <a:gd name="T5" fmla="*/ 22 h 22"/>
                  <a:gd name="T6" fmla="*/ 22 w 22"/>
                  <a:gd name="T7" fmla="*/ 0 h 22"/>
                  <a:gd name="T8" fmla="*/ 22 w 22"/>
                  <a:gd name="T9" fmla="*/ 0 h 22"/>
                </a:gdLst>
                <a:ahLst/>
                <a:cxnLst>
                  <a:cxn ang="0">
                    <a:pos x="T0" y="T1"/>
                  </a:cxn>
                  <a:cxn ang="0">
                    <a:pos x="T2" y="T3"/>
                  </a:cxn>
                  <a:cxn ang="0">
                    <a:pos x="T4" y="T5"/>
                  </a:cxn>
                  <a:cxn ang="0">
                    <a:pos x="T6" y="T7"/>
                  </a:cxn>
                  <a:cxn ang="0">
                    <a:pos x="T8" y="T9"/>
                  </a:cxn>
                </a:cxnLst>
                <a:rect l="0" t="0" r="r" b="b"/>
                <a:pathLst>
                  <a:path w="22" h="22">
                    <a:moveTo>
                      <a:pt x="22" y="0"/>
                    </a:moveTo>
                    <a:cubicBezTo>
                      <a:pt x="0" y="22"/>
                      <a:pt x="0" y="22"/>
                      <a:pt x="0" y="22"/>
                    </a:cubicBezTo>
                    <a:cubicBezTo>
                      <a:pt x="0" y="22"/>
                      <a:pt x="0" y="22"/>
                      <a:pt x="0" y="22"/>
                    </a:cubicBezTo>
                    <a:cubicBezTo>
                      <a:pt x="22" y="0"/>
                      <a:pt x="22" y="0"/>
                      <a:pt x="22" y="0"/>
                    </a:cubicBezTo>
                    <a:cubicBezTo>
                      <a:pt x="22" y="0"/>
                      <a:pt x="22" y="0"/>
                      <a:pt x="2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68"/>
              <p:cNvSpPr>
                <a:spLocks/>
              </p:cNvSpPr>
              <p:nvPr userDrawn="1"/>
            </p:nvSpPr>
            <p:spPr bwMode="auto">
              <a:xfrm>
                <a:off x="9280751" y="5566545"/>
                <a:ext cx="63264" cy="64036"/>
              </a:xfrm>
              <a:custGeom>
                <a:avLst/>
                <a:gdLst>
                  <a:gd name="T0" fmla="*/ 50 w 50"/>
                  <a:gd name="T1" fmla="*/ 0 h 51"/>
                  <a:gd name="T2" fmla="*/ 0 w 50"/>
                  <a:gd name="T3" fmla="*/ 51 h 51"/>
                  <a:gd name="T4" fmla="*/ 0 w 50"/>
                  <a:gd name="T5" fmla="*/ 51 h 51"/>
                  <a:gd name="T6" fmla="*/ 50 w 50"/>
                  <a:gd name="T7" fmla="*/ 1 h 51"/>
                  <a:gd name="T8" fmla="*/ 50 w 50"/>
                  <a:gd name="T9" fmla="*/ 0 h 51"/>
                </a:gdLst>
                <a:ahLst/>
                <a:cxnLst>
                  <a:cxn ang="0">
                    <a:pos x="T0" y="T1"/>
                  </a:cxn>
                  <a:cxn ang="0">
                    <a:pos x="T2" y="T3"/>
                  </a:cxn>
                  <a:cxn ang="0">
                    <a:pos x="T4" y="T5"/>
                  </a:cxn>
                  <a:cxn ang="0">
                    <a:pos x="T6" y="T7"/>
                  </a:cxn>
                  <a:cxn ang="0">
                    <a:pos x="T8" y="T9"/>
                  </a:cxn>
                </a:cxnLst>
                <a:rect l="0" t="0" r="r" b="b"/>
                <a:pathLst>
                  <a:path w="50" h="51">
                    <a:moveTo>
                      <a:pt x="50" y="0"/>
                    </a:moveTo>
                    <a:cubicBezTo>
                      <a:pt x="0" y="51"/>
                      <a:pt x="0" y="51"/>
                      <a:pt x="0" y="51"/>
                    </a:cubicBezTo>
                    <a:cubicBezTo>
                      <a:pt x="0" y="51"/>
                      <a:pt x="0" y="51"/>
                      <a:pt x="0" y="51"/>
                    </a:cubicBezTo>
                    <a:cubicBezTo>
                      <a:pt x="50" y="1"/>
                      <a:pt x="50" y="1"/>
                      <a:pt x="50" y="1"/>
                    </a:cubicBezTo>
                    <a:cubicBezTo>
                      <a:pt x="50" y="0"/>
                      <a:pt x="50" y="0"/>
                      <a:pt x="5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1" name="Rectangle 69"/>
              <p:cNvSpPr>
                <a:spLocks noChangeArrowheads="1"/>
              </p:cNvSpPr>
              <p:nvPr userDrawn="1"/>
            </p:nvSpPr>
            <p:spPr bwMode="auto">
              <a:xfrm>
                <a:off x="9280751" y="5630580"/>
                <a:ext cx="772" cy="772"/>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2" name="Rectangle 70"/>
              <p:cNvSpPr>
                <a:spLocks noChangeArrowheads="1"/>
              </p:cNvSpPr>
              <p:nvPr userDrawn="1"/>
            </p:nvSpPr>
            <p:spPr bwMode="auto">
              <a:xfrm>
                <a:off x="9280751" y="5630580"/>
                <a:ext cx="772" cy="772"/>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71"/>
              <p:cNvSpPr>
                <a:spLocks/>
              </p:cNvSpPr>
              <p:nvPr userDrawn="1"/>
            </p:nvSpPr>
            <p:spPr bwMode="auto">
              <a:xfrm>
                <a:off x="8648109" y="6171413"/>
                <a:ext cx="90268" cy="90268"/>
              </a:xfrm>
              <a:custGeom>
                <a:avLst/>
                <a:gdLst>
                  <a:gd name="T0" fmla="*/ 72 w 72"/>
                  <a:gd name="T1" fmla="*/ 0 h 72"/>
                  <a:gd name="T2" fmla="*/ 0 w 72"/>
                  <a:gd name="T3" fmla="*/ 72 h 72"/>
                  <a:gd name="T4" fmla="*/ 0 w 72"/>
                  <a:gd name="T5" fmla="*/ 72 h 72"/>
                  <a:gd name="T6" fmla="*/ 72 w 72"/>
                  <a:gd name="T7" fmla="*/ 0 h 72"/>
                  <a:gd name="T8" fmla="*/ 72 w 72"/>
                  <a:gd name="T9" fmla="*/ 0 h 72"/>
                </a:gdLst>
                <a:ahLst/>
                <a:cxnLst>
                  <a:cxn ang="0">
                    <a:pos x="T0" y="T1"/>
                  </a:cxn>
                  <a:cxn ang="0">
                    <a:pos x="T2" y="T3"/>
                  </a:cxn>
                  <a:cxn ang="0">
                    <a:pos x="T4" y="T5"/>
                  </a:cxn>
                  <a:cxn ang="0">
                    <a:pos x="T6" y="T7"/>
                  </a:cxn>
                  <a:cxn ang="0">
                    <a:pos x="T8" y="T9"/>
                  </a:cxn>
                </a:cxnLst>
                <a:rect l="0" t="0" r="r" b="b"/>
                <a:pathLst>
                  <a:path w="72" h="72">
                    <a:moveTo>
                      <a:pt x="72" y="0"/>
                    </a:moveTo>
                    <a:cubicBezTo>
                      <a:pt x="0" y="72"/>
                      <a:pt x="0" y="72"/>
                      <a:pt x="0" y="72"/>
                    </a:cubicBezTo>
                    <a:cubicBezTo>
                      <a:pt x="0" y="72"/>
                      <a:pt x="0" y="72"/>
                      <a:pt x="0" y="72"/>
                    </a:cubicBezTo>
                    <a:cubicBezTo>
                      <a:pt x="72" y="0"/>
                      <a:pt x="72" y="0"/>
                      <a:pt x="72" y="0"/>
                    </a:cubicBezTo>
                    <a:cubicBezTo>
                      <a:pt x="72" y="0"/>
                      <a:pt x="72" y="0"/>
                      <a:pt x="7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74"/>
              <p:cNvSpPr>
                <a:spLocks noEditPoints="1"/>
              </p:cNvSpPr>
              <p:nvPr userDrawn="1"/>
            </p:nvSpPr>
            <p:spPr bwMode="auto">
              <a:xfrm>
                <a:off x="9360217" y="2253657"/>
                <a:ext cx="524631" cy="524630"/>
              </a:xfrm>
              <a:custGeom>
                <a:avLst/>
                <a:gdLst>
                  <a:gd name="T0" fmla="*/ 54 w 416"/>
                  <a:gd name="T1" fmla="*/ 361 h 416"/>
                  <a:gd name="T2" fmla="*/ 0 w 416"/>
                  <a:gd name="T3" fmla="*/ 416 h 416"/>
                  <a:gd name="T4" fmla="*/ 0 w 416"/>
                  <a:gd name="T5" fmla="*/ 416 h 416"/>
                  <a:gd name="T6" fmla="*/ 54 w 416"/>
                  <a:gd name="T7" fmla="*/ 362 h 416"/>
                  <a:gd name="T8" fmla="*/ 54 w 416"/>
                  <a:gd name="T9" fmla="*/ 361 h 416"/>
                  <a:gd name="T10" fmla="*/ 416 w 416"/>
                  <a:gd name="T11" fmla="*/ 0 h 416"/>
                  <a:gd name="T12" fmla="*/ 362 w 416"/>
                  <a:gd name="T13" fmla="*/ 54 h 416"/>
                  <a:gd name="T14" fmla="*/ 362 w 416"/>
                  <a:gd name="T15" fmla="*/ 54 h 416"/>
                  <a:gd name="T16" fmla="*/ 416 w 416"/>
                  <a:gd name="T17" fmla="*/ 0 h 416"/>
                  <a:gd name="T18" fmla="*/ 416 w 416"/>
                  <a:gd name="T19"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6" h="416">
                    <a:moveTo>
                      <a:pt x="54" y="361"/>
                    </a:moveTo>
                    <a:cubicBezTo>
                      <a:pt x="0" y="416"/>
                      <a:pt x="0" y="416"/>
                      <a:pt x="0" y="416"/>
                    </a:cubicBezTo>
                    <a:cubicBezTo>
                      <a:pt x="0" y="416"/>
                      <a:pt x="0" y="416"/>
                      <a:pt x="0" y="416"/>
                    </a:cubicBezTo>
                    <a:cubicBezTo>
                      <a:pt x="54" y="362"/>
                      <a:pt x="54" y="362"/>
                      <a:pt x="54" y="362"/>
                    </a:cubicBezTo>
                    <a:cubicBezTo>
                      <a:pt x="54" y="362"/>
                      <a:pt x="54" y="362"/>
                      <a:pt x="54" y="361"/>
                    </a:cubicBezTo>
                    <a:moveTo>
                      <a:pt x="416" y="0"/>
                    </a:moveTo>
                    <a:cubicBezTo>
                      <a:pt x="362" y="54"/>
                      <a:pt x="362" y="54"/>
                      <a:pt x="362" y="54"/>
                    </a:cubicBezTo>
                    <a:cubicBezTo>
                      <a:pt x="362" y="54"/>
                      <a:pt x="362" y="54"/>
                      <a:pt x="362" y="54"/>
                    </a:cubicBezTo>
                    <a:cubicBezTo>
                      <a:pt x="416" y="0"/>
                      <a:pt x="416" y="0"/>
                      <a:pt x="416" y="0"/>
                    </a:cubicBezTo>
                    <a:cubicBezTo>
                      <a:pt x="416" y="0"/>
                      <a:pt x="416" y="0"/>
                      <a:pt x="41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76"/>
              <p:cNvSpPr>
                <a:spLocks/>
              </p:cNvSpPr>
              <p:nvPr userDrawn="1"/>
            </p:nvSpPr>
            <p:spPr bwMode="auto">
              <a:xfrm>
                <a:off x="10915592" y="2066179"/>
                <a:ext cx="829379" cy="810091"/>
              </a:xfrm>
              <a:custGeom>
                <a:avLst/>
                <a:gdLst>
                  <a:gd name="T0" fmla="*/ 392 w 658"/>
                  <a:gd name="T1" fmla="*/ 0 h 643"/>
                  <a:gd name="T2" fmla="*/ 125 w 658"/>
                  <a:gd name="T3" fmla="*/ 110 h 643"/>
                  <a:gd name="T4" fmla="*/ 21 w 658"/>
                  <a:gd name="T5" fmla="*/ 441 h 643"/>
                  <a:gd name="T6" fmla="*/ 118 w 658"/>
                  <a:gd name="T7" fmla="*/ 635 h 643"/>
                  <a:gd name="T8" fmla="*/ 125 w 658"/>
                  <a:gd name="T9" fmla="*/ 643 h 643"/>
                  <a:gd name="T10" fmla="*/ 126 w 658"/>
                  <a:gd name="T11" fmla="*/ 643 h 643"/>
                  <a:gd name="T12" fmla="*/ 126 w 658"/>
                  <a:gd name="T13" fmla="*/ 643 h 643"/>
                  <a:gd name="T14" fmla="*/ 195 w 658"/>
                  <a:gd name="T15" fmla="*/ 573 h 643"/>
                  <a:gd name="T16" fmla="*/ 195 w 658"/>
                  <a:gd name="T17" fmla="*/ 180 h 643"/>
                  <a:gd name="T18" fmla="*/ 392 w 658"/>
                  <a:gd name="T19" fmla="*/ 98 h 643"/>
                  <a:gd name="T20" fmla="*/ 588 w 658"/>
                  <a:gd name="T21" fmla="*/ 180 h 643"/>
                  <a:gd name="T22" fmla="*/ 589 w 658"/>
                  <a:gd name="T23" fmla="*/ 180 h 643"/>
                  <a:gd name="T24" fmla="*/ 589 w 658"/>
                  <a:gd name="T25" fmla="*/ 180 h 643"/>
                  <a:gd name="T26" fmla="*/ 658 w 658"/>
                  <a:gd name="T27" fmla="*/ 110 h 643"/>
                  <a:gd name="T28" fmla="*/ 392 w 658"/>
                  <a:gd name="T29"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8" h="643">
                    <a:moveTo>
                      <a:pt x="392" y="0"/>
                    </a:moveTo>
                    <a:cubicBezTo>
                      <a:pt x="295" y="0"/>
                      <a:pt x="199" y="37"/>
                      <a:pt x="125" y="110"/>
                    </a:cubicBezTo>
                    <a:cubicBezTo>
                      <a:pt x="35" y="200"/>
                      <a:pt x="0" y="325"/>
                      <a:pt x="21" y="441"/>
                    </a:cubicBezTo>
                    <a:cubicBezTo>
                      <a:pt x="64" y="499"/>
                      <a:pt x="97" y="564"/>
                      <a:pt x="118" y="635"/>
                    </a:cubicBezTo>
                    <a:cubicBezTo>
                      <a:pt x="120" y="638"/>
                      <a:pt x="123" y="640"/>
                      <a:pt x="125" y="643"/>
                    </a:cubicBezTo>
                    <a:cubicBezTo>
                      <a:pt x="126" y="643"/>
                      <a:pt x="126" y="643"/>
                      <a:pt x="126" y="643"/>
                    </a:cubicBezTo>
                    <a:cubicBezTo>
                      <a:pt x="126" y="643"/>
                      <a:pt x="126" y="643"/>
                      <a:pt x="126" y="643"/>
                    </a:cubicBezTo>
                    <a:cubicBezTo>
                      <a:pt x="195" y="573"/>
                      <a:pt x="195" y="573"/>
                      <a:pt x="195" y="573"/>
                    </a:cubicBezTo>
                    <a:cubicBezTo>
                      <a:pt x="87" y="465"/>
                      <a:pt x="87" y="288"/>
                      <a:pt x="195" y="180"/>
                    </a:cubicBezTo>
                    <a:cubicBezTo>
                      <a:pt x="249" y="126"/>
                      <a:pt x="321" y="98"/>
                      <a:pt x="392" y="98"/>
                    </a:cubicBezTo>
                    <a:cubicBezTo>
                      <a:pt x="463" y="98"/>
                      <a:pt x="534" y="126"/>
                      <a:pt x="588" y="180"/>
                    </a:cubicBezTo>
                    <a:cubicBezTo>
                      <a:pt x="589" y="180"/>
                      <a:pt x="589" y="180"/>
                      <a:pt x="589" y="180"/>
                    </a:cubicBezTo>
                    <a:cubicBezTo>
                      <a:pt x="589" y="180"/>
                      <a:pt x="589" y="180"/>
                      <a:pt x="589" y="180"/>
                    </a:cubicBezTo>
                    <a:cubicBezTo>
                      <a:pt x="658" y="110"/>
                      <a:pt x="658" y="110"/>
                      <a:pt x="658" y="110"/>
                    </a:cubicBezTo>
                    <a:cubicBezTo>
                      <a:pt x="585" y="37"/>
                      <a:pt x="488" y="0"/>
                      <a:pt x="39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77"/>
              <p:cNvSpPr>
                <a:spLocks noEditPoints="1"/>
              </p:cNvSpPr>
              <p:nvPr userDrawn="1"/>
            </p:nvSpPr>
            <p:spPr bwMode="auto">
              <a:xfrm>
                <a:off x="11074525" y="2205052"/>
                <a:ext cx="670447" cy="671218"/>
              </a:xfrm>
              <a:custGeom>
                <a:avLst/>
                <a:gdLst>
                  <a:gd name="T0" fmla="*/ 69 w 532"/>
                  <a:gd name="T1" fmla="*/ 463 h 533"/>
                  <a:gd name="T2" fmla="*/ 0 w 532"/>
                  <a:gd name="T3" fmla="*/ 533 h 533"/>
                  <a:gd name="T4" fmla="*/ 0 w 532"/>
                  <a:gd name="T5" fmla="*/ 533 h 533"/>
                  <a:gd name="T6" fmla="*/ 69 w 532"/>
                  <a:gd name="T7" fmla="*/ 463 h 533"/>
                  <a:gd name="T8" fmla="*/ 69 w 532"/>
                  <a:gd name="T9" fmla="*/ 463 h 533"/>
                  <a:gd name="T10" fmla="*/ 532 w 532"/>
                  <a:gd name="T11" fmla="*/ 0 h 533"/>
                  <a:gd name="T12" fmla="*/ 463 w 532"/>
                  <a:gd name="T13" fmla="*/ 70 h 533"/>
                  <a:gd name="T14" fmla="*/ 463 w 532"/>
                  <a:gd name="T15" fmla="*/ 70 h 533"/>
                  <a:gd name="T16" fmla="*/ 532 w 532"/>
                  <a:gd name="T17" fmla="*/ 0 h 533"/>
                  <a:gd name="T18" fmla="*/ 532 w 532"/>
                  <a:gd name="T19" fmla="*/ 0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2" h="533">
                    <a:moveTo>
                      <a:pt x="69" y="463"/>
                    </a:moveTo>
                    <a:cubicBezTo>
                      <a:pt x="0" y="533"/>
                      <a:pt x="0" y="533"/>
                      <a:pt x="0" y="533"/>
                    </a:cubicBezTo>
                    <a:cubicBezTo>
                      <a:pt x="0" y="533"/>
                      <a:pt x="0" y="533"/>
                      <a:pt x="0" y="533"/>
                    </a:cubicBezTo>
                    <a:cubicBezTo>
                      <a:pt x="69" y="463"/>
                      <a:pt x="69" y="463"/>
                      <a:pt x="69" y="463"/>
                    </a:cubicBezTo>
                    <a:cubicBezTo>
                      <a:pt x="69" y="463"/>
                      <a:pt x="69" y="463"/>
                      <a:pt x="69" y="463"/>
                    </a:cubicBezTo>
                    <a:moveTo>
                      <a:pt x="532" y="0"/>
                    </a:moveTo>
                    <a:cubicBezTo>
                      <a:pt x="463" y="70"/>
                      <a:pt x="463" y="70"/>
                      <a:pt x="463" y="70"/>
                    </a:cubicBezTo>
                    <a:cubicBezTo>
                      <a:pt x="463" y="70"/>
                      <a:pt x="463" y="70"/>
                      <a:pt x="463" y="70"/>
                    </a:cubicBezTo>
                    <a:cubicBezTo>
                      <a:pt x="532" y="0"/>
                      <a:pt x="532" y="0"/>
                      <a:pt x="532" y="0"/>
                    </a:cubicBezTo>
                    <a:cubicBezTo>
                      <a:pt x="532" y="0"/>
                      <a:pt x="532" y="0"/>
                      <a:pt x="53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78"/>
              <p:cNvSpPr>
                <a:spLocks/>
              </p:cNvSpPr>
              <p:nvPr userDrawn="1"/>
            </p:nvSpPr>
            <p:spPr bwMode="auto">
              <a:xfrm>
                <a:off x="10427995" y="2332352"/>
                <a:ext cx="665818" cy="1063148"/>
              </a:xfrm>
              <a:custGeom>
                <a:avLst/>
                <a:gdLst>
                  <a:gd name="T0" fmla="*/ 27 w 528"/>
                  <a:gd name="T1" fmla="*/ 0 h 844"/>
                  <a:gd name="T2" fmla="*/ 0 w 528"/>
                  <a:gd name="T3" fmla="*/ 154 h 844"/>
                  <a:gd name="T4" fmla="*/ 372 w 528"/>
                  <a:gd name="T5" fmla="*/ 590 h 844"/>
                  <a:gd name="T6" fmla="*/ 312 w 528"/>
                  <a:gd name="T7" fmla="*/ 811 h 844"/>
                  <a:gd name="T8" fmla="*/ 363 w 528"/>
                  <a:gd name="T9" fmla="*/ 844 h 844"/>
                  <a:gd name="T10" fmla="*/ 518 w 528"/>
                  <a:gd name="T11" fmla="*/ 699 h 844"/>
                  <a:gd name="T12" fmla="*/ 528 w 528"/>
                  <a:gd name="T13" fmla="*/ 590 h 844"/>
                  <a:gd name="T14" fmla="*/ 505 w 528"/>
                  <a:gd name="T15" fmla="*/ 424 h 844"/>
                  <a:gd name="T16" fmla="*/ 408 w 528"/>
                  <a:gd name="T17" fmla="*/ 230 h 844"/>
                  <a:gd name="T18" fmla="*/ 27 w 528"/>
                  <a:gd name="T19" fmla="*/ 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8" h="844">
                    <a:moveTo>
                      <a:pt x="27" y="0"/>
                    </a:moveTo>
                    <a:cubicBezTo>
                      <a:pt x="12" y="51"/>
                      <a:pt x="3" y="102"/>
                      <a:pt x="0" y="154"/>
                    </a:cubicBezTo>
                    <a:cubicBezTo>
                      <a:pt x="210" y="187"/>
                      <a:pt x="372" y="370"/>
                      <a:pt x="372" y="590"/>
                    </a:cubicBezTo>
                    <a:cubicBezTo>
                      <a:pt x="372" y="670"/>
                      <a:pt x="350" y="746"/>
                      <a:pt x="312" y="811"/>
                    </a:cubicBezTo>
                    <a:cubicBezTo>
                      <a:pt x="329" y="823"/>
                      <a:pt x="345" y="834"/>
                      <a:pt x="363" y="844"/>
                    </a:cubicBezTo>
                    <a:cubicBezTo>
                      <a:pt x="407" y="788"/>
                      <a:pt x="459" y="739"/>
                      <a:pt x="518" y="699"/>
                    </a:cubicBezTo>
                    <a:cubicBezTo>
                      <a:pt x="525" y="663"/>
                      <a:pt x="528" y="627"/>
                      <a:pt x="528" y="590"/>
                    </a:cubicBezTo>
                    <a:cubicBezTo>
                      <a:pt x="528" y="532"/>
                      <a:pt x="520" y="477"/>
                      <a:pt x="505" y="424"/>
                    </a:cubicBezTo>
                    <a:cubicBezTo>
                      <a:pt x="452" y="368"/>
                      <a:pt x="420" y="301"/>
                      <a:pt x="408" y="230"/>
                    </a:cubicBezTo>
                    <a:cubicBezTo>
                      <a:pt x="317" y="110"/>
                      <a:pt x="182" y="25"/>
                      <a:pt x="2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79"/>
              <p:cNvSpPr>
                <a:spLocks/>
              </p:cNvSpPr>
              <p:nvPr userDrawn="1"/>
            </p:nvSpPr>
            <p:spPr bwMode="auto">
              <a:xfrm>
                <a:off x="10885504" y="3213423"/>
                <a:ext cx="195194" cy="236855"/>
              </a:xfrm>
              <a:custGeom>
                <a:avLst/>
                <a:gdLst>
                  <a:gd name="T0" fmla="*/ 155 w 155"/>
                  <a:gd name="T1" fmla="*/ 0 h 188"/>
                  <a:gd name="T2" fmla="*/ 0 w 155"/>
                  <a:gd name="T3" fmla="*/ 145 h 188"/>
                  <a:gd name="T4" fmla="*/ 85 w 155"/>
                  <a:gd name="T5" fmla="*/ 188 h 188"/>
                  <a:gd name="T6" fmla="*/ 155 w 155"/>
                  <a:gd name="T7" fmla="*/ 0 h 188"/>
                </a:gdLst>
                <a:ahLst/>
                <a:cxnLst>
                  <a:cxn ang="0">
                    <a:pos x="T0" y="T1"/>
                  </a:cxn>
                  <a:cxn ang="0">
                    <a:pos x="T2" y="T3"/>
                  </a:cxn>
                  <a:cxn ang="0">
                    <a:pos x="T4" y="T5"/>
                  </a:cxn>
                  <a:cxn ang="0">
                    <a:pos x="T6" y="T7"/>
                  </a:cxn>
                </a:cxnLst>
                <a:rect l="0" t="0" r="r" b="b"/>
                <a:pathLst>
                  <a:path w="155" h="188">
                    <a:moveTo>
                      <a:pt x="155" y="0"/>
                    </a:moveTo>
                    <a:cubicBezTo>
                      <a:pt x="96" y="40"/>
                      <a:pt x="44" y="89"/>
                      <a:pt x="0" y="145"/>
                    </a:cubicBezTo>
                    <a:cubicBezTo>
                      <a:pt x="27" y="161"/>
                      <a:pt x="56" y="176"/>
                      <a:pt x="85" y="188"/>
                    </a:cubicBezTo>
                    <a:cubicBezTo>
                      <a:pt x="119" y="131"/>
                      <a:pt x="143" y="67"/>
                      <a:pt x="155"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0"/>
              <p:cNvSpPr>
                <a:spLocks/>
              </p:cNvSpPr>
              <p:nvPr userDrawn="1"/>
            </p:nvSpPr>
            <p:spPr bwMode="auto">
              <a:xfrm>
                <a:off x="10941824" y="2621670"/>
                <a:ext cx="122671" cy="244571"/>
              </a:xfrm>
              <a:custGeom>
                <a:avLst/>
                <a:gdLst>
                  <a:gd name="T0" fmla="*/ 0 w 97"/>
                  <a:gd name="T1" fmla="*/ 0 h 194"/>
                  <a:gd name="T2" fmla="*/ 97 w 97"/>
                  <a:gd name="T3" fmla="*/ 194 h 194"/>
                  <a:gd name="T4" fmla="*/ 0 w 97"/>
                  <a:gd name="T5" fmla="*/ 0 h 194"/>
                </a:gdLst>
                <a:ahLst/>
                <a:cxnLst>
                  <a:cxn ang="0">
                    <a:pos x="T0" y="T1"/>
                  </a:cxn>
                  <a:cxn ang="0">
                    <a:pos x="T2" y="T3"/>
                  </a:cxn>
                  <a:cxn ang="0">
                    <a:pos x="T4" y="T5"/>
                  </a:cxn>
                </a:cxnLst>
                <a:rect l="0" t="0" r="r" b="b"/>
                <a:pathLst>
                  <a:path w="97" h="194">
                    <a:moveTo>
                      <a:pt x="0" y="0"/>
                    </a:moveTo>
                    <a:cubicBezTo>
                      <a:pt x="12" y="71"/>
                      <a:pt x="44" y="138"/>
                      <a:pt x="97" y="194"/>
                    </a:cubicBezTo>
                    <a:cubicBezTo>
                      <a:pt x="76" y="123"/>
                      <a:pt x="43" y="58"/>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p:cNvSpPr>
                <a:spLocks noEditPoints="1"/>
              </p:cNvSpPr>
              <p:nvPr userDrawn="1"/>
            </p:nvSpPr>
            <p:spPr bwMode="auto">
              <a:xfrm>
                <a:off x="10340814" y="3581435"/>
                <a:ext cx="388073" cy="245342"/>
              </a:xfrm>
              <a:custGeom>
                <a:avLst/>
                <a:gdLst>
                  <a:gd name="T0" fmla="*/ 19 w 308"/>
                  <a:gd name="T1" fmla="*/ 39 h 195"/>
                  <a:gd name="T2" fmla="*/ 0 w 308"/>
                  <a:gd name="T3" fmla="*/ 39 h 195"/>
                  <a:gd name="T4" fmla="*/ 0 w 308"/>
                  <a:gd name="T5" fmla="*/ 39 h 195"/>
                  <a:gd name="T6" fmla="*/ 0 w 308"/>
                  <a:gd name="T7" fmla="*/ 39 h 195"/>
                  <a:gd name="T8" fmla="*/ 0 w 308"/>
                  <a:gd name="T9" fmla="*/ 195 h 195"/>
                  <a:gd name="T10" fmla="*/ 66 w 308"/>
                  <a:gd name="T11" fmla="*/ 192 h 195"/>
                  <a:gd name="T12" fmla="*/ 66 w 308"/>
                  <a:gd name="T13" fmla="*/ 181 h 195"/>
                  <a:gd name="T14" fmla="*/ 66 w 308"/>
                  <a:gd name="T15" fmla="*/ 181 h 195"/>
                  <a:gd name="T16" fmla="*/ 19 w 308"/>
                  <a:gd name="T17" fmla="*/ 39 h 195"/>
                  <a:gd name="T18" fmla="*/ 182 w 308"/>
                  <a:gd name="T19" fmla="*/ 0 h 195"/>
                  <a:gd name="T20" fmla="*/ 112 w 308"/>
                  <a:gd name="T21" fmla="*/ 25 h 195"/>
                  <a:gd name="T22" fmla="*/ 152 w 308"/>
                  <a:gd name="T23" fmla="*/ 176 h 195"/>
                  <a:gd name="T24" fmla="*/ 299 w 308"/>
                  <a:gd name="T25" fmla="*/ 115 h 195"/>
                  <a:gd name="T26" fmla="*/ 308 w 308"/>
                  <a:gd name="T27" fmla="*/ 86 h 195"/>
                  <a:gd name="T28" fmla="*/ 182 w 308"/>
                  <a:gd name="T29"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8" h="195">
                    <a:moveTo>
                      <a:pt x="19" y="39"/>
                    </a:moveTo>
                    <a:cubicBezTo>
                      <a:pt x="13" y="39"/>
                      <a:pt x="7" y="39"/>
                      <a:pt x="0" y="39"/>
                    </a:cubicBezTo>
                    <a:cubicBezTo>
                      <a:pt x="0" y="39"/>
                      <a:pt x="0" y="39"/>
                      <a:pt x="0" y="39"/>
                    </a:cubicBezTo>
                    <a:cubicBezTo>
                      <a:pt x="0" y="39"/>
                      <a:pt x="0" y="39"/>
                      <a:pt x="0" y="39"/>
                    </a:cubicBezTo>
                    <a:cubicBezTo>
                      <a:pt x="0" y="195"/>
                      <a:pt x="0" y="195"/>
                      <a:pt x="0" y="195"/>
                    </a:cubicBezTo>
                    <a:cubicBezTo>
                      <a:pt x="22" y="195"/>
                      <a:pt x="44" y="194"/>
                      <a:pt x="66" y="192"/>
                    </a:cubicBezTo>
                    <a:cubicBezTo>
                      <a:pt x="66" y="188"/>
                      <a:pt x="66" y="185"/>
                      <a:pt x="66" y="181"/>
                    </a:cubicBezTo>
                    <a:cubicBezTo>
                      <a:pt x="66" y="181"/>
                      <a:pt x="66" y="181"/>
                      <a:pt x="66" y="181"/>
                    </a:cubicBezTo>
                    <a:cubicBezTo>
                      <a:pt x="66" y="128"/>
                      <a:pt x="48" y="79"/>
                      <a:pt x="19" y="39"/>
                    </a:cubicBezTo>
                    <a:moveTo>
                      <a:pt x="182" y="0"/>
                    </a:moveTo>
                    <a:cubicBezTo>
                      <a:pt x="160" y="10"/>
                      <a:pt x="136" y="18"/>
                      <a:pt x="112" y="25"/>
                    </a:cubicBezTo>
                    <a:cubicBezTo>
                      <a:pt x="137" y="70"/>
                      <a:pt x="151" y="121"/>
                      <a:pt x="152" y="176"/>
                    </a:cubicBezTo>
                    <a:cubicBezTo>
                      <a:pt x="204" y="162"/>
                      <a:pt x="253" y="142"/>
                      <a:pt x="299" y="115"/>
                    </a:cubicBezTo>
                    <a:cubicBezTo>
                      <a:pt x="302" y="105"/>
                      <a:pt x="305" y="96"/>
                      <a:pt x="308" y="86"/>
                    </a:cubicBezTo>
                    <a:cubicBezTo>
                      <a:pt x="264" y="61"/>
                      <a:pt x="222" y="32"/>
                      <a:pt x="18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82"/>
              <p:cNvSpPr>
                <a:spLocks/>
              </p:cNvSpPr>
              <p:nvPr userDrawn="1"/>
            </p:nvSpPr>
            <p:spPr bwMode="auto">
              <a:xfrm>
                <a:off x="10364730" y="3612296"/>
                <a:ext cx="167419" cy="196737"/>
              </a:xfrm>
              <a:custGeom>
                <a:avLst/>
                <a:gdLst>
                  <a:gd name="T0" fmla="*/ 93 w 133"/>
                  <a:gd name="T1" fmla="*/ 0 h 156"/>
                  <a:gd name="T2" fmla="*/ 0 w 133"/>
                  <a:gd name="T3" fmla="*/ 14 h 156"/>
                  <a:gd name="T4" fmla="*/ 47 w 133"/>
                  <a:gd name="T5" fmla="*/ 156 h 156"/>
                  <a:gd name="T6" fmla="*/ 47 w 133"/>
                  <a:gd name="T7" fmla="*/ 156 h 156"/>
                  <a:gd name="T8" fmla="*/ 47 w 133"/>
                  <a:gd name="T9" fmla="*/ 156 h 156"/>
                  <a:gd name="T10" fmla="*/ 110 w 133"/>
                  <a:gd name="T11" fmla="*/ 156 h 156"/>
                  <a:gd name="T12" fmla="*/ 133 w 133"/>
                  <a:gd name="T13" fmla="*/ 151 h 156"/>
                  <a:gd name="T14" fmla="*/ 93 w 133"/>
                  <a:gd name="T15" fmla="*/ 0 h 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56">
                    <a:moveTo>
                      <a:pt x="93" y="0"/>
                    </a:moveTo>
                    <a:cubicBezTo>
                      <a:pt x="63" y="8"/>
                      <a:pt x="32" y="12"/>
                      <a:pt x="0" y="14"/>
                    </a:cubicBezTo>
                    <a:cubicBezTo>
                      <a:pt x="29" y="54"/>
                      <a:pt x="47" y="103"/>
                      <a:pt x="47" y="156"/>
                    </a:cubicBezTo>
                    <a:cubicBezTo>
                      <a:pt x="47" y="156"/>
                      <a:pt x="47" y="156"/>
                      <a:pt x="47" y="156"/>
                    </a:cubicBezTo>
                    <a:cubicBezTo>
                      <a:pt x="47" y="156"/>
                      <a:pt x="47" y="156"/>
                      <a:pt x="47" y="156"/>
                    </a:cubicBezTo>
                    <a:cubicBezTo>
                      <a:pt x="110" y="156"/>
                      <a:pt x="110" y="156"/>
                      <a:pt x="110" y="156"/>
                    </a:cubicBezTo>
                    <a:cubicBezTo>
                      <a:pt x="118" y="155"/>
                      <a:pt x="125" y="153"/>
                      <a:pt x="133" y="151"/>
                    </a:cubicBezTo>
                    <a:cubicBezTo>
                      <a:pt x="132" y="96"/>
                      <a:pt x="118" y="45"/>
                      <a:pt x="9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3"/>
              <p:cNvSpPr>
                <a:spLocks/>
              </p:cNvSpPr>
              <p:nvPr userDrawn="1"/>
            </p:nvSpPr>
            <p:spPr bwMode="auto">
              <a:xfrm>
                <a:off x="10424137" y="3809032"/>
                <a:ext cx="79466" cy="13887"/>
              </a:xfrm>
              <a:custGeom>
                <a:avLst/>
                <a:gdLst>
                  <a:gd name="T0" fmla="*/ 63 w 63"/>
                  <a:gd name="T1" fmla="*/ 0 h 11"/>
                  <a:gd name="T2" fmla="*/ 0 w 63"/>
                  <a:gd name="T3" fmla="*/ 0 h 11"/>
                  <a:gd name="T4" fmla="*/ 0 w 63"/>
                  <a:gd name="T5" fmla="*/ 11 h 11"/>
                  <a:gd name="T6" fmla="*/ 63 w 63"/>
                  <a:gd name="T7" fmla="*/ 0 h 11"/>
                </a:gdLst>
                <a:ahLst/>
                <a:cxnLst>
                  <a:cxn ang="0">
                    <a:pos x="T0" y="T1"/>
                  </a:cxn>
                  <a:cxn ang="0">
                    <a:pos x="T2" y="T3"/>
                  </a:cxn>
                  <a:cxn ang="0">
                    <a:pos x="T4" y="T5"/>
                  </a:cxn>
                  <a:cxn ang="0">
                    <a:pos x="T6" y="T7"/>
                  </a:cxn>
                </a:cxnLst>
                <a:rect l="0" t="0" r="r" b="b"/>
                <a:pathLst>
                  <a:path w="63" h="11">
                    <a:moveTo>
                      <a:pt x="63" y="0"/>
                    </a:moveTo>
                    <a:cubicBezTo>
                      <a:pt x="0" y="0"/>
                      <a:pt x="0" y="0"/>
                      <a:pt x="0" y="0"/>
                    </a:cubicBezTo>
                    <a:cubicBezTo>
                      <a:pt x="0" y="4"/>
                      <a:pt x="0" y="7"/>
                      <a:pt x="0" y="11"/>
                    </a:cubicBezTo>
                    <a:cubicBezTo>
                      <a:pt x="21" y="8"/>
                      <a:pt x="42" y="5"/>
                      <a:pt x="6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p:cNvSpPr>
                <a:spLocks/>
              </p:cNvSpPr>
              <p:nvPr userDrawn="1"/>
            </p:nvSpPr>
            <p:spPr bwMode="auto">
              <a:xfrm>
                <a:off x="10424137" y="3809032"/>
                <a:ext cx="79466" cy="0"/>
              </a:xfrm>
              <a:custGeom>
                <a:avLst/>
                <a:gdLst>
                  <a:gd name="T0" fmla="*/ 63 w 63"/>
                  <a:gd name="T1" fmla="*/ 0 w 63"/>
                  <a:gd name="T2" fmla="*/ 0 w 63"/>
                  <a:gd name="T3" fmla="*/ 63 w 63"/>
                  <a:gd name="T4" fmla="*/ 63 w 63"/>
                </a:gdLst>
                <a:ahLst/>
                <a:cxnLst>
                  <a:cxn ang="0">
                    <a:pos x="T0" y="0"/>
                  </a:cxn>
                  <a:cxn ang="0">
                    <a:pos x="T1" y="0"/>
                  </a:cxn>
                  <a:cxn ang="0">
                    <a:pos x="T2" y="0"/>
                  </a:cxn>
                  <a:cxn ang="0">
                    <a:pos x="T3" y="0"/>
                  </a:cxn>
                  <a:cxn ang="0">
                    <a:pos x="T4" y="0"/>
                  </a:cxn>
                </a:cxnLst>
                <a:rect l="0" t="0" r="r" b="b"/>
                <a:pathLst>
                  <a:path w="63">
                    <a:moveTo>
                      <a:pt x="63" y="0"/>
                    </a:moveTo>
                    <a:cubicBezTo>
                      <a:pt x="0" y="0"/>
                      <a:pt x="0" y="0"/>
                      <a:pt x="0" y="0"/>
                    </a:cubicBezTo>
                    <a:cubicBezTo>
                      <a:pt x="0" y="0"/>
                      <a:pt x="0" y="0"/>
                      <a:pt x="0" y="0"/>
                    </a:cubicBezTo>
                    <a:cubicBezTo>
                      <a:pt x="63" y="0"/>
                      <a:pt x="63" y="0"/>
                      <a:pt x="63" y="0"/>
                    </a:cubicBezTo>
                    <a:cubicBezTo>
                      <a:pt x="63" y="0"/>
                      <a:pt x="63" y="0"/>
                      <a:pt x="63"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5"/>
              <p:cNvSpPr>
                <a:spLocks/>
              </p:cNvSpPr>
              <p:nvPr userDrawn="1"/>
            </p:nvSpPr>
            <p:spPr bwMode="auto">
              <a:xfrm>
                <a:off x="10718084" y="3689447"/>
                <a:ext cx="36261" cy="36261"/>
              </a:xfrm>
              <a:custGeom>
                <a:avLst/>
                <a:gdLst>
                  <a:gd name="T0" fmla="*/ 9 w 29"/>
                  <a:gd name="T1" fmla="*/ 0 h 29"/>
                  <a:gd name="T2" fmla="*/ 0 w 29"/>
                  <a:gd name="T3" fmla="*/ 29 h 29"/>
                  <a:gd name="T4" fmla="*/ 29 w 29"/>
                  <a:gd name="T5" fmla="*/ 11 h 29"/>
                  <a:gd name="T6" fmla="*/ 9 w 29"/>
                  <a:gd name="T7" fmla="*/ 0 h 29"/>
                </a:gdLst>
                <a:ahLst/>
                <a:cxnLst>
                  <a:cxn ang="0">
                    <a:pos x="T0" y="T1"/>
                  </a:cxn>
                  <a:cxn ang="0">
                    <a:pos x="T2" y="T3"/>
                  </a:cxn>
                  <a:cxn ang="0">
                    <a:pos x="T4" y="T5"/>
                  </a:cxn>
                  <a:cxn ang="0">
                    <a:pos x="T6" y="T7"/>
                  </a:cxn>
                </a:cxnLst>
                <a:rect l="0" t="0" r="r" b="b"/>
                <a:pathLst>
                  <a:path w="29" h="29">
                    <a:moveTo>
                      <a:pt x="9" y="0"/>
                    </a:moveTo>
                    <a:cubicBezTo>
                      <a:pt x="6" y="10"/>
                      <a:pt x="3" y="19"/>
                      <a:pt x="0" y="29"/>
                    </a:cubicBezTo>
                    <a:cubicBezTo>
                      <a:pt x="10" y="24"/>
                      <a:pt x="20" y="18"/>
                      <a:pt x="29" y="11"/>
                    </a:cubicBezTo>
                    <a:cubicBezTo>
                      <a:pt x="22" y="8"/>
                      <a:pt x="15" y="4"/>
                      <a:pt x="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87"/>
              <p:cNvSpPr>
                <a:spLocks/>
              </p:cNvSpPr>
              <p:nvPr userDrawn="1"/>
            </p:nvSpPr>
            <p:spPr bwMode="auto">
              <a:xfrm>
                <a:off x="9777607" y="3442562"/>
                <a:ext cx="234541" cy="207538"/>
              </a:xfrm>
              <a:custGeom>
                <a:avLst/>
                <a:gdLst>
                  <a:gd name="T0" fmla="*/ 117 w 186"/>
                  <a:gd name="T1" fmla="*/ 0 h 165"/>
                  <a:gd name="T2" fmla="*/ 0 w 186"/>
                  <a:gd name="T3" fmla="*/ 104 h 165"/>
                  <a:gd name="T4" fmla="*/ 62 w 186"/>
                  <a:gd name="T5" fmla="*/ 165 h 165"/>
                  <a:gd name="T6" fmla="*/ 186 w 186"/>
                  <a:gd name="T7" fmla="*/ 64 h 165"/>
                  <a:gd name="T8" fmla="*/ 117 w 186"/>
                  <a:gd name="T9" fmla="*/ 0 h 165"/>
                </a:gdLst>
                <a:ahLst/>
                <a:cxnLst>
                  <a:cxn ang="0">
                    <a:pos x="T0" y="T1"/>
                  </a:cxn>
                  <a:cxn ang="0">
                    <a:pos x="T2" y="T3"/>
                  </a:cxn>
                  <a:cxn ang="0">
                    <a:pos x="T4" y="T5"/>
                  </a:cxn>
                  <a:cxn ang="0">
                    <a:pos x="T6" y="T7"/>
                  </a:cxn>
                  <a:cxn ang="0">
                    <a:pos x="T8" y="T9"/>
                  </a:cxn>
                </a:cxnLst>
                <a:rect l="0" t="0" r="r" b="b"/>
                <a:pathLst>
                  <a:path w="186" h="165">
                    <a:moveTo>
                      <a:pt x="117" y="0"/>
                    </a:moveTo>
                    <a:cubicBezTo>
                      <a:pt x="70" y="25"/>
                      <a:pt x="30" y="61"/>
                      <a:pt x="0" y="104"/>
                    </a:cubicBezTo>
                    <a:cubicBezTo>
                      <a:pt x="19" y="126"/>
                      <a:pt x="40" y="146"/>
                      <a:pt x="62" y="165"/>
                    </a:cubicBezTo>
                    <a:cubicBezTo>
                      <a:pt x="91" y="119"/>
                      <a:pt x="134" y="83"/>
                      <a:pt x="186" y="64"/>
                    </a:cubicBezTo>
                    <a:cubicBezTo>
                      <a:pt x="161" y="45"/>
                      <a:pt x="138" y="24"/>
                      <a:pt x="11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88"/>
              <p:cNvSpPr>
                <a:spLocks/>
              </p:cNvSpPr>
              <p:nvPr userDrawn="1"/>
            </p:nvSpPr>
            <p:spPr bwMode="auto">
              <a:xfrm>
                <a:off x="9612503" y="2414904"/>
                <a:ext cx="391930" cy="471396"/>
              </a:xfrm>
              <a:custGeom>
                <a:avLst/>
                <a:gdLst>
                  <a:gd name="T0" fmla="*/ 292 w 311"/>
                  <a:gd name="T1" fmla="*/ 0 h 374"/>
                  <a:gd name="T2" fmla="*/ 223 w 311"/>
                  <a:gd name="T3" fmla="*/ 45 h 374"/>
                  <a:gd name="T4" fmla="*/ 162 w 311"/>
                  <a:gd name="T5" fmla="*/ 233 h 374"/>
                  <a:gd name="T6" fmla="*/ 27 w 311"/>
                  <a:gd name="T7" fmla="*/ 296 h 374"/>
                  <a:gd name="T8" fmla="*/ 0 w 311"/>
                  <a:gd name="T9" fmla="*/ 374 h 374"/>
                  <a:gd name="T10" fmla="*/ 8 w 311"/>
                  <a:gd name="T11" fmla="*/ 374 h 374"/>
                  <a:gd name="T12" fmla="*/ 194 w 311"/>
                  <a:gd name="T13" fmla="*/ 308 h 374"/>
                  <a:gd name="T14" fmla="*/ 275 w 311"/>
                  <a:gd name="T15" fmla="*/ 204 h 374"/>
                  <a:gd name="T16" fmla="*/ 292 w 311"/>
                  <a:gd name="T17" fmla="*/ 0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1" h="374">
                    <a:moveTo>
                      <a:pt x="292" y="0"/>
                    </a:moveTo>
                    <a:cubicBezTo>
                      <a:pt x="268" y="13"/>
                      <a:pt x="245" y="28"/>
                      <a:pt x="223" y="45"/>
                    </a:cubicBezTo>
                    <a:cubicBezTo>
                      <a:pt x="234" y="111"/>
                      <a:pt x="213" y="182"/>
                      <a:pt x="162" y="233"/>
                    </a:cubicBezTo>
                    <a:cubicBezTo>
                      <a:pt x="124" y="271"/>
                      <a:pt x="76" y="292"/>
                      <a:pt x="27" y="296"/>
                    </a:cubicBezTo>
                    <a:cubicBezTo>
                      <a:pt x="16" y="321"/>
                      <a:pt x="7" y="347"/>
                      <a:pt x="0" y="374"/>
                    </a:cubicBezTo>
                    <a:cubicBezTo>
                      <a:pt x="3" y="374"/>
                      <a:pt x="6" y="374"/>
                      <a:pt x="8" y="374"/>
                    </a:cubicBezTo>
                    <a:cubicBezTo>
                      <a:pt x="74" y="374"/>
                      <a:pt x="140" y="352"/>
                      <a:pt x="194" y="308"/>
                    </a:cubicBezTo>
                    <a:cubicBezTo>
                      <a:pt x="216" y="270"/>
                      <a:pt x="243" y="235"/>
                      <a:pt x="275" y="204"/>
                    </a:cubicBezTo>
                    <a:cubicBezTo>
                      <a:pt x="305" y="140"/>
                      <a:pt x="311" y="68"/>
                      <a:pt x="292"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89"/>
              <p:cNvSpPr>
                <a:spLocks/>
              </p:cNvSpPr>
              <p:nvPr userDrawn="1"/>
            </p:nvSpPr>
            <p:spPr bwMode="auto">
              <a:xfrm>
                <a:off x="10340814" y="3630041"/>
                <a:ext cx="0" cy="196737"/>
              </a:xfrm>
              <a:custGeom>
                <a:avLst/>
                <a:gdLst>
                  <a:gd name="T0" fmla="*/ 0 h 156"/>
                  <a:gd name="T1" fmla="*/ 156 h 156"/>
                  <a:gd name="T2" fmla="*/ 156 h 156"/>
                  <a:gd name="T3" fmla="*/ 0 h 156"/>
                  <a:gd name="T4" fmla="*/ 0 h 156"/>
                </a:gdLst>
                <a:ahLst/>
                <a:cxnLst>
                  <a:cxn ang="0">
                    <a:pos x="0" y="T0"/>
                  </a:cxn>
                  <a:cxn ang="0">
                    <a:pos x="0" y="T1"/>
                  </a:cxn>
                  <a:cxn ang="0">
                    <a:pos x="0" y="T2"/>
                  </a:cxn>
                  <a:cxn ang="0">
                    <a:pos x="0" y="T3"/>
                  </a:cxn>
                  <a:cxn ang="0">
                    <a:pos x="0" y="T4"/>
                  </a:cxn>
                </a:cxnLst>
                <a:rect l="0" t="0" r="r" b="b"/>
                <a:pathLst>
                  <a:path h="156">
                    <a:moveTo>
                      <a:pt x="0" y="0"/>
                    </a:moveTo>
                    <a:cubicBezTo>
                      <a:pt x="0" y="156"/>
                      <a:pt x="0" y="156"/>
                      <a:pt x="0" y="156"/>
                    </a:cubicBezTo>
                    <a:cubicBezTo>
                      <a:pt x="0" y="156"/>
                      <a:pt x="0" y="156"/>
                      <a:pt x="0" y="156"/>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92"/>
              <p:cNvSpPr>
                <a:spLocks noEditPoints="1"/>
              </p:cNvSpPr>
              <p:nvPr userDrawn="1"/>
            </p:nvSpPr>
            <p:spPr bwMode="auto">
              <a:xfrm>
                <a:off x="10090071" y="1692765"/>
                <a:ext cx="2066118" cy="2165644"/>
              </a:xfrm>
              <a:custGeom>
                <a:avLst/>
                <a:gdLst>
                  <a:gd name="T0" fmla="*/ 1434 w 1639"/>
                  <a:gd name="T1" fmla="*/ 1321 h 1718"/>
                  <a:gd name="T2" fmla="*/ 1009 w 1639"/>
                  <a:gd name="T3" fmla="*/ 1454 h 1718"/>
                  <a:gd name="T4" fmla="*/ 815 w 1639"/>
                  <a:gd name="T5" fmla="*/ 1429 h 1718"/>
                  <a:gd name="T6" fmla="*/ 682 w 1639"/>
                  <a:gd name="T7" fmla="*/ 1663 h 1718"/>
                  <a:gd name="T8" fmla="*/ 1009 w 1639"/>
                  <a:gd name="T9" fmla="*/ 1718 h 1718"/>
                  <a:gd name="T10" fmla="*/ 1639 w 1639"/>
                  <a:gd name="T11" fmla="*/ 1496 h 1718"/>
                  <a:gd name="T12" fmla="*/ 1434 w 1639"/>
                  <a:gd name="T13" fmla="*/ 1321 h 1718"/>
                  <a:gd name="T14" fmla="*/ 199 w 1639"/>
                  <a:gd name="T15" fmla="*/ 656 h 1718"/>
                  <a:gd name="T16" fmla="*/ 199 w 1639"/>
                  <a:gd name="T17" fmla="*/ 657 h 1718"/>
                  <a:gd name="T18" fmla="*/ 3 w 1639"/>
                  <a:gd name="T19" fmla="*/ 703 h 1718"/>
                  <a:gd name="T20" fmla="*/ 297 w 1639"/>
                  <a:gd name="T21" fmla="*/ 1423 h 1718"/>
                  <a:gd name="T22" fmla="*/ 381 w 1639"/>
                  <a:gd name="T23" fmla="*/ 1498 h 1718"/>
                  <a:gd name="T24" fmla="*/ 580 w 1639"/>
                  <a:gd name="T25" fmla="*/ 1318 h 1718"/>
                  <a:gd name="T26" fmla="*/ 484 w 1639"/>
                  <a:gd name="T27" fmla="*/ 1237 h 1718"/>
                  <a:gd name="T28" fmla="*/ 268 w 1639"/>
                  <a:gd name="T29" fmla="*/ 661 h 1718"/>
                  <a:gd name="T30" fmla="*/ 199 w 1639"/>
                  <a:gd name="T31" fmla="*/ 656 h 1718"/>
                  <a:gd name="T32" fmla="*/ 297 w 1639"/>
                  <a:gd name="T33" fmla="*/ 0 h 1718"/>
                  <a:gd name="T34" fmla="*/ 19 w 1639"/>
                  <a:gd name="T35" fmla="*/ 528 h 1718"/>
                  <a:gd name="T36" fmla="*/ 199 w 1639"/>
                  <a:gd name="T37" fmla="*/ 500 h 1718"/>
                  <a:gd name="T38" fmla="*/ 199 w 1639"/>
                  <a:gd name="T39" fmla="*/ 500 h 1718"/>
                  <a:gd name="T40" fmla="*/ 295 w 1639"/>
                  <a:gd name="T41" fmla="*/ 507 h 1718"/>
                  <a:gd name="T42" fmla="*/ 484 w 1639"/>
                  <a:gd name="T43" fmla="*/ 186 h 1718"/>
                  <a:gd name="T44" fmla="*/ 483 w 1639"/>
                  <a:gd name="T45" fmla="*/ 186 h 1718"/>
                  <a:gd name="T46" fmla="*/ 483 w 1639"/>
                  <a:gd name="T47" fmla="*/ 186 h 1718"/>
                  <a:gd name="T48" fmla="*/ 297 w 1639"/>
                  <a:gd name="T49" fmla="*/ 0 h 1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9" h="1718">
                    <a:moveTo>
                      <a:pt x="1434" y="1321"/>
                    </a:moveTo>
                    <a:cubicBezTo>
                      <a:pt x="1306" y="1410"/>
                      <a:pt x="1158" y="1454"/>
                      <a:pt x="1009" y="1454"/>
                    </a:cubicBezTo>
                    <a:cubicBezTo>
                      <a:pt x="944" y="1454"/>
                      <a:pt x="879" y="1446"/>
                      <a:pt x="815" y="1429"/>
                    </a:cubicBezTo>
                    <a:cubicBezTo>
                      <a:pt x="752" y="1493"/>
                      <a:pt x="706" y="1574"/>
                      <a:pt x="682" y="1663"/>
                    </a:cubicBezTo>
                    <a:cubicBezTo>
                      <a:pt x="787" y="1700"/>
                      <a:pt x="898" y="1718"/>
                      <a:pt x="1009" y="1718"/>
                    </a:cubicBezTo>
                    <a:cubicBezTo>
                      <a:pt x="1232" y="1718"/>
                      <a:pt x="1455" y="1644"/>
                      <a:pt x="1639" y="1496"/>
                    </a:cubicBezTo>
                    <a:cubicBezTo>
                      <a:pt x="1587" y="1422"/>
                      <a:pt x="1516" y="1361"/>
                      <a:pt x="1434" y="1321"/>
                    </a:cubicBezTo>
                    <a:moveTo>
                      <a:pt x="199" y="656"/>
                    </a:moveTo>
                    <a:cubicBezTo>
                      <a:pt x="199" y="657"/>
                      <a:pt x="199" y="657"/>
                      <a:pt x="199" y="657"/>
                    </a:cubicBezTo>
                    <a:cubicBezTo>
                      <a:pt x="129" y="657"/>
                      <a:pt x="62" y="673"/>
                      <a:pt x="3" y="703"/>
                    </a:cubicBezTo>
                    <a:cubicBezTo>
                      <a:pt x="0" y="963"/>
                      <a:pt x="99" y="1224"/>
                      <a:pt x="297" y="1423"/>
                    </a:cubicBezTo>
                    <a:cubicBezTo>
                      <a:pt x="324" y="1450"/>
                      <a:pt x="352" y="1475"/>
                      <a:pt x="381" y="1498"/>
                    </a:cubicBezTo>
                    <a:cubicBezTo>
                      <a:pt x="464" y="1460"/>
                      <a:pt x="534" y="1397"/>
                      <a:pt x="580" y="1318"/>
                    </a:cubicBezTo>
                    <a:cubicBezTo>
                      <a:pt x="546" y="1294"/>
                      <a:pt x="514" y="1267"/>
                      <a:pt x="484" y="1237"/>
                    </a:cubicBezTo>
                    <a:cubicBezTo>
                      <a:pt x="326" y="1079"/>
                      <a:pt x="254" y="868"/>
                      <a:pt x="268" y="661"/>
                    </a:cubicBezTo>
                    <a:cubicBezTo>
                      <a:pt x="245" y="658"/>
                      <a:pt x="223" y="656"/>
                      <a:pt x="199" y="656"/>
                    </a:cubicBezTo>
                    <a:moveTo>
                      <a:pt x="297" y="0"/>
                    </a:moveTo>
                    <a:cubicBezTo>
                      <a:pt x="148" y="150"/>
                      <a:pt x="55" y="335"/>
                      <a:pt x="19" y="528"/>
                    </a:cubicBezTo>
                    <a:cubicBezTo>
                      <a:pt x="76" y="510"/>
                      <a:pt x="137" y="500"/>
                      <a:pt x="199" y="500"/>
                    </a:cubicBezTo>
                    <a:cubicBezTo>
                      <a:pt x="199" y="500"/>
                      <a:pt x="199" y="500"/>
                      <a:pt x="199" y="500"/>
                    </a:cubicBezTo>
                    <a:cubicBezTo>
                      <a:pt x="232" y="500"/>
                      <a:pt x="264" y="502"/>
                      <a:pt x="295" y="507"/>
                    </a:cubicBezTo>
                    <a:cubicBezTo>
                      <a:pt x="328" y="390"/>
                      <a:pt x="391" y="279"/>
                      <a:pt x="484" y="186"/>
                    </a:cubicBezTo>
                    <a:cubicBezTo>
                      <a:pt x="483" y="186"/>
                      <a:pt x="483" y="186"/>
                      <a:pt x="483" y="186"/>
                    </a:cubicBezTo>
                    <a:cubicBezTo>
                      <a:pt x="483" y="186"/>
                      <a:pt x="483" y="186"/>
                      <a:pt x="483" y="186"/>
                    </a:cubicBezTo>
                    <a:cubicBezTo>
                      <a:pt x="297" y="0"/>
                      <a:pt x="297" y="0"/>
                      <a:pt x="297"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95"/>
              <p:cNvSpPr>
                <a:spLocks/>
              </p:cNvSpPr>
              <p:nvPr userDrawn="1"/>
            </p:nvSpPr>
            <p:spPr bwMode="auto">
              <a:xfrm>
                <a:off x="10728886" y="3395500"/>
                <a:ext cx="263858" cy="307835"/>
              </a:xfrm>
              <a:custGeom>
                <a:avLst/>
                <a:gdLst>
                  <a:gd name="T0" fmla="*/ 124 w 209"/>
                  <a:gd name="T1" fmla="*/ 0 h 244"/>
                  <a:gd name="T2" fmla="*/ 0 w 209"/>
                  <a:gd name="T3" fmla="*/ 233 h 244"/>
                  <a:gd name="T4" fmla="*/ 20 w 209"/>
                  <a:gd name="T5" fmla="*/ 244 h 244"/>
                  <a:gd name="T6" fmla="*/ 209 w 209"/>
                  <a:gd name="T7" fmla="*/ 43 h 244"/>
                  <a:gd name="T8" fmla="*/ 124 w 209"/>
                  <a:gd name="T9" fmla="*/ 0 h 244"/>
                </a:gdLst>
                <a:ahLst/>
                <a:cxnLst>
                  <a:cxn ang="0">
                    <a:pos x="T0" y="T1"/>
                  </a:cxn>
                  <a:cxn ang="0">
                    <a:pos x="T2" y="T3"/>
                  </a:cxn>
                  <a:cxn ang="0">
                    <a:pos x="T4" y="T5"/>
                  </a:cxn>
                  <a:cxn ang="0">
                    <a:pos x="T6" y="T7"/>
                  </a:cxn>
                  <a:cxn ang="0">
                    <a:pos x="T8" y="T9"/>
                  </a:cxn>
                </a:cxnLst>
                <a:rect l="0" t="0" r="r" b="b"/>
                <a:pathLst>
                  <a:path w="209" h="244">
                    <a:moveTo>
                      <a:pt x="124" y="0"/>
                    </a:moveTo>
                    <a:cubicBezTo>
                      <a:pt x="69" y="69"/>
                      <a:pt x="27" y="147"/>
                      <a:pt x="0" y="233"/>
                    </a:cubicBezTo>
                    <a:cubicBezTo>
                      <a:pt x="6" y="237"/>
                      <a:pt x="13" y="241"/>
                      <a:pt x="20" y="244"/>
                    </a:cubicBezTo>
                    <a:cubicBezTo>
                      <a:pt x="98" y="193"/>
                      <a:pt x="163" y="124"/>
                      <a:pt x="209" y="43"/>
                    </a:cubicBezTo>
                    <a:cubicBezTo>
                      <a:pt x="180" y="31"/>
                      <a:pt x="151" y="16"/>
                      <a:pt x="124"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96"/>
              <p:cNvSpPr>
                <a:spLocks/>
              </p:cNvSpPr>
              <p:nvPr userDrawn="1"/>
            </p:nvSpPr>
            <p:spPr bwMode="auto">
              <a:xfrm>
                <a:off x="10093929" y="2323094"/>
                <a:ext cx="246885" cy="256143"/>
              </a:xfrm>
              <a:custGeom>
                <a:avLst/>
                <a:gdLst>
                  <a:gd name="T0" fmla="*/ 196 w 196"/>
                  <a:gd name="T1" fmla="*/ 0 h 203"/>
                  <a:gd name="T2" fmla="*/ 16 w 196"/>
                  <a:gd name="T3" fmla="*/ 28 h 203"/>
                  <a:gd name="T4" fmla="*/ 0 w 196"/>
                  <a:gd name="T5" fmla="*/ 203 h 203"/>
                  <a:gd name="T6" fmla="*/ 196 w 196"/>
                  <a:gd name="T7" fmla="*/ 157 h 203"/>
                  <a:gd name="T8" fmla="*/ 196 w 196"/>
                  <a:gd name="T9" fmla="*/ 156 h 203"/>
                  <a:gd name="T10" fmla="*/ 196 w 196"/>
                  <a:gd name="T11" fmla="*/ 156 h 203"/>
                  <a:gd name="T12" fmla="*/ 196 w 196"/>
                  <a:gd name="T13" fmla="*/ 0 h 203"/>
                </a:gdLst>
                <a:ahLst/>
                <a:cxnLst>
                  <a:cxn ang="0">
                    <a:pos x="T0" y="T1"/>
                  </a:cxn>
                  <a:cxn ang="0">
                    <a:pos x="T2" y="T3"/>
                  </a:cxn>
                  <a:cxn ang="0">
                    <a:pos x="T4" y="T5"/>
                  </a:cxn>
                  <a:cxn ang="0">
                    <a:pos x="T6" y="T7"/>
                  </a:cxn>
                  <a:cxn ang="0">
                    <a:pos x="T8" y="T9"/>
                  </a:cxn>
                  <a:cxn ang="0">
                    <a:pos x="T10" y="T11"/>
                  </a:cxn>
                  <a:cxn ang="0">
                    <a:pos x="T12" y="T13"/>
                  </a:cxn>
                </a:cxnLst>
                <a:rect l="0" t="0" r="r" b="b"/>
                <a:pathLst>
                  <a:path w="196" h="203">
                    <a:moveTo>
                      <a:pt x="196" y="0"/>
                    </a:moveTo>
                    <a:cubicBezTo>
                      <a:pt x="134" y="0"/>
                      <a:pt x="73" y="10"/>
                      <a:pt x="16" y="28"/>
                    </a:cubicBezTo>
                    <a:cubicBezTo>
                      <a:pt x="6" y="86"/>
                      <a:pt x="0" y="144"/>
                      <a:pt x="0" y="203"/>
                    </a:cubicBezTo>
                    <a:cubicBezTo>
                      <a:pt x="59" y="173"/>
                      <a:pt x="126" y="157"/>
                      <a:pt x="196" y="157"/>
                    </a:cubicBezTo>
                    <a:cubicBezTo>
                      <a:pt x="196" y="156"/>
                      <a:pt x="196" y="156"/>
                      <a:pt x="196" y="156"/>
                    </a:cubicBezTo>
                    <a:cubicBezTo>
                      <a:pt x="196" y="156"/>
                      <a:pt x="196" y="156"/>
                      <a:pt x="196" y="156"/>
                    </a:cubicBezTo>
                    <a:cubicBezTo>
                      <a:pt x="196" y="0"/>
                      <a:pt x="196" y="0"/>
                      <a:pt x="19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97"/>
              <p:cNvSpPr>
                <a:spLocks/>
              </p:cNvSpPr>
              <p:nvPr userDrawn="1"/>
            </p:nvSpPr>
            <p:spPr bwMode="auto">
              <a:xfrm>
                <a:off x="10340814" y="2323094"/>
                <a:ext cx="0" cy="196737"/>
              </a:xfrm>
              <a:custGeom>
                <a:avLst/>
                <a:gdLst>
                  <a:gd name="T0" fmla="*/ 0 h 156"/>
                  <a:gd name="T1" fmla="*/ 0 h 156"/>
                  <a:gd name="T2" fmla="*/ 156 h 156"/>
                  <a:gd name="T3" fmla="*/ 156 h 156"/>
                  <a:gd name="T4" fmla="*/ 0 h 156"/>
                </a:gdLst>
                <a:ahLst/>
                <a:cxnLst>
                  <a:cxn ang="0">
                    <a:pos x="0" y="T0"/>
                  </a:cxn>
                  <a:cxn ang="0">
                    <a:pos x="0" y="T1"/>
                  </a:cxn>
                  <a:cxn ang="0">
                    <a:pos x="0" y="T2"/>
                  </a:cxn>
                  <a:cxn ang="0">
                    <a:pos x="0" y="T3"/>
                  </a:cxn>
                  <a:cxn ang="0">
                    <a:pos x="0" y="T4"/>
                  </a:cxn>
                </a:cxnLst>
                <a:rect l="0" t="0" r="r" b="b"/>
                <a:pathLst>
                  <a:path h="156">
                    <a:moveTo>
                      <a:pt x="0" y="0"/>
                    </a:moveTo>
                    <a:cubicBezTo>
                      <a:pt x="0" y="0"/>
                      <a:pt x="0" y="0"/>
                      <a:pt x="0" y="0"/>
                    </a:cubicBezTo>
                    <a:cubicBezTo>
                      <a:pt x="0" y="156"/>
                      <a:pt x="0" y="156"/>
                      <a:pt x="0" y="156"/>
                    </a:cubicBezTo>
                    <a:cubicBezTo>
                      <a:pt x="0" y="156"/>
                      <a:pt x="0" y="156"/>
                      <a:pt x="0" y="15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98"/>
              <p:cNvSpPr>
                <a:spLocks/>
              </p:cNvSpPr>
              <p:nvPr userDrawn="1"/>
            </p:nvSpPr>
            <p:spPr bwMode="auto">
              <a:xfrm>
                <a:off x="10464256" y="1692765"/>
                <a:ext cx="234541" cy="234541"/>
              </a:xfrm>
              <a:custGeom>
                <a:avLst/>
                <a:gdLst>
                  <a:gd name="T0" fmla="*/ 0 w 186"/>
                  <a:gd name="T1" fmla="*/ 0 h 186"/>
                  <a:gd name="T2" fmla="*/ 0 w 186"/>
                  <a:gd name="T3" fmla="*/ 0 h 186"/>
                  <a:gd name="T4" fmla="*/ 186 w 186"/>
                  <a:gd name="T5" fmla="*/ 186 h 186"/>
                  <a:gd name="T6" fmla="*/ 186 w 186"/>
                  <a:gd name="T7" fmla="*/ 186 h 186"/>
                  <a:gd name="T8" fmla="*/ 0 w 186"/>
                  <a:gd name="T9" fmla="*/ 0 h 186"/>
                </a:gdLst>
                <a:ahLst/>
                <a:cxnLst>
                  <a:cxn ang="0">
                    <a:pos x="T0" y="T1"/>
                  </a:cxn>
                  <a:cxn ang="0">
                    <a:pos x="T2" y="T3"/>
                  </a:cxn>
                  <a:cxn ang="0">
                    <a:pos x="T4" y="T5"/>
                  </a:cxn>
                  <a:cxn ang="0">
                    <a:pos x="T6" y="T7"/>
                  </a:cxn>
                  <a:cxn ang="0">
                    <a:pos x="T8" y="T9"/>
                  </a:cxn>
                </a:cxnLst>
                <a:rect l="0" t="0" r="r" b="b"/>
                <a:pathLst>
                  <a:path w="186" h="186">
                    <a:moveTo>
                      <a:pt x="0" y="0"/>
                    </a:moveTo>
                    <a:cubicBezTo>
                      <a:pt x="0" y="0"/>
                      <a:pt x="0" y="0"/>
                      <a:pt x="0" y="0"/>
                    </a:cubicBezTo>
                    <a:cubicBezTo>
                      <a:pt x="186" y="186"/>
                      <a:pt x="186" y="186"/>
                      <a:pt x="186" y="186"/>
                    </a:cubicBezTo>
                    <a:cubicBezTo>
                      <a:pt x="186" y="186"/>
                      <a:pt x="186" y="186"/>
                      <a:pt x="186" y="18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99"/>
              <p:cNvSpPr>
                <a:spLocks/>
              </p:cNvSpPr>
              <p:nvPr userDrawn="1"/>
            </p:nvSpPr>
            <p:spPr bwMode="auto">
              <a:xfrm>
                <a:off x="12023489" y="3251998"/>
                <a:ext cx="234541" cy="234541"/>
              </a:xfrm>
              <a:custGeom>
                <a:avLst/>
                <a:gdLst>
                  <a:gd name="T0" fmla="*/ 0 w 186"/>
                  <a:gd name="T1" fmla="*/ 0 h 186"/>
                  <a:gd name="T2" fmla="*/ 0 w 186"/>
                  <a:gd name="T3" fmla="*/ 0 h 186"/>
                  <a:gd name="T4" fmla="*/ 186 w 186"/>
                  <a:gd name="T5" fmla="*/ 186 h 186"/>
                  <a:gd name="T6" fmla="*/ 186 w 186"/>
                  <a:gd name="T7" fmla="*/ 186 h 186"/>
                  <a:gd name="T8" fmla="*/ 0 w 186"/>
                  <a:gd name="T9" fmla="*/ 0 h 186"/>
                </a:gdLst>
                <a:ahLst/>
                <a:cxnLst>
                  <a:cxn ang="0">
                    <a:pos x="T0" y="T1"/>
                  </a:cxn>
                  <a:cxn ang="0">
                    <a:pos x="T2" y="T3"/>
                  </a:cxn>
                  <a:cxn ang="0">
                    <a:pos x="T4" y="T5"/>
                  </a:cxn>
                  <a:cxn ang="0">
                    <a:pos x="T6" y="T7"/>
                  </a:cxn>
                  <a:cxn ang="0">
                    <a:pos x="T8" y="T9"/>
                  </a:cxn>
                </a:cxnLst>
                <a:rect l="0" t="0" r="r" b="b"/>
                <a:pathLst>
                  <a:path w="186" h="186">
                    <a:moveTo>
                      <a:pt x="0" y="0"/>
                    </a:moveTo>
                    <a:cubicBezTo>
                      <a:pt x="0" y="0"/>
                      <a:pt x="0" y="0"/>
                      <a:pt x="0" y="0"/>
                    </a:cubicBezTo>
                    <a:cubicBezTo>
                      <a:pt x="186" y="186"/>
                      <a:pt x="186" y="186"/>
                      <a:pt x="186" y="186"/>
                    </a:cubicBezTo>
                    <a:cubicBezTo>
                      <a:pt x="186" y="186"/>
                      <a:pt x="186" y="186"/>
                      <a:pt x="186" y="18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1607677867"/>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2" r:id="rId3"/>
    <p:sldLayoutId id="2147483673" r:id="rId4"/>
    <p:sldLayoutId id="2147483730" r:id="rId5"/>
    <p:sldLayoutId id="2147483716" r:id="rId6"/>
    <p:sldLayoutId id="2147483717" r:id="rId7"/>
    <p:sldLayoutId id="2147483700" r:id="rId8"/>
    <p:sldLayoutId id="2147483701" r:id="rId9"/>
    <p:sldLayoutId id="2147483685" r:id="rId10"/>
    <p:sldLayoutId id="2147483697" r:id="rId11"/>
    <p:sldLayoutId id="2147483684" r:id="rId12"/>
    <p:sldLayoutId id="2147483683" r:id="rId13"/>
    <p:sldLayoutId id="2147483676" r:id="rId14"/>
    <p:sldLayoutId id="2147483682" r:id="rId15"/>
    <p:sldLayoutId id="2147483687" r:id="rId16"/>
    <p:sldLayoutId id="2147483689" r:id="rId17"/>
    <p:sldLayoutId id="2147483692" r:id="rId18"/>
    <p:sldLayoutId id="2147483694" r:id="rId19"/>
    <p:sldLayoutId id="2147483696" r:id="rId20"/>
    <p:sldLayoutId id="2147483699" r:id="rId21"/>
    <p:sldLayoutId id="2147483704" r:id="rId22"/>
    <p:sldLayoutId id="2147483703" r:id="rId23"/>
    <p:sldLayoutId id="2147483706" r:id="rId24"/>
    <p:sldLayoutId id="2147483708" r:id="rId25"/>
    <p:sldLayoutId id="2147483710" r:id="rId26"/>
    <p:sldLayoutId id="2147483712" r:id="rId27"/>
    <p:sldLayoutId id="2147483714" r:id="rId28"/>
    <p:sldLayoutId id="2147483719" r:id="rId29"/>
    <p:sldLayoutId id="2147483722" r:id="rId30"/>
    <p:sldLayoutId id="2147483720" r:id="rId31"/>
    <p:sldLayoutId id="2147483738" r:id="rId32"/>
    <p:sldLayoutId id="2147483741" r:id="rId33"/>
    <p:sldLayoutId id="2147483723" r:id="rId34"/>
    <p:sldLayoutId id="2147483728" r:id="rId35"/>
    <p:sldLayoutId id="2147483729" r:id="rId36"/>
    <p:sldLayoutId id="2147483732" r:id="rId37"/>
    <p:sldLayoutId id="2147483734" r:id="rId38"/>
    <p:sldLayoutId id="2147483736" r:id="rId39"/>
    <p:sldLayoutId id="2147483740" r:id="rId4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CAF9D-5533-4ADA-833F-E6FB76EB69A5}" type="datetime1">
              <a:rPr lang="en-US" smtClean="0"/>
              <a:t>10/25/2019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grpSp>
        <p:nvGrpSpPr>
          <p:cNvPr id="7" name="Group 6"/>
          <p:cNvGrpSpPr/>
          <p:nvPr userDrawn="1"/>
        </p:nvGrpSpPr>
        <p:grpSpPr>
          <a:xfrm>
            <a:off x="11114029" y="273654"/>
            <a:ext cx="844062" cy="793146"/>
            <a:chOff x="8921751" y="-3195638"/>
            <a:chExt cx="3921124" cy="3684588"/>
          </a:xfrm>
        </p:grpSpPr>
        <p:sp>
          <p:nvSpPr>
            <p:cNvPr id="8" name="Freeform 5"/>
            <p:cNvSpPr>
              <a:spLocks/>
            </p:cNvSpPr>
            <p:nvPr/>
          </p:nvSpPr>
          <p:spPr bwMode="auto">
            <a:xfrm>
              <a:off x="8921751" y="-3195638"/>
              <a:ext cx="3875087" cy="3684588"/>
            </a:xfrm>
            <a:custGeom>
              <a:avLst/>
              <a:gdLst>
                <a:gd name="T0" fmla="*/ 509 w 1492"/>
                <a:gd name="T1" fmla="*/ 142 h 1418"/>
                <a:gd name="T2" fmla="*/ 284 w 1492"/>
                <a:gd name="T3" fmla="*/ 991 h 1418"/>
                <a:gd name="T4" fmla="*/ 1138 w 1492"/>
                <a:gd name="T5" fmla="*/ 1147 h 1418"/>
                <a:gd name="T6" fmla="*/ 1207 w 1492"/>
                <a:gd name="T7" fmla="*/ 431 h 1418"/>
                <a:gd name="T8" fmla="*/ 509 w 1492"/>
                <a:gd name="T9" fmla="*/ 142 h 1418"/>
              </a:gdLst>
              <a:ahLst/>
              <a:cxnLst>
                <a:cxn ang="0">
                  <a:pos x="T0" y="T1"/>
                </a:cxn>
                <a:cxn ang="0">
                  <a:pos x="T2" y="T3"/>
                </a:cxn>
                <a:cxn ang="0">
                  <a:pos x="T4" y="T5"/>
                </a:cxn>
                <a:cxn ang="0">
                  <a:pos x="T6" y="T7"/>
                </a:cxn>
                <a:cxn ang="0">
                  <a:pos x="T8" y="T9"/>
                </a:cxn>
              </a:cxnLst>
              <a:rect l="0" t="0" r="r" b="b"/>
              <a:pathLst>
                <a:path w="1492" h="1418">
                  <a:moveTo>
                    <a:pt x="509" y="142"/>
                  </a:moveTo>
                  <a:cubicBezTo>
                    <a:pt x="278" y="283"/>
                    <a:pt x="0" y="565"/>
                    <a:pt x="284" y="991"/>
                  </a:cubicBezTo>
                  <a:cubicBezTo>
                    <a:pt x="569" y="1418"/>
                    <a:pt x="978" y="1271"/>
                    <a:pt x="1138" y="1147"/>
                  </a:cubicBezTo>
                  <a:cubicBezTo>
                    <a:pt x="1299" y="1023"/>
                    <a:pt x="1492" y="822"/>
                    <a:pt x="1207" y="431"/>
                  </a:cubicBezTo>
                  <a:cubicBezTo>
                    <a:pt x="922" y="41"/>
                    <a:pt x="743" y="0"/>
                    <a:pt x="509" y="142"/>
                  </a:cubicBezTo>
                  <a:close/>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p:nvGrpSpPr>
          <p:grpSpPr>
            <a:xfrm>
              <a:off x="9170988" y="-3101975"/>
              <a:ext cx="3671887" cy="3551238"/>
              <a:chOff x="9170988" y="-3101975"/>
              <a:chExt cx="3671887" cy="3551238"/>
            </a:xfrm>
          </p:grpSpPr>
          <p:sp>
            <p:nvSpPr>
              <p:cNvPr id="10" name="Freeform 6"/>
              <p:cNvSpPr>
                <a:spLocks/>
              </p:cNvSpPr>
              <p:nvPr/>
            </p:nvSpPr>
            <p:spPr bwMode="auto">
              <a:xfrm>
                <a:off x="9380538" y="-3101975"/>
                <a:ext cx="3452812" cy="3551238"/>
              </a:xfrm>
              <a:custGeom>
                <a:avLst/>
                <a:gdLst>
                  <a:gd name="T0" fmla="*/ 1008 w 1329"/>
                  <a:gd name="T1" fmla="*/ 173 h 1367"/>
                  <a:gd name="T2" fmla="*/ 185 w 1329"/>
                  <a:gd name="T3" fmla="*/ 479 h 1367"/>
                  <a:gd name="T4" fmla="*/ 549 w 1329"/>
                  <a:gd name="T5" fmla="*/ 1266 h 1367"/>
                  <a:gd name="T6" fmla="*/ 1174 w 1329"/>
                  <a:gd name="T7" fmla="*/ 910 h 1367"/>
                  <a:gd name="T8" fmla="*/ 1008 w 1329"/>
                  <a:gd name="T9" fmla="*/ 173 h 1367"/>
                </a:gdLst>
                <a:ahLst/>
                <a:cxnLst>
                  <a:cxn ang="0">
                    <a:pos x="T0" y="T1"/>
                  </a:cxn>
                  <a:cxn ang="0">
                    <a:pos x="T2" y="T3"/>
                  </a:cxn>
                  <a:cxn ang="0">
                    <a:pos x="T4" y="T5"/>
                  </a:cxn>
                  <a:cxn ang="0">
                    <a:pos x="T6" y="T7"/>
                  </a:cxn>
                  <a:cxn ang="0">
                    <a:pos x="T8" y="T9"/>
                  </a:cxn>
                </a:cxnLst>
                <a:rect l="0" t="0" r="r" b="b"/>
                <a:pathLst>
                  <a:path w="1329" h="1367">
                    <a:moveTo>
                      <a:pt x="1008" y="173"/>
                    </a:moveTo>
                    <a:cubicBezTo>
                      <a:pt x="760" y="65"/>
                      <a:pt x="369" y="0"/>
                      <a:pt x="185" y="479"/>
                    </a:cubicBezTo>
                    <a:cubicBezTo>
                      <a:pt x="0" y="957"/>
                      <a:pt x="355" y="1206"/>
                      <a:pt x="549" y="1266"/>
                    </a:cubicBezTo>
                    <a:cubicBezTo>
                      <a:pt x="743" y="1326"/>
                      <a:pt x="1019" y="1367"/>
                      <a:pt x="1174" y="910"/>
                    </a:cubicBezTo>
                    <a:cubicBezTo>
                      <a:pt x="1329" y="453"/>
                      <a:pt x="1259" y="282"/>
                      <a:pt x="1008" y="173"/>
                    </a:cubicBezTo>
                    <a:close/>
                  </a:path>
                </a:pathLst>
              </a:custGeom>
              <a:solidFill>
                <a:schemeClr val="accent1">
                  <a:alpha val="3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p:cNvSpPr>
                <a:spLocks/>
              </p:cNvSpPr>
              <p:nvPr/>
            </p:nvSpPr>
            <p:spPr bwMode="auto">
              <a:xfrm>
                <a:off x="9170988" y="-2708275"/>
                <a:ext cx="3671887" cy="2624138"/>
              </a:xfrm>
              <a:custGeom>
                <a:avLst/>
                <a:gdLst>
                  <a:gd name="T0" fmla="*/ 808 w 1414"/>
                  <a:gd name="T1" fmla="*/ 42 h 1010"/>
                  <a:gd name="T2" fmla="*/ 28 w 1414"/>
                  <a:gd name="T3" fmla="*/ 588 h 1010"/>
                  <a:gd name="T4" fmla="*/ 831 w 1414"/>
                  <a:gd name="T5" fmla="*/ 969 h 1010"/>
                  <a:gd name="T6" fmla="*/ 808 w 1414"/>
                  <a:gd name="T7" fmla="*/ 42 h 1010"/>
                </a:gdLst>
                <a:ahLst/>
                <a:cxnLst>
                  <a:cxn ang="0">
                    <a:pos x="T0" y="T1"/>
                  </a:cxn>
                  <a:cxn ang="0">
                    <a:pos x="T2" y="T3"/>
                  </a:cxn>
                  <a:cxn ang="0">
                    <a:pos x="T4" y="T5"/>
                  </a:cxn>
                  <a:cxn ang="0">
                    <a:pos x="T6" y="T7"/>
                  </a:cxn>
                </a:cxnLst>
                <a:rect l="0" t="0" r="r" b="b"/>
                <a:pathLst>
                  <a:path w="1414" h="1010">
                    <a:moveTo>
                      <a:pt x="808" y="42"/>
                    </a:moveTo>
                    <a:cubicBezTo>
                      <a:pt x="423" y="0"/>
                      <a:pt x="55" y="386"/>
                      <a:pt x="28" y="588"/>
                    </a:cubicBezTo>
                    <a:cubicBezTo>
                      <a:pt x="0" y="790"/>
                      <a:pt x="248" y="1010"/>
                      <a:pt x="831" y="969"/>
                    </a:cubicBezTo>
                    <a:cubicBezTo>
                      <a:pt x="1414" y="927"/>
                      <a:pt x="1307" y="95"/>
                      <a:pt x="808" y="42"/>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6" name="Slide Number Placeholder 5"/>
          <p:cNvSpPr>
            <a:spLocks noGrp="1"/>
          </p:cNvSpPr>
          <p:nvPr>
            <p:ph type="sldNum" sz="quarter" idx="4"/>
          </p:nvPr>
        </p:nvSpPr>
        <p:spPr>
          <a:xfrm>
            <a:off x="11273724" y="487518"/>
            <a:ext cx="612494" cy="365125"/>
          </a:xfrm>
          <a:prstGeom prst="rect">
            <a:avLst/>
          </a:prstGeom>
        </p:spPr>
        <p:txBody>
          <a:bodyPr vert="horz" lIns="91440" tIns="45720" rIns="91440" bIns="45720" rtlCol="0" anchor="ctr"/>
          <a:lstStyle>
            <a:lvl1pPr algn="ctr">
              <a:defRPr sz="1200" b="1">
                <a:solidFill>
                  <a:schemeClr val="bg2"/>
                </a:solidFill>
              </a:defRPr>
            </a:lvl1pPr>
          </a:lstStyle>
          <a:p>
            <a:fld id="{32FFBE4F-D559-476D-AEE3-28F000B7084D}" type="slidenum">
              <a:rPr lang="en-US" smtClean="0"/>
              <a:pPr/>
              <a:t>‹#›</a:t>
            </a:fld>
            <a:endParaRPr lang="en-US"/>
          </a:p>
        </p:txBody>
      </p:sp>
    </p:spTree>
    <p:extLst>
      <p:ext uri="{BB962C8B-B14F-4D97-AF65-F5344CB8AC3E}">
        <p14:creationId xmlns:p14="http://schemas.microsoft.com/office/powerpoint/2010/main" val="3941476037"/>
      </p:ext>
    </p:extLst>
  </p:cSld>
  <p:clrMap bg1="lt1" tx1="dk1" bg2="lt2" tx2="dk2" accent1="accent1" accent2="accent2" accent3="accent3" accent4="accent4" accent5="accent5" accent6="accent6" hlink="hlink" folHlink="folHlink"/>
  <p:sldLayoutIdLst>
    <p:sldLayoutId id="2147483678" r:id="rId1"/>
    <p:sldLayoutId id="2147483669" r:id="rId2"/>
    <p:sldLayoutId id="2147483721" r:id="rId3"/>
    <p:sldLayoutId id="2147483724" r:id="rId4"/>
    <p:sldLayoutId id="2147483668" r:id="rId5"/>
    <p:sldLayoutId id="2147483670" r:id="rId6"/>
    <p:sldLayoutId id="214748373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CAF9D-5533-4ADA-833F-E6FB76EB69A5}" type="datetime1">
              <a:rPr lang="en-US" smtClean="0"/>
              <a:t>10/25/2019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052761243"/>
      </p:ext>
    </p:extLst>
  </p:cSld>
  <p:clrMap bg1="lt1" tx1="dk1" bg2="lt2" tx2="dk2" accent1="accent1" accent2="accent2" accent3="accent3" accent4="accent4" accent5="accent5" accent6="accent6" hlink="hlink" folHlink="folHlink"/>
  <p:sldLayoutIdLst>
    <p:sldLayoutId id="2147483667" r:id="rId1"/>
    <p:sldLayoutId id="2147483742" r:id="rId2"/>
    <p:sldLayoutId id="2147483663" r:id="rId3"/>
    <p:sldLayoutId id="214748367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tmp"/><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tm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tm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tmp"/></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tmp"/></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Title 173"/>
          <p:cNvSpPr>
            <a:spLocks noGrp="1"/>
          </p:cNvSpPr>
          <p:nvPr>
            <p:ph type="ctrTitle" idx="4294967295"/>
          </p:nvPr>
        </p:nvSpPr>
        <p:spPr>
          <a:xfrm>
            <a:off x="6226609" y="1788104"/>
            <a:ext cx="5965391" cy="1660525"/>
          </a:xfrm>
        </p:spPr>
        <p:txBody>
          <a:bodyPr>
            <a:noAutofit/>
          </a:bodyPr>
          <a:lstStyle/>
          <a:p>
            <a:pPr algn="ctr"/>
            <a:r>
              <a:rPr lang="en-US" altLang="zh-TW" sz="5400" dirty="0"/>
              <a:t>SFIRE: Secret-Free In-band Trust Establishment for COTS Wireless Devices</a:t>
            </a:r>
            <a:endParaRPr lang="en-US" sz="5400" dirty="0"/>
          </a:p>
        </p:txBody>
      </p:sp>
      <p:sp>
        <p:nvSpPr>
          <p:cNvPr id="56" name="Title 173"/>
          <p:cNvSpPr txBox="1">
            <a:spLocks/>
          </p:cNvSpPr>
          <p:nvPr/>
        </p:nvSpPr>
        <p:spPr>
          <a:xfrm>
            <a:off x="6839325" y="5658185"/>
            <a:ext cx="4739958" cy="45345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chemeClr val="accent1"/>
                </a:solidFill>
                <a:latin typeface="Ubuntu" panose="020B0504030602030204" pitchFamily="34" charset="0"/>
                <a:cs typeface="Hind Regular" panose="02000000000000000000" pitchFamily="2" charset="0"/>
              </a:rPr>
              <a:t>IEEE INFOCOM 2018 - IEEE Conference on Computer Communications</a:t>
            </a:r>
          </a:p>
        </p:txBody>
      </p:sp>
    </p:spTree>
    <p:extLst>
      <p:ext uri="{BB962C8B-B14F-4D97-AF65-F5344CB8AC3E}">
        <p14:creationId xmlns:p14="http://schemas.microsoft.com/office/powerpoint/2010/main" val="417110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750"/>
                                        <p:tgtEl>
                                          <p:spTgt spid="174"/>
                                        </p:tgtEl>
                                      </p:cBhvr>
                                    </p:animEffect>
                                    <p:anim calcmode="lin" valueType="num">
                                      <p:cBhvr>
                                        <p:cTn id="8" dur="750" fill="hold"/>
                                        <p:tgtEl>
                                          <p:spTgt spid="174"/>
                                        </p:tgtEl>
                                        <p:attrNameLst>
                                          <p:attrName>ppt_x</p:attrName>
                                        </p:attrNameLst>
                                      </p:cBhvr>
                                      <p:tavLst>
                                        <p:tav tm="0">
                                          <p:val>
                                            <p:strVal val="#ppt_x"/>
                                          </p:val>
                                        </p:tav>
                                        <p:tav tm="100000">
                                          <p:val>
                                            <p:strVal val="#ppt_x"/>
                                          </p:val>
                                        </p:tav>
                                      </p:tavLst>
                                    </p:anim>
                                    <p:anim calcmode="lin" valueType="num">
                                      <p:cBhvr>
                                        <p:cTn id="9" dur="750" fill="hold"/>
                                        <p:tgtEl>
                                          <p:spTgt spid="174"/>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grpId="0" nodeType="after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750"/>
                                        <p:tgtEl>
                                          <p:spTgt spid="56"/>
                                        </p:tgtEl>
                                      </p:cBhvr>
                                    </p:animEffect>
                                    <p:anim calcmode="lin" valueType="num">
                                      <p:cBhvr>
                                        <p:cTn id="14" dur="750" fill="hold"/>
                                        <p:tgtEl>
                                          <p:spTgt spid="56"/>
                                        </p:tgtEl>
                                        <p:attrNameLst>
                                          <p:attrName>ppt_x</p:attrName>
                                        </p:attrNameLst>
                                      </p:cBhvr>
                                      <p:tavLst>
                                        <p:tav tm="0">
                                          <p:val>
                                            <p:strVal val="#ppt_x"/>
                                          </p:val>
                                        </p:tav>
                                        <p:tav tm="100000">
                                          <p:val>
                                            <p:strVal val="#ppt_x"/>
                                          </p:val>
                                        </p:tav>
                                      </p:tavLst>
                                    </p:anim>
                                    <p:anim calcmode="lin" valueType="num">
                                      <p:cBhvr>
                                        <p:cTn id="15" dur="75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5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Introduction</a:t>
            </a:r>
            <a:endParaRPr lang="zh-TW" altLang="en-US" dirty="0"/>
          </a:p>
        </p:txBody>
      </p:sp>
      <p:sp>
        <p:nvSpPr>
          <p:cNvPr id="6" name="文字版面配置區 5"/>
          <p:cNvSpPr>
            <a:spLocks noGrp="1"/>
          </p:cNvSpPr>
          <p:nvPr>
            <p:ph type="body" sz="quarter" idx="13"/>
          </p:nvPr>
        </p:nvSpPr>
        <p:spPr/>
        <p:txBody>
          <a:bodyPr/>
          <a:lstStyle/>
          <a:p>
            <a:endParaRPr lang="zh-TW" altLang="en-US"/>
          </a:p>
        </p:txBody>
      </p:sp>
      <p:sp>
        <p:nvSpPr>
          <p:cNvPr id="7" name="矩形 6"/>
          <p:cNvSpPr/>
          <p:nvPr/>
        </p:nvSpPr>
        <p:spPr>
          <a:xfrm>
            <a:off x="838200" y="1932039"/>
            <a:ext cx="6727724" cy="120936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A novel PHY-layer primitive called SFIRE that prevents rogue devices from joining the network by “RSS authenticator”</a:t>
            </a:r>
            <a:endParaRPr lang="zh-TW" altLang="en-US" dirty="0">
              <a:latin typeface="Arial Unicode MS" panose="020B0604020202020204" pitchFamily="34" charset="-120"/>
              <a:ea typeface="Arial Unicode MS" panose="020B0604020202020204" pitchFamily="34" charset="-120"/>
              <a:cs typeface="Arial Unicode MS" panose="020B0604020202020204" pitchFamily="34" charset="-120"/>
            </a:endParaRPr>
          </a:p>
        </p:txBody>
      </p:sp>
      <p:sp>
        <p:nvSpPr>
          <p:cNvPr id="8" name="矩形 7"/>
          <p:cNvSpPr/>
          <p:nvPr/>
        </p:nvSpPr>
        <p:spPr>
          <a:xfrm>
            <a:off x="838199" y="3484065"/>
            <a:ext cx="6727725" cy="117987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A secure in-band pairing protocol based on the </a:t>
            </a:r>
            <a:r>
              <a:rPr lang="en-US" altLang="zh-TW" dirty="0" err="1">
                <a:latin typeface="Arial Unicode MS" panose="020B0604020202020204" pitchFamily="34" charset="-120"/>
                <a:ea typeface="Arial Unicode MS" panose="020B0604020202020204" pitchFamily="34" charset="-120"/>
                <a:cs typeface="Arial Unicode MS" panose="020B0604020202020204" pitchFamily="34" charset="-120"/>
              </a:rPr>
              <a:t>Diffie</a:t>
            </a:r>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-Hellman (DH) key agreement.</a:t>
            </a:r>
            <a:endParaRPr lang="zh-TW" altLang="en-US" dirty="0">
              <a:latin typeface="Arial Unicode MS" panose="020B0604020202020204" pitchFamily="34" charset="-120"/>
              <a:ea typeface="Arial Unicode MS" panose="020B0604020202020204" pitchFamily="34" charset="-120"/>
              <a:cs typeface="Arial Unicode MS" panose="020B0604020202020204" pitchFamily="34" charset="-120"/>
            </a:endParaRPr>
          </a:p>
        </p:txBody>
      </p:sp>
      <p:sp>
        <p:nvSpPr>
          <p:cNvPr id="9" name="矩形 8"/>
          <p:cNvSpPr/>
          <p:nvPr/>
        </p:nvSpPr>
        <p:spPr>
          <a:xfrm>
            <a:off x="838199" y="5006595"/>
            <a:ext cx="6727725" cy="117987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SFIRE is interoperable with any commercial off-the-shelf (COTS) device that has a common wireless interface with the hub.</a:t>
            </a:r>
            <a:endParaRPr lang="zh-TW" altLang="en-US" dirty="0">
              <a:latin typeface="Arial Unicode MS" panose="020B0604020202020204" pitchFamily="34" charset="-120"/>
              <a:ea typeface="Arial Unicode MS" panose="020B0604020202020204" pitchFamily="34" charset="-120"/>
              <a:cs typeface="Arial Unicode MS" panose="020B0604020202020204" pitchFamily="34" charset="-120"/>
            </a:endParaRPr>
          </a:p>
        </p:txBody>
      </p:sp>
    </p:spTree>
    <p:extLst>
      <p:ext uri="{BB962C8B-B14F-4D97-AF65-F5344CB8AC3E}">
        <p14:creationId xmlns:p14="http://schemas.microsoft.com/office/powerpoint/2010/main" val="1330342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32FFBE4F-D559-476D-AEE3-28F000B7084D}" type="slidenum">
              <a:rPr lang="en-US" smtClean="0"/>
              <a:pPr/>
              <a:t>3</a:t>
            </a:fld>
            <a:endParaRPr lang="en-US"/>
          </a:p>
        </p:txBody>
      </p:sp>
      <p:sp>
        <p:nvSpPr>
          <p:cNvPr id="3" name="標題 2"/>
          <p:cNvSpPr>
            <a:spLocks noGrp="1"/>
          </p:cNvSpPr>
          <p:nvPr>
            <p:ph type="title"/>
          </p:nvPr>
        </p:nvSpPr>
        <p:spPr/>
        <p:txBody>
          <a:bodyPr/>
          <a:lstStyle/>
          <a:p>
            <a:r>
              <a:rPr lang="en-US" altLang="zh-TW" dirty="0" err="1">
                <a:latin typeface="Arial Unicode MS" panose="020B0604020202020204" pitchFamily="34" charset="-120"/>
                <a:ea typeface="Arial Unicode MS" panose="020B0604020202020204" pitchFamily="34" charset="-120"/>
                <a:cs typeface="Arial Unicode MS" panose="020B0604020202020204" pitchFamily="34" charset="-120"/>
              </a:rPr>
              <a:t>Diffie</a:t>
            </a:r>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-Hellman</a:t>
            </a:r>
            <a:endParaRPr lang="zh-TW" altLang="en-US" dirty="0"/>
          </a:p>
        </p:txBody>
      </p:sp>
      <p:sp>
        <p:nvSpPr>
          <p:cNvPr id="4" name="文字版面配置區 3"/>
          <p:cNvSpPr>
            <a:spLocks noGrp="1"/>
          </p:cNvSpPr>
          <p:nvPr>
            <p:ph type="body" sz="quarter" idx="13"/>
          </p:nvPr>
        </p:nvSpPr>
        <p:spPr/>
        <p:txBody>
          <a:bodyPr/>
          <a:lstStyle/>
          <a:p>
            <a:endParaRPr lang="zh-TW" altLang="en-US"/>
          </a:p>
        </p:txBody>
      </p:sp>
      <p:pic>
        <p:nvPicPr>
          <p:cNvPr id="5" name="圖片 4"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396" y="3730245"/>
            <a:ext cx="12024604" cy="2880418"/>
          </a:xfrm>
          <a:prstGeom prst="rect">
            <a:avLst/>
          </a:prstGeom>
        </p:spPr>
      </p:pic>
      <p:sp>
        <p:nvSpPr>
          <p:cNvPr id="7" name="矩形 6"/>
          <p:cNvSpPr/>
          <p:nvPr/>
        </p:nvSpPr>
        <p:spPr>
          <a:xfrm>
            <a:off x="463445" y="2288749"/>
            <a:ext cx="10435524" cy="369332"/>
          </a:xfrm>
          <a:prstGeom prst="rect">
            <a:avLst/>
          </a:prstGeom>
        </p:spPr>
        <p:txBody>
          <a:bodyPr wrap="square">
            <a:spAutoFit/>
          </a:bodyPr>
          <a:lstStyle/>
          <a:p>
            <a:r>
              <a:rPr lang="zh-TW" altLang="en-US" dirty="0">
                <a:solidFill>
                  <a:srgbClr val="222222"/>
                </a:solidFill>
                <a:latin typeface="Arial" panose="020B0604020202020204" pitchFamily="34" charset="0"/>
              </a:rPr>
              <a:t>可以讓雙方在完全沒有對方任何預先資訊的條件下通過不安全通道建立起一個金鑰</a:t>
            </a:r>
            <a:endParaRPr lang="zh-TW" altLang="en-US" dirty="0"/>
          </a:p>
        </p:txBody>
      </p:sp>
    </p:spTree>
    <p:extLst>
      <p:ext uri="{BB962C8B-B14F-4D97-AF65-F5344CB8AC3E}">
        <p14:creationId xmlns:p14="http://schemas.microsoft.com/office/powerpoint/2010/main" val="3615075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32FFBE4F-D559-476D-AEE3-28F000B7084D}" type="slidenum">
              <a:rPr lang="en-US" smtClean="0"/>
              <a:pPr/>
              <a:t>4</a:t>
            </a:fld>
            <a:endParaRPr lang="en-US"/>
          </a:p>
        </p:txBody>
      </p:sp>
      <p:sp>
        <p:nvSpPr>
          <p:cNvPr id="3" name="標題 2"/>
          <p:cNvSpPr>
            <a:spLocks noGrp="1"/>
          </p:cNvSpPr>
          <p:nvPr>
            <p:ph type="title"/>
          </p:nvPr>
        </p:nvSpPr>
        <p:spPr/>
        <p:txBody>
          <a:bodyPr/>
          <a:lstStyle/>
          <a:p>
            <a:r>
              <a:rPr lang="en-US" altLang="zh-TW" dirty="0"/>
              <a:t>RSS Authenticator</a:t>
            </a:r>
            <a:endParaRPr lang="zh-TW" altLang="en-US" dirty="0"/>
          </a:p>
        </p:txBody>
      </p:sp>
      <p:sp>
        <p:nvSpPr>
          <p:cNvPr id="4" name="文字版面配置區 3"/>
          <p:cNvSpPr>
            <a:spLocks noGrp="1"/>
          </p:cNvSpPr>
          <p:nvPr>
            <p:ph type="body" sz="quarter" idx="13"/>
          </p:nvPr>
        </p:nvSpPr>
        <p:spPr/>
        <p:txBody>
          <a:bodyPr/>
          <a:lstStyle/>
          <a:p>
            <a:r>
              <a:rPr lang="en-US" altLang="zh-TW" dirty="0"/>
              <a:t>Remote Sensing Systems Authenticator</a:t>
            </a:r>
            <a:endParaRPr lang="zh-TW" altLang="en-US" dirty="0"/>
          </a:p>
        </p:txBody>
      </p:sp>
      <p:pic>
        <p:nvPicPr>
          <p:cNvPr id="5" name="圖片 4"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8487" y="3779246"/>
            <a:ext cx="6918627" cy="2190069"/>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838200" y="1885093"/>
                <a:ext cx="10239531" cy="1477328"/>
              </a:xfrm>
              <a:prstGeom prst="rect">
                <a:avLst/>
              </a:prstGeom>
            </p:spPr>
            <p:txBody>
              <a:bodyPr wrap="square">
                <a:spAutoFit/>
              </a:bodyPr>
              <a:lstStyle/>
              <a:p>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The helper relays the received message, say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 and the associated RSS samples to A via their shared authenticated channel. The hub compares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with its own received message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 and also computes the RSS ratio between the samples sent from H and its own samples. The hub uses the RSS ratio fluctuation patterns to authenticate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latin typeface="Arial Unicode MS" panose="020B0604020202020204" pitchFamily="34" charset="-120"/>
                    <a:ea typeface="Arial Unicode MS" panose="020B0604020202020204" pitchFamily="34" charset="-120"/>
                    <a:cs typeface="Arial Unicode MS" panose="020B0604020202020204" pitchFamily="34" charset="-120"/>
                  </a:rPr>
                  <a:t> indeed originated from D. Formally, the authentication steps are as follows.</a:t>
                </a:r>
                <a:endParaRPr lang="zh-TW" altLang="en-US" dirty="0">
                  <a:latin typeface="Arial Unicode MS" panose="020B0604020202020204" pitchFamily="34" charset="-120"/>
                  <a:ea typeface="Arial Unicode MS" panose="020B0604020202020204" pitchFamily="34" charset="-120"/>
                  <a:cs typeface="Arial Unicode MS" panose="020B0604020202020204" pitchFamily="34" charset="-120"/>
                </a:endParaRPr>
              </a:p>
            </p:txBody>
          </p:sp>
        </mc:Choice>
        <mc:Fallback xmlns="">
          <p:sp>
            <p:nvSpPr>
              <p:cNvPr id="6" name="矩形 5"/>
              <p:cNvSpPr>
                <a:spLocks noRot="1" noChangeAspect="1" noMove="1" noResize="1" noEditPoints="1" noAdjustHandles="1" noChangeArrowheads="1" noChangeShapeType="1" noTextEdit="1"/>
              </p:cNvSpPr>
              <p:nvPr/>
            </p:nvSpPr>
            <p:spPr>
              <a:xfrm>
                <a:off x="838200" y="1885093"/>
                <a:ext cx="10239531" cy="1477328"/>
              </a:xfrm>
              <a:prstGeom prst="rect">
                <a:avLst/>
              </a:prstGeom>
              <a:blipFill rotWithShape="0">
                <a:blip r:embed="rId3"/>
                <a:stretch>
                  <a:fillRect l="-536" t="-2058" r="-715" b="-535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67274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C68C8DB-7949-49BE-9F35-3ADD9FB3FB55}"/>
              </a:ext>
            </a:extLst>
          </p:cNvPr>
          <p:cNvSpPr>
            <a:spLocks noGrp="1"/>
          </p:cNvSpPr>
          <p:nvPr>
            <p:ph type="sldNum" sz="quarter" idx="12"/>
          </p:nvPr>
        </p:nvSpPr>
        <p:spPr/>
        <p:txBody>
          <a:bodyPr/>
          <a:lstStyle/>
          <a:p>
            <a:fld id="{32FFBE4F-D559-476D-AEE3-28F000B7084D}" type="slidenum">
              <a:rPr lang="en-US" smtClean="0"/>
              <a:pPr/>
              <a:t>5</a:t>
            </a:fld>
            <a:endParaRPr lang="en-US"/>
          </a:p>
        </p:txBody>
      </p:sp>
      <p:sp>
        <p:nvSpPr>
          <p:cNvPr id="3" name="標題 2">
            <a:extLst>
              <a:ext uri="{FF2B5EF4-FFF2-40B4-BE49-F238E27FC236}">
                <a16:creationId xmlns:a16="http://schemas.microsoft.com/office/drawing/2014/main" id="{C8E8573E-9157-40D1-A994-9E485904637E}"/>
              </a:ext>
            </a:extLst>
          </p:cNvPr>
          <p:cNvSpPr>
            <a:spLocks noGrp="1"/>
          </p:cNvSpPr>
          <p:nvPr>
            <p:ph type="title"/>
          </p:nvPr>
        </p:nvSpPr>
        <p:spPr/>
        <p:txBody>
          <a:bodyPr/>
          <a:lstStyle/>
          <a:p>
            <a:r>
              <a:rPr lang="en-US" altLang="zh-TW" dirty="0"/>
              <a:t>Constructing an RSS Authenticator</a:t>
            </a:r>
            <a:endParaRPr lang="zh-TW" altLang="en-US" dirty="0"/>
          </a:p>
        </p:txBody>
      </p:sp>
      <p:sp>
        <p:nvSpPr>
          <p:cNvPr id="4" name="文字版面配置區 3">
            <a:extLst>
              <a:ext uri="{FF2B5EF4-FFF2-40B4-BE49-F238E27FC236}">
                <a16:creationId xmlns:a16="http://schemas.microsoft.com/office/drawing/2014/main" id="{A32942E1-7E89-499F-9D01-3642B54F90CE}"/>
              </a:ext>
            </a:extLst>
          </p:cNvPr>
          <p:cNvSpPr>
            <a:spLocks noGrp="1"/>
          </p:cNvSpPr>
          <p:nvPr>
            <p:ph type="body" sz="quarter" idx="13"/>
          </p:nvPr>
        </p:nvSpPr>
        <p:spPr/>
        <p:txBody>
          <a:bodyPr/>
          <a:lstStyle/>
          <a:p>
            <a:endParaRPr lang="zh-TW" altLang="en-US"/>
          </a:p>
        </p:txBody>
      </p:sp>
      <p:sp>
        <p:nvSpPr>
          <p:cNvPr id="5" name="矩形 4">
            <a:extLst>
              <a:ext uri="{FF2B5EF4-FFF2-40B4-BE49-F238E27FC236}">
                <a16:creationId xmlns:a16="http://schemas.microsoft.com/office/drawing/2014/main" id="{C1E4B506-585C-4A79-8E8C-1F11B5D75923}"/>
              </a:ext>
            </a:extLst>
          </p:cNvPr>
          <p:cNvSpPr/>
          <p:nvPr/>
        </p:nvSpPr>
        <p:spPr>
          <a:xfrm>
            <a:off x="838200" y="3692004"/>
            <a:ext cx="10515600" cy="1754326"/>
          </a:xfrm>
          <a:prstGeom prst="rect">
            <a:avLst/>
          </a:prstGeom>
        </p:spPr>
        <p:txBody>
          <a:bodyPr wrap="square">
            <a:spAutoFit/>
          </a:bodyPr>
          <a:lstStyle/>
          <a:p>
            <a:pPr marL="342900" indent="-342900">
              <a:buAutoNum type="arabicParenR"/>
            </a:pPr>
            <a:r>
              <a:rPr lang="en-US" altLang="zh-TW" dirty="0"/>
              <a:t>Initialization: </a:t>
            </a:r>
          </a:p>
          <a:p>
            <a:r>
              <a:rPr lang="en-US" altLang="zh-TW" dirty="0"/>
              <a:t>	The user presses a button on D or simply switches D on to set it to pairing mode. The user then</a:t>
            </a:r>
            <a:r>
              <a:rPr lang="zh-TW" altLang="en-US" dirty="0"/>
              <a:t> </a:t>
            </a:r>
            <a:r>
              <a:rPr lang="en-US" altLang="zh-TW" dirty="0"/>
              <a:t>presses a button or a virtual button on H to initiate the protocol. H sends an authenticated request-to-communicate message to A using the AE(·) function, which attests that D is present. The hub starts a timer. </a:t>
            </a:r>
          </a:p>
          <a:p>
            <a:endParaRPr lang="zh-TW" altLang="en-US"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7D3F66B1-CBF4-4ED5-8B07-DC9854E437CE}"/>
                  </a:ext>
                </a:extLst>
              </p:cNvPr>
              <p:cNvSpPr/>
              <p:nvPr/>
            </p:nvSpPr>
            <p:spPr>
              <a:xfrm>
                <a:off x="832775" y="5500126"/>
                <a:ext cx="10632012" cy="1200329"/>
              </a:xfrm>
              <a:prstGeom prst="rect">
                <a:avLst/>
              </a:prstGeom>
            </p:spPr>
            <p:txBody>
              <a:bodyPr wrap="square">
                <a:spAutoFit/>
              </a:bodyPr>
              <a:lstStyle/>
              <a:p>
                <a:r>
                  <a:rPr lang="zh-TW" altLang="en-US" dirty="0"/>
                  <a:t>2) Transmission of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𝐷</m:t>
                        </m:r>
                      </m:sub>
                    </m:sSub>
                  </m:oMath>
                </a14:m>
                <a:r>
                  <a:rPr lang="zh-TW" altLang="en-US" dirty="0"/>
                  <a:t>:</a:t>
                </a:r>
                <a:endParaRPr lang="en-US" altLang="zh-TW" dirty="0"/>
              </a:p>
              <a:p>
                <a:r>
                  <a:rPr lang="en-US" altLang="zh-TW" dirty="0"/>
                  <a:t>	</a:t>
                </a:r>
                <a:r>
                  <a:rPr lang="zh-TW" altLang="en-US" dirty="0"/>
                  <a:t> D broadcasts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oMath>
                </a14:m>
                <a:r>
                  <a:rPr lang="zh-TW" altLang="en-US" dirty="0"/>
                  <a:t>. k times in plaintext using back-to-back frames. The repetition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oMath>
                </a14:m>
                <a:r>
                  <a:rPr lang="zh-TW" altLang="en-US" dirty="0"/>
                  <a:t> bridges the time scales between message transmission and the user actions, as the latter are several orders of magnitude slower. </a:t>
                </a:r>
              </a:p>
            </p:txBody>
          </p:sp>
        </mc:Choice>
        <mc:Fallback xmlns="">
          <p:sp>
            <p:nvSpPr>
              <p:cNvPr id="6" name="矩形 5">
                <a:extLst>
                  <a:ext uri="{FF2B5EF4-FFF2-40B4-BE49-F238E27FC236}">
                    <a16:creationId xmlns:a16="http://schemas.microsoft.com/office/drawing/2014/main" xmlns="" id="{7D3F66B1-CBF4-4ED5-8B07-DC9854E437CE}"/>
                  </a:ext>
                </a:extLst>
              </p:cNvPr>
              <p:cNvSpPr>
                <a:spLocks noRot="1" noChangeAspect="1" noMove="1" noResize="1" noEditPoints="1" noAdjustHandles="1" noChangeArrowheads="1" noChangeShapeType="1" noTextEdit="1"/>
              </p:cNvSpPr>
              <p:nvPr/>
            </p:nvSpPr>
            <p:spPr>
              <a:xfrm>
                <a:off x="832775" y="5500126"/>
                <a:ext cx="10632012" cy="1200329"/>
              </a:xfrm>
              <a:prstGeom prst="rect">
                <a:avLst/>
              </a:prstGeom>
              <a:blipFill rotWithShape="0">
                <a:blip r:embed="rId3"/>
                <a:stretch>
                  <a:fillRect l="-516" t="-2030" b="-7614"/>
                </a:stretch>
              </a:blipFill>
            </p:spPr>
            <p:txBody>
              <a:bodyPr/>
              <a:lstStyle/>
              <a:p>
                <a:r>
                  <a:rPr lang="zh-TW" altLang="en-US">
                    <a:noFill/>
                  </a:rPr>
                  <a:t> </a:t>
                </a:r>
              </a:p>
            </p:txBody>
          </p:sp>
        </mc:Fallback>
      </mc:AlternateContent>
      <p:pic>
        <p:nvPicPr>
          <p:cNvPr id="7" name="圖片 6" descr="畫面剪輯">
            <a:extLst>
              <a:ext uri="{FF2B5EF4-FFF2-40B4-BE49-F238E27FC236}">
                <a16:creationId xmlns:a16="http://schemas.microsoft.com/office/drawing/2014/main" id="{E4B778D6-E388-4071-814D-C0672181E0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1585" y="1501935"/>
            <a:ext cx="6918627" cy="2190069"/>
          </a:xfrm>
          <a:prstGeom prst="rect">
            <a:avLst/>
          </a:prstGeom>
        </p:spPr>
      </p:pic>
    </p:spTree>
    <p:extLst>
      <p:ext uri="{BB962C8B-B14F-4D97-AF65-F5344CB8AC3E}">
        <p14:creationId xmlns:p14="http://schemas.microsoft.com/office/powerpoint/2010/main" val="251074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0D3511D-D671-4557-8530-4D96CD8D3EBA}"/>
              </a:ext>
            </a:extLst>
          </p:cNvPr>
          <p:cNvSpPr>
            <a:spLocks noGrp="1"/>
          </p:cNvSpPr>
          <p:nvPr>
            <p:ph type="sldNum" sz="quarter" idx="12"/>
          </p:nvPr>
        </p:nvSpPr>
        <p:spPr/>
        <p:txBody>
          <a:bodyPr/>
          <a:lstStyle/>
          <a:p>
            <a:fld id="{32FFBE4F-D559-476D-AEE3-28F000B7084D}" type="slidenum">
              <a:rPr lang="en-US" smtClean="0"/>
              <a:pPr/>
              <a:t>6</a:t>
            </a:fld>
            <a:endParaRPr lang="en-US"/>
          </a:p>
        </p:txBody>
      </p:sp>
      <p:sp>
        <p:nvSpPr>
          <p:cNvPr id="3" name="標題 2">
            <a:extLst>
              <a:ext uri="{FF2B5EF4-FFF2-40B4-BE49-F238E27FC236}">
                <a16:creationId xmlns:a16="http://schemas.microsoft.com/office/drawing/2014/main" id="{502BF52B-4BBB-4B9E-A753-639297FC7BD8}"/>
              </a:ext>
            </a:extLst>
          </p:cNvPr>
          <p:cNvSpPr>
            <a:spLocks noGrp="1"/>
          </p:cNvSpPr>
          <p:nvPr>
            <p:ph type="title"/>
          </p:nvPr>
        </p:nvSpPr>
        <p:spPr/>
        <p:txBody>
          <a:bodyPr/>
          <a:lstStyle/>
          <a:p>
            <a:endParaRPr lang="zh-TW" altLang="en-US"/>
          </a:p>
        </p:txBody>
      </p:sp>
      <p:sp>
        <p:nvSpPr>
          <p:cNvPr id="4" name="文字版面配置區 3">
            <a:extLst>
              <a:ext uri="{FF2B5EF4-FFF2-40B4-BE49-F238E27FC236}">
                <a16:creationId xmlns:a16="http://schemas.microsoft.com/office/drawing/2014/main" id="{7EF2E305-119F-4B05-B9DF-CB7F616CBF13}"/>
              </a:ext>
            </a:extLst>
          </p:cNvPr>
          <p:cNvSpPr>
            <a:spLocks noGrp="1"/>
          </p:cNvSpPr>
          <p:nvPr>
            <p:ph type="body" sz="quarter" idx="13"/>
          </p:nvPr>
        </p:nvSpPr>
        <p:spPr/>
        <p:txBody>
          <a:bodyPr/>
          <a:lstStyle/>
          <a:p>
            <a:endParaRPr lang="zh-TW" altLang="en-US"/>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D276B2B-A417-46E9-85B6-BD69E084CDC6}"/>
                  </a:ext>
                </a:extLst>
              </p:cNvPr>
              <p:cNvSpPr/>
              <p:nvPr/>
            </p:nvSpPr>
            <p:spPr>
              <a:xfrm>
                <a:off x="838201" y="2136339"/>
                <a:ext cx="10664686" cy="1754326"/>
              </a:xfrm>
              <a:prstGeom prst="rect">
                <a:avLst/>
              </a:prstGeom>
            </p:spPr>
            <p:txBody>
              <a:bodyPr wrap="square">
                <a:spAutoFit/>
              </a:bodyPr>
              <a:lstStyle/>
              <a:p>
                <a:r>
                  <a:rPr lang="zh-TW" altLang="en-US" dirty="0"/>
                  <a:t>3) Sweeping motions of H: </a:t>
                </a:r>
                <a:endParaRPr lang="en-US" altLang="zh-TW" dirty="0"/>
              </a:p>
              <a:p>
                <a:r>
                  <a:rPr lang="en-US" altLang="zh-TW" dirty="0"/>
                  <a:t>	</a:t>
                </a:r>
                <a:r>
                  <a:rPr lang="zh-TW" altLang="en-US" dirty="0"/>
                  <a:t>While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oMath>
                </a14:m>
                <a:r>
                  <a:rPr lang="zh-TW" altLang="en-US" dirty="0"/>
                  <a:t> is repeatedly transmitted, the user performs a series of sweeping motions of H over D (see Fig. 3(a)). A sweeping motion is de</a:t>
                </a:r>
                <a:r>
                  <a:rPr lang="en-US" altLang="zh-TW" dirty="0"/>
                  <a:t>fi</a:t>
                </a:r>
                <a:r>
                  <a:rPr lang="zh-TW" altLang="en-US" dirty="0"/>
                  <a:t>ned as a continuous motion starting away from D, passing over D and ending away from D. While in motion, H decodes messages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(1),</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(2),...,</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(k) and also records an RSS sequence of samples taken at a prespeci</a:t>
                </a:r>
                <a:r>
                  <a:rPr lang="en-US" altLang="zh-TW" dirty="0"/>
                  <a:t>fi</a:t>
                </a:r>
                <a:r>
                  <a:rPr lang="zh-TW" altLang="en-US" dirty="0"/>
                  <a:t>ed frequency. Let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 =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(1),</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(2),...,</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(n)} denote such a sequence, with n ≥ k. H also timestamps the </a:t>
                </a:r>
                <a:r>
                  <a:rPr lang="en-US" altLang="zh-TW" dirty="0"/>
                  <a:t>fi</a:t>
                </a:r>
                <a:r>
                  <a:rPr lang="zh-TW" altLang="en-US" dirty="0"/>
                  <a:t>rst sample as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𝑡</m:t>
                        </m:r>
                      </m:e>
                      <m:sub>
                        <m:r>
                          <a:rPr lang="en-US" altLang="zh-TW" i="1">
                            <a:latin typeface="Cambria Math" panose="02040503050406030204" pitchFamily="18" charset="0"/>
                          </a:rPr>
                          <m:t>𝐻</m:t>
                        </m:r>
                      </m:sub>
                    </m:sSub>
                    <m:r>
                      <a:rPr lang="en-US" altLang="zh-TW" i="1">
                        <a:latin typeface="Cambria Math" panose="02040503050406030204" pitchFamily="18" charset="0"/>
                      </a:rPr>
                      <m:t> </m:t>
                    </m:r>
                  </m:oMath>
                </a14:m>
                <a:r>
                  <a:rPr lang="zh-TW" altLang="en-US" dirty="0"/>
                  <a:t>(1). </a:t>
                </a:r>
              </a:p>
            </p:txBody>
          </p:sp>
        </mc:Choice>
        <mc:Fallback xmlns="">
          <p:sp>
            <p:nvSpPr>
              <p:cNvPr id="5" name="矩形 4">
                <a:extLst>
                  <a:ext uri="{FF2B5EF4-FFF2-40B4-BE49-F238E27FC236}">
                    <a16:creationId xmlns:a16="http://schemas.microsoft.com/office/drawing/2014/main" xmlns="" id="{AD276B2B-A417-46E9-85B6-BD69E084CDC6}"/>
                  </a:ext>
                </a:extLst>
              </p:cNvPr>
              <p:cNvSpPr>
                <a:spLocks noRot="1" noChangeAspect="1" noMove="1" noResize="1" noEditPoints="1" noAdjustHandles="1" noChangeArrowheads="1" noChangeShapeType="1" noTextEdit="1"/>
              </p:cNvSpPr>
              <p:nvPr/>
            </p:nvSpPr>
            <p:spPr>
              <a:xfrm>
                <a:off x="838201" y="2136339"/>
                <a:ext cx="10664686" cy="1754326"/>
              </a:xfrm>
              <a:prstGeom prst="rect">
                <a:avLst/>
              </a:prstGeom>
              <a:blipFill rotWithShape="0">
                <a:blip r:embed="rId3"/>
                <a:stretch>
                  <a:fillRect l="-515" t="-1389" b="-48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328F3AD-5BA2-4E52-8833-DDC016EC20FE}"/>
                  </a:ext>
                </a:extLst>
              </p:cNvPr>
              <p:cNvSpPr/>
              <p:nvPr/>
            </p:nvSpPr>
            <p:spPr>
              <a:xfrm>
                <a:off x="838200" y="4566623"/>
                <a:ext cx="10664686" cy="923330"/>
              </a:xfrm>
              <a:prstGeom prst="rect">
                <a:avLst/>
              </a:prstGeom>
            </p:spPr>
            <p:txBody>
              <a:bodyPr wrap="square">
                <a:spAutoFit/>
              </a:bodyPr>
              <a:lstStyle/>
              <a:p>
                <a:r>
                  <a:rPr lang="zh-TW" altLang="en-US" dirty="0"/>
                  <a:t>4) Reception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oMath>
                </a14:m>
                <a:r>
                  <a:rPr lang="zh-TW" altLang="en-US" dirty="0"/>
                  <a:t> at A: </a:t>
                </a:r>
                <a:endParaRPr lang="en-US" altLang="zh-TW" dirty="0"/>
              </a:p>
              <a:p>
                <a:r>
                  <a:rPr lang="en-US" altLang="zh-TW" dirty="0"/>
                  <a:t>	</a:t>
                </a:r>
                <a:r>
                  <a:rPr lang="zh-TW" altLang="en-US" dirty="0"/>
                  <a:t>The hub decodes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(1), </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(2) ,...,</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(k) while the k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oMath>
                </a14:m>
                <a:r>
                  <a:rPr lang="zh-TW" altLang="en-US" dirty="0"/>
                  <a:t>s are being transmitted by D. The hub also records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b="0" i="1" smtClean="0">
                            <a:latin typeface="Cambria Math" panose="02040503050406030204" pitchFamily="18" charset="0"/>
                          </a:rPr>
                          <m:t>𝐴</m:t>
                        </m:r>
                      </m:sub>
                    </m:sSub>
                  </m:oMath>
                </a14:m>
                <a:r>
                  <a:rPr lang="zh-TW" altLang="en-US" dirty="0"/>
                  <a:t>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𝐴</m:t>
                        </m:r>
                      </m:sub>
                    </m:sSub>
                  </m:oMath>
                </a14:m>
                <a:r>
                  <a:rPr lang="zh-TW" altLang="en-US" dirty="0"/>
                  <a:t>(1),</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𝐴</m:t>
                        </m:r>
                      </m:sub>
                    </m:sSub>
                  </m:oMath>
                </a14:m>
                <a:r>
                  <a:rPr lang="zh-TW" altLang="en-US" dirty="0"/>
                  <a:t>(2), ..., </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𝐴</m:t>
                        </m:r>
                      </m:sub>
                    </m:sSub>
                  </m:oMath>
                </a14:m>
                <a:r>
                  <a:rPr lang="zh-TW" altLang="en-US" dirty="0"/>
                  <a:t>(n)}, and the reception time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𝐴</m:t>
                        </m:r>
                      </m:sub>
                    </m:sSub>
                    <m:r>
                      <a:rPr lang="en-US" altLang="zh-TW" i="1">
                        <a:latin typeface="Cambria Math" panose="02040503050406030204" pitchFamily="18" charset="0"/>
                      </a:rPr>
                      <m:t> </m:t>
                    </m:r>
                  </m:oMath>
                </a14:m>
                <a:r>
                  <a:rPr lang="zh-TW" altLang="en-US" dirty="0"/>
                  <a:t>(1) of the </a:t>
                </a:r>
                <a:r>
                  <a:rPr lang="en-US" altLang="zh-TW" dirty="0"/>
                  <a:t>fi</a:t>
                </a:r>
                <a:r>
                  <a:rPr lang="zh-TW" altLang="en-US" dirty="0"/>
                  <a:t>rst sample. </a:t>
                </a:r>
              </a:p>
            </p:txBody>
          </p:sp>
        </mc:Choice>
        <mc:Fallback xmlns="">
          <p:sp>
            <p:nvSpPr>
              <p:cNvPr id="6" name="矩形 5">
                <a:extLst>
                  <a:ext uri="{FF2B5EF4-FFF2-40B4-BE49-F238E27FC236}">
                    <a16:creationId xmlns:a16="http://schemas.microsoft.com/office/drawing/2014/main" xmlns="" id="{D328F3AD-5BA2-4E52-8833-DDC016EC20FE}"/>
                  </a:ext>
                </a:extLst>
              </p:cNvPr>
              <p:cNvSpPr>
                <a:spLocks noRot="1" noChangeAspect="1" noMove="1" noResize="1" noEditPoints="1" noAdjustHandles="1" noChangeArrowheads="1" noChangeShapeType="1" noTextEdit="1"/>
              </p:cNvSpPr>
              <p:nvPr/>
            </p:nvSpPr>
            <p:spPr>
              <a:xfrm>
                <a:off x="838200" y="4566623"/>
                <a:ext cx="10664686" cy="923330"/>
              </a:xfrm>
              <a:prstGeom prst="rect">
                <a:avLst/>
              </a:prstGeom>
              <a:blipFill rotWithShape="0">
                <a:blip r:embed="rId4"/>
                <a:stretch>
                  <a:fillRect l="-515" t="-2632" b="-9868"/>
                </a:stretch>
              </a:blipFill>
            </p:spPr>
            <p:txBody>
              <a:bodyPr/>
              <a:lstStyle/>
              <a:p>
                <a:r>
                  <a:rPr lang="zh-TW" altLang="en-US">
                    <a:noFill/>
                  </a:rPr>
                  <a:t> </a:t>
                </a:r>
              </a:p>
            </p:txBody>
          </p:sp>
        </mc:Fallback>
      </mc:AlternateContent>
      <p:pic>
        <p:nvPicPr>
          <p:cNvPr id="7" name="圖片 6" descr="畫面剪輯"/>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7617" y="-119922"/>
            <a:ext cx="3143689" cy="2543530"/>
          </a:xfrm>
          <a:prstGeom prst="rect">
            <a:avLst/>
          </a:prstGeom>
        </p:spPr>
      </p:pic>
    </p:spTree>
    <p:extLst>
      <p:ext uri="{BB962C8B-B14F-4D97-AF65-F5344CB8AC3E}">
        <p14:creationId xmlns:p14="http://schemas.microsoft.com/office/powerpoint/2010/main" val="2393538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EB97EDA-C1D6-42C0-B9FA-9E8FB980AFBA}"/>
              </a:ext>
            </a:extLst>
          </p:cNvPr>
          <p:cNvSpPr>
            <a:spLocks noGrp="1"/>
          </p:cNvSpPr>
          <p:nvPr>
            <p:ph type="sldNum" sz="quarter" idx="12"/>
          </p:nvPr>
        </p:nvSpPr>
        <p:spPr/>
        <p:txBody>
          <a:bodyPr/>
          <a:lstStyle/>
          <a:p>
            <a:fld id="{32FFBE4F-D559-476D-AEE3-28F000B7084D}" type="slidenum">
              <a:rPr lang="en-US" smtClean="0"/>
              <a:pPr/>
              <a:t>7</a:t>
            </a:fld>
            <a:endParaRPr lang="en-US"/>
          </a:p>
        </p:txBody>
      </p:sp>
      <p:sp>
        <p:nvSpPr>
          <p:cNvPr id="3" name="標題 2">
            <a:extLst>
              <a:ext uri="{FF2B5EF4-FFF2-40B4-BE49-F238E27FC236}">
                <a16:creationId xmlns:a16="http://schemas.microsoft.com/office/drawing/2014/main" id="{92F43E37-8D02-427A-8136-BB72A94B7252}"/>
              </a:ext>
            </a:extLst>
          </p:cNvPr>
          <p:cNvSpPr>
            <a:spLocks noGrp="1"/>
          </p:cNvSpPr>
          <p:nvPr>
            <p:ph type="title"/>
          </p:nvPr>
        </p:nvSpPr>
        <p:spPr/>
        <p:txBody>
          <a:bodyPr/>
          <a:lstStyle/>
          <a:p>
            <a:endParaRPr lang="zh-TW" altLang="en-US"/>
          </a:p>
        </p:txBody>
      </p:sp>
      <p:sp>
        <p:nvSpPr>
          <p:cNvPr id="4" name="文字版面配置區 3">
            <a:extLst>
              <a:ext uri="{FF2B5EF4-FFF2-40B4-BE49-F238E27FC236}">
                <a16:creationId xmlns:a16="http://schemas.microsoft.com/office/drawing/2014/main" id="{FCEA5C00-1766-47AE-A50A-7AFCFF4DB5EF}"/>
              </a:ext>
            </a:extLst>
          </p:cNvPr>
          <p:cNvSpPr>
            <a:spLocks noGrp="1"/>
          </p:cNvSpPr>
          <p:nvPr>
            <p:ph type="body" sz="quarter" idx="13"/>
          </p:nvPr>
        </p:nvSpPr>
        <p:spPr/>
        <p:txBody>
          <a:bodyPr/>
          <a:lstStyle/>
          <a:p>
            <a:endParaRPr lang="zh-TW" altLang="en-US"/>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E994558-8C59-4EB9-A777-8DBEC7FF06D3}"/>
                  </a:ext>
                </a:extLst>
              </p:cNvPr>
              <p:cNvSpPr/>
              <p:nvPr/>
            </p:nvSpPr>
            <p:spPr>
              <a:xfrm>
                <a:off x="838200" y="1951672"/>
                <a:ext cx="10611678" cy="1200329"/>
              </a:xfrm>
              <a:prstGeom prst="rect">
                <a:avLst/>
              </a:prstGeom>
            </p:spPr>
            <p:txBody>
              <a:bodyPr wrap="square">
                <a:spAutoFit/>
              </a:bodyPr>
              <a:lstStyle/>
              <a:p>
                <a:r>
                  <a:rPr lang="zh-TW" altLang="en-US" dirty="0"/>
                  <a:t>5) Authentication data at H:</a:t>
                </a:r>
                <a:endParaRPr lang="en-US" altLang="zh-TW" dirty="0"/>
              </a:p>
              <a:p>
                <a:r>
                  <a:rPr lang="en-US" altLang="zh-TW" dirty="0"/>
                  <a:t>	</a:t>
                </a:r>
                <a:r>
                  <a:rPr lang="zh-TW" altLang="en-US" dirty="0"/>
                  <a:t> H checks if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(1)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(2) ? = ···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(k). If not, H sends an AE(ABORT) message to A via their shared authenticated channel. If the decoded messages match, H compiles message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𝐻</m:t>
                        </m:r>
                      </m:sub>
                    </m:sSub>
                  </m:oMath>
                </a14:m>
                <a:r>
                  <a:rPr lang="zh-TW" altLang="en-US" dirty="0"/>
                  <a:t> =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𝐻</m:t>
                        </m:r>
                      </m:sub>
                    </m:sSub>
                  </m:oMath>
                </a14:m>
                <a:r>
                  <a:rPr lang="zh-TW" altLang="en-US" dirty="0"/>
                  <a:t>,</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zh-TW" altLang="en-US" dirty="0"/>
                  <a:t>(1),</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𝑡</m:t>
                        </m:r>
                      </m:e>
                      <m:sub>
                        <m:r>
                          <a:rPr lang="en-US" altLang="zh-TW" i="1">
                            <a:latin typeface="Cambria Math" panose="02040503050406030204" pitchFamily="18" charset="0"/>
                          </a:rPr>
                          <m:t>𝐻</m:t>
                        </m:r>
                      </m:sub>
                    </m:sSub>
                  </m:oMath>
                </a14:m>
                <a:r>
                  <a:rPr lang="zh-TW" altLang="en-US" dirty="0"/>
                  <a:t> (1)}.  H sends AE(</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𝐻</m:t>
                        </m:r>
                      </m:sub>
                    </m:sSub>
                  </m:oMath>
                </a14:m>
                <a:r>
                  <a:rPr lang="zh-TW" altLang="en-US" dirty="0"/>
                  <a:t>) to A.</a:t>
                </a:r>
              </a:p>
            </p:txBody>
          </p:sp>
        </mc:Choice>
        <mc:Fallback xmlns="">
          <p:sp>
            <p:nvSpPr>
              <p:cNvPr id="5" name="矩形 4">
                <a:extLst>
                  <a:ext uri="{FF2B5EF4-FFF2-40B4-BE49-F238E27FC236}">
                    <a16:creationId xmlns:a16="http://schemas.microsoft.com/office/drawing/2014/main" xmlns="" id="{DE994558-8C59-4EB9-A777-8DBEC7FF06D3}"/>
                  </a:ext>
                </a:extLst>
              </p:cNvPr>
              <p:cNvSpPr>
                <a:spLocks noRot="1" noChangeAspect="1" noMove="1" noResize="1" noEditPoints="1" noAdjustHandles="1" noChangeArrowheads="1" noChangeShapeType="1" noTextEdit="1"/>
              </p:cNvSpPr>
              <p:nvPr/>
            </p:nvSpPr>
            <p:spPr>
              <a:xfrm>
                <a:off x="838200" y="1951672"/>
                <a:ext cx="10611678" cy="1200329"/>
              </a:xfrm>
              <a:prstGeom prst="rect">
                <a:avLst/>
              </a:prstGeom>
              <a:blipFill rotWithShape="0">
                <a:blip r:embed="rId3"/>
                <a:stretch>
                  <a:fillRect l="-517" t="-2030" b="-761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83B97089-938E-4869-8346-01A460B1CB39}"/>
                  </a:ext>
                </a:extLst>
              </p:cNvPr>
              <p:cNvSpPr/>
              <p:nvPr/>
            </p:nvSpPr>
            <p:spPr>
              <a:xfrm>
                <a:off x="838200" y="3942018"/>
                <a:ext cx="10435524" cy="923330"/>
              </a:xfrm>
              <a:prstGeom prst="rect">
                <a:avLst/>
              </a:prstGeom>
            </p:spPr>
            <p:txBody>
              <a:bodyPr wrap="square">
                <a:spAutoFit/>
              </a:bodyPr>
              <a:lstStyle/>
              <a:p>
                <a:r>
                  <a:rPr lang="zh-TW" altLang="en-US" dirty="0"/>
                  <a:t>6) Authentication of </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𝑚</m:t>
                        </m:r>
                      </m:e>
                      <m:sub>
                        <m:r>
                          <a:rPr lang="en-US" altLang="zh-TW" b="0" i="1" smtClean="0">
                            <a:latin typeface="Cambria Math" panose="02040503050406030204" pitchFamily="18" charset="0"/>
                          </a:rPr>
                          <m:t>𝐻</m:t>
                        </m:r>
                      </m:sub>
                    </m:sSub>
                  </m:oMath>
                </a14:m>
                <a:r>
                  <a:rPr lang="zh-TW" altLang="en-US" dirty="0"/>
                  <a:t>:</a:t>
                </a:r>
                <a:endParaRPr lang="en-US" altLang="zh-TW" dirty="0"/>
              </a:p>
              <a:p>
                <a:r>
                  <a:rPr lang="en-US" altLang="zh-TW" dirty="0"/>
                  <a:t>	</a:t>
                </a:r>
                <a:r>
                  <a:rPr lang="zh-TW" altLang="en-US" dirty="0"/>
                  <a:t>The hub decrypts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𝐻</m:t>
                        </m:r>
                      </m:sub>
                    </m:sSub>
                  </m:oMath>
                </a14:m>
                <a:r>
                  <a:rPr lang="zh-TW" altLang="en-US" dirty="0"/>
                  <a:t> and veri</a:t>
                </a:r>
                <a:r>
                  <a:rPr lang="en-US" altLang="zh-TW" dirty="0"/>
                  <a:t>fi</a:t>
                </a:r>
                <a:r>
                  <a:rPr lang="zh-TW" altLang="en-US" dirty="0"/>
                  <a:t>es its integrity using VD(·), which is the corresponding authentication/integrity veri</a:t>
                </a:r>
                <a:r>
                  <a:rPr lang="en-US" altLang="zh-TW" dirty="0"/>
                  <a:t>fi</a:t>
                </a:r>
                <a:r>
                  <a:rPr lang="zh-TW" altLang="en-US" dirty="0"/>
                  <a:t>cation function to AE(·). If veri</a:t>
                </a:r>
                <a:r>
                  <a:rPr lang="en-US" altLang="zh-TW" dirty="0"/>
                  <a:t>fi</a:t>
                </a:r>
                <a:r>
                  <a:rPr lang="zh-TW" altLang="en-US" dirty="0"/>
                  <a:t>cation fails, A aborts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t>.</a:t>
                </a:r>
                <a:endParaRPr lang="zh-TW" altLang="en-US" dirty="0"/>
              </a:p>
            </p:txBody>
          </p:sp>
        </mc:Choice>
        <mc:Fallback>
          <p:sp>
            <p:nvSpPr>
              <p:cNvPr id="6" name="矩形 5">
                <a:extLst>
                  <a:ext uri="{FF2B5EF4-FFF2-40B4-BE49-F238E27FC236}">
                    <a16:creationId xmlns:a16="http://schemas.microsoft.com/office/drawing/2014/main" id="{83B97089-938E-4869-8346-01A460B1CB39}"/>
                  </a:ext>
                </a:extLst>
              </p:cNvPr>
              <p:cNvSpPr>
                <a:spLocks noRot="1" noChangeAspect="1" noMove="1" noResize="1" noEditPoints="1" noAdjustHandles="1" noChangeArrowheads="1" noChangeShapeType="1" noTextEdit="1"/>
              </p:cNvSpPr>
              <p:nvPr/>
            </p:nvSpPr>
            <p:spPr>
              <a:xfrm>
                <a:off x="838200" y="3942018"/>
                <a:ext cx="10435524" cy="923330"/>
              </a:xfrm>
              <a:prstGeom prst="rect">
                <a:avLst/>
              </a:prstGeom>
              <a:blipFill>
                <a:blip r:embed="rId4"/>
                <a:stretch>
                  <a:fillRect l="-526" t="-3974" b="-993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970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B948EFCC-295D-433F-AF6A-AE281BDE31D2}"/>
              </a:ext>
            </a:extLst>
          </p:cNvPr>
          <p:cNvSpPr>
            <a:spLocks noGrp="1"/>
          </p:cNvSpPr>
          <p:nvPr>
            <p:ph type="sldNum" sz="quarter" idx="12"/>
          </p:nvPr>
        </p:nvSpPr>
        <p:spPr/>
        <p:txBody>
          <a:bodyPr/>
          <a:lstStyle/>
          <a:p>
            <a:fld id="{32FFBE4F-D559-476D-AEE3-28F000B7084D}" type="slidenum">
              <a:rPr lang="en-US" smtClean="0"/>
              <a:pPr/>
              <a:t>8</a:t>
            </a:fld>
            <a:endParaRPr lang="en-US"/>
          </a:p>
        </p:txBody>
      </p:sp>
      <p:sp>
        <p:nvSpPr>
          <p:cNvPr id="3" name="標題 2">
            <a:extLst>
              <a:ext uri="{FF2B5EF4-FFF2-40B4-BE49-F238E27FC236}">
                <a16:creationId xmlns:a16="http://schemas.microsoft.com/office/drawing/2014/main" id="{E36A10E3-3D23-4DB7-93B2-D73A96CE4FF8}"/>
              </a:ext>
            </a:extLst>
          </p:cNvPr>
          <p:cNvSpPr>
            <a:spLocks noGrp="1"/>
          </p:cNvSpPr>
          <p:nvPr>
            <p:ph type="title"/>
          </p:nvPr>
        </p:nvSpPr>
        <p:spPr/>
        <p:txBody>
          <a:bodyPr/>
          <a:lstStyle/>
          <a:p>
            <a:endParaRPr lang="zh-TW" altLang="en-US"/>
          </a:p>
        </p:txBody>
      </p:sp>
      <p:sp>
        <p:nvSpPr>
          <p:cNvPr id="4" name="文字版面配置區 3">
            <a:extLst>
              <a:ext uri="{FF2B5EF4-FFF2-40B4-BE49-F238E27FC236}">
                <a16:creationId xmlns:a16="http://schemas.microsoft.com/office/drawing/2014/main" id="{F590AD80-9B92-4AD1-B22C-E864088441B4}"/>
              </a:ext>
            </a:extLst>
          </p:cNvPr>
          <p:cNvSpPr>
            <a:spLocks noGrp="1"/>
          </p:cNvSpPr>
          <p:nvPr>
            <p:ph type="body" sz="quarter" idx="13"/>
          </p:nvPr>
        </p:nvSpPr>
        <p:spPr/>
        <p:txBody>
          <a:bodyPr/>
          <a:lstStyle/>
          <a:p>
            <a:endParaRPr lang="zh-TW" altLang="en-US"/>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3C7D6035-402B-412F-82E7-FD2D3091A153}"/>
                  </a:ext>
                </a:extLst>
              </p:cNvPr>
              <p:cNvSpPr/>
              <p:nvPr/>
            </p:nvSpPr>
            <p:spPr>
              <a:xfrm>
                <a:off x="838200" y="2136338"/>
                <a:ext cx="10515600" cy="3970318"/>
              </a:xfrm>
              <a:prstGeom prst="rect">
                <a:avLst/>
              </a:prstGeom>
            </p:spPr>
            <p:txBody>
              <a:bodyPr wrap="square">
                <a:spAutoFit/>
              </a:bodyPr>
              <a:lstStyle/>
              <a:p>
                <a:r>
                  <a:rPr lang="zh-TW" altLang="en-US" dirty="0"/>
                  <a:t>7) Authentication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𝐷</m:t>
                        </m:r>
                      </m:sub>
                    </m:sSub>
                  </m:oMath>
                </a14:m>
                <a:r>
                  <a:rPr lang="zh-TW" altLang="en-US" dirty="0"/>
                  <a:t>: </a:t>
                </a:r>
                <a:endParaRPr lang="en-US" altLang="zh-TW" dirty="0"/>
              </a:p>
              <a:p>
                <a:r>
                  <a:rPr lang="en-US" altLang="zh-TW" dirty="0"/>
                  <a:t>	</a:t>
                </a:r>
                <a:r>
                  <a:rPr lang="zh-TW" altLang="en-US" dirty="0"/>
                  <a:t>The hub </a:t>
                </a:r>
                <a:r>
                  <a:rPr lang="en-US" altLang="zh-TW" dirty="0"/>
                  <a:t>fi</a:t>
                </a:r>
                <a:r>
                  <a:rPr lang="zh-TW" altLang="en-US" dirty="0"/>
                  <a:t>rst ver</a:t>
                </a:r>
                <a:r>
                  <a:rPr lang="en-US" altLang="zh-TW" dirty="0"/>
                  <a:t>fi</a:t>
                </a:r>
                <a:r>
                  <a:rPr lang="zh-TW" altLang="en-US" dirty="0"/>
                  <a:t>es that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(1)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(2) ? = ···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(k). If veri</a:t>
                </a:r>
                <a:r>
                  <a:rPr lang="en-US" altLang="zh-TW" dirty="0"/>
                  <a:t>fi</a:t>
                </a:r>
                <a:r>
                  <a:rPr lang="zh-TW" altLang="en-US" dirty="0"/>
                  <a:t>cation fails, it aborts the pairing process. If successful, the hub ver</a:t>
                </a:r>
                <a:r>
                  <a:rPr lang="en-US" altLang="zh-TW" dirty="0"/>
                  <a:t>fi</a:t>
                </a:r>
                <a:r>
                  <a:rPr lang="zh-TW" altLang="en-US" dirty="0"/>
                  <a:t>es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(1)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i="1">
                            <a:latin typeface="Cambria Math" panose="02040503050406030204" pitchFamily="18" charset="0"/>
                          </a:rPr>
                          <m:t>′</m:t>
                        </m:r>
                      </m:e>
                      <m:sub>
                        <m:r>
                          <a:rPr lang="en-US" altLang="zh-TW" i="1">
                            <a:latin typeface="Cambria Math" panose="02040503050406030204" pitchFamily="18" charset="0"/>
                          </a:rPr>
                          <m:t>𝐷</m:t>
                        </m:r>
                      </m:sub>
                    </m:sSub>
                    <m:r>
                      <a:rPr lang="en-US" altLang="zh-TW" i="1">
                        <a:latin typeface="Cambria Math" panose="02040503050406030204" pitchFamily="18" charset="0"/>
                      </a:rPr>
                      <m:t> </m:t>
                    </m:r>
                  </m:oMath>
                </a14:m>
                <a:r>
                  <a:rPr lang="zh-TW" altLang="en-US" dirty="0"/>
                  <a:t>(1). If ver</a:t>
                </a:r>
                <a:r>
                  <a:rPr lang="en-US" altLang="zh-TW" dirty="0" err="1"/>
                  <a:t>ifi</a:t>
                </a:r>
                <a:r>
                  <a:rPr lang="zh-TW" altLang="en-US" dirty="0"/>
                  <a:t>cation fails, the hub aborts the pairing process. Otherwise, A proceeds to the RSS authentication. The hub uses the timestamp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𝑡</m:t>
                        </m:r>
                      </m:e>
                      <m:sub>
                        <m:r>
                          <a:rPr lang="en-US" altLang="zh-TW" i="1">
                            <a:latin typeface="Cambria Math" panose="02040503050406030204" pitchFamily="18" charset="0"/>
                          </a:rPr>
                          <m:t>𝐻</m:t>
                        </m:r>
                      </m:sub>
                    </m:sSub>
                    <m:r>
                      <a:rPr lang="en-US" altLang="zh-TW" i="1">
                        <a:latin typeface="Cambria Math" panose="02040503050406030204" pitchFamily="18" charset="0"/>
                      </a:rPr>
                      <m:t> </m:t>
                    </m:r>
                  </m:oMath>
                </a14:m>
                <a:r>
                  <a:rPr lang="zh-TW" altLang="en-US" dirty="0"/>
                  <a:t>(1) to align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 with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𝐴</m:t>
                        </m:r>
                      </m:sub>
                    </m:sSub>
                    <m:r>
                      <a:rPr lang="en-US" altLang="zh-TW" i="1">
                        <a:latin typeface="Cambria Math" panose="02040503050406030204" pitchFamily="18" charset="0"/>
                      </a:rPr>
                      <m:t> </m:t>
                    </m:r>
                  </m:oMath>
                </a14:m>
                <a:r>
                  <a:rPr lang="zh-TW" altLang="en-US" dirty="0"/>
                  <a:t>. If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𝑡</m:t>
                        </m:r>
                      </m:e>
                      <m:sub>
                        <m:r>
                          <a:rPr lang="en-US" altLang="zh-TW" i="1">
                            <a:latin typeface="Cambria Math" panose="02040503050406030204" pitchFamily="18" charset="0"/>
                          </a:rPr>
                          <m:t>𝐻</m:t>
                        </m:r>
                      </m:sub>
                    </m:sSub>
                    <m:r>
                      <a:rPr lang="en-US" altLang="zh-TW" i="1">
                        <a:latin typeface="Cambria Math" panose="02040503050406030204" pitchFamily="18" charset="0"/>
                      </a:rPr>
                      <m:t> </m:t>
                    </m:r>
                  </m:oMath>
                </a14:m>
                <a:r>
                  <a:rPr lang="zh-TW" altLang="en-US" dirty="0"/>
                  <a:t>(1) &gt;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b="0" i="1" smtClean="0">
                            <a:latin typeface="Cambria Math" panose="02040503050406030204" pitchFamily="18" charset="0"/>
                          </a:rPr>
                          <m:t>𝐴</m:t>
                        </m:r>
                      </m:sub>
                    </m:sSub>
                    <m:r>
                      <a:rPr lang="en-US" altLang="zh-TW" i="1">
                        <a:latin typeface="Cambria Math" panose="02040503050406030204" pitchFamily="18" charset="0"/>
                      </a:rPr>
                      <m:t> </m:t>
                    </m:r>
                  </m:oMath>
                </a14:m>
                <a:r>
                  <a:rPr lang="zh-TW" altLang="en-US" dirty="0"/>
                  <a:t>(1), sample alignment is achieved by mapping the </a:t>
                </a:r>
                <a:r>
                  <a:rPr lang="en-US" altLang="zh-TW" dirty="0"/>
                  <a:t>fi</a:t>
                </a:r>
                <a:r>
                  <a:rPr lang="zh-TW" altLang="en-US" dirty="0"/>
                  <a:t>rst sample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b="0" i="1" smtClean="0">
                            <a:latin typeface="Cambria Math" panose="02040503050406030204" pitchFamily="18" charset="0"/>
                          </a:rPr>
                          <m:t>𝐴</m:t>
                        </m:r>
                      </m:sub>
                    </m:sSub>
                  </m:oMath>
                </a14:m>
                <a:r>
                  <a:rPr lang="zh-TW" altLang="en-US" dirty="0"/>
                  <a:t> to the sample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𝐻</m:t>
                        </m:r>
                      </m:sub>
                    </m:sSub>
                  </m:oMath>
                </a14:m>
                <a:r>
                  <a:rPr lang="zh-TW" altLang="en-US" dirty="0"/>
                  <a:t> closest to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𝑟</m:t>
                        </m:r>
                      </m:e>
                      <m:sub>
                        <m:r>
                          <a:rPr lang="en-US" altLang="zh-TW" i="1">
                            <a:latin typeface="Cambria Math" panose="02040503050406030204" pitchFamily="18" charset="0"/>
                          </a:rPr>
                          <m:t>𝐴</m:t>
                        </m:r>
                      </m:sub>
                    </m:sSub>
                    <m:r>
                      <a:rPr lang="en-US" altLang="zh-TW" i="1">
                        <a:latin typeface="Cambria Math" panose="02040503050406030204" pitchFamily="18" charset="0"/>
                      </a:rPr>
                      <m:t> </m:t>
                    </m:r>
                  </m:oMath>
                </a14:m>
                <a:r>
                  <a:rPr lang="zh-TW" altLang="en-US" dirty="0"/>
                  <a:t>(1). In the other case, the alignment process is reversed. The hub and computes the ratio:</a:t>
                </a:r>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	The hub performs a set of RSS authentication tests Γ to verify the authenticity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r>
                          <a:rPr lang="en-US" altLang="zh-TW" b="0" i="1" smtClean="0">
                            <a:latin typeface="Cambria Math" panose="02040503050406030204" pitchFamily="18" charset="0"/>
                          </a:rPr>
                          <m:t>′</m:t>
                        </m:r>
                        <m:r>
                          <a:rPr lang="en-US" altLang="zh-TW" i="1">
                            <a:latin typeface="Cambria Math" panose="02040503050406030204" pitchFamily="18" charset="0"/>
                          </a:rPr>
                          <m:t>′</m:t>
                        </m:r>
                      </m:e>
                      <m:sub>
                        <m:r>
                          <a:rPr lang="en-US" altLang="zh-TW" i="1">
                            <a:latin typeface="Cambria Math" panose="02040503050406030204" pitchFamily="18" charset="0"/>
                          </a:rPr>
                          <m:t>𝐷</m:t>
                        </m:r>
                      </m:sub>
                    </m:sSub>
                  </m:oMath>
                </a14:m>
                <a:r>
                  <a:rPr lang="en-US" altLang="zh-TW" dirty="0"/>
                  <a:t>. If any of the tests fail, the pairing is aborted and the user has to restart the pairing process. If all test pass H displays SUCCESS. If the timer at A expires, the pairing process fails. </a:t>
                </a:r>
                <a:endParaRPr lang="zh-TW" altLang="en-US" dirty="0"/>
              </a:p>
            </p:txBody>
          </p:sp>
        </mc:Choice>
        <mc:Fallback>
          <p:sp>
            <p:nvSpPr>
              <p:cNvPr id="5" name="矩形 4">
                <a:extLst>
                  <a:ext uri="{FF2B5EF4-FFF2-40B4-BE49-F238E27FC236}">
                    <a16:creationId xmlns:a16="http://schemas.microsoft.com/office/drawing/2014/main" id="{3C7D6035-402B-412F-82E7-FD2D3091A153}"/>
                  </a:ext>
                </a:extLst>
              </p:cNvPr>
              <p:cNvSpPr>
                <a:spLocks noRot="1" noChangeAspect="1" noMove="1" noResize="1" noEditPoints="1" noAdjustHandles="1" noChangeArrowheads="1" noChangeShapeType="1" noTextEdit="1"/>
              </p:cNvSpPr>
              <p:nvPr/>
            </p:nvSpPr>
            <p:spPr>
              <a:xfrm>
                <a:off x="838200" y="2136338"/>
                <a:ext cx="10515600" cy="3970318"/>
              </a:xfrm>
              <a:prstGeom prst="rect">
                <a:avLst/>
              </a:prstGeom>
              <a:blipFill>
                <a:blip r:embed="rId3"/>
                <a:stretch>
                  <a:fillRect l="-522" t="-767" r="-580" b="-1380"/>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A0DDAD10-5BF5-4D83-B1A6-E20B63952C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8315" y="4381111"/>
            <a:ext cx="6367817" cy="860515"/>
          </a:xfrm>
          <a:prstGeom prst="rect">
            <a:avLst/>
          </a:prstGeom>
        </p:spPr>
      </p:pic>
    </p:spTree>
    <p:extLst>
      <p:ext uri="{BB962C8B-B14F-4D97-AF65-F5344CB8AC3E}">
        <p14:creationId xmlns:p14="http://schemas.microsoft.com/office/powerpoint/2010/main" val="2652879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32FFBE4F-D559-476D-AEE3-28F000B7084D}" type="slidenum">
              <a:rPr lang="en-US" smtClean="0"/>
              <a:pPr/>
              <a:t>9</a:t>
            </a:fld>
            <a:endParaRPr lang="en-US"/>
          </a:p>
        </p:txBody>
      </p:sp>
      <p:sp>
        <p:nvSpPr>
          <p:cNvPr id="3" name="標題 2"/>
          <p:cNvSpPr>
            <a:spLocks noGrp="1"/>
          </p:cNvSpPr>
          <p:nvPr>
            <p:ph type="title"/>
          </p:nvPr>
        </p:nvSpPr>
        <p:spPr/>
        <p:txBody>
          <a:bodyPr/>
          <a:lstStyle/>
          <a:p>
            <a:r>
              <a:rPr lang="en-US" altLang="zh-TW" dirty="0"/>
              <a:t>RSS Authentication Tests</a:t>
            </a:r>
            <a:endParaRPr lang="zh-TW" altLang="en-US" dirty="0"/>
          </a:p>
        </p:txBody>
      </p:sp>
      <p:sp>
        <p:nvSpPr>
          <p:cNvPr id="4" name="文字版面配置區 3"/>
          <p:cNvSpPr>
            <a:spLocks noGrp="1"/>
          </p:cNvSpPr>
          <p:nvPr>
            <p:ph type="body" sz="quarter" idx="13"/>
          </p:nvPr>
        </p:nvSpPr>
        <p:spPr/>
        <p:txBody>
          <a:bodyPr/>
          <a:lstStyle/>
          <a:p>
            <a:endParaRPr lang="zh-TW" altLang="en-US"/>
          </a:p>
        </p:txBody>
      </p:sp>
      <mc:AlternateContent xmlns:mc="http://schemas.openxmlformats.org/markup-compatibility/2006">
        <mc:Choice xmlns:a14="http://schemas.microsoft.com/office/drawing/2010/main" Requires="a14">
          <p:sp>
            <p:nvSpPr>
              <p:cNvPr id="5" name="矩形 4"/>
              <p:cNvSpPr/>
              <p:nvPr/>
            </p:nvSpPr>
            <p:spPr>
              <a:xfrm>
                <a:off x="524657" y="1914727"/>
                <a:ext cx="4731095" cy="3785652"/>
              </a:xfrm>
              <a:prstGeom prst="rect">
                <a:avLst/>
              </a:prstGeom>
            </p:spPr>
            <p:txBody>
              <a:bodyPr wrap="square">
                <a:spAutoFit/>
              </a:bodyPr>
              <a:lstStyle/>
              <a:p>
                <a:r>
                  <a:rPr lang="en-US" altLang="zh-TW" sz="2000" dirty="0"/>
                  <a:t>	For each test, the hub divides the RSS ratio samples in Γ in sweeps, by organizing the samples in a timeline. Each sweep is determined by observing a valley-peak-valley-peak sequence. If the user does not start away from D, the first few samples are discarded, until a valley is found. The first two sweeps are also marked. Let</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𝑠</m:t>
                        </m:r>
                      </m:e>
                      <m:sub>
                        <m:r>
                          <a:rPr lang="en-US" altLang="zh-TW" sz="2000" b="0" i="1" smtClean="0">
                            <a:latin typeface="Cambria Math" panose="02040503050406030204" pitchFamily="18" charset="0"/>
                          </a:rPr>
                          <m:t>1</m:t>
                        </m:r>
                      </m:sub>
                    </m:sSub>
                  </m:oMath>
                </a14:m>
                <a:r>
                  <a:rPr lang="en-US" altLang="zh-TW" sz="2000" dirty="0"/>
                  <a:t>,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i="1">
                            <a:latin typeface="Cambria Math" panose="02040503050406030204" pitchFamily="18" charset="0"/>
                          </a:rPr>
                          <m:t>𝑠</m:t>
                        </m:r>
                      </m:e>
                      <m:sub>
                        <m:r>
                          <a:rPr lang="en-US" altLang="zh-TW" sz="2000" b="0" i="1" smtClean="0">
                            <a:latin typeface="Cambria Math" panose="02040503050406030204" pitchFamily="18" charset="0"/>
                          </a:rPr>
                          <m:t>2</m:t>
                        </m:r>
                      </m:sub>
                    </m:sSub>
                  </m:oMath>
                </a14:m>
                <a:r>
                  <a:rPr lang="en-US" altLang="zh-TW" sz="2000" dirty="0"/>
                  <a:t>, . . . ,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𝑠</m:t>
                        </m:r>
                      </m:e>
                      <m:sub>
                        <m:r>
                          <a:rPr lang="en-US" altLang="zh-TW" sz="2000" b="0" i="1" smtClean="0">
                            <a:latin typeface="Cambria Math" panose="02040503050406030204" pitchFamily="18" charset="0"/>
                          </a:rPr>
                          <m:t>𝑙</m:t>
                        </m:r>
                      </m:sub>
                    </m:sSub>
                  </m:oMath>
                </a14:m>
                <a:r>
                  <a:rPr lang="en-US" altLang="zh-TW" sz="2000" dirty="0"/>
                  <a:t> denote the sample set for each sweep, with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𝑠</m:t>
                        </m:r>
                      </m:e>
                      <m:sub>
                        <m:r>
                          <a:rPr lang="en-US" altLang="zh-TW" sz="2000" b="0" i="1" smtClean="0">
                            <a:latin typeface="Cambria Math" panose="02040503050406030204" pitchFamily="18" charset="0"/>
                          </a:rPr>
                          <m:t>𝑖</m:t>
                        </m:r>
                      </m:sub>
                    </m:sSub>
                  </m:oMath>
                </a14:m>
                <a:r>
                  <a:rPr lang="en-US" altLang="zh-TW" sz="2000" dirty="0"/>
                  <a:t> =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𝑠</m:t>
                        </m:r>
                      </m:e>
                      <m:sub>
                        <m:r>
                          <a:rPr lang="en-US" altLang="zh-TW" sz="2000" i="1">
                            <a:latin typeface="Cambria Math" panose="02040503050406030204" pitchFamily="18" charset="0"/>
                          </a:rPr>
                          <m:t>𝑖</m:t>
                        </m:r>
                      </m:sub>
                    </m:sSub>
                  </m:oMath>
                </a14:m>
                <a:r>
                  <a:rPr lang="en-US" altLang="zh-TW" sz="2000" dirty="0"/>
                  <a:t> (1),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𝑠</m:t>
                        </m:r>
                      </m:e>
                      <m:sub>
                        <m:r>
                          <a:rPr lang="en-US" altLang="zh-TW" sz="2000" i="1">
                            <a:latin typeface="Cambria Math" panose="02040503050406030204" pitchFamily="18" charset="0"/>
                          </a:rPr>
                          <m:t>𝑖</m:t>
                        </m:r>
                      </m:sub>
                    </m:sSub>
                  </m:oMath>
                </a14:m>
                <a:r>
                  <a:rPr lang="en-US" altLang="zh-TW" sz="2000" dirty="0"/>
                  <a:t> (2), . . . ,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𝑠</m:t>
                        </m:r>
                      </m:e>
                      <m:sub>
                        <m:r>
                          <a:rPr lang="en-US" altLang="zh-TW" sz="2000" i="1">
                            <a:latin typeface="Cambria Math" panose="02040503050406030204" pitchFamily="18" charset="0"/>
                          </a:rPr>
                          <m:t>𝑖</m:t>
                        </m:r>
                      </m:sub>
                    </m:sSub>
                  </m:oMath>
                </a14:m>
                <a:r>
                  <a:rPr lang="en-US" altLang="zh-TW" sz="2000" dirty="0"/>
                  <a:t> (w)}. Each RSS authentication test is performed on a per sweep basis. </a:t>
                </a:r>
                <a:endParaRPr lang="zh-TW" altLang="en-US" sz="2000" dirty="0"/>
              </a:p>
            </p:txBody>
          </p:sp>
        </mc:Choice>
        <mc:Fallback>
          <p:sp>
            <p:nvSpPr>
              <p:cNvPr id="5" name="矩形 4"/>
              <p:cNvSpPr>
                <a:spLocks noRot="1" noChangeAspect="1" noMove="1" noResize="1" noEditPoints="1" noAdjustHandles="1" noChangeArrowheads="1" noChangeShapeType="1" noTextEdit="1"/>
              </p:cNvSpPr>
              <p:nvPr/>
            </p:nvSpPr>
            <p:spPr>
              <a:xfrm>
                <a:off x="524657" y="1914727"/>
                <a:ext cx="4731095" cy="3785652"/>
              </a:xfrm>
              <a:prstGeom prst="rect">
                <a:avLst/>
              </a:prstGeom>
              <a:blipFill>
                <a:blip r:embed="rId3"/>
                <a:stretch>
                  <a:fillRect l="-1289" t="-805" r="-1804" b="-1932"/>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0DE41FC0-203E-4EBB-9090-C5FF1B0963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6464" y="2021366"/>
            <a:ext cx="6525536" cy="3572374"/>
          </a:xfrm>
          <a:prstGeom prst="rect">
            <a:avLst/>
          </a:prstGeom>
        </p:spPr>
      </p:pic>
    </p:spTree>
    <p:extLst>
      <p:ext uri="{BB962C8B-B14F-4D97-AF65-F5344CB8AC3E}">
        <p14:creationId xmlns:p14="http://schemas.microsoft.com/office/powerpoint/2010/main" val="3049164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32FFBE4F-D559-476D-AEE3-28F000B7084D}" type="slidenum">
              <a:rPr lang="en-US" smtClean="0"/>
              <a:pPr/>
              <a:t>10</a:t>
            </a:fld>
            <a:endParaRPr lang="en-US"/>
          </a:p>
        </p:txBody>
      </p:sp>
      <p:sp>
        <p:nvSpPr>
          <p:cNvPr id="3" name="標題 2"/>
          <p:cNvSpPr>
            <a:spLocks noGrp="1"/>
          </p:cNvSpPr>
          <p:nvPr>
            <p:ph type="title"/>
          </p:nvPr>
        </p:nvSpPr>
        <p:spPr/>
        <p:txBody>
          <a:bodyPr/>
          <a:lstStyle/>
          <a:p>
            <a:endParaRPr lang="zh-TW" altLang="en-US"/>
          </a:p>
        </p:txBody>
      </p:sp>
      <p:sp>
        <p:nvSpPr>
          <p:cNvPr id="4" name="文字版面配置區 3"/>
          <p:cNvSpPr>
            <a:spLocks noGrp="1"/>
          </p:cNvSpPr>
          <p:nvPr>
            <p:ph type="body" sz="quarter" idx="13"/>
          </p:nvPr>
        </p:nvSpPr>
        <p:spPr/>
        <p:txBody>
          <a:bodyPr/>
          <a:lstStyle/>
          <a:p>
            <a:endParaRPr lang="zh-TW" altLang="en-US"/>
          </a:p>
        </p:txBody>
      </p:sp>
      <mc:AlternateContent xmlns:mc="http://schemas.openxmlformats.org/markup-compatibility/2006">
        <mc:Choice xmlns:a14="http://schemas.microsoft.com/office/drawing/2010/main" Requires="a14">
          <p:sp>
            <p:nvSpPr>
              <p:cNvPr id="5" name="矩形 4"/>
              <p:cNvSpPr/>
              <p:nvPr/>
            </p:nvSpPr>
            <p:spPr>
              <a:xfrm>
                <a:off x="1061803" y="2012711"/>
                <a:ext cx="9768590" cy="3840667"/>
              </a:xfrm>
              <a:prstGeom prst="rect">
                <a:avLst/>
              </a:prstGeom>
            </p:spPr>
            <p:txBody>
              <a:bodyPr wrap="square">
                <a:spAutoFit/>
              </a:bodyPr>
              <a:lstStyle/>
              <a:p>
                <a:r>
                  <a:rPr lang="en-US" altLang="zh-TW" sz="2000" dirty="0">
                    <a:latin typeface="Arial Unicode MS"/>
                  </a:rPr>
                  <a:t>Test 1: Peak RSS Test: </a:t>
                </a:r>
              </a:p>
              <a:p>
                <a:endParaRPr lang="en-US" altLang="zh-TW" sz="2000" dirty="0">
                  <a:latin typeface="Arial Unicode MS"/>
                </a:endParaRPr>
              </a:p>
              <a:p>
                <a:r>
                  <a:rPr lang="en-US" altLang="zh-TW" sz="2000" dirty="0">
                    <a:latin typeface="Arial Unicode MS"/>
                  </a:rPr>
                  <a:t>	In the first test, the hub compares the peak RSS value in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𝑠</m:t>
                        </m:r>
                      </m:e>
                      <m:sub>
                        <m:r>
                          <a:rPr lang="en-US" altLang="zh-TW" sz="2000" i="1">
                            <a:latin typeface="Cambria Math" panose="02040503050406030204" pitchFamily="18" charset="0"/>
                          </a:rPr>
                          <m:t>𝑖</m:t>
                        </m:r>
                      </m:sub>
                    </m:sSub>
                  </m:oMath>
                </a14:m>
                <a:r>
                  <a:rPr lang="en-US" altLang="zh-TW" sz="2000" dirty="0">
                    <a:latin typeface="Arial Unicode MS"/>
                  </a:rPr>
                  <a:t> with a threshold </a:t>
                </a:r>
                <a14:m>
                  <m:oMath xmlns:m="http://schemas.openxmlformats.org/officeDocument/2006/math">
                    <m:sSub>
                      <m:sSubPr>
                        <m:ctrlPr>
                          <a:rPr lang="en-US" altLang="zh-TW" sz="2000" i="1">
                            <a:latin typeface="Cambria Math" panose="02040503050406030204" pitchFamily="18" charset="0"/>
                          </a:rPr>
                        </m:ctrlPr>
                      </m:sSubPr>
                      <m:e>
                        <m:r>
                          <a:rPr lang="el-GR" altLang="zh-TW" sz="2000" i="1">
                            <a:latin typeface="Cambria Math" panose="02040503050406030204" pitchFamily="18" charset="0"/>
                          </a:rPr>
                          <m:t>𝜏</m:t>
                        </m:r>
                      </m:e>
                      <m:sub>
                        <m:r>
                          <a:rPr lang="en-US" altLang="zh-TW" sz="2000" b="0" i="1" smtClean="0">
                            <a:latin typeface="Cambria Math" panose="02040503050406030204" pitchFamily="18" charset="0"/>
                          </a:rPr>
                          <m:t>𝑝𝑒𝑎𝑘</m:t>
                        </m:r>
                      </m:sub>
                    </m:sSub>
                  </m:oMath>
                </a14:m>
                <a:r>
                  <a:rPr lang="en-US" altLang="zh-TW" sz="2000" dirty="0">
                    <a:latin typeface="Arial Unicode MS"/>
                  </a:rPr>
                  <a:t>. The verification passes if there is at least one sample in every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𝑠</m:t>
                        </m:r>
                      </m:e>
                      <m:sub>
                        <m:r>
                          <a:rPr lang="en-US" altLang="zh-TW" sz="2000" b="0" i="1" smtClean="0">
                            <a:latin typeface="Cambria Math" panose="02040503050406030204" pitchFamily="18" charset="0"/>
                          </a:rPr>
                          <m:t>𝑖</m:t>
                        </m:r>
                      </m:sub>
                    </m:sSub>
                  </m:oMath>
                </a14:m>
                <a:r>
                  <a:rPr lang="en-US" altLang="zh-TW" sz="2000" dirty="0">
                    <a:latin typeface="Arial Unicode MS"/>
                  </a:rPr>
                  <a:t> with a ratio measurement greater than </a:t>
                </a:r>
                <a14:m>
                  <m:oMath xmlns:m="http://schemas.openxmlformats.org/officeDocument/2006/math">
                    <m:sSub>
                      <m:sSubPr>
                        <m:ctrlPr>
                          <a:rPr lang="en-US" altLang="zh-TW" sz="2000" i="1">
                            <a:latin typeface="Cambria Math" panose="02040503050406030204" pitchFamily="18" charset="0"/>
                          </a:rPr>
                        </m:ctrlPr>
                      </m:sSubPr>
                      <m:e>
                        <m:r>
                          <a:rPr lang="el-GR" altLang="zh-TW" sz="2000" i="1">
                            <a:latin typeface="Cambria Math" panose="02040503050406030204" pitchFamily="18" charset="0"/>
                          </a:rPr>
                          <m:t>𝜏</m:t>
                        </m:r>
                      </m:e>
                      <m:sub>
                        <m:r>
                          <a:rPr lang="en-US" altLang="zh-TW" sz="2000" i="1">
                            <a:latin typeface="Cambria Math" panose="02040503050406030204" pitchFamily="18" charset="0"/>
                          </a:rPr>
                          <m:t>𝑝𝑒𝑎𝑘</m:t>
                        </m:r>
                      </m:sub>
                    </m:sSub>
                  </m:oMath>
                </a14:m>
                <a:r>
                  <a:rPr lang="en-US" altLang="zh-TW" sz="2000" dirty="0">
                    <a:latin typeface="Arial Unicode MS"/>
                  </a:rPr>
                  <a:t>. This test exploits the small distance between H and D during each sweep and the physical signal propagation laws. The helper reaches within less than a wavelength from D, whereas A is at a significantly longer distance. At the closest distance, H will be within the near field of D receiving a fairly high power. As the signal attenuates at least </a:t>
                </a:r>
                <a:r>
                  <a:rPr lang="en-US" altLang="zh-TW" sz="2000" dirty="0" err="1">
                    <a:latin typeface="Arial Unicode MS"/>
                  </a:rPr>
                  <a:t>quadratically</a:t>
                </a:r>
                <a:r>
                  <a:rPr lang="en-US" altLang="zh-TW" sz="2000" dirty="0">
                    <a:latin typeface="Arial Unicode MS"/>
                  </a:rPr>
                  <a:t> with distance, it is expected that the peak RSS at H will be several orders of magnitude higher than A’s. To mimic the same peak RSS ratio from a remote location, an adversarial device has to transmit at very high power. </a:t>
                </a:r>
                <a:endParaRPr lang="zh-TW" altLang="en-US" sz="2000" dirty="0">
                  <a:latin typeface="Arial Unicode MS"/>
                </a:endParaRPr>
              </a:p>
            </p:txBody>
          </p:sp>
        </mc:Choice>
        <mc:Fallback>
          <p:sp>
            <p:nvSpPr>
              <p:cNvPr id="5" name="矩形 4"/>
              <p:cNvSpPr>
                <a:spLocks noRot="1" noChangeAspect="1" noMove="1" noResize="1" noEditPoints="1" noAdjustHandles="1" noChangeArrowheads="1" noChangeShapeType="1" noTextEdit="1"/>
              </p:cNvSpPr>
              <p:nvPr/>
            </p:nvSpPr>
            <p:spPr>
              <a:xfrm>
                <a:off x="1061803" y="2012711"/>
                <a:ext cx="9768590" cy="3840667"/>
              </a:xfrm>
              <a:prstGeom prst="rect">
                <a:avLst/>
              </a:prstGeom>
              <a:blipFill>
                <a:blip r:embed="rId3"/>
                <a:stretch>
                  <a:fillRect l="-624" t="-635" r="-998" b="-174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21203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32FFBE4F-D559-476D-AEE3-28F000B7084D}" type="slidenum">
              <a:rPr lang="en-US" smtClean="0"/>
              <a:pPr/>
              <a:t>11</a:t>
            </a:fld>
            <a:endParaRPr lang="en-US"/>
          </a:p>
        </p:txBody>
      </p:sp>
      <p:sp>
        <p:nvSpPr>
          <p:cNvPr id="3" name="標題 2"/>
          <p:cNvSpPr>
            <a:spLocks noGrp="1"/>
          </p:cNvSpPr>
          <p:nvPr>
            <p:ph type="title"/>
          </p:nvPr>
        </p:nvSpPr>
        <p:spPr/>
        <p:txBody>
          <a:bodyPr/>
          <a:lstStyle/>
          <a:p>
            <a:endParaRPr lang="zh-TW" altLang="en-US"/>
          </a:p>
        </p:txBody>
      </p:sp>
      <p:sp>
        <p:nvSpPr>
          <p:cNvPr id="4" name="文字版面配置區 3"/>
          <p:cNvSpPr>
            <a:spLocks noGrp="1"/>
          </p:cNvSpPr>
          <p:nvPr>
            <p:ph type="body" sz="quarter" idx="13"/>
          </p:nvPr>
        </p:nvSpPr>
        <p:spPr/>
        <p:txBody>
          <a:bodyPr/>
          <a:lstStyle/>
          <a:p>
            <a:endParaRPr lang="zh-TW" altLang="en-US"/>
          </a:p>
        </p:txBody>
      </p:sp>
      <mc:AlternateContent xmlns:mc="http://schemas.openxmlformats.org/markup-compatibility/2006">
        <mc:Choice xmlns:a14="http://schemas.microsoft.com/office/drawing/2010/main" Requires="a14">
          <p:sp>
            <p:nvSpPr>
              <p:cNvPr id="5" name="矩形 4"/>
              <p:cNvSpPr/>
              <p:nvPr/>
            </p:nvSpPr>
            <p:spPr>
              <a:xfrm>
                <a:off x="838200" y="2253468"/>
                <a:ext cx="10435524" cy="1499898"/>
              </a:xfrm>
              <a:prstGeom prst="rect">
                <a:avLst/>
              </a:prstGeom>
            </p:spPr>
            <p:txBody>
              <a:bodyPr wrap="square">
                <a:spAutoFit/>
              </a:bodyPr>
              <a:lstStyle/>
              <a:p>
                <a:r>
                  <a:rPr lang="en-US" altLang="zh-TW" dirty="0">
                    <a:latin typeface="Arial Unicode MS"/>
                  </a:rPr>
                  <a:t>Test 2: RSS Ratio Range:</a:t>
                </a:r>
              </a:p>
              <a:p>
                <a:r>
                  <a:rPr lang="en-US" altLang="zh-TW" dirty="0">
                    <a:latin typeface="Arial Unicode MS"/>
                  </a:rPr>
                  <a:t>	 In the second test, the hub computes the range of the RSS ratio for sweep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r>
                          <a:rPr lang="en-US" altLang="zh-TW" i="1">
                            <a:latin typeface="Cambria Math" panose="02040503050406030204" pitchFamily="18" charset="0"/>
                          </a:rPr>
                          <m:t> </m:t>
                        </m:r>
                      </m:sub>
                    </m:sSub>
                    <m:r>
                      <a:rPr lang="en-US" altLang="zh-TW" i="1">
                        <a:latin typeface="Cambria Math" panose="02040503050406030204" pitchFamily="18" charset="0"/>
                      </a:rPr>
                      <m:t> </m:t>
                    </m:r>
                  </m:oMath>
                </a14:m>
                <a:r>
                  <a:rPr lang="en-US" altLang="zh-TW" dirty="0" err="1">
                    <a:latin typeface="Arial Unicode MS"/>
                  </a:rPr>
                  <a:t>i</a:t>
                </a:r>
                <a:r>
                  <a:rPr lang="en-US" altLang="zh-TW" dirty="0">
                    <a:latin typeface="Arial Unicode MS"/>
                  </a:rPr>
                  <a:t> as ∆</a:t>
                </a:r>
                <a:r>
                  <a:rPr lang="en-US" altLang="zh-TW" dirty="0" err="1">
                    <a:latin typeface="Arial Unicode MS"/>
                  </a:rPr>
                  <a:t>i</a:t>
                </a:r>
                <a:r>
                  <a:rPr lang="en-US" altLang="zh-TW" dirty="0">
                    <a:latin typeface="Arial Unicode MS"/>
                  </a:rPr>
                  <a:t> =</a:t>
                </a:r>
                <a14:m>
                  <m:oMath xmlns:m="http://schemas.openxmlformats.org/officeDocument/2006/math">
                    <m:r>
                      <m:rPr>
                        <m:sty m:val="p"/>
                      </m:rPr>
                      <a:rPr lang="en-US" altLang="zh-TW" i="1" dirty="0">
                        <a:latin typeface="Cambria Math" panose="02040503050406030204" pitchFamily="18" charset="0"/>
                      </a:rPr>
                      <m:t>m</m:t>
                    </m:r>
                    <m:r>
                      <a:rPr lang="en-US" altLang="zh-TW" i="1" dirty="0">
                        <a:latin typeface="Cambria Math" panose="02040503050406030204" pitchFamily="18" charset="0"/>
                      </a:rPr>
                      <m:t>𝑎𝑥</m:t>
                    </m:r>
                    <m:r>
                      <a:rPr lang="en-US" altLang="zh-TW" i="1" dirty="0">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r>
                          <a:rPr lang="en-US" altLang="zh-TW" i="1">
                            <a:latin typeface="Cambria Math" panose="02040503050406030204" pitchFamily="18" charset="0"/>
                          </a:rPr>
                          <m:t> </m:t>
                        </m:r>
                      </m:sub>
                    </m:sSub>
                  </m:oMath>
                </a14:m>
                <a:r>
                  <a:rPr lang="en-US" altLang="zh-TW" dirty="0">
                    <a:latin typeface="Arial Unicode MS"/>
                  </a:rPr>
                  <a:t> /</a:t>
                </a:r>
                <a14:m>
                  <m:oMath xmlns:m="http://schemas.openxmlformats.org/officeDocument/2006/math">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min</m:t>
                        </m:r>
                      </m:fName>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r>
                              <a:rPr lang="en-US" altLang="zh-TW" i="1">
                                <a:latin typeface="Cambria Math" panose="02040503050406030204" pitchFamily="18" charset="0"/>
                              </a:rPr>
                              <m:t> </m:t>
                            </m:r>
                          </m:sub>
                        </m:sSub>
                      </m:e>
                    </m:func>
                    <m:r>
                      <a:rPr lang="en-US" altLang="zh-TW" i="1">
                        <a:latin typeface="Cambria Math" panose="02040503050406030204" pitchFamily="18" charset="0"/>
                      </a:rPr>
                      <m:t> </m:t>
                    </m:r>
                  </m:oMath>
                </a14:m>
                <a:r>
                  <a:rPr lang="en-US" altLang="zh-TW" dirty="0">
                    <a:latin typeface="Arial Unicode MS"/>
                  </a:rPr>
                  <a:t>.The verification passes if ∆</a:t>
                </a:r>
                <a:r>
                  <a:rPr lang="en-US" altLang="zh-TW" dirty="0" err="1">
                    <a:latin typeface="Arial Unicode MS"/>
                  </a:rPr>
                  <a:t>i</a:t>
                </a:r>
                <a:r>
                  <a:rPr lang="en-US" altLang="zh-TW" dirty="0">
                    <a:latin typeface="Arial Unicode MS"/>
                  </a:rPr>
                  <a:t> ≥ </a:t>
                </a:r>
                <a14:m>
                  <m:oMath xmlns:m="http://schemas.openxmlformats.org/officeDocument/2006/math">
                    <m:sSub>
                      <m:sSubPr>
                        <m:ctrlPr>
                          <a:rPr lang="en-US" altLang="zh-TW" i="1">
                            <a:latin typeface="Cambria Math" panose="02040503050406030204" pitchFamily="18" charset="0"/>
                          </a:rPr>
                        </m:ctrlPr>
                      </m:sSubPr>
                      <m:e>
                        <m:r>
                          <a:rPr lang="el-GR" altLang="zh-TW" i="1">
                            <a:latin typeface="Cambria Math" panose="02040503050406030204" pitchFamily="18" charset="0"/>
                          </a:rPr>
                          <m:t>𝜏</m:t>
                        </m:r>
                      </m:e>
                      <m:sub>
                        <m:r>
                          <a:rPr lang="en-US" altLang="zh-TW" i="1">
                            <a:latin typeface="Cambria Math" panose="02040503050406030204" pitchFamily="18" charset="0"/>
                          </a:rPr>
                          <m:t>𝑟𝑎𝑛𝑔𝑒</m:t>
                        </m:r>
                      </m:sub>
                    </m:sSub>
                  </m:oMath>
                </a14:m>
                <a:r>
                  <a:rPr lang="en-US" altLang="zh-TW" dirty="0">
                    <a:latin typeface="Arial Unicode MS"/>
                  </a:rPr>
                  <a:t>, for every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r>
                          <a:rPr lang="en-US" altLang="zh-TW" i="1">
                            <a:latin typeface="Cambria Math" panose="02040503050406030204" pitchFamily="18" charset="0"/>
                          </a:rPr>
                          <m:t> </m:t>
                        </m:r>
                      </m:sub>
                    </m:sSub>
                  </m:oMath>
                </a14:m>
                <a:r>
                  <a:rPr lang="en-US" altLang="zh-TW" dirty="0">
                    <a:latin typeface="Arial Unicode MS"/>
                  </a:rPr>
                  <a:t> . This test exploits the higher roll-off rate of the signal power observed at short distances relative to longer ones. An adversary transmitting a few meters away from H will invoke a different range than that of D.</a:t>
                </a:r>
                <a:endParaRPr lang="zh-TW" altLang="en-US" dirty="0">
                  <a:latin typeface="Arial Unicode MS"/>
                </a:endParaRPr>
              </a:p>
            </p:txBody>
          </p:sp>
        </mc:Choice>
        <mc:Fallback>
          <p:sp>
            <p:nvSpPr>
              <p:cNvPr id="5" name="矩形 4"/>
              <p:cNvSpPr>
                <a:spLocks noRot="1" noChangeAspect="1" noMove="1" noResize="1" noEditPoints="1" noAdjustHandles="1" noChangeArrowheads="1" noChangeShapeType="1" noTextEdit="1"/>
              </p:cNvSpPr>
              <p:nvPr/>
            </p:nvSpPr>
            <p:spPr>
              <a:xfrm>
                <a:off x="838200" y="2253468"/>
                <a:ext cx="10435524" cy="1499898"/>
              </a:xfrm>
              <a:prstGeom prst="rect">
                <a:avLst/>
              </a:prstGeom>
              <a:blipFill>
                <a:blip r:embed="rId3"/>
                <a:stretch>
                  <a:fillRect l="-526" t="-2439" b="-569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838200" y="4154034"/>
                <a:ext cx="10314482" cy="2381934"/>
              </a:xfrm>
              <a:prstGeom prst="rect">
                <a:avLst/>
              </a:prstGeom>
            </p:spPr>
            <p:txBody>
              <a:bodyPr wrap="square">
                <a:spAutoFit/>
              </a:bodyPr>
              <a:lstStyle/>
              <a:p>
                <a:r>
                  <a:rPr lang="en-US" altLang="zh-TW" sz="2000" dirty="0"/>
                  <a:t>Test 3: Sweep Period: </a:t>
                </a:r>
              </a:p>
              <a:p>
                <a:r>
                  <a:rPr lang="en-US" altLang="zh-TW" dirty="0">
                    <a:latin typeface="Arial Unicode MS"/>
                  </a:rPr>
                  <a:t>	In the third test, the hub measures the period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T</m:t>
                        </m:r>
                      </m:e>
                      <m:sub>
                        <m:r>
                          <m:rPr>
                            <m:sty m:val="p"/>
                          </m:rPr>
                          <a:rPr lang="en-US" altLang="zh-TW" i="1">
                            <a:latin typeface="Cambria Math" panose="02040503050406030204" pitchFamily="18" charset="0"/>
                          </a:rPr>
                          <m:t>S</m:t>
                        </m:r>
                      </m:sub>
                    </m:sSub>
                    <m:r>
                      <a:rPr lang="en-US" altLang="zh-TW" i="1">
                        <a:latin typeface="Cambria Math" panose="02040503050406030204" pitchFamily="18" charset="0"/>
                      </a:rPr>
                      <m:t> </m:t>
                    </m:r>
                  </m:oMath>
                </a14:m>
                <a:r>
                  <a:rPr lang="en-US" altLang="zh-TW" dirty="0">
                    <a:latin typeface="Arial Unicode MS"/>
                  </a:rPr>
                  <a:t>(</a:t>
                </a:r>
                <a:r>
                  <a:rPr lang="en-US" altLang="zh-TW" dirty="0" err="1">
                    <a:latin typeface="Arial Unicode MS"/>
                  </a:rPr>
                  <a:t>i</a:t>
                </a:r>
                <a:r>
                  <a:rPr lang="en-US" altLang="zh-TW" dirty="0">
                    <a:latin typeface="Arial Unicode MS"/>
                  </a:rPr>
                  <a:t>) for each sweep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r>
                          <a:rPr lang="en-US" altLang="zh-TW" i="1">
                            <a:latin typeface="Cambria Math" panose="02040503050406030204" pitchFamily="18" charset="0"/>
                          </a:rPr>
                          <m:t> </m:t>
                        </m:r>
                      </m:sub>
                    </m:sSub>
                  </m:oMath>
                </a14:m>
                <a:r>
                  <a:rPr lang="en-US" altLang="zh-TW" dirty="0">
                    <a:latin typeface="Arial Unicode MS"/>
                  </a:rPr>
                  <a:t> and verifies that they are consistent. Consistency is verified by checking if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T</m:t>
                        </m:r>
                      </m:e>
                      <m:sub>
                        <m:r>
                          <m:rPr>
                            <m:sty m:val="p"/>
                          </m:rPr>
                          <a:rPr lang="en-US" altLang="zh-TW" i="1">
                            <a:latin typeface="Cambria Math" panose="02040503050406030204" pitchFamily="18" charset="0"/>
                          </a:rPr>
                          <m:t>S</m:t>
                        </m:r>
                      </m:sub>
                    </m:sSub>
                    <m:r>
                      <a:rPr lang="en-US" altLang="zh-TW" i="1">
                        <a:latin typeface="Cambria Math" panose="02040503050406030204" pitchFamily="18" charset="0"/>
                      </a:rPr>
                      <m:t> </m:t>
                    </m:r>
                  </m:oMath>
                </a14:m>
                <a:r>
                  <a:rPr lang="en-US" altLang="zh-TW" dirty="0">
                    <a:latin typeface="Arial Unicode MS"/>
                  </a:rPr>
                  <a:t>(</a:t>
                </a:r>
                <a:r>
                  <a:rPr lang="en-US" altLang="zh-TW" dirty="0" err="1">
                    <a:latin typeface="Arial Unicode MS"/>
                  </a:rPr>
                  <a:t>i</a:t>
                </a:r>
                <a:r>
                  <a:rPr lang="en-US" altLang="zh-TW" dirty="0">
                    <a:latin typeface="Arial Unicode MS"/>
                  </a:rPr>
                  <a:t>)/</a:t>
                </a:r>
                <a14:m>
                  <m:oMath xmlns:m="http://schemas.openxmlformats.org/officeDocument/2006/math">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T</m:t>
                        </m:r>
                      </m:e>
                      <m:sub>
                        <m:r>
                          <m:rPr>
                            <m:sty m:val="p"/>
                          </m:rPr>
                          <a:rPr lang="en-US" altLang="zh-TW" i="1">
                            <a:latin typeface="Cambria Math" panose="02040503050406030204" pitchFamily="18" charset="0"/>
                          </a:rPr>
                          <m:t>S</m:t>
                        </m:r>
                      </m:sub>
                    </m:sSub>
                    <m:r>
                      <a:rPr lang="en-US" altLang="zh-TW" i="1">
                        <a:latin typeface="Cambria Math" panose="02040503050406030204" pitchFamily="18" charset="0"/>
                      </a:rPr>
                      <m:t> </m:t>
                    </m:r>
                  </m:oMath>
                </a14:m>
                <a:r>
                  <a:rPr lang="en-US" altLang="zh-TW" dirty="0">
                    <a:latin typeface="Arial Unicode MS"/>
                  </a:rPr>
                  <a:t>(j) ≤ </a:t>
                </a:r>
                <a14:m>
                  <m:oMath xmlns:m="http://schemas.openxmlformats.org/officeDocument/2006/math">
                    <m:sSub>
                      <m:sSubPr>
                        <m:ctrlPr>
                          <a:rPr lang="en-US" altLang="zh-TW" i="1">
                            <a:latin typeface="Cambria Math" panose="02040503050406030204" pitchFamily="18" charset="0"/>
                          </a:rPr>
                        </m:ctrlPr>
                      </m:sSubPr>
                      <m:e>
                        <m:r>
                          <a:rPr lang="el-GR" altLang="zh-TW" i="1">
                            <a:latin typeface="Cambria Math" panose="02040503050406030204" pitchFamily="18" charset="0"/>
                          </a:rPr>
                          <m:t>𝜏</m:t>
                        </m:r>
                      </m:e>
                      <m:sub>
                        <m:r>
                          <a:rPr lang="en-US" altLang="zh-TW" i="1">
                            <a:latin typeface="Cambria Math" panose="02040503050406030204" pitchFamily="18" charset="0"/>
                          </a:rPr>
                          <m:t>𝑝𝑒𝑟𝑖𝑜𝑑</m:t>
                        </m:r>
                      </m:sub>
                    </m:sSub>
                  </m:oMath>
                </a14:m>
                <a:r>
                  <a:rPr lang="en-US" altLang="zh-TW" dirty="0">
                    <a:latin typeface="Arial Unicode MS"/>
                  </a:rPr>
                  <a:t>, ∀</a:t>
                </a:r>
                <a:r>
                  <a:rPr lang="en-US" altLang="zh-TW" dirty="0" err="1">
                    <a:latin typeface="Arial Unicode MS"/>
                  </a:rPr>
                  <a:t>i</a:t>
                </a:r>
                <a:r>
                  <a:rPr lang="en-US" altLang="zh-TW" dirty="0">
                    <a:latin typeface="Arial Unicode MS"/>
                  </a:rPr>
                  <a:t>, </a:t>
                </a:r>
                <a:r>
                  <a:rPr lang="en-US" altLang="zh-TW" dirty="0" err="1">
                    <a:latin typeface="Arial Unicode MS"/>
                  </a:rPr>
                  <a:t>j;i</a:t>
                </a:r>
                <a:r>
                  <a:rPr lang="en-US" altLang="zh-TW" dirty="0">
                    <a:latin typeface="Arial Unicode MS"/>
                  </a:rPr>
                  <a:t> != j where the longer period is always placed at the nominator. This test exploits the fact that for a subset of motions, the peak-valley-peak sequence that defines a sweep will take twice as long if the signal originates from a remote location. This is because without passing over the remote device, a sweep will exhibit one peak and one valley. To accommodate variability in the user’s motion, </a:t>
                </a:r>
                <a14:m>
                  <m:oMath xmlns:m="http://schemas.openxmlformats.org/officeDocument/2006/math">
                    <m:sSub>
                      <m:sSubPr>
                        <m:ctrlPr>
                          <a:rPr lang="en-US" altLang="zh-TW" i="1">
                            <a:latin typeface="Cambria Math" panose="02040503050406030204" pitchFamily="18" charset="0"/>
                          </a:rPr>
                        </m:ctrlPr>
                      </m:sSubPr>
                      <m:e>
                        <m:r>
                          <a:rPr lang="el-GR" altLang="zh-TW" i="1">
                            <a:latin typeface="Cambria Math" panose="02040503050406030204" pitchFamily="18" charset="0"/>
                          </a:rPr>
                          <m:t>𝜏</m:t>
                        </m:r>
                      </m:e>
                      <m:sub>
                        <m:r>
                          <a:rPr lang="en-US" altLang="zh-TW" i="1">
                            <a:latin typeface="Cambria Math" panose="02040503050406030204" pitchFamily="18" charset="0"/>
                          </a:rPr>
                          <m:t>𝑝𝑒𝑟𝑖𝑜𝑑</m:t>
                        </m:r>
                      </m:sub>
                    </m:sSub>
                  </m:oMath>
                </a14:m>
                <a:r>
                  <a:rPr lang="en-US" altLang="zh-TW" dirty="0">
                    <a:latin typeface="Arial Unicode MS"/>
                  </a:rPr>
                  <a:t> is set at a value between one and two.</a:t>
                </a:r>
                <a:endParaRPr lang="zh-TW" altLang="en-US" dirty="0">
                  <a:latin typeface="Arial Unicode MS"/>
                </a:endParaRPr>
              </a:p>
            </p:txBody>
          </p:sp>
        </mc:Choice>
        <mc:Fallback>
          <p:sp>
            <p:nvSpPr>
              <p:cNvPr id="6" name="矩形 5"/>
              <p:cNvSpPr>
                <a:spLocks noRot="1" noChangeAspect="1" noMove="1" noResize="1" noEditPoints="1" noAdjustHandles="1" noChangeArrowheads="1" noChangeShapeType="1" noTextEdit="1"/>
              </p:cNvSpPr>
              <p:nvPr/>
            </p:nvSpPr>
            <p:spPr>
              <a:xfrm>
                <a:off x="838200" y="4154034"/>
                <a:ext cx="10314482" cy="2381934"/>
              </a:xfrm>
              <a:prstGeom prst="rect">
                <a:avLst/>
              </a:prstGeom>
              <a:blipFill>
                <a:blip r:embed="rId4"/>
                <a:stretch>
                  <a:fillRect l="-650" t="-1279" r="-414" b="-30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5614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32FFBE4F-D559-476D-AEE3-28F000B7084D}" type="slidenum">
              <a:rPr lang="en-US" smtClean="0"/>
              <a:pPr/>
              <a:t>12</a:t>
            </a:fld>
            <a:endParaRPr lang="en-US"/>
          </a:p>
        </p:txBody>
      </p:sp>
      <p:sp>
        <p:nvSpPr>
          <p:cNvPr id="3" name="標題 2"/>
          <p:cNvSpPr>
            <a:spLocks noGrp="1"/>
          </p:cNvSpPr>
          <p:nvPr>
            <p:ph type="title"/>
          </p:nvPr>
        </p:nvSpPr>
        <p:spPr/>
        <p:txBody>
          <a:bodyPr/>
          <a:lstStyle/>
          <a:p>
            <a:endParaRPr lang="zh-TW" altLang="en-US"/>
          </a:p>
        </p:txBody>
      </p:sp>
      <p:sp>
        <p:nvSpPr>
          <p:cNvPr id="4" name="文字版面配置區 3"/>
          <p:cNvSpPr>
            <a:spLocks noGrp="1"/>
          </p:cNvSpPr>
          <p:nvPr>
            <p:ph type="body" sz="quarter" idx="13"/>
          </p:nvPr>
        </p:nvSpPr>
        <p:spPr/>
        <p:txBody>
          <a:bodyPr/>
          <a:lstStyle/>
          <a:p>
            <a:endParaRPr lang="zh-TW" altLang="en-US"/>
          </a:p>
        </p:txBody>
      </p:sp>
      <mc:AlternateContent xmlns:mc="http://schemas.openxmlformats.org/markup-compatibility/2006" xmlns:a14="http://schemas.microsoft.com/office/drawing/2010/main">
        <mc:Choice Requires="a14">
          <p:sp>
            <p:nvSpPr>
              <p:cNvPr id="5" name="矩形 4"/>
              <p:cNvSpPr/>
              <p:nvPr/>
            </p:nvSpPr>
            <p:spPr>
              <a:xfrm>
                <a:off x="1069299" y="1413628"/>
                <a:ext cx="10284501" cy="5262979"/>
              </a:xfrm>
              <a:prstGeom prst="rect">
                <a:avLst/>
              </a:prstGeom>
            </p:spPr>
            <p:txBody>
              <a:bodyPr wrap="square">
                <a:spAutoFit/>
              </a:bodyPr>
              <a:lstStyle/>
              <a:p>
                <a:r>
                  <a:rPr lang="en-US" altLang="zh-TW" sz="2400" dirty="0"/>
                  <a:t>Test 4: Correlation of the RSS ratio with the helper’s motion: </a:t>
                </a:r>
              </a:p>
              <a:p>
                <a:endParaRPr lang="en-US" altLang="zh-TW" sz="2400" dirty="0"/>
              </a:p>
              <a:p>
                <a:r>
                  <a:rPr lang="en-US" altLang="zh-TW" sz="2400" dirty="0"/>
                  <a:t>	In the fourth test, the hub correlates the helper motion with the RSS ratio fluctuation. This test requires acceleration data from H to identify the beginning and end of a sweep, independently of Γ. During the sweeping motion, H changes direction at its maximum separation from D. This change in direction causes a peak in the acceleration of H, which can be used to specify the beginning and end of a sweep. This test is successful if the Pearson correlation coefficient ρ(</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𝑡</m:t>
                        </m:r>
                      </m:e>
                      <m:sub>
                        <m:r>
                          <a:rPr lang="en-US" altLang="zh-TW" sz="2400" i="1">
                            <a:latin typeface="Cambria Math" panose="02040503050406030204" pitchFamily="18" charset="0"/>
                          </a:rPr>
                          <m:t>𝑅𝑆𝑆</m:t>
                        </m:r>
                      </m:sub>
                    </m:sSub>
                  </m:oMath>
                </a14:m>
                <a:r>
                  <a:rPr lang="en-US" altLang="zh-TW" sz="2400" dirty="0"/>
                  <a:t>,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𝑡</m:t>
                        </m:r>
                      </m:e>
                      <m:sub>
                        <m:r>
                          <a:rPr lang="en-US" altLang="zh-TW" sz="2400" i="1">
                            <a:latin typeface="Cambria Math" panose="02040503050406030204" pitchFamily="18" charset="0"/>
                          </a:rPr>
                          <m:t>𝑎𝑐𝑐</m:t>
                        </m:r>
                      </m:sub>
                    </m:sSub>
                  </m:oMath>
                </a14:m>
                <a:r>
                  <a:rPr lang="en-US" altLang="zh-TW" sz="2400" dirty="0"/>
                  <a:t>) exceeds a threshold </a:t>
                </a:r>
                <a14:m>
                  <m:oMath xmlns:m="http://schemas.openxmlformats.org/officeDocument/2006/math">
                    <m:sSub>
                      <m:sSubPr>
                        <m:ctrlPr>
                          <a:rPr lang="en-US" altLang="zh-TW" sz="2400" i="1">
                            <a:latin typeface="Cambria Math" panose="02040503050406030204" pitchFamily="18" charset="0"/>
                          </a:rPr>
                        </m:ctrlPr>
                      </m:sSubPr>
                      <m:e>
                        <m:r>
                          <a:rPr lang="el-GR" altLang="zh-TW" sz="2400" i="1">
                            <a:latin typeface="Cambria Math" panose="02040503050406030204" pitchFamily="18" charset="0"/>
                          </a:rPr>
                          <m:t>𝜏</m:t>
                        </m:r>
                      </m:e>
                      <m:sub>
                        <m:r>
                          <a:rPr lang="en-US" altLang="zh-TW" sz="2400" i="1">
                            <a:latin typeface="Cambria Math" panose="02040503050406030204" pitchFamily="18" charset="0"/>
                          </a:rPr>
                          <m:t>𝑐𝑜𝑟𝑟</m:t>
                        </m:r>
                      </m:sub>
                    </m:sSub>
                  </m:oMath>
                </a14:m>
                <a:r>
                  <a:rPr lang="en-US" altLang="zh-TW" sz="2400" dirty="0"/>
                  <a:t>, where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𝑡</m:t>
                        </m:r>
                      </m:e>
                      <m:sub>
                        <m:r>
                          <a:rPr lang="en-US" altLang="zh-TW" sz="2400" i="1">
                            <a:latin typeface="Cambria Math" panose="02040503050406030204" pitchFamily="18" charset="0"/>
                          </a:rPr>
                          <m:t>𝑅𝑆𝑆</m:t>
                        </m:r>
                      </m:sub>
                    </m:sSub>
                  </m:oMath>
                </a14:m>
                <a:r>
                  <a:rPr lang="en-US" altLang="zh-TW" sz="2400" dirty="0"/>
                  <a:t> is the time at which a local RSS minimum is measured and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𝑡</m:t>
                        </m:r>
                      </m:e>
                      <m:sub>
                        <m:r>
                          <a:rPr lang="en-US" altLang="zh-TW" sz="2400" i="1">
                            <a:latin typeface="Cambria Math" panose="02040503050406030204" pitchFamily="18" charset="0"/>
                          </a:rPr>
                          <m:t>𝑎𝑐𝑐</m:t>
                        </m:r>
                      </m:sub>
                    </m:sSub>
                  </m:oMath>
                </a14:m>
                <a:r>
                  <a:rPr lang="en-US" altLang="zh-TW" sz="2400" dirty="0"/>
                  <a:t> is the local acceleration maximum closest to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𝑡</m:t>
                        </m:r>
                      </m:e>
                      <m:sub>
                        <m:r>
                          <a:rPr lang="en-US" altLang="zh-TW" sz="2400" i="1">
                            <a:latin typeface="Cambria Math" panose="02040503050406030204" pitchFamily="18" charset="0"/>
                          </a:rPr>
                          <m:t>𝑎𝑐𝑐</m:t>
                        </m:r>
                      </m:sub>
                    </m:sSub>
                  </m:oMath>
                </a14:m>
                <a:r>
                  <a:rPr lang="en-US" altLang="zh-TW" sz="2400" dirty="0"/>
                  <a:t>. This test particularly targets a type 3 adversary who may defeat the previous three tests via fine-grained power control. If the power manipulation is not synchronized with the helper’s motion, which is difficult to achieve in real time, the fourth test is violated.</a:t>
                </a:r>
                <a:endParaRPr lang="zh-TW"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069299" y="1413628"/>
                <a:ext cx="10284501" cy="5262979"/>
              </a:xfrm>
              <a:prstGeom prst="rect">
                <a:avLst/>
              </a:prstGeom>
              <a:blipFill>
                <a:blip r:embed="rId3"/>
                <a:stretch>
                  <a:fillRect l="-889" t="-927" r="-1244" b="-173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29950167"/>
      </p:ext>
    </p:extLst>
  </p:cSld>
  <p:clrMapOvr>
    <a:masterClrMapping/>
  </p:clrMapOvr>
</p:sld>
</file>

<file path=ppt/theme/theme1.xml><?xml version="1.0" encoding="utf-8"?>
<a:theme xmlns:a="http://schemas.openxmlformats.org/drawingml/2006/main" name="Office Theme">
  <a:themeElements>
    <a:clrScheme name="Colors 1">
      <a:dk1>
        <a:sysClr val="windowText" lastClr="000000"/>
      </a:dk1>
      <a:lt1>
        <a:sysClr val="window" lastClr="FFFFFF"/>
      </a:lt1>
      <a:dk2>
        <a:srgbClr val="464646"/>
      </a:dk2>
      <a:lt2>
        <a:srgbClr val="FFFFFF"/>
      </a:lt2>
      <a:accent1>
        <a:srgbClr val="2980B9"/>
      </a:accent1>
      <a:accent2>
        <a:srgbClr val="41B176"/>
      </a:accent2>
      <a:accent3>
        <a:srgbClr val="9BBB59"/>
      </a:accent3>
      <a:accent4>
        <a:srgbClr val="F39C12"/>
      </a:accent4>
      <a:accent5>
        <a:srgbClr val="C0392B"/>
      </a:accent5>
      <a:accent6>
        <a:srgbClr val="954F72"/>
      </a:accent6>
      <a:hlink>
        <a:srgbClr val="0563C1"/>
      </a:hlink>
      <a:folHlink>
        <a:srgbClr val="954F72"/>
      </a:folHlink>
    </a:clrScheme>
    <a:fontScheme name="Custom 1">
      <a:majorFont>
        <a:latin typeface="Nevis"/>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olors 1">
      <a:dk1>
        <a:sysClr val="windowText" lastClr="000000"/>
      </a:dk1>
      <a:lt1>
        <a:sysClr val="window" lastClr="FFFFFF"/>
      </a:lt1>
      <a:dk2>
        <a:srgbClr val="464646"/>
      </a:dk2>
      <a:lt2>
        <a:srgbClr val="FFFFFF"/>
      </a:lt2>
      <a:accent1>
        <a:srgbClr val="2980B9"/>
      </a:accent1>
      <a:accent2>
        <a:srgbClr val="41B176"/>
      </a:accent2>
      <a:accent3>
        <a:srgbClr val="9BBB59"/>
      </a:accent3>
      <a:accent4>
        <a:srgbClr val="F39C12"/>
      </a:accent4>
      <a:accent5>
        <a:srgbClr val="C0392B"/>
      </a:accent5>
      <a:accent6>
        <a:srgbClr val="954F72"/>
      </a:accent6>
      <a:hlink>
        <a:srgbClr val="0563C1"/>
      </a:hlink>
      <a:folHlink>
        <a:srgbClr val="954F72"/>
      </a:folHlink>
    </a:clrScheme>
    <a:fontScheme name="Custom 1">
      <a:majorFont>
        <a:latin typeface="Nevis"/>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Colors 1">
      <a:dk1>
        <a:sysClr val="windowText" lastClr="000000"/>
      </a:dk1>
      <a:lt1>
        <a:sysClr val="window" lastClr="FFFFFF"/>
      </a:lt1>
      <a:dk2>
        <a:srgbClr val="464646"/>
      </a:dk2>
      <a:lt2>
        <a:srgbClr val="FFFFFF"/>
      </a:lt2>
      <a:accent1>
        <a:srgbClr val="2980B9"/>
      </a:accent1>
      <a:accent2>
        <a:srgbClr val="41B176"/>
      </a:accent2>
      <a:accent3>
        <a:srgbClr val="9BBB59"/>
      </a:accent3>
      <a:accent4>
        <a:srgbClr val="F39C12"/>
      </a:accent4>
      <a:accent5>
        <a:srgbClr val="C0392B"/>
      </a:accent5>
      <a:accent6>
        <a:srgbClr val="954F72"/>
      </a:accent6>
      <a:hlink>
        <a:srgbClr val="0563C1"/>
      </a:hlink>
      <a:folHlink>
        <a:srgbClr val="954F72"/>
      </a:folHlink>
    </a:clrScheme>
    <a:fontScheme name="Custom 1">
      <a:majorFont>
        <a:latin typeface="Nevis"/>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6010</TotalTime>
  <Words>998</Words>
  <Application>Microsoft Office PowerPoint</Application>
  <PresentationFormat>寬螢幕</PresentationFormat>
  <Paragraphs>80</Paragraphs>
  <Slides>12</Slides>
  <Notes>8</Notes>
  <HiddenSlides>0</HiddenSlides>
  <MMClips>0</MMClips>
  <ScaleCrop>false</ScaleCrop>
  <HeadingPairs>
    <vt:vector size="6" baseType="variant">
      <vt:variant>
        <vt:lpstr>使用字型</vt:lpstr>
      </vt:variant>
      <vt:variant>
        <vt:i4>9</vt:i4>
      </vt:variant>
      <vt:variant>
        <vt:lpstr>佈景主題</vt:lpstr>
      </vt:variant>
      <vt:variant>
        <vt:i4>3</vt:i4>
      </vt:variant>
      <vt:variant>
        <vt:lpstr>投影片標題</vt:lpstr>
      </vt:variant>
      <vt:variant>
        <vt:i4>12</vt:i4>
      </vt:variant>
    </vt:vector>
  </HeadingPairs>
  <TitlesOfParts>
    <vt:vector size="24" baseType="lpstr">
      <vt:lpstr>Arial Unicode MS</vt:lpstr>
      <vt:lpstr>Hind Regular</vt:lpstr>
      <vt:lpstr>Nevis</vt:lpstr>
      <vt:lpstr>Ubuntu</vt:lpstr>
      <vt:lpstr>新細明體</vt:lpstr>
      <vt:lpstr>Arial</vt:lpstr>
      <vt:lpstr>Calibri</vt:lpstr>
      <vt:lpstr>Calibri Light</vt:lpstr>
      <vt:lpstr>Cambria Math</vt:lpstr>
      <vt:lpstr>Office Theme</vt:lpstr>
      <vt:lpstr>2_Office Theme</vt:lpstr>
      <vt:lpstr>1_Office Theme</vt:lpstr>
      <vt:lpstr>SFIRE: Secret-Free In-band Trust Establishment for COTS Wireless Devices</vt:lpstr>
      <vt:lpstr>Introduction</vt:lpstr>
      <vt:lpstr>Diffie-Hellman</vt:lpstr>
      <vt:lpstr>RSS Authenticator</vt:lpstr>
      <vt:lpstr>Constructing an RSS Authenticator</vt:lpstr>
      <vt:lpstr>PowerPoint 簡報</vt:lpstr>
      <vt:lpstr>PowerPoint 簡報</vt:lpstr>
      <vt:lpstr>PowerPoint 簡報</vt:lpstr>
      <vt:lpstr>RSS Authentication Tests</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Rejeki Lancar</dc:creator>
  <cp:lastModifiedBy>Albert</cp:lastModifiedBy>
  <cp:revision>574</cp:revision>
  <dcterms:created xsi:type="dcterms:W3CDTF">2015-11-03T10:26:05Z</dcterms:created>
  <dcterms:modified xsi:type="dcterms:W3CDTF">2019-10-24T19:56:39Z</dcterms:modified>
</cp:coreProperties>
</file>