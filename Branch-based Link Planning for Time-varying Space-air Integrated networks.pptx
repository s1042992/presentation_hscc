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33"/>
  </p:notesMasterIdLst>
  <p:sldIdLst>
    <p:sldId id="256" r:id="rId2"/>
    <p:sldId id="331" r:id="rId3"/>
    <p:sldId id="332" r:id="rId4"/>
    <p:sldId id="333" r:id="rId5"/>
    <p:sldId id="334" r:id="rId6"/>
    <p:sldId id="329" r:id="rId7"/>
    <p:sldId id="257" r:id="rId8"/>
    <p:sldId id="311" r:id="rId9"/>
    <p:sldId id="312" r:id="rId10"/>
    <p:sldId id="313" r:id="rId11"/>
    <p:sldId id="287" r:id="rId12"/>
    <p:sldId id="314" r:id="rId13"/>
    <p:sldId id="315" r:id="rId14"/>
    <p:sldId id="317" r:id="rId15"/>
    <p:sldId id="318" r:id="rId16"/>
    <p:sldId id="319" r:id="rId17"/>
    <p:sldId id="320" r:id="rId18"/>
    <p:sldId id="328" r:id="rId19"/>
    <p:sldId id="321" r:id="rId20"/>
    <p:sldId id="316" r:id="rId21"/>
    <p:sldId id="322" r:id="rId22"/>
    <p:sldId id="303" r:id="rId23"/>
    <p:sldId id="323" r:id="rId24"/>
    <p:sldId id="324" r:id="rId25"/>
    <p:sldId id="325" r:id="rId26"/>
    <p:sldId id="258" r:id="rId27"/>
    <p:sldId id="259" r:id="rId28"/>
    <p:sldId id="326" r:id="rId29"/>
    <p:sldId id="327" r:id="rId30"/>
    <p:sldId id="268" r:id="rId31"/>
    <p:sldId id="279" r:id="rId32"/>
  </p:sldIdLst>
  <p:sldSz cx="9144000" cy="5143500" type="screen16x9"/>
  <p:notesSz cx="6858000" cy="9144000"/>
  <p:embeddedFontLst>
    <p:embeddedFont>
      <p:font typeface="Cambria Math" panose="02040503050406030204" pitchFamily="18" charset="0"/>
      <p:regular r:id="rId34"/>
    </p:embeddedFont>
    <p:embeddedFont>
      <p:font typeface="Dosis ExtraLight" panose="02020500000000000000" charset="0"/>
      <p:regular r:id="rId35"/>
      <p:bold r:id="rId36"/>
    </p:embeddedFont>
    <p:embeddedFont>
      <p:font typeface="Titillium Web Light" panose="02020500000000000000"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3B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CEC0432-F7E4-46DE-892C-E2017EF582BC}">
  <a:tblStyle styleId="{ECEC0432-F7E4-46DE-892C-E2017EF582BC}"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C7853C-536D-4A76-A0AE-DD22124D55A5}" styleName="佈景主題樣式 1 - 輔色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佈景主題樣式 1 - 輔色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佈景主題樣式 1 - 輔色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FD0F851-EC5A-4D38-B0AD-8093EC10F338}" styleName="淺色樣式 1 - 輔色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38" autoAdjust="0"/>
    <p:restoredTop sz="76698" autoAdjust="0"/>
  </p:normalViewPr>
  <p:slideViewPr>
    <p:cSldViewPr snapToGrid="0">
      <p:cViewPr varScale="1">
        <p:scale>
          <a:sx n="116" d="100"/>
          <a:sy n="116" d="100"/>
        </p:scale>
        <p:origin x="127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124017843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2"/>
        <p:cNvGrpSpPr/>
        <p:nvPr/>
      </p:nvGrpSpPr>
      <p:grpSpPr>
        <a:xfrm>
          <a:off x="0" y="0"/>
          <a:ext cx="0" cy="0"/>
          <a:chOff x="0" y="0"/>
          <a:chExt cx="0" cy="0"/>
        </a:xfrm>
      </p:grpSpPr>
      <p:sp>
        <p:nvSpPr>
          <p:cNvPr id="3833" name="Google Shape;383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4" name="Google Shape;383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這篇是刊登在</a:t>
            </a:r>
            <a:r>
              <a:rPr lang="en-US" altLang="zh-TW" dirty="0"/>
              <a:t>2020</a:t>
            </a:r>
            <a:r>
              <a:rPr lang="zh-TW" altLang="en-US" dirty="0"/>
              <a:t> </a:t>
            </a:r>
            <a:r>
              <a:rPr lang="en-US" altLang="zh-TW" dirty="0"/>
              <a:t>ICC</a:t>
            </a:r>
            <a:r>
              <a:rPr lang="zh-TW" altLang="en-US" dirty="0"/>
              <a:t>上面的論文，他的場景是在海上，為了要有效管理從船隻到遠程控制中心和港務當局的大量傳感器的問題</a:t>
            </a:r>
            <a:endParaRPr dirty="0"/>
          </a:p>
        </p:txBody>
      </p:sp>
    </p:spTree>
    <p:extLst>
      <p:ext uri="{BB962C8B-B14F-4D97-AF65-F5344CB8AC3E}">
        <p14:creationId xmlns:p14="http://schemas.microsoft.com/office/powerpoint/2010/main" val="15640270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457200" marR="0" lvl="0" indent="-31750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lang="zh-TW" altLang="en-US" dirty="0"/>
              <a:t>這這篇</a:t>
            </a:r>
            <a:r>
              <a:rPr lang="en-US" altLang="zh-TW" dirty="0"/>
              <a:t>paper</a:t>
            </a:r>
            <a:r>
              <a:rPr lang="zh-TW" altLang="en-US" dirty="0"/>
              <a:t>中提到 為了要對船上的狀況有準確的了解，一艘船上會有許多傳感器，因此會有很大的數據流量，再來是船上有很多不同的數據，必須交給有感興趣的另一方，那這種情況就很適合訊息中心網路的架構，那他們主要是提出了一種混和命名方式 混合了部分資料的數值，這個方法可以減少延遲餅可以從多個節點獲取數據</a:t>
            </a:r>
          </a:p>
          <a:p>
            <a:endParaRPr lang="zh-TW" altLang="en-US" dirty="0"/>
          </a:p>
        </p:txBody>
      </p:sp>
    </p:spTree>
    <p:extLst>
      <p:ext uri="{BB962C8B-B14F-4D97-AF65-F5344CB8AC3E}">
        <p14:creationId xmlns:p14="http://schemas.microsoft.com/office/powerpoint/2010/main" val="3321561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a:t>他將整個數據傳遞上去時分了好幾層， 最下面的就是</a:t>
            </a:r>
            <a:r>
              <a:rPr lang="en-US" altLang="zh-TW" dirty="0"/>
              <a:t>sensor</a:t>
            </a:r>
            <a:r>
              <a:rPr lang="zh-TW" altLang="en-US" dirty="0"/>
              <a:t>，接就有以房間為單位的</a:t>
            </a:r>
            <a:r>
              <a:rPr lang="en-US" altLang="zh-TW" dirty="0"/>
              <a:t>router</a:t>
            </a:r>
            <a:r>
              <a:rPr lang="zh-TW" altLang="en-US" dirty="0"/>
              <a:t>，再上一層就是甲板層級的</a:t>
            </a:r>
            <a:r>
              <a:rPr lang="en-US" altLang="zh-TW" dirty="0"/>
              <a:t>router </a:t>
            </a:r>
            <a:r>
              <a:rPr lang="zh-TW" altLang="en-US" dirty="0"/>
              <a:t>一直這樣上去，</a:t>
            </a:r>
            <a:endParaRPr lang="en-US" altLang="zh-TW" dirty="0"/>
          </a:p>
          <a:p>
            <a:r>
              <a:rPr lang="zh-TW" altLang="en-US" dirty="0"/>
              <a:t>每個</a:t>
            </a:r>
            <a:r>
              <a:rPr lang="en-US" altLang="zh-TW" dirty="0"/>
              <a:t>CR</a:t>
            </a:r>
            <a:r>
              <a:rPr lang="zh-TW" altLang="en-US" dirty="0"/>
              <a:t>都是一個路由器，然後可以緩存訊息，而同層之間的</a:t>
            </a:r>
            <a:r>
              <a:rPr lang="en-US" altLang="zh-TW" dirty="0"/>
              <a:t>router</a:t>
            </a:r>
            <a:r>
              <a:rPr lang="zh-TW" altLang="en-US" dirty="0"/>
              <a:t>部會直接相連接</a:t>
            </a:r>
            <a:endParaRPr lang="en-US" altLang="zh-TW" dirty="0"/>
          </a:p>
          <a:p>
            <a:endParaRPr lang="en-US" altLang="zh-TW" dirty="0"/>
          </a:p>
          <a:p>
            <a:endParaRPr lang="en-US" altLang="zh-TW" dirty="0"/>
          </a:p>
          <a:p>
            <a:endParaRPr lang="zh-TW" altLang="en-US" dirty="0"/>
          </a:p>
        </p:txBody>
      </p:sp>
    </p:spTree>
    <p:extLst>
      <p:ext uri="{BB962C8B-B14F-4D97-AF65-F5344CB8AC3E}">
        <p14:creationId xmlns:p14="http://schemas.microsoft.com/office/powerpoint/2010/main" val="16682878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a:t>那他的封包格式是長這樣子，也就是一層層去要求我要的資訊來源，然後中間就是我所要的資料名稱，</a:t>
            </a:r>
            <a:r>
              <a:rPr lang="en-US" altLang="zh-TW" dirty="0"/>
              <a:t>function tag </a:t>
            </a:r>
            <a:r>
              <a:rPr lang="zh-TW" altLang="en-US" dirty="0"/>
              <a:t>就是我可以在</a:t>
            </a:r>
            <a:r>
              <a:rPr lang="en-US" altLang="zh-TW" dirty="0"/>
              <a:t>router</a:t>
            </a:r>
            <a:r>
              <a:rPr lang="zh-TW" altLang="en-US" dirty="0"/>
              <a:t>上就對這些資料做運算，譬如他想拿到的是房間</a:t>
            </a:r>
            <a:r>
              <a:rPr lang="en-US" altLang="zh-TW" dirty="0"/>
              <a:t>1,2,3</a:t>
            </a:r>
            <a:r>
              <a:rPr lang="zh-TW" altLang="en-US" dirty="0"/>
              <a:t>溫度以及濕度的平均資料，那這邊</a:t>
            </a:r>
            <a:r>
              <a:rPr lang="en-US" altLang="zh-TW" dirty="0"/>
              <a:t>hashtag</a:t>
            </a:r>
            <a:r>
              <a:rPr lang="zh-TW" altLang="en-US" dirty="0"/>
              <a:t>就會有溫度跟濕度，然後</a:t>
            </a:r>
            <a:r>
              <a:rPr lang="en-US" altLang="zh-TW" dirty="0" err="1"/>
              <a:t>funtion</a:t>
            </a:r>
            <a:r>
              <a:rPr lang="zh-TW" altLang="en-US" dirty="0"/>
              <a:t>就是去算他的平均。這樣就可以節省很多流量，不用每個</a:t>
            </a:r>
            <a:r>
              <a:rPr lang="en-US" altLang="zh-TW" dirty="0"/>
              <a:t>n</a:t>
            </a:r>
            <a:r>
              <a:rPr lang="zh-TW" altLang="en-US" dirty="0"/>
              <a:t>房間的溫度要</a:t>
            </a:r>
            <a:r>
              <a:rPr lang="en-US" altLang="zh-TW" dirty="0"/>
              <a:t>n</a:t>
            </a:r>
            <a:r>
              <a:rPr lang="zh-TW" altLang="en-US" dirty="0"/>
              <a:t>次，收到後才去計算平均，而是在那個分層的</a:t>
            </a:r>
            <a:r>
              <a:rPr lang="en-US" altLang="zh-TW" dirty="0"/>
              <a:t>router</a:t>
            </a:r>
            <a:r>
              <a:rPr lang="zh-TW" altLang="en-US" dirty="0"/>
              <a:t>就處理好</a:t>
            </a:r>
            <a:endParaRPr lang="en-US" altLang="zh-TW" dirty="0"/>
          </a:p>
          <a:p>
            <a:endParaRPr lang="zh-TW" altLang="en-US" dirty="0"/>
          </a:p>
        </p:txBody>
      </p:sp>
    </p:spTree>
    <p:extLst>
      <p:ext uri="{BB962C8B-B14F-4D97-AF65-F5344CB8AC3E}">
        <p14:creationId xmlns:p14="http://schemas.microsoft.com/office/powerpoint/2010/main" val="952704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a:t>那這邊就是比較一般命名網路跟他的混和是命名網路的延遲，藍色是他的</a:t>
            </a:r>
          </a:p>
        </p:txBody>
      </p:sp>
    </p:spTree>
    <p:extLst>
      <p:ext uri="{BB962C8B-B14F-4D97-AF65-F5344CB8AC3E}">
        <p14:creationId xmlns:p14="http://schemas.microsoft.com/office/powerpoint/2010/main" val="338230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2"/>
        <p:cNvGrpSpPr/>
        <p:nvPr/>
      </p:nvGrpSpPr>
      <p:grpSpPr>
        <a:xfrm>
          <a:off x="0" y="0"/>
          <a:ext cx="0" cy="0"/>
          <a:chOff x="0" y="0"/>
          <a:chExt cx="0" cy="0"/>
        </a:xfrm>
      </p:grpSpPr>
      <p:sp>
        <p:nvSpPr>
          <p:cNvPr id="3833" name="Google Shape;383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4" name="Google Shape;383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這篇是刊登在</a:t>
            </a:r>
            <a:r>
              <a:rPr lang="en-US" altLang="zh-TW" dirty="0"/>
              <a:t>2020</a:t>
            </a:r>
            <a:r>
              <a:rPr lang="zh-TW" altLang="en-US" dirty="0"/>
              <a:t> </a:t>
            </a:r>
            <a:r>
              <a:rPr lang="en-US" altLang="zh-TW" dirty="0"/>
              <a:t>ICC</a:t>
            </a:r>
            <a:r>
              <a:rPr lang="zh-TW" altLang="en-US" dirty="0"/>
              <a:t>上面的論文，主要是要找出控制無人機的衛星以及如何建立這些衛星之間路由的演算法</a:t>
            </a:r>
            <a:endParaRPr dirty="0"/>
          </a:p>
        </p:txBody>
      </p:sp>
    </p:spTree>
    <p:extLst>
      <p:ext uri="{BB962C8B-B14F-4D97-AF65-F5344CB8AC3E}">
        <p14:creationId xmlns:p14="http://schemas.microsoft.com/office/powerpoint/2010/main" val="25035393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7"/>
        <p:cNvGrpSpPr/>
        <p:nvPr/>
      </p:nvGrpSpPr>
      <p:grpSpPr>
        <a:xfrm>
          <a:off x="0" y="0"/>
          <a:ext cx="0" cy="0"/>
          <a:chOff x="0" y="0"/>
          <a:chExt cx="0" cy="0"/>
        </a:xfrm>
      </p:grpSpPr>
      <p:sp>
        <p:nvSpPr>
          <p:cNvPr id="3838" name="Google Shape;383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9" name="Google Shape;383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effectLst/>
                <a:latin typeface="Arial"/>
                <a:ea typeface="Arial"/>
                <a:cs typeface="Arial"/>
                <a:sym typeface="Arial"/>
              </a:rPr>
              <a:t>由於無人機日漸普及，智能設備可以廣泛應用在高空以及低空的位置來提供跨境通訊、地質調查、以及空中警報等應用，</a:t>
            </a:r>
            <a:endParaRPr lang="en-US" altLang="zh-TW"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zh-TW" altLang="en-US" sz="1100" b="0" i="0" u="none" strike="noStrike" cap="none" dirty="0">
                <a:solidFill>
                  <a:srgbClr val="000000"/>
                </a:solidFill>
                <a:effectLst/>
                <a:latin typeface="Arial"/>
                <a:ea typeface="Arial"/>
                <a:cs typeface="Arial"/>
                <a:sym typeface="Arial"/>
              </a:rPr>
              <a:t>與地面連接相比，無人機與衛星連接是更好的選擇，因為衛星無差別覆蓋整個區域，在</a:t>
            </a:r>
            <a:r>
              <a:rPr lang="en-US" altLang="zh-TW" sz="1100" b="0" i="0" u="none" strike="noStrike" cap="none" dirty="0">
                <a:solidFill>
                  <a:srgbClr val="000000"/>
                </a:solidFill>
                <a:effectLst/>
                <a:latin typeface="Arial"/>
                <a:ea typeface="Arial"/>
                <a:cs typeface="Arial"/>
                <a:sym typeface="Arial"/>
              </a:rPr>
              <a:t>SAIN(</a:t>
            </a:r>
            <a:r>
              <a:rPr lang="zh-TW" altLang="en-US" sz="1100" b="0" i="0" u="none" strike="noStrike" cap="none" dirty="0">
                <a:solidFill>
                  <a:srgbClr val="000000"/>
                </a:solidFill>
                <a:effectLst/>
                <a:latin typeface="Arial"/>
                <a:ea typeface="Arial"/>
                <a:cs typeface="Arial"/>
                <a:sym typeface="Arial"/>
              </a:rPr>
              <a:t>天空綜合網路</a:t>
            </a:r>
            <a:r>
              <a:rPr lang="en-US" altLang="zh-TW" sz="1100" b="0" i="0" u="none" strike="noStrike" cap="none" dirty="0">
                <a:solidFill>
                  <a:srgbClr val="000000"/>
                </a:solidFill>
                <a:effectLst/>
                <a:latin typeface="Arial"/>
                <a:ea typeface="Arial"/>
                <a:cs typeface="Arial"/>
                <a:sym typeface="Arial"/>
              </a:rPr>
              <a:t>)</a:t>
            </a:r>
            <a:r>
              <a:rPr lang="zh-TW" altLang="en-US" sz="1100" b="0" i="0" u="none" strike="noStrike" cap="none" dirty="0">
                <a:solidFill>
                  <a:srgbClr val="000000"/>
                </a:solidFill>
                <a:effectLst/>
                <a:latin typeface="Arial"/>
                <a:ea typeface="Arial"/>
                <a:cs typeface="Arial"/>
                <a:sym typeface="Arial"/>
              </a:rPr>
              <a:t>中，</a:t>
            </a:r>
            <a:r>
              <a:rPr lang="en-US" altLang="zh-TW" sz="1100" b="0" i="0" u="none" strike="noStrike" cap="none" dirty="0">
                <a:solidFill>
                  <a:srgbClr val="000000"/>
                </a:solidFill>
                <a:effectLst/>
                <a:latin typeface="Arial"/>
                <a:ea typeface="Arial"/>
                <a:cs typeface="Arial"/>
                <a:sym typeface="Arial"/>
              </a:rPr>
              <a:t>LEO</a:t>
            </a:r>
            <a:r>
              <a:rPr lang="zh-TW" altLang="en-US" sz="1100" b="0" i="0" u="none" strike="noStrike" cap="none" dirty="0">
                <a:solidFill>
                  <a:srgbClr val="000000"/>
                </a:solidFill>
                <a:effectLst/>
                <a:latin typeface="Arial"/>
                <a:ea typeface="Arial"/>
                <a:cs typeface="Arial"/>
                <a:sym typeface="Arial"/>
              </a:rPr>
              <a:t>可以轉發無人機數據並達到對無人機</a:t>
            </a:r>
            <a:r>
              <a:rPr lang="en-US" altLang="zh-TW" sz="1100" b="0" i="0" u="none" strike="noStrike" cap="none" dirty="0">
                <a:solidFill>
                  <a:srgbClr val="000000"/>
                </a:solidFill>
                <a:effectLst/>
                <a:latin typeface="Arial"/>
                <a:ea typeface="Arial"/>
                <a:cs typeface="Arial"/>
                <a:sym typeface="Arial"/>
              </a:rPr>
              <a:t>real-time</a:t>
            </a:r>
            <a:r>
              <a:rPr lang="zh-TW" altLang="en-US" sz="1100" b="0" i="0" u="none" strike="noStrike" cap="none" dirty="0">
                <a:solidFill>
                  <a:srgbClr val="000000"/>
                </a:solidFill>
                <a:effectLst/>
                <a:latin typeface="Arial"/>
                <a:ea typeface="Arial"/>
                <a:cs typeface="Arial"/>
                <a:sym typeface="Arial"/>
              </a:rPr>
              <a:t>的控制</a:t>
            </a:r>
            <a:endParaRPr lang="en-US" altLang="zh-TW" sz="11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9972238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7"/>
        <p:cNvGrpSpPr/>
        <p:nvPr/>
      </p:nvGrpSpPr>
      <p:grpSpPr>
        <a:xfrm>
          <a:off x="0" y="0"/>
          <a:ext cx="0" cy="0"/>
          <a:chOff x="0" y="0"/>
          <a:chExt cx="0" cy="0"/>
        </a:xfrm>
      </p:grpSpPr>
      <p:sp>
        <p:nvSpPr>
          <p:cNvPr id="3838" name="Google Shape;383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9" name="Google Shape;383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effectLst/>
                <a:latin typeface="Arial"/>
                <a:ea typeface="Arial"/>
                <a:cs typeface="Arial"/>
                <a:sym typeface="Arial"/>
              </a:rPr>
              <a:t>但是考慮到</a:t>
            </a:r>
            <a:r>
              <a:rPr lang="en-US" altLang="zh-TW" sz="1100" b="0" i="0" u="none" strike="noStrike" cap="none" dirty="0">
                <a:solidFill>
                  <a:srgbClr val="000000"/>
                </a:solidFill>
                <a:effectLst/>
                <a:latin typeface="Arial"/>
                <a:ea typeface="Arial"/>
                <a:cs typeface="Arial"/>
                <a:sym typeface="Arial"/>
              </a:rPr>
              <a:t>LEO</a:t>
            </a:r>
            <a:r>
              <a:rPr lang="zh-TW" altLang="en-US" sz="1100" b="0" i="0" u="none" strike="noStrike" cap="none" dirty="0">
                <a:solidFill>
                  <a:srgbClr val="000000"/>
                </a:solidFill>
                <a:effectLst/>
                <a:latin typeface="Arial"/>
                <a:ea typeface="Arial"/>
                <a:cs typeface="Arial"/>
                <a:sym typeface="Arial"/>
              </a:rPr>
              <a:t>與</a:t>
            </a:r>
            <a:r>
              <a:rPr lang="en-US" altLang="zh-TW" sz="1100" b="0" i="0" u="none" strike="noStrike" cap="none" dirty="0">
                <a:solidFill>
                  <a:srgbClr val="000000"/>
                </a:solidFill>
                <a:effectLst/>
                <a:latin typeface="Arial"/>
                <a:ea typeface="Arial"/>
                <a:cs typeface="Arial"/>
                <a:sym typeface="Arial"/>
              </a:rPr>
              <a:t>UAV</a:t>
            </a:r>
            <a:r>
              <a:rPr lang="zh-TW" altLang="en-US" sz="1100" b="0" i="0" u="none" strike="noStrike" cap="none" dirty="0">
                <a:solidFill>
                  <a:srgbClr val="000000"/>
                </a:solidFill>
                <a:effectLst/>
                <a:latin typeface="Arial"/>
                <a:ea typeface="Arial"/>
                <a:cs typeface="Arial"/>
                <a:sym typeface="Arial"/>
              </a:rPr>
              <a:t>之間複雜的相對運動，</a:t>
            </a:r>
            <a:r>
              <a:rPr lang="en-US" altLang="zh-TW" sz="1100" b="0" i="0" u="none" strike="noStrike" cap="none" dirty="0">
                <a:solidFill>
                  <a:srgbClr val="000000"/>
                </a:solidFill>
                <a:effectLst/>
                <a:latin typeface="Arial"/>
                <a:ea typeface="Arial"/>
                <a:cs typeface="Arial"/>
                <a:sym typeface="Arial"/>
              </a:rPr>
              <a:t>UAV</a:t>
            </a:r>
            <a:r>
              <a:rPr lang="zh-TW" altLang="en-US" sz="1100" b="0" i="0" u="none" strike="noStrike" cap="none" dirty="0">
                <a:solidFill>
                  <a:srgbClr val="000000"/>
                </a:solidFill>
                <a:effectLst/>
                <a:latin typeface="Arial"/>
                <a:ea typeface="Arial"/>
                <a:cs typeface="Arial"/>
                <a:sym typeface="Arial"/>
              </a:rPr>
              <a:t>以及衛星之間的網路</a:t>
            </a:r>
            <a:r>
              <a:rPr lang="en-US" altLang="zh-TW" sz="1100" b="0" i="0" u="none" strike="noStrike" cap="none" dirty="0">
                <a:solidFill>
                  <a:srgbClr val="000000"/>
                </a:solidFill>
                <a:effectLst/>
                <a:latin typeface="Arial"/>
                <a:ea typeface="Arial"/>
                <a:cs typeface="Arial"/>
                <a:sym typeface="Arial"/>
              </a:rPr>
              <a:t>(ISL)</a:t>
            </a:r>
            <a:r>
              <a:rPr lang="zh-TW" altLang="en-US" sz="1100" b="0" i="0" u="none" strike="noStrike" cap="none" dirty="0">
                <a:solidFill>
                  <a:srgbClr val="000000"/>
                </a:solidFill>
                <a:effectLst/>
                <a:latin typeface="Arial"/>
                <a:ea typeface="Arial"/>
                <a:cs typeface="Arial"/>
                <a:sym typeface="Arial"/>
              </a:rPr>
              <a:t> 不能用地面網路的形式來設計。每個</a:t>
            </a:r>
            <a:r>
              <a:rPr lang="en-US" altLang="zh-TW" sz="1100" b="0" i="0" u="none" strike="noStrike" cap="none" dirty="0">
                <a:solidFill>
                  <a:srgbClr val="000000"/>
                </a:solidFill>
                <a:effectLst/>
                <a:latin typeface="Arial"/>
                <a:ea typeface="Arial"/>
                <a:cs typeface="Arial"/>
                <a:sym typeface="Arial"/>
              </a:rPr>
              <a:t>LEO</a:t>
            </a:r>
            <a:r>
              <a:rPr lang="zh-TW" altLang="en-US" sz="1100" b="0" i="0" u="none" strike="noStrike" cap="none" dirty="0">
                <a:solidFill>
                  <a:srgbClr val="000000"/>
                </a:solidFill>
                <a:effectLst/>
                <a:latin typeface="Arial"/>
                <a:ea typeface="Arial"/>
                <a:cs typeface="Arial"/>
                <a:sym typeface="Arial"/>
              </a:rPr>
              <a:t>僅在一段時間內與無人機互相連接，時間到就要移交給下一個</a:t>
            </a:r>
            <a:r>
              <a:rPr lang="en-US" altLang="zh-TW" sz="1100" b="0" i="0" u="none" strike="noStrike" cap="none" dirty="0">
                <a:solidFill>
                  <a:srgbClr val="000000"/>
                </a:solidFill>
                <a:effectLst/>
                <a:latin typeface="Arial"/>
                <a:ea typeface="Arial"/>
                <a:cs typeface="Arial"/>
                <a:sym typeface="Arial"/>
              </a:rPr>
              <a:t>LEO</a:t>
            </a:r>
            <a:r>
              <a:rPr lang="zh-TW" altLang="en-US" sz="1100" b="0" i="0" u="none" strike="noStrike" cap="none" dirty="0">
                <a:solidFill>
                  <a:srgbClr val="000000"/>
                </a:solidFill>
                <a:effectLst/>
                <a:latin typeface="Arial"/>
                <a:ea typeface="Arial"/>
                <a:cs typeface="Arial"/>
                <a:sym typeface="Arial"/>
              </a:rPr>
              <a:t>。因此。需要考慮連接時間，以及覆蓋範圍等等之類的特性來去優化</a:t>
            </a:r>
            <a:r>
              <a:rPr lang="en-US" altLang="zh-TW" sz="1100" b="0" i="0" u="none" strike="noStrike" cap="none" dirty="0">
                <a:solidFill>
                  <a:srgbClr val="000000"/>
                </a:solidFill>
                <a:effectLst/>
                <a:latin typeface="Arial"/>
                <a:ea typeface="Arial"/>
                <a:cs typeface="Arial"/>
                <a:sym typeface="Arial"/>
              </a:rPr>
              <a:t>ACS</a:t>
            </a:r>
            <a:r>
              <a:rPr lang="zh-TW" altLang="en-US" sz="1100" b="0" i="0" u="none" strike="noStrike" cap="none" dirty="0">
                <a:solidFill>
                  <a:srgbClr val="000000"/>
                </a:solidFill>
                <a:effectLst/>
                <a:latin typeface="Arial"/>
                <a:ea typeface="Arial"/>
                <a:cs typeface="Arial"/>
                <a:sym typeface="Arial"/>
              </a:rPr>
              <a:t>的選擇。</a:t>
            </a:r>
            <a:r>
              <a:rPr lang="en-US" altLang="zh-TW" sz="1100" b="0" i="0" u="none" strike="noStrike" cap="none" dirty="0">
                <a:solidFill>
                  <a:srgbClr val="000000"/>
                </a:solidFill>
                <a:effectLst/>
                <a:latin typeface="Arial"/>
                <a:ea typeface="Arial"/>
                <a:cs typeface="Arial"/>
                <a:sym typeface="Arial"/>
              </a:rPr>
              <a:t>(ACS</a:t>
            </a:r>
            <a:r>
              <a:rPr lang="zh-TW" altLang="en-US" sz="1100" b="0" i="0" u="none" strike="noStrike" cap="none" dirty="0">
                <a:solidFill>
                  <a:srgbClr val="000000"/>
                </a:solidFill>
                <a:effectLst/>
                <a:latin typeface="Arial"/>
                <a:ea typeface="Arial"/>
                <a:cs typeface="Arial"/>
                <a:sym typeface="Arial"/>
              </a:rPr>
              <a:t>是</a:t>
            </a:r>
            <a:r>
              <a:rPr lang="en-US" altLang="zh-TW" sz="1100" b="0" i="0" u="none" strike="noStrike" cap="none" dirty="0">
                <a:solidFill>
                  <a:srgbClr val="000000"/>
                </a:solidFill>
                <a:effectLst/>
                <a:latin typeface="Arial"/>
                <a:ea typeface="Arial"/>
                <a:cs typeface="Arial"/>
                <a:sym typeface="Arial"/>
              </a:rPr>
              <a:t>accessing control satellite</a:t>
            </a:r>
            <a:r>
              <a:rPr lang="zh-TW" altLang="en-US" sz="1100" b="0" i="0" u="none" strike="noStrike" cap="none" dirty="0">
                <a:solidFill>
                  <a:srgbClr val="000000"/>
                </a:solidFill>
                <a:effectLst/>
                <a:latin typeface="Arial"/>
                <a:ea typeface="Arial"/>
                <a:cs typeface="Arial"/>
                <a:sym typeface="Arial"/>
              </a:rPr>
              <a:t>的縮寫，也就是控制該</a:t>
            </a:r>
            <a:r>
              <a:rPr lang="en-US" altLang="zh-TW" sz="1100" b="0" i="0" u="none" strike="noStrike" cap="none" dirty="0" err="1">
                <a:solidFill>
                  <a:srgbClr val="000000"/>
                </a:solidFill>
                <a:effectLst/>
                <a:latin typeface="Arial"/>
                <a:ea typeface="Arial"/>
                <a:cs typeface="Arial"/>
                <a:sym typeface="Arial"/>
              </a:rPr>
              <a:t>uav</a:t>
            </a:r>
            <a:r>
              <a:rPr lang="zh-TW" altLang="en-US" sz="1100" b="0" i="0" u="none" strike="noStrike" cap="none" dirty="0">
                <a:solidFill>
                  <a:srgbClr val="000000"/>
                </a:solidFill>
                <a:effectLst/>
                <a:latin typeface="Arial"/>
                <a:ea typeface="Arial"/>
                <a:cs typeface="Arial"/>
                <a:sym typeface="Arial"/>
              </a:rPr>
              <a:t>的衛星</a:t>
            </a:r>
            <a:r>
              <a:rPr lang="en-US" altLang="zh-TW" sz="1100" b="0" i="0" u="none" strike="noStrike" cap="none" dirty="0">
                <a:solidFill>
                  <a:srgbClr val="000000"/>
                </a:solidFill>
                <a:effectLst/>
                <a:latin typeface="Arial"/>
                <a:ea typeface="Arial"/>
                <a:cs typeface="Arial"/>
                <a:sym typeface="Arial"/>
              </a:rPr>
              <a:t>)</a:t>
            </a:r>
            <a:endParaRPr lang="en-US" altLang="zh-TW" sz="11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5429740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7"/>
        <p:cNvGrpSpPr/>
        <p:nvPr/>
      </p:nvGrpSpPr>
      <p:grpSpPr>
        <a:xfrm>
          <a:off x="0" y="0"/>
          <a:ext cx="0" cy="0"/>
          <a:chOff x="0" y="0"/>
          <a:chExt cx="0" cy="0"/>
        </a:xfrm>
      </p:grpSpPr>
      <p:sp>
        <p:nvSpPr>
          <p:cNvPr id="3838" name="Google Shape;383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9" name="Google Shape;383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effectLst/>
                <a:latin typeface="Arial"/>
                <a:ea typeface="Arial"/>
                <a:cs typeface="Arial"/>
                <a:sym typeface="Arial"/>
              </a:rPr>
              <a:t>同時這些數據必須在</a:t>
            </a:r>
            <a:r>
              <a:rPr lang="en-US" altLang="zh-TW" sz="1100" b="0" i="0" u="none" strike="noStrike" cap="none" dirty="0">
                <a:solidFill>
                  <a:srgbClr val="000000"/>
                </a:solidFill>
                <a:effectLst/>
                <a:latin typeface="Arial"/>
                <a:ea typeface="Arial"/>
                <a:cs typeface="Arial"/>
                <a:sym typeface="Arial"/>
              </a:rPr>
              <a:t>ACS</a:t>
            </a:r>
            <a:r>
              <a:rPr lang="zh-TW" altLang="en-US" sz="1100" b="0" i="0" u="none" strike="noStrike" cap="none" dirty="0">
                <a:solidFill>
                  <a:srgbClr val="000000"/>
                </a:solidFill>
                <a:effectLst/>
                <a:latin typeface="Arial"/>
                <a:ea typeface="Arial"/>
                <a:cs typeface="Arial"/>
                <a:sym typeface="Arial"/>
              </a:rPr>
              <a:t>之間共享以實現連續服務，由於每個</a:t>
            </a:r>
            <a:r>
              <a:rPr lang="en-US" altLang="zh-TW" sz="1100" b="0" i="0" u="none" strike="noStrike" cap="none" dirty="0">
                <a:solidFill>
                  <a:srgbClr val="000000"/>
                </a:solidFill>
                <a:effectLst/>
                <a:latin typeface="Arial"/>
                <a:ea typeface="Arial"/>
                <a:cs typeface="Arial"/>
                <a:sym typeface="Arial"/>
              </a:rPr>
              <a:t>ACS</a:t>
            </a:r>
            <a:r>
              <a:rPr lang="zh-TW" altLang="en-US" sz="1100" b="0" i="0" u="none" strike="noStrike" cap="none" dirty="0">
                <a:solidFill>
                  <a:srgbClr val="000000"/>
                </a:solidFill>
                <a:effectLst/>
                <a:latin typeface="Arial"/>
                <a:ea typeface="Arial"/>
                <a:cs typeface="Arial"/>
                <a:sym typeface="Arial"/>
              </a:rPr>
              <a:t>是在不同的位置與時間連結到無人機，因此這些節點可能不會在一個時隙中直接互聯，這給</a:t>
            </a:r>
            <a:r>
              <a:rPr lang="en-US" altLang="zh-TW" sz="1100" b="0" i="0" u="none" strike="noStrike" cap="none" dirty="0">
                <a:solidFill>
                  <a:srgbClr val="000000"/>
                </a:solidFill>
                <a:effectLst/>
                <a:latin typeface="Arial"/>
                <a:ea typeface="Arial"/>
                <a:cs typeface="Arial"/>
                <a:sym typeface="Arial"/>
              </a:rPr>
              <a:t>SAIN</a:t>
            </a:r>
            <a:r>
              <a:rPr lang="zh-TW" altLang="en-US" sz="1100" b="0" i="0" u="none" strike="noStrike" cap="none" dirty="0">
                <a:solidFill>
                  <a:srgbClr val="000000"/>
                </a:solidFill>
                <a:effectLst/>
                <a:latin typeface="Arial"/>
                <a:ea typeface="Arial"/>
                <a:cs typeface="Arial"/>
                <a:sym typeface="Arial"/>
              </a:rPr>
              <a:t>的路由設計帶來巨大的挑戰。</a:t>
            </a:r>
            <a:endParaRPr lang="en-US" altLang="zh-TW"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zh-TW" altLang="en-US" sz="1100" b="0" i="0" u="none" strike="noStrike" cap="none" dirty="0">
                <a:solidFill>
                  <a:srgbClr val="000000"/>
                </a:solidFill>
                <a:latin typeface="Arial"/>
                <a:ea typeface="Arial"/>
                <a:cs typeface="Arial"/>
                <a:sym typeface="Arial"/>
              </a:rPr>
              <a:t>也因為所有的</a:t>
            </a:r>
            <a:r>
              <a:rPr lang="en-US" altLang="zh-TW" sz="1100" b="0" i="0" u="none" strike="noStrike" cap="none" dirty="0">
                <a:solidFill>
                  <a:srgbClr val="000000"/>
                </a:solidFill>
                <a:latin typeface="Arial"/>
                <a:ea typeface="Arial"/>
                <a:cs typeface="Arial"/>
                <a:sym typeface="Arial"/>
              </a:rPr>
              <a:t>node</a:t>
            </a:r>
            <a:r>
              <a:rPr lang="zh-TW" altLang="en-US" sz="1100" b="0" i="0" u="none" strike="noStrike" cap="none" dirty="0">
                <a:solidFill>
                  <a:srgbClr val="000000"/>
                </a:solidFill>
                <a:latin typeface="Arial"/>
                <a:ea typeface="Arial"/>
                <a:cs typeface="Arial"/>
                <a:sym typeface="Arial"/>
              </a:rPr>
              <a:t>都是高速移動，所以向</a:t>
            </a:r>
            <a:r>
              <a:rPr lang="en-US" altLang="zh-TW" sz="1100" b="0" i="0" u="none" strike="noStrike" cap="none" dirty="0" err="1">
                <a:solidFill>
                  <a:srgbClr val="000000"/>
                </a:solidFill>
                <a:latin typeface="Arial"/>
                <a:ea typeface="Arial"/>
                <a:cs typeface="Arial"/>
                <a:sym typeface="Arial"/>
              </a:rPr>
              <a:t>dijkstra</a:t>
            </a:r>
            <a:r>
              <a:rPr lang="zh-TW" altLang="en-US" sz="1100" b="0" i="0" u="none" strike="noStrike" cap="none" dirty="0">
                <a:solidFill>
                  <a:srgbClr val="000000"/>
                </a:solidFill>
                <a:latin typeface="Arial"/>
                <a:ea typeface="Arial"/>
                <a:cs typeface="Arial"/>
                <a:sym typeface="Arial"/>
              </a:rPr>
              <a:t>這樣的傳統的路由演算法無法好好作用，會導致頻繁的路徑切換，因此我們應該在每個</a:t>
            </a:r>
            <a:r>
              <a:rPr lang="en-US" altLang="zh-TW" sz="1100" b="0" i="0" u="none" strike="noStrike" cap="none" dirty="0">
                <a:solidFill>
                  <a:srgbClr val="000000"/>
                </a:solidFill>
                <a:latin typeface="Arial"/>
                <a:ea typeface="Arial"/>
                <a:cs typeface="Arial"/>
                <a:sym typeface="Arial"/>
              </a:rPr>
              <a:t>time slot</a:t>
            </a:r>
            <a:r>
              <a:rPr lang="zh-TW" altLang="en-US" sz="1100" b="0" i="0" u="none" strike="noStrike" cap="none" dirty="0">
                <a:solidFill>
                  <a:srgbClr val="000000"/>
                </a:solidFill>
                <a:latin typeface="Arial"/>
                <a:ea typeface="Arial"/>
                <a:cs typeface="Arial"/>
                <a:sym typeface="Arial"/>
              </a:rPr>
              <a:t>中分析鏈路性能，以選擇一組最佳的</a:t>
            </a:r>
            <a:r>
              <a:rPr lang="en-US" altLang="zh-TW" sz="1100" b="0" i="0" u="none" strike="noStrike" cap="none" dirty="0">
                <a:solidFill>
                  <a:srgbClr val="000000"/>
                </a:solidFill>
                <a:latin typeface="Arial"/>
                <a:ea typeface="Arial"/>
                <a:cs typeface="Arial"/>
                <a:sym typeface="Arial"/>
              </a:rPr>
              <a:t>ACS</a:t>
            </a:r>
            <a:r>
              <a:rPr lang="zh-TW" altLang="en-US" sz="1100" b="0" i="0" u="none" strike="noStrike" cap="none" dirty="0">
                <a:solidFill>
                  <a:srgbClr val="000000"/>
                </a:solidFill>
                <a:latin typeface="Arial"/>
                <a:ea typeface="Arial"/>
                <a:cs typeface="Arial"/>
                <a:sym typeface="Arial"/>
              </a:rPr>
              <a:t>進行連續和穩定的無人機控制。作者在這篇提出了一個新的路徑規劃策略叫做</a:t>
            </a:r>
            <a:r>
              <a:rPr lang="en-US" altLang="zh-TW" sz="1100" b="0" i="0" u="none" strike="noStrike" cap="none" dirty="0">
                <a:solidFill>
                  <a:srgbClr val="000000"/>
                </a:solidFill>
                <a:latin typeface="Arial"/>
                <a:ea typeface="Arial"/>
                <a:cs typeface="Arial"/>
                <a:sym typeface="Arial"/>
              </a:rPr>
              <a:t>BLPS</a:t>
            </a:r>
            <a:r>
              <a:rPr lang="zh-TW" altLang="en-US" sz="1100" b="0" i="0" u="none" strike="noStrike" cap="none" dirty="0">
                <a:solidFill>
                  <a:srgbClr val="000000"/>
                </a:solidFill>
                <a:latin typeface="Arial"/>
                <a:ea typeface="Arial"/>
                <a:cs typeface="Arial"/>
                <a:sym typeface="Arial"/>
              </a:rPr>
              <a:t>，那這個</a:t>
            </a:r>
            <a:r>
              <a:rPr lang="en-US" altLang="zh-TW" sz="1100" b="0" i="0" u="none" strike="noStrike" cap="none" dirty="0">
                <a:solidFill>
                  <a:srgbClr val="000000"/>
                </a:solidFill>
                <a:latin typeface="Arial"/>
                <a:ea typeface="Arial"/>
                <a:cs typeface="Arial"/>
                <a:sym typeface="Arial"/>
              </a:rPr>
              <a:t>BLPS</a:t>
            </a:r>
            <a:r>
              <a:rPr lang="zh-TW" altLang="en-US" sz="1100" b="0" i="0" u="none" strike="noStrike" cap="none" dirty="0">
                <a:solidFill>
                  <a:srgbClr val="000000"/>
                </a:solidFill>
                <a:latin typeface="Arial"/>
                <a:ea typeface="Arial"/>
                <a:cs typeface="Arial"/>
                <a:sym typeface="Arial"/>
              </a:rPr>
              <a:t>可以在每個軌道上找到合適的衛星作為中繼節點，並且由這些中繼節點生成分支，最終實現整個路徑達到穩定的資料傳輸。</a:t>
            </a:r>
            <a:endParaRPr lang="en-US" altLang="zh-TW" sz="11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8480534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7"/>
        <p:cNvGrpSpPr/>
        <p:nvPr/>
      </p:nvGrpSpPr>
      <p:grpSpPr>
        <a:xfrm>
          <a:off x="0" y="0"/>
          <a:ext cx="0" cy="0"/>
          <a:chOff x="0" y="0"/>
          <a:chExt cx="0" cy="0"/>
        </a:xfrm>
      </p:grpSpPr>
      <p:sp>
        <p:nvSpPr>
          <p:cNvPr id="3838" name="Google Shape;383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9" name="Google Shape;383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latin typeface="Arial"/>
                <a:ea typeface="Arial"/>
                <a:cs typeface="Arial"/>
                <a:sym typeface="Arial"/>
              </a:rPr>
              <a:t>整篇</a:t>
            </a:r>
            <a:r>
              <a:rPr lang="en-US" altLang="zh-TW" sz="1100" b="0" i="0" u="none" strike="noStrike" cap="none" dirty="0">
                <a:solidFill>
                  <a:srgbClr val="000000"/>
                </a:solidFill>
                <a:latin typeface="Arial"/>
                <a:ea typeface="Arial"/>
                <a:cs typeface="Arial"/>
                <a:sym typeface="Arial"/>
              </a:rPr>
              <a:t>paper</a:t>
            </a:r>
            <a:r>
              <a:rPr lang="zh-TW" altLang="en-US" sz="1100" b="0" i="0" u="none" strike="noStrike" cap="none" dirty="0">
                <a:solidFill>
                  <a:srgbClr val="000000"/>
                </a:solidFill>
                <a:latin typeface="Arial"/>
                <a:ea typeface="Arial"/>
                <a:cs typeface="Arial"/>
                <a:sym typeface="Arial"/>
              </a:rPr>
              <a:t>的貢獻有以下</a:t>
            </a:r>
            <a:r>
              <a:rPr lang="en-US" altLang="zh-TW" sz="1100" b="0" i="0" u="none" strike="noStrike" cap="none" dirty="0">
                <a:solidFill>
                  <a:srgbClr val="000000"/>
                </a:solidFill>
                <a:latin typeface="Arial"/>
                <a:ea typeface="Arial"/>
                <a:cs typeface="Arial"/>
                <a:sym typeface="Arial"/>
              </a:rPr>
              <a:t>:</a:t>
            </a:r>
          </a:p>
          <a:p>
            <a:pPr marL="0" lvl="0" indent="0" algn="l" rtl="0">
              <a:spcBef>
                <a:spcPts val="0"/>
              </a:spcBef>
              <a:spcAft>
                <a:spcPts val="0"/>
              </a:spcAft>
              <a:buNone/>
            </a:pPr>
            <a:r>
              <a:rPr lang="en-US" altLang="zh-TW" sz="1100" b="0" i="0" u="none" strike="noStrike" cap="none" dirty="0">
                <a:solidFill>
                  <a:srgbClr val="000000"/>
                </a:solidFill>
                <a:latin typeface="Arial"/>
                <a:ea typeface="Arial"/>
                <a:cs typeface="Arial"/>
                <a:sym typeface="Arial"/>
              </a:rPr>
              <a:t>1.</a:t>
            </a:r>
            <a:r>
              <a:rPr lang="zh-TW" altLang="en-US" sz="1100" b="0" i="0" u="none" strike="noStrike" cap="none" dirty="0">
                <a:solidFill>
                  <a:srgbClr val="000000"/>
                </a:solidFill>
                <a:latin typeface="Arial"/>
                <a:ea typeface="Arial"/>
                <a:cs typeface="Arial"/>
                <a:sym typeface="Arial"/>
              </a:rPr>
              <a:t> 他們對</a:t>
            </a:r>
            <a:r>
              <a:rPr lang="en-US" altLang="zh-TW" sz="1100" b="0" i="0" u="none" strike="noStrike" cap="none" dirty="0" err="1">
                <a:solidFill>
                  <a:srgbClr val="000000"/>
                </a:solidFill>
                <a:latin typeface="Arial"/>
                <a:ea typeface="Arial"/>
                <a:cs typeface="Arial"/>
                <a:sym typeface="Arial"/>
              </a:rPr>
              <a:t>sain</a:t>
            </a:r>
            <a:r>
              <a:rPr lang="zh-TW" altLang="en-US" sz="1100" b="0" i="0" u="none" strike="noStrike" cap="none" dirty="0">
                <a:solidFill>
                  <a:srgbClr val="000000"/>
                </a:solidFill>
                <a:latin typeface="Arial"/>
                <a:ea typeface="Arial"/>
                <a:cs typeface="Arial"/>
                <a:sym typeface="Arial"/>
              </a:rPr>
              <a:t>陸游問題進行分層化，以優化無人機控制以及數據傳輸的穩定性。</a:t>
            </a:r>
            <a:endParaRPr lang="en-US" altLang="zh-TW" sz="1100" b="0" i="0" u="none" strike="noStrike" cap="none" dirty="0">
              <a:solidFill>
                <a:srgbClr val="000000"/>
              </a:solidFill>
              <a:latin typeface="Arial"/>
              <a:ea typeface="Arial"/>
              <a:cs typeface="Arial"/>
              <a:sym typeface="Arial"/>
            </a:endParaRPr>
          </a:p>
          <a:p>
            <a:pPr marL="0" lvl="0" indent="0" algn="l" rtl="0">
              <a:spcBef>
                <a:spcPts val="0"/>
              </a:spcBef>
              <a:spcAft>
                <a:spcPts val="0"/>
              </a:spcAft>
              <a:buNone/>
            </a:pPr>
            <a:r>
              <a:rPr lang="en-US" altLang="zh-TW" sz="1100" b="0" i="0" u="none" strike="noStrike" cap="none" dirty="0">
                <a:solidFill>
                  <a:srgbClr val="000000"/>
                </a:solidFill>
                <a:latin typeface="Arial"/>
                <a:ea typeface="Arial"/>
                <a:cs typeface="Arial"/>
                <a:sym typeface="Arial"/>
              </a:rPr>
              <a:t>2.</a:t>
            </a:r>
            <a:r>
              <a:rPr lang="zh-TW" altLang="en-US" sz="1100" b="0" i="0" u="none" strike="noStrike" cap="none" dirty="0">
                <a:solidFill>
                  <a:srgbClr val="000000"/>
                </a:solidFill>
                <a:latin typeface="Arial"/>
                <a:ea typeface="Arial"/>
                <a:cs typeface="Arial"/>
                <a:sym typeface="Arial"/>
              </a:rPr>
              <a:t>分析了衛星與無人機隻間的相對運動特性，全面評估了傳輸容量和信號衰減來選擇</a:t>
            </a:r>
            <a:r>
              <a:rPr lang="en-US" altLang="zh-TW" sz="1100" b="0" i="0" u="none" strike="noStrike" cap="none" dirty="0">
                <a:solidFill>
                  <a:srgbClr val="000000"/>
                </a:solidFill>
                <a:latin typeface="Arial"/>
                <a:ea typeface="Arial"/>
                <a:cs typeface="Arial"/>
                <a:sym typeface="Arial"/>
              </a:rPr>
              <a:t>ACS</a:t>
            </a:r>
            <a:r>
              <a:rPr lang="zh-TW" altLang="en-US" sz="1100" b="0" i="0" u="none" strike="noStrike" cap="none" dirty="0">
                <a:solidFill>
                  <a:srgbClr val="000000"/>
                </a:solidFill>
                <a:latin typeface="Arial"/>
                <a:ea typeface="Arial"/>
                <a:cs typeface="Arial"/>
                <a:sym typeface="Arial"/>
              </a:rPr>
              <a:t>。</a:t>
            </a:r>
            <a:endParaRPr lang="en-US" altLang="zh-TW" sz="1100" b="0" i="0" u="none" strike="noStrike" cap="none" dirty="0">
              <a:solidFill>
                <a:srgbClr val="000000"/>
              </a:solidFill>
              <a:latin typeface="Arial"/>
              <a:ea typeface="Arial"/>
              <a:cs typeface="Arial"/>
              <a:sym typeface="Arial"/>
            </a:endParaRPr>
          </a:p>
          <a:p>
            <a:pPr marL="0" lvl="0" indent="0" algn="l" rtl="0">
              <a:spcBef>
                <a:spcPts val="0"/>
              </a:spcBef>
              <a:spcAft>
                <a:spcPts val="0"/>
              </a:spcAft>
              <a:buNone/>
            </a:pPr>
            <a:r>
              <a:rPr lang="en-US" altLang="zh-TW" sz="1100" b="0" i="0" u="none" strike="noStrike" cap="none" dirty="0">
                <a:solidFill>
                  <a:srgbClr val="000000"/>
                </a:solidFill>
                <a:latin typeface="Arial"/>
                <a:ea typeface="Arial"/>
                <a:cs typeface="Arial"/>
                <a:sym typeface="Arial"/>
              </a:rPr>
              <a:t>3.</a:t>
            </a:r>
            <a:r>
              <a:rPr lang="zh-TW" altLang="en-US" sz="1100" b="0" i="0" u="none" strike="noStrike" cap="none" dirty="0">
                <a:solidFill>
                  <a:srgbClr val="000000"/>
                </a:solidFill>
                <a:latin typeface="Arial"/>
                <a:ea typeface="Arial"/>
                <a:cs typeface="Arial"/>
                <a:sym typeface="Arial"/>
              </a:rPr>
              <a:t>透過時變圖建構</a:t>
            </a:r>
            <a:r>
              <a:rPr lang="en-US" altLang="zh-TW" sz="1100" b="0" i="0" u="none" strike="noStrike" cap="none" dirty="0">
                <a:solidFill>
                  <a:srgbClr val="000000"/>
                </a:solidFill>
                <a:latin typeface="Arial"/>
                <a:ea typeface="Arial"/>
                <a:cs typeface="Arial"/>
                <a:sym typeface="Arial"/>
              </a:rPr>
              <a:t>SAIN</a:t>
            </a:r>
            <a:r>
              <a:rPr lang="zh-TW" altLang="en-US" sz="1100" b="0" i="0" u="none" strike="noStrike" cap="none" dirty="0">
                <a:solidFill>
                  <a:srgbClr val="000000"/>
                </a:solidFill>
                <a:latin typeface="Arial"/>
                <a:ea typeface="Arial"/>
                <a:cs typeface="Arial"/>
                <a:sym typeface="Arial"/>
              </a:rPr>
              <a:t> 提出了</a:t>
            </a:r>
            <a:r>
              <a:rPr lang="en-US" altLang="zh-TW" sz="1100" b="0" i="0" u="none" strike="noStrike" cap="none" dirty="0">
                <a:solidFill>
                  <a:srgbClr val="000000"/>
                </a:solidFill>
                <a:latin typeface="Arial"/>
                <a:ea typeface="Arial"/>
                <a:cs typeface="Arial"/>
                <a:sym typeface="Arial"/>
              </a:rPr>
              <a:t>BLPS</a:t>
            </a:r>
            <a:r>
              <a:rPr lang="zh-TW" altLang="en-US" sz="1100" b="0" i="0" u="none" strike="noStrike" cap="none" dirty="0">
                <a:solidFill>
                  <a:srgbClr val="000000"/>
                </a:solidFill>
                <a:latin typeface="Arial"/>
                <a:ea typeface="Arial"/>
                <a:cs typeface="Arial"/>
                <a:sym typeface="Arial"/>
              </a:rPr>
              <a:t>策略來部屬</a:t>
            </a:r>
            <a:r>
              <a:rPr lang="en-US" altLang="zh-TW" sz="1100" b="0" i="0" u="none" strike="noStrike" cap="none" dirty="0">
                <a:solidFill>
                  <a:srgbClr val="000000"/>
                </a:solidFill>
                <a:latin typeface="Arial"/>
                <a:ea typeface="Arial"/>
                <a:cs typeface="Arial"/>
                <a:sym typeface="Arial"/>
              </a:rPr>
              <a:t>ISL</a:t>
            </a:r>
            <a:r>
              <a:rPr lang="zh-TW" altLang="en-US" sz="1100" b="0" i="0" u="none" strike="noStrike" cap="none" dirty="0">
                <a:solidFill>
                  <a:srgbClr val="000000"/>
                </a:solidFill>
                <a:latin typeface="Arial"/>
                <a:ea typeface="Arial"/>
                <a:cs typeface="Arial"/>
                <a:sym typeface="Arial"/>
              </a:rPr>
              <a:t>，提高鏈路的可靠性以及魯棒性。</a:t>
            </a:r>
            <a:endParaRPr lang="en-US" altLang="zh-TW" sz="11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4423535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7"/>
        <p:cNvGrpSpPr/>
        <p:nvPr/>
      </p:nvGrpSpPr>
      <p:grpSpPr>
        <a:xfrm>
          <a:off x="0" y="0"/>
          <a:ext cx="0" cy="0"/>
          <a:chOff x="0" y="0"/>
          <a:chExt cx="0" cy="0"/>
        </a:xfrm>
      </p:grpSpPr>
      <p:sp>
        <p:nvSpPr>
          <p:cNvPr id="3838" name="Google Shape;383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9" name="Google Shape;383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sz="1100" b="0" i="0" u="none" strike="noStrike" cap="none" dirty="0">
                <a:solidFill>
                  <a:srgbClr val="000000"/>
                </a:solidFill>
                <a:latin typeface="Arial"/>
                <a:ea typeface="Arial"/>
                <a:cs typeface="Arial"/>
                <a:sym typeface="Arial"/>
              </a:rPr>
              <a:t>ACS</a:t>
            </a:r>
            <a:r>
              <a:rPr lang="zh-TW" altLang="en-US" sz="1100" b="0" i="0" u="none" strike="noStrike" cap="none" dirty="0">
                <a:solidFill>
                  <a:srgbClr val="000000"/>
                </a:solidFill>
                <a:latin typeface="Arial"/>
                <a:ea typeface="Arial"/>
                <a:cs typeface="Arial"/>
                <a:sym typeface="Arial"/>
              </a:rPr>
              <a:t>選擇的目的是為了實現無人機的穩定實時控制，</a:t>
            </a:r>
            <a:r>
              <a:rPr lang="en-US" altLang="zh-TW" sz="1100" b="0" i="0" u="none" strike="noStrike" cap="none" dirty="0">
                <a:solidFill>
                  <a:srgbClr val="000000"/>
                </a:solidFill>
                <a:latin typeface="Arial"/>
                <a:ea typeface="Arial"/>
                <a:cs typeface="Arial"/>
                <a:sym typeface="Arial"/>
              </a:rPr>
              <a:t>AES</a:t>
            </a:r>
            <a:r>
              <a:rPr lang="zh-TW" altLang="en-US" sz="1100" b="0" i="0" u="none" strike="noStrike" cap="none" dirty="0">
                <a:solidFill>
                  <a:srgbClr val="000000"/>
                </a:solidFill>
                <a:latin typeface="Arial"/>
                <a:ea typeface="Arial"/>
                <a:cs typeface="Arial"/>
                <a:sym typeface="Arial"/>
              </a:rPr>
              <a:t>選擇的主要特徵包含考慮資料傳輸容量以及訊號衰減</a:t>
            </a:r>
            <a:endParaRPr lang="en-US" altLang="zh-TW" sz="1100" b="0" i="0" u="none" strike="noStrike" cap="none" dirty="0">
              <a:solidFill>
                <a:srgbClr val="000000"/>
              </a:solidFill>
              <a:latin typeface="Arial"/>
              <a:ea typeface="Arial"/>
              <a:cs typeface="Arial"/>
              <a:sym typeface="Arial"/>
            </a:endParaRPr>
          </a:p>
          <a:p>
            <a:pPr marL="0" lvl="0" indent="0" algn="l" rtl="0">
              <a:spcBef>
                <a:spcPts val="0"/>
              </a:spcBef>
              <a:spcAft>
                <a:spcPts val="0"/>
              </a:spcAft>
              <a:buNone/>
            </a:pPr>
            <a:endParaRPr lang="en-US" altLang="zh-TW" sz="11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4860496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a:t>資料傳輸容量指的是 </a:t>
            </a:r>
            <a:r>
              <a:rPr lang="en-US" altLang="zh-TW" dirty="0"/>
              <a:t>ACS</a:t>
            </a:r>
            <a:r>
              <a:rPr lang="zh-TW" altLang="en-US" dirty="0"/>
              <a:t> 與 </a:t>
            </a:r>
            <a:r>
              <a:rPr lang="en-US" altLang="zh-TW" dirty="0"/>
              <a:t>UAV</a:t>
            </a:r>
            <a:r>
              <a:rPr lang="zh-TW" altLang="en-US" dirty="0"/>
              <a:t> 最大傳輸量：</a:t>
            </a:r>
            <a:endParaRPr lang="en-US" altLang="zh-TW" dirty="0"/>
          </a:p>
          <a:p>
            <a:pPr marL="457200" marR="0" lvl="0" indent="-31750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lang="zh-TW" altLang="en-US" dirty="0"/>
              <a:t>看左邊綠色方塊是</a:t>
            </a:r>
            <a:r>
              <a:rPr lang="en-US" altLang="zh-TW" sz="1100" b="1" dirty="0">
                <a:solidFill>
                  <a:schemeClr val="accent1">
                    <a:lumMod val="25000"/>
                  </a:schemeClr>
                </a:solidFill>
              </a:rPr>
              <a:t>Satellite</a:t>
            </a:r>
            <a:r>
              <a:rPr lang="zh-TW" altLang="en-US" dirty="0"/>
              <a:t>，這顆</a:t>
            </a:r>
            <a:r>
              <a:rPr lang="en-US" altLang="zh-TW" sz="1100" b="1" dirty="0">
                <a:solidFill>
                  <a:schemeClr val="accent1">
                    <a:lumMod val="25000"/>
                  </a:schemeClr>
                </a:solidFill>
              </a:rPr>
              <a:t>Satellite</a:t>
            </a:r>
            <a:r>
              <a:rPr lang="zh-TW" altLang="en-US" dirty="0"/>
              <a:t>的總傳輸速率假設是每秒</a:t>
            </a:r>
            <a:r>
              <a:rPr lang="en-US" altLang="zh-TW" dirty="0"/>
              <a:t>30</a:t>
            </a:r>
            <a:r>
              <a:rPr lang="zh-TW" altLang="en-US" dirty="0"/>
              <a:t> </a:t>
            </a:r>
            <a:r>
              <a:rPr lang="en-US" altLang="zh-TW" dirty="0" err="1"/>
              <a:t>Mbp</a:t>
            </a:r>
            <a:r>
              <a:rPr lang="zh-TW" altLang="en-US" dirty="0"/>
              <a:t>，此時他已經有預留</a:t>
            </a:r>
            <a:r>
              <a:rPr lang="en-US" altLang="zh-TW" dirty="0"/>
              <a:t>5M</a:t>
            </a:r>
            <a:r>
              <a:rPr lang="zh-TW" altLang="en-US" dirty="0"/>
              <a:t> 給</a:t>
            </a:r>
            <a:r>
              <a:rPr lang="en-US" altLang="zh-TW" dirty="0"/>
              <a:t>forward</a:t>
            </a:r>
            <a:r>
              <a:rPr lang="zh-TW" altLang="en-US" dirty="0"/>
              <a:t>到下個</a:t>
            </a:r>
            <a:r>
              <a:rPr lang="en-US" altLang="zh-TW" sz="1100" b="1" dirty="0">
                <a:solidFill>
                  <a:schemeClr val="accent1">
                    <a:lumMod val="25000"/>
                  </a:schemeClr>
                </a:solidFill>
              </a:rPr>
              <a:t>Satellite</a:t>
            </a:r>
            <a:r>
              <a:rPr lang="zh-TW" altLang="en-US" dirty="0"/>
              <a:t>的任務了，於是他剩下可用來傳輸的空間就剩下</a:t>
            </a:r>
            <a:r>
              <a:rPr lang="en-US" altLang="zh-TW" dirty="0"/>
              <a:t>25</a:t>
            </a:r>
            <a:r>
              <a:rPr lang="zh-TW" altLang="en-US" dirty="0"/>
              <a:t> </a:t>
            </a:r>
            <a:r>
              <a:rPr lang="en-US" altLang="zh-TW" dirty="0"/>
              <a:t>M</a:t>
            </a:r>
            <a:r>
              <a:rPr lang="zh-TW" altLang="en-US" dirty="0"/>
              <a:t>，</a:t>
            </a:r>
            <a:endParaRPr lang="en-US" altLang="zh-TW" dirty="0"/>
          </a:p>
          <a:p>
            <a:r>
              <a:rPr lang="zh-TW" altLang="en-US" dirty="0"/>
              <a:t>再看到右邊藍色部分，這部分是</a:t>
            </a:r>
            <a:r>
              <a:rPr lang="en-US" altLang="zh-TW" dirty="0"/>
              <a:t>UAV</a:t>
            </a:r>
            <a:r>
              <a:rPr lang="zh-TW" altLang="en-US" dirty="0"/>
              <a:t> 假設總傳輸速率是</a:t>
            </a:r>
            <a:r>
              <a:rPr lang="en-US" altLang="zh-TW" dirty="0"/>
              <a:t>15Mbps</a:t>
            </a:r>
            <a:r>
              <a:rPr lang="zh-TW" altLang="en-US" dirty="0"/>
              <a:t>，而他預留給</a:t>
            </a:r>
            <a:r>
              <a:rPr lang="en-US" altLang="zh-TW" dirty="0"/>
              <a:t>ACS</a:t>
            </a:r>
            <a:r>
              <a:rPr lang="zh-TW" altLang="en-US" dirty="0"/>
              <a:t>的是</a:t>
            </a:r>
            <a:r>
              <a:rPr lang="en-US" altLang="zh-TW" dirty="0"/>
              <a:t>9M</a:t>
            </a:r>
            <a:r>
              <a:rPr lang="zh-TW" altLang="en-US" dirty="0"/>
              <a:t>， 這時兩邊紅色部分會取最小值，作為他們的資料傳輸速率。</a:t>
            </a:r>
          </a:p>
        </p:txBody>
      </p:sp>
    </p:spTree>
    <p:extLst>
      <p:ext uri="{BB962C8B-B14F-4D97-AF65-F5344CB8AC3E}">
        <p14:creationId xmlns:p14="http://schemas.microsoft.com/office/powerpoint/2010/main" val="21037624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en-US" altLang="zh-TW" i="1" dirty="0"/>
              <a:t>T</a:t>
            </a:r>
            <a:r>
              <a:rPr lang="en-US" altLang="zh-TW" i="1" baseline="-25000" dirty="0"/>
              <a:t>AU</a:t>
            </a:r>
            <a:r>
              <a:rPr lang="zh-TW" altLang="en-US" dirty="0"/>
              <a:t>代表 </a:t>
            </a:r>
            <a:r>
              <a:rPr lang="en-US" altLang="zh-TW" dirty="0"/>
              <a:t>ACS</a:t>
            </a:r>
            <a:r>
              <a:rPr lang="zh-TW" altLang="en-US" dirty="0"/>
              <a:t> 與 </a:t>
            </a:r>
            <a:r>
              <a:rPr lang="en-US" altLang="zh-TW" dirty="0"/>
              <a:t>UAV</a:t>
            </a:r>
            <a:r>
              <a:rPr lang="zh-TW" altLang="en-US" dirty="0"/>
              <a:t>的可連結時間，對於資料傳輸來說，兩者連接時間越高，穩定性就越好，所以整個</a:t>
            </a:r>
            <a:r>
              <a:rPr lang="en-US" altLang="zh-TW" dirty="0"/>
              <a:t>capacity</a:t>
            </a:r>
            <a:r>
              <a:rPr lang="zh-TW" altLang="en-US" dirty="0"/>
              <a:t>就可以表示成 可連結時間時間*兩者之間共同最大傳輸速率。</a:t>
            </a:r>
          </a:p>
        </p:txBody>
      </p:sp>
    </p:spTree>
    <p:extLst>
      <p:ext uri="{BB962C8B-B14F-4D97-AF65-F5344CB8AC3E}">
        <p14:creationId xmlns:p14="http://schemas.microsoft.com/office/powerpoint/2010/main" val="2757752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39700" indent="0">
              <a:buNone/>
            </a:pPr>
            <a:r>
              <a:rPr lang="zh-TW" altLang="en-US" dirty="0"/>
              <a:t>隨著</a:t>
            </a:r>
            <a:r>
              <a:rPr lang="en-US" altLang="zh-TW" dirty="0"/>
              <a:t>UAV</a:t>
            </a:r>
            <a:r>
              <a:rPr lang="zh-TW" altLang="en-US" dirty="0"/>
              <a:t>與</a:t>
            </a:r>
            <a:r>
              <a:rPr lang="en-US" altLang="zh-TW" dirty="0"/>
              <a:t>ACS</a:t>
            </a:r>
            <a:r>
              <a:rPr lang="zh-TW" altLang="en-US" dirty="0"/>
              <a:t>的距離增加，訊號衰減會更加嚴重，所以也要把訊號衰撿作為選擇</a:t>
            </a:r>
            <a:r>
              <a:rPr lang="en-US" altLang="zh-TW" dirty="0"/>
              <a:t>ACS</a:t>
            </a:r>
            <a:r>
              <a:rPr lang="zh-TW" altLang="en-US" dirty="0"/>
              <a:t>的重要指標，在</a:t>
            </a:r>
            <a:r>
              <a:rPr lang="en-US" altLang="zh-TW" dirty="0"/>
              <a:t>free</a:t>
            </a:r>
            <a:r>
              <a:rPr lang="zh-TW" altLang="en-US" dirty="0"/>
              <a:t> </a:t>
            </a:r>
            <a:r>
              <a:rPr lang="en-US" altLang="zh-TW" dirty="0"/>
              <a:t>space</a:t>
            </a:r>
            <a:r>
              <a:rPr lang="zh-TW" altLang="en-US" dirty="0"/>
              <a:t>中 訊號衰撿可以用以下公式來做計算，</a:t>
            </a:r>
            <a:r>
              <a:rPr lang="en-US" altLang="zh-TW" dirty="0"/>
              <a:t>d</a:t>
            </a:r>
            <a:r>
              <a:rPr lang="zh-TW" altLang="en-US" dirty="0"/>
              <a:t>是距離，</a:t>
            </a:r>
            <a:r>
              <a:rPr lang="en-US" altLang="zh-TW" dirty="0"/>
              <a:t>f</a:t>
            </a:r>
            <a:r>
              <a:rPr lang="zh-TW" altLang="en-US" dirty="0"/>
              <a:t> 是傳輸頻率，</a:t>
            </a:r>
            <a:endParaRPr lang="en-US" altLang="zh-TW" dirty="0"/>
          </a:p>
          <a:p>
            <a:pPr marL="139700" indent="0">
              <a:buNone/>
            </a:pPr>
            <a:endParaRPr lang="zh-TW" altLang="en-US" dirty="0"/>
          </a:p>
        </p:txBody>
      </p:sp>
    </p:spTree>
    <p:extLst>
      <p:ext uri="{BB962C8B-B14F-4D97-AF65-F5344CB8AC3E}">
        <p14:creationId xmlns:p14="http://schemas.microsoft.com/office/powerpoint/2010/main" val="31717982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en-US" altLang="zh-TW" dirty="0"/>
              <a:t>UAV</a:t>
            </a:r>
            <a:r>
              <a:rPr lang="zh-TW" altLang="en-US" dirty="0"/>
              <a:t>與</a:t>
            </a:r>
            <a:r>
              <a:rPr lang="en-US" altLang="zh-TW" dirty="0"/>
              <a:t>ACS</a:t>
            </a:r>
            <a:r>
              <a:rPr lang="zh-TW" altLang="en-US" dirty="0"/>
              <a:t>的距離可以以歐肌理德具距離公式計算，之後就可以計算一段時間內的平均距離</a:t>
            </a:r>
          </a:p>
        </p:txBody>
      </p:sp>
    </p:spTree>
    <p:extLst>
      <p:ext uri="{BB962C8B-B14F-4D97-AF65-F5344CB8AC3E}">
        <p14:creationId xmlns:p14="http://schemas.microsoft.com/office/powerpoint/2010/main" val="33984268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a:t>作者認為</a:t>
            </a:r>
            <a:r>
              <a:rPr lang="en-US" altLang="zh-TW" sz="1100" dirty="0"/>
              <a:t>transmission</a:t>
            </a:r>
            <a:r>
              <a:rPr lang="zh-TW" altLang="en-US" sz="1100" dirty="0"/>
              <a:t> </a:t>
            </a:r>
            <a:r>
              <a:rPr lang="en-US" altLang="zh-TW" dirty="0"/>
              <a:t>capacity </a:t>
            </a:r>
            <a:r>
              <a:rPr lang="zh-TW" altLang="en-US" dirty="0"/>
              <a:t>與</a:t>
            </a:r>
            <a:r>
              <a:rPr lang="en-US" altLang="zh-TW" dirty="0"/>
              <a:t>signal attenuation</a:t>
            </a:r>
            <a:r>
              <a:rPr lang="zh-TW" altLang="en-US" dirty="0"/>
              <a:t>並非各自獨立，於是利用</a:t>
            </a:r>
            <a:r>
              <a:rPr lang="en-US" altLang="zh-TW" dirty="0"/>
              <a:t>PCA</a:t>
            </a:r>
            <a:r>
              <a:rPr lang="zh-TW" altLang="en-US" dirty="0"/>
              <a:t>方法來進行分析，那使用</a:t>
            </a:r>
            <a:r>
              <a:rPr lang="en-US" altLang="zh-TW" dirty="0"/>
              <a:t>PCA</a:t>
            </a:r>
            <a:r>
              <a:rPr lang="zh-TW" altLang="en-US" dirty="0"/>
              <a:t>的方法繼能夠將資料維度下降並盡可能地達到高準確性，</a:t>
            </a:r>
            <a:endParaRPr lang="en-US" altLang="zh-TW" dirty="0"/>
          </a:p>
          <a:p>
            <a:r>
              <a:rPr lang="zh-TW" altLang="en-US" dirty="0"/>
              <a:t>所以我們可以分別將</a:t>
            </a:r>
            <a:r>
              <a:rPr lang="en-US" altLang="zh-TW" dirty="0"/>
              <a:t>C</a:t>
            </a:r>
            <a:r>
              <a:rPr lang="zh-TW" altLang="en-US" dirty="0"/>
              <a:t>跟</a:t>
            </a:r>
            <a:r>
              <a:rPr lang="en-US" altLang="zh-TW" dirty="0"/>
              <a:t>L</a:t>
            </a:r>
            <a:r>
              <a:rPr lang="zh-TW" altLang="en-US" dirty="0"/>
              <a:t>視為</a:t>
            </a:r>
            <a:r>
              <a:rPr lang="en-US" altLang="zh-TW" dirty="0"/>
              <a:t>capacity </a:t>
            </a:r>
            <a:r>
              <a:rPr lang="zh-TW" altLang="en-US" dirty="0"/>
              <a:t>與</a:t>
            </a:r>
            <a:r>
              <a:rPr lang="en-US" altLang="zh-TW" dirty="0"/>
              <a:t>attenuation</a:t>
            </a:r>
            <a:r>
              <a:rPr lang="zh-TW" altLang="en-US" dirty="0"/>
              <a:t>隨機變數的集合 ，</a:t>
            </a:r>
            <a:endParaRPr lang="en-US" altLang="zh-TW" dirty="0"/>
          </a:p>
          <a:p>
            <a:r>
              <a:rPr lang="zh-TW" altLang="en-US" dirty="0"/>
              <a:t>再將所有值減去平均值得到新的集合</a:t>
            </a:r>
          </a:p>
        </p:txBody>
      </p:sp>
    </p:spTree>
    <p:extLst>
      <p:ext uri="{BB962C8B-B14F-4D97-AF65-F5344CB8AC3E}">
        <p14:creationId xmlns:p14="http://schemas.microsoft.com/office/powerpoint/2010/main" val="26346923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a:t>接著我們利用共變異矩陣來觀察兩個的變化趨勢，那透過利用這個共變異矩陣可以知道這兩個變數之間的關聯，若兩個變量的變化趨勢一致，也就是說其中一格大於自身期望值，而另一個也大於自身期望值，那麼兩個變量之間的共變異數就是正的，相反的兩個變化趨勢若是相反，則共變異數就是負的，如果兩個變數之間是獨立的話，則共變異數就是</a:t>
            </a:r>
            <a:r>
              <a:rPr lang="en-US" altLang="zh-TW" dirty="0"/>
              <a:t>0</a:t>
            </a:r>
            <a:endParaRPr lang="zh-TW" altLang="en-US" dirty="0"/>
          </a:p>
        </p:txBody>
      </p:sp>
    </p:spTree>
    <p:extLst>
      <p:ext uri="{BB962C8B-B14F-4D97-AF65-F5344CB8AC3E}">
        <p14:creationId xmlns:p14="http://schemas.microsoft.com/office/powerpoint/2010/main" val="25366778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a:t>於是我們就可以得到他的特徵向量並且乘上衛星的</a:t>
            </a:r>
            <a:r>
              <a:rPr lang="en-US" altLang="zh-TW" dirty="0"/>
              <a:t>capacity </a:t>
            </a:r>
            <a:r>
              <a:rPr lang="zh-TW" altLang="en-US" dirty="0"/>
              <a:t>跟訊號衰撿參數，就可以得到一個集合</a:t>
            </a:r>
            <a:r>
              <a:rPr lang="en-US" altLang="zh-TW" dirty="0"/>
              <a:t>Y</a:t>
            </a:r>
            <a:r>
              <a:rPr lang="zh-TW" altLang="en-US" dirty="0"/>
              <a:t>， 我們最終就去挑選最大的</a:t>
            </a:r>
            <a:r>
              <a:rPr lang="en-US" altLang="zh-TW" dirty="0"/>
              <a:t>y</a:t>
            </a:r>
            <a:r>
              <a:rPr lang="zh-TW" altLang="en-US" dirty="0"/>
              <a:t>值 當作我們的</a:t>
            </a:r>
            <a:r>
              <a:rPr lang="en-US" altLang="zh-TW" dirty="0"/>
              <a:t>ACS</a:t>
            </a:r>
            <a:endParaRPr lang="zh-TW" altLang="en-US" dirty="0"/>
          </a:p>
        </p:txBody>
      </p:sp>
    </p:spTree>
    <p:extLst>
      <p:ext uri="{BB962C8B-B14F-4D97-AF65-F5344CB8AC3E}">
        <p14:creationId xmlns:p14="http://schemas.microsoft.com/office/powerpoint/2010/main" val="20325405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39700" indent="0">
              <a:buNone/>
            </a:pPr>
            <a:r>
              <a:rPr lang="zh-TW" altLang="en-US" dirty="0"/>
              <a:t>解決了</a:t>
            </a:r>
            <a:r>
              <a:rPr lang="en-US" altLang="zh-TW" dirty="0"/>
              <a:t>UAV</a:t>
            </a:r>
            <a:r>
              <a:rPr lang="zh-TW" altLang="en-US" dirty="0"/>
              <a:t>與</a:t>
            </a:r>
            <a:r>
              <a:rPr lang="en-US" altLang="zh-TW" dirty="0"/>
              <a:t>ACS</a:t>
            </a:r>
            <a:r>
              <a:rPr lang="zh-TW" altLang="en-US" dirty="0"/>
              <a:t>連接，接下來是</a:t>
            </a:r>
            <a:r>
              <a:rPr lang="en-US" altLang="zh-TW" dirty="0"/>
              <a:t>ACS</a:t>
            </a:r>
            <a:r>
              <a:rPr lang="zh-TW" altLang="en-US" dirty="0"/>
              <a:t>與</a:t>
            </a:r>
            <a:r>
              <a:rPr lang="en-US" altLang="zh-TW" dirty="0"/>
              <a:t>ACS</a:t>
            </a:r>
            <a:r>
              <a:rPr lang="zh-TW" altLang="en-US" dirty="0"/>
              <a:t>連接的問題，為了避免計算過量，需要一個新的</a:t>
            </a:r>
            <a:r>
              <a:rPr lang="en-US" altLang="zh-TW" dirty="0"/>
              <a:t>model</a:t>
            </a:r>
            <a:r>
              <a:rPr lang="zh-TW" altLang="en-US" dirty="0"/>
              <a:t>來解決這個問題</a:t>
            </a:r>
          </a:p>
        </p:txBody>
      </p:sp>
    </p:spTree>
    <p:extLst>
      <p:ext uri="{BB962C8B-B14F-4D97-AF65-F5344CB8AC3E}">
        <p14:creationId xmlns:p14="http://schemas.microsoft.com/office/powerpoint/2010/main" val="40053292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a:t>首先決定衛星與衛星是否能直接通訊的因素是可視性</a:t>
            </a:r>
            <a:endParaRPr lang="en-US" altLang="zh-TW" dirty="0"/>
          </a:p>
          <a:p>
            <a:r>
              <a:rPr lang="zh-TW" altLang="en-US" dirty="0"/>
              <a:t>物理可視性指的是衛星與衛星之間是否有障礙物，而這邊的障礙物指的就是地球本身，</a:t>
            </a:r>
            <a:endParaRPr lang="en-US" altLang="zh-TW" dirty="0"/>
          </a:p>
          <a:p>
            <a:r>
              <a:rPr lang="zh-TW" altLang="en-US" dirty="0"/>
              <a:t>在相同軌道上看到圖上左下角的</a:t>
            </a:r>
            <a:r>
              <a:rPr lang="en-US" altLang="zh-TW" dirty="0"/>
              <a:t>S1</a:t>
            </a:r>
            <a:r>
              <a:rPr lang="zh-TW" altLang="en-US" dirty="0"/>
              <a:t> 跟左上角的</a:t>
            </a:r>
            <a:r>
              <a:rPr lang="en-US" altLang="zh-TW" dirty="0"/>
              <a:t>S2</a:t>
            </a:r>
            <a:r>
              <a:rPr lang="zh-TW" altLang="en-US" dirty="0"/>
              <a:t> 他們之間的連線的中點與地心的距離，若此距離大於地球半徑，我們就可以視為兩衛星之間可視，</a:t>
            </a:r>
            <a:endParaRPr lang="en-US" altLang="zh-TW" dirty="0"/>
          </a:p>
          <a:p>
            <a:r>
              <a:rPr lang="zh-TW" altLang="en-US" dirty="0"/>
              <a:t>像是</a:t>
            </a:r>
            <a:r>
              <a:rPr lang="en-US" altLang="zh-TW" dirty="0"/>
              <a:t>S2</a:t>
            </a:r>
            <a:r>
              <a:rPr lang="zh-TW" altLang="en-US" dirty="0"/>
              <a:t> 與右上角的</a:t>
            </a:r>
            <a:r>
              <a:rPr lang="en-US" altLang="zh-TW" dirty="0"/>
              <a:t>S3</a:t>
            </a:r>
            <a:r>
              <a:rPr lang="zh-TW" altLang="en-US" dirty="0"/>
              <a:t> 兩衛星的連線中點與圓心距離小於地球半徑我們就可以視為兩衛星之間不可視</a:t>
            </a:r>
            <a:endParaRPr lang="en-US" altLang="zh-TW" dirty="0"/>
          </a:p>
          <a:p>
            <a:endParaRPr lang="en-US" altLang="zh-TW" dirty="0"/>
          </a:p>
        </p:txBody>
      </p:sp>
    </p:spTree>
    <p:extLst>
      <p:ext uri="{BB962C8B-B14F-4D97-AF65-F5344CB8AC3E}">
        <p14:creationId xmlns:p14="http://schemas.microsoft.com/office/powerpoint/2010/main" val="11905311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39700" indent="0">
              <a:buNone/>
            </a:pPr>
            <a:r>
              <a:rPr lang="en-US" altLang="zh-TW" dirty="0"/>
              <a:t>SAIN</a:t>
            </a:r>
            <a:r>
              <a:rPr lang="zh-TW" altLang="en-US" dirty="0"/>
              <a:t>可以透過實變圖表示也就是</a:t>
            </a:r>
            <a:r>
              <a:rPr lang="en-US" altLang="zh-TW" dirty="0"/>
              <a:t>G=(S,E,T)</a:t>
            </a:r>
            <a:r>
              <a:rPr lang="zh-TW" altLang="en-US" dirty="0"/>
              <a:t>，</a:t>
            </a:r>
            <a:endParaRPr lang="en-US" altLang="zh-TW" dirty="0"/>
          </a:p>
          <a:p>
            <a:pPr marL="139700" indent="0">
              <a:buNone/>
            </a:pPr>
            <a:r>
              <a:rPr lang="zh-TW" altLang="en-US" dirty="0"/>
              <a:t>假設兩衛星相連的時間為</a:t>
            </a:r>
            <a:r>
              <a:rPr lang="en-US" altLang="zh-TW" dirty="0" err="1"/>
              <a:t>Ti</a:t>
            </a:r>
            <a:r>
              <a:rPr lang="zh-TW" altLang="en-US" dirty="0"/>
              <a:t> ，整個鏈路的連結時間就是所有兩兩相連的時間取最小值。</a:t>
            </a:r>
            <a:endParaRPr lang="en-US" altLang="zh-TW" dirty="0"/>
          </a:p>
          <a:p>
            <a:pPr marL="139700" indent="0">
              <a:buNone/>
            </a:pPr>
            <a:r>
              <a:rPr lang="zh-TW" altLang="en-US" dirty="0"/>
              <a:t>因此在整個飛行過程中透過傳統方法來查找路徑時，整個連結可能會是斷斷續續的，</a:t>
            </a:r>
          </a:p>
        </p:txBody>
      </p:sp>
    </p:spTree>
    <p:extLst>
      <p:ext uri="{BB962C8B-B14F-4D97-AF65-F5344CB8AC3E}">
        <p14:creationId xmlns:p14="http://schemas.microsoft.com/office/powerpoint/2010/main" val="12229052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39700" indent="0">
              <a:buNone/>
            </a:pPr>
            <a:r>
              <a:rPr lang="zh-TW" altLang="en-US" dirty="0"/>
              <a:t>因此作者提出了</a:t>
            </a:r>
            <a:r>
              <a:rPr lang="en-US" altLang="zh-TW" dirty="0"/>
              <a:t>BLPS</a:t>
            </a:r>
            <a:r>
              <a:rPr lang="zh-TW" altLang="en-US" dirty="0"/>
              <a:t>來實現穩定的傳輸，在隨時間變化的</a:t>
            </a:r>
            <a:r>
              <a:rPr lang="en-US" altLang="zh-TW" dirty="0"/>
              <a:t>SAIN</a:t>
            </a:r>
            <a:r>
              <a:rPr lang="zh-TW" altLang="en-US" dirty="0"/>
              <a:t>中，作者發現相較於不同軌道的</a:t>
            </a:r>
            <a:r>
              <a:rPr lang="en-US" altLang="zh-TW" dirty="0"/>
              <a:t>LEO</a:t>
            </a:r>
            <a:r>
              <a:rPr lang="zh-TW" altLang="en-US" dirty="0"/>
              <a:t>互相連接，每個軌道自己的</a:t>
            </a:r>
            <a:r>
              <a:rPr lang="en-US" altLang="zh-TW" dirty="0"/>
              <a:t>ISL</a:t>
            </a:r>
            <a:r>
              <a:rPr lang="zh-TW" altLang="en-US" dirty="0"/>
              <a:t>更加穩定，因此作者提出的</a:t>
            </a:r>
            <a:r>
              <a:rPr lang="en-US" altLang="zh-TW" dirty="0"/>
              <a:t>BLPS</a:t>
            </a:r>
            <a:r>
              <a:rPr lang="zh-TW" altLang="en-US" dirty="0"/>
              <a:t>首先要定義出</a:t>
            </a:r>
            <a:r>
              <a:rPr lang="en-US" altLang="zh-TW" dirty="0"/>
              <a:t>trunk</a:t>
            </a:r>
            <a:r>
              <a:rPr lang="zh-TW" altLang="en-US" dirty="0"/>
              <a:t>，也就是找出不同軌道之間的</a:t>
            </a:r>
            <a:r>
              <a:rPr lang="en-US" altLang="zh-TW" dirty="0"/>
              <a:t>relay node</a:t>
            </a:r>
            <a:r>
              <a:rPr lang="zh-TW" altLang="en-US" dirty="0"/>
              <a:t>，透過</a:t>
            </a:r>
            <a:r>
              <a:rPr lang="en-US" altLang="zh-TW" dirty="0"/>
              <a:t>relay node</a:t>
            </a:r>
            <a:r>
              <a:rPr lang="zh-TW" altLang="en-US" dirty="0"/>
              <a:t>，不同軌道的衛星才能溝通，找到</a:t>
            </a:r>
            <a:r>
              <a:rPr lang="en-US" altLang="zh-TW" dirty="0"/>
              <a:t>relay</a:t>
            </a:r>
            <a:r>
              <a:rPr lang="zh-TW" altLang="en-US" dirty="0"/>
              <a:t> </a:t>
            </a:r>
            <a:r>
              <a:rPr lang="en-US" altLang="zh-TW" dirty="0"/>
              <a:t>node</a:t>
            </a:r>
            <a:r>
              <a:rPr lang="zh-TW" altLang="en-US" dirty="0"/>
              <a:t>就會自動生出</a:t>
            </a:r>
            <a:r>
              <a:rPr lang="en-US" altLang="zh-TW" dirty="0"/>
              <a:t>branch</a:t>
            </a:r>
            <a:r>
              <a:rPr lang="zh-TW" altLang="en-US" dirty="0"/>
              <a:t>，也就是分支，這個分支是要連結到那個軌道的</a:t>
            </a:r>
            <a:r>
              <a:rPr lang="en-US" altLang="zh-TW" dirty="0"/>
              <a:t>ACS</a:t>
            </a:r>
            <a:r>
              <a:rPr lang="zh-TW" altLang="en-US" dirty="0"/>
              <a:t>，以這張圖舉例，目前有</a:t>
            </a:r>
            <a:r>
              <a:rPr lang="en-US" altLang="zh-TW" dirty="0"/>
              <a:t>3</a:t>
            </a:r>
            <a:r>
              <a:rPr lang="zh-TW" altLang="en-US" dirty="0"/>
              <a:t>個</a:t>
            </a:r>
            <a:r>
              <a:rPr lang="en-US" altLang="zh-TW" dirty="0"/>
              <a:t>LEO</a:t>
            </a:r>
            <a:r>
              <a:rPr lang="zh-TW" altLang="en-US" dirty="0"/>
              <a:t>的軌道，而每個軌道有</a:t>
            </a:r>
            <a:r>
              <a:rPr lang="en-US" altLang="zh-TW" dirty="0"/>
              <a:t>6</a:t>
            </a:r>
            <a:r>
              <a:rPr lang="zh-TW" altLang="en-US" dirty="0"/>
              <a:t>個</a:t>
            </a:r>
            <a:r>
              <a:rPr lang="en-US" altLang="zh-TW" dirty="0"/>
              <a:t>LEO</a:t>
            </a:r>
            <a:r>
              <a:rPr lang="zh-TW" altLang="en-US" dirty="0"/>
              <a:t>衛星，</a:t>
            </a:r>
            <a:r>
              <a:rPr lang="en-US" altLang="zh-TW" dirty="0"/>
              <a:t>A1</a:t>
            </a:r>
            <a:r>
              <a:rPr lang="zh-TW" altLang="en-US" dirty="0"/>
              <a:t>、</a:t>
            </a:r>
            <a:r>
              <a:rPr lang="en-US" altLang="zh-TW" dirty="0"/>
              <a:t>B3</a:t>
            </a:r>
            <a:r>
              <a:rPr lang="zh-TW" altLang="en-US" dirty="0"/>
              <a:t>、</a:t>
            </a:r>
            <a:r>
              <a:rPr lang="en-US" altLang="zh-TW" dirty="0"/>
              <a:t>C5</a:t>
            </a:r>
            <a:r>
              <a:rPr lang="zh-TW" altLang="en-US" dirty="0"/>
              <a:t>被選為</a:t>
            </a:r>
            <a:r>
              <a:rPr lang="en-US" altLang="zh-TW" dirty="0"/>
              <a:t>ACS</a:t>
            </a:r>
            <a:r>
              <a:rPr lang="zh-TW" altLang="en-US" dirty="0"/>
              <a:t> </a:t>
            </a:r>
            <a:r>
              <a:rPr lang="en-US" altLang="zh-TW" dirty="0"/>
              <a:t>node</a:t>
            </a:r>
            <a:r>
              <a:rPr lang="zh-TW" altLang="en-US" dirty="0"/>
              <a:t>，那路由規劃的目的就是要連結這些</a:t>
            </a:r>
            <a:r>
              <a:rPr lang="en-US" altLang="zh-TW" dirty="0"/>
              <a:t>ACS</a:t>
            </a:r>
            <a:r>
              <a:rPr lang="zh-TW" altLang="en-US" dirty="0"/>
              <a:t> </a:t>
            </a:r>
            <a:r>
              <a:rPr lang="en-US" altLang="zh-TW" dirty="0"/>
              <a:t>node</a:t>
            </a:r>
            <a:r>
              <a:rPr lang="zh-TW" altLang="en-US" dirty="0"/>
              <a:t>，那首先</a:t>
            </a:r>
            <a:r>
              <a:rPr lang="en-US" altLang="zh-TW" dirty="0"/>
              <a:t>B1</a:t>
            </a:r>
            <a:r>
              <a:rPr lang="zh-TW" altLang="en-US" dirty="0"/>
              <a:t>被選為當作</a:t>
            </a:r>
            <a:r>
              <a:rPr lang="en-US" altLang="zh-TW" dirty="0"/>
              <a:t>relay node</a:t>
            </a:r>
            <a:r>
              <a:rPr lang="zh-TW" altLang="en-US" dirty="0"/>
              <a:t>，接著</a:t>
            </a:r>
            <a:r>
              <a:rPr lang="en-US" altLang="zh-TW" dirty="0"/>
              <a:t>B1</a:t>
            </a:r>
            <a:r>
              <a:rPr lang="zh-TW" altLang="en-US" dirty="0"/>
              <a:t>連結</a:t>
            </a:r>
            <a:r>
              <a:rPr lang="en-US" altLang="zh-TW" dirty="0"/>
              <a:t>B2</a:t>
            </a:r>
            <a:r>
              <a:rPr lang="zh-TW" altLang="en-US" dirty="0"/>
              <a:t>直到連結到</a:t>
            </a:r>
            <a:r>
              <a:rPr lang="en-US" altLang="zh-TW" dirty="0"/>
              <a:t>B3</a:t>
            </a:r>
            <a:r>
              <a:rPr lang="zh-TW" altLang="en-US" dirty="0"/>
              <a:t>，因為同一個軌道的衛星能保持相對穩定的距離，可以以穩定的速率傳輸，那下一層也跟第二層的建構方式一樣。</a:t>
            </a:r>
            <a:endParaRPr lang="en-US" altLang="zh-TW" dirty="0"/>
          </a:p>
        </p:txBody>
      </p:sp>
    </p:spTree>
    <p:extLst>
      <p:ext uri="{BB962C8B-B14F-4D97-AF65-F5344CB8AC3E}">
        <p14:creationId xmlns:p14="http://schemas.microsoft.com/office/powerpoint/2010/main" val="31328563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endParaRPr lang="en-US" altLang="zh-TW" dirty="0"/>
          </a:p>
          <a:p>
            <a:r>
              <a:rPr lang="zh-TW" altLang="en-US" dirty="0"/>
              <a:t>於是如何找</a:t>
            </a:r>
            <a:r>
              <a:rPr lang="en-US" altLang="zh-TW" dirty="0"/>
              <a:t>relay node</a:t>
            </a:r>
            <a:r>
              <a:rPr lang="zh-TW" altLang="en-US" dirty="0"/>
              <a:t>就是重點了，作者認為找</a:t>
            </a:r>
            <a:r>
              <a:rPr lang="en-US" altLang="zh-TW" dirty="0"/>
              <a:t>relay</a:t>
            </a:r>
            <a:r>
              <a:rPr lang="zh-TW" altLang="en-US" dirty="0"/>
              <a:t> </a:t>
            </a:r>
            <a:r>
              <a:rPr lang="en-US" altLang="zh-TW" dirty="0"/>
              <a:t>node</a:t>
            </a:r>
            <a:r>
              <a:rPr lang="zh-TW" altLang="en-US" dirty="0"/>
              <a:t>要考慮的</a:t>
            </a:r>
            <a:r>
              <a:rPr lang="en-US" altLang="zh-TW" dirty="0"/>
              <a:t>3</a:t>
            </a:r>
            <a:r>
              <a:rPr lang="zh-TW" altLang="en-US" dirty="0"/>
              <a:t>個指標分別為</a:t>
            </a:r>
            <a:r>
              <a:rPr lang="en-US" altLang="zh-TW" dirty="0"/>
              <a:t>delay</a:t>
            </a:r>
            <a:r>
              <a:rPr lang="zh-TW" altLang="en-US" dirty="0"/>
              <a:t>、 </a:t>
            </a:r>
            <a:r>
              <a:rPr lang="en-US" altLang="zh-TW" dirty="0"/>
              <a:t>bandwidth</a:t>
            </a:r>
            <a:r>
              <a:rPr lang="zh-TW" altLang="en-US" dirty="0"/>
              <a:t>、以及連接時間多長，</a:t>
            </a:r>
            <a:endParaRPr lang="en-US" altLang="zh-TW" dirty="0"/>
          </a:p>
          <a:p>
            <a:r>
              <a:rPr lang="zh-TW" altLang="en-US" dirty="0"/>
              <a:t>第</a:t>
            </a:r>
            <a:r>
              <a:rPr lang="en-US" altLang="zh-TW" dirty="0"/>
              <a:t>24</a:t>
            </a:r>
            <a:r>
              <a:rPr lang="zh-TW" altLang="en-US" dirty="0"/>
              <a:t>的式子就是在計算</a:t>
            </a:r>
            <a:r>
              <a:rPr lang="en-US" altLang="zh-TW" dirty="0"/>
              <a:t>delay</a:t>
            </a:r>
            <a:r>
              <a:rPr lang="zh-TW" altLang="en-US" dirty="0"/>
              <a:t>，</a:t>
            </a:r>
            <a:r>
              <a:rPr lang="en-US" altLang="zh-TW" dirty="0"/>
              <a:t>T0</a:t>
            </a:r>
            <a:r>
              <a:rPr lang="zh-TW" altLang="en-US" dirty="0"/>
              <a:t>就是</a:t>
            </a:r>
            <a:r>
              <a:rPr lang="en-US" altLang="zh-TW" dirty="0"/>
              <a:t>link</a:t>
            </a:r>
            <a:r>
              <a:rPr lang="zh-TW" altLang="en-US" dirty="0"/>
              <a:t>生成的時間，</a:t>
            </a:r>
            <a:r>
              <a:rPr lang="en-US" altLang="zh-TW" dirty="0" err="1"/>
              <a:t>Tmax</a:t>
            </a:r>
            <a:r>
              <a:rPr lang="zh-TW" altLang="en-US" dirty="0"/>
              <a:t>就是結束的時間，也就是由</a:t>
            </a:r>
            <a:r>
              <a:rPr lang="en-US" altLang="zh-TW" dirty="0" err="1"/>
              <a:t>i</a:t>
            </a:r>
            <a:r>
              <a:rPr lang="zh-TW" altLang="en-US" dirty="0"/>
              <a:t>走到</a:t>
            </a:r>
            <a:r>
              <a:rPr lang="en-US" altLang="zh-TW" dirty="0"/>
              <a:t>j</a:t>
            </a:r>
            <a:r>
              <a:rPr lang="zh-TW" altLang="en-US" dirty="0"/>
              <a:t>節點的平均</a:t>
            </a:r>
            <a:r>
              <a:rPr lang="en-US" altLang="zh-TW" dirty="0"/>
              <a:t>delay</a:t>
            </a:r>
            <a:r>
              <a:rPr lang="zh-TW" altLang="en-US" dirty="0"/>
              <a:t>，</a:t>
            </a:r>
            <a:endParaRPr lang="en-US" altLang="zh-TW" dirty="0"/>
          </a:p>
          <a:p>
            <a:r>
              <a:rPr lang="zh-TW" altLang="en-US" dirty="0"/>
              <a:t>而</a:t>
            </a:r>
            <a:r>
              <a:rPr lang="en-US" altLang="zh-TW" dirty="0" err="1"/>
              <a:t>Bij</a:t>
            </a:r>
            <a:r>
              <a:rPr lang="zh-TW" altLang="en-US" dirty="0"/>
              <a:t>就是</a:t>
            </a:r>
            <a:r>
              <a:rPr lang="en-US" altLang="zh-TW" dirty="0"/>
              <a:t>node I </a:t>
            </a:r>
            <a:r>
              <a:rPr lang="zh-TW" altLang="en-US" dirty="0"/>
              <a:t>到 </a:t>
            </a:r>
            <a:r>
              <a:rPr lang="en-US" altLang="zh-TW" dirty="0"/>
              <a:t>node j</a:t>
            </a:r>
            <a:r>
              <a:rPr lang="zh-TW" altLang="en-US" dirty="0"/>
              <a:t>之間最小的頻寬</a:t>
            </a:r>
            <a:endParaRPr lang="en-US" altLang="zh-TW" dirty="0"/>
          </a:p>
          <a:p>
            <a:r>
              <a:rPr lang="en-US" altLang="zh-TW" dirty="0" err="1"/>
              <a:t>Tij</a:t>
            </a:r>
            <a:r>
              <a:rPr lang="zh-TW" altLang="en-US" dirty="0"/>
              <a:t>就是從開始時間一直到</a:t>
            </a:r>
            <a:r>
              <a:rPr lang="en-US" altLang="zh-TW" dirty="0" err="1"/>
              <a:t>i</a:t>
            </a:r>
            <a:r>
              <a:rPr lang="zh-TW" altLang="en-US" dirty="0"/>
              <a:t>、</a:t>
            </a:r>
            <a:r>
              <a:rPr lang="en-US" altLang="zh-TW" dirty="0"/>
              <a:t>j</a:t>
            </a:r>
            <a:r>
              <a:rPr lang="zh-TW" altLang="en-US" dirty="0"/>
              <a:t> </a:t>
            </a:r>
            <a:r>
              <a:rPr lang="en-US" altLang="zh-TW" dirty="0"/>
              <a:t>node</a:t>
            </a:r>
            <a:r>
              <a:rPr lang="zh-TW" altLang="en-US" dirty="0"/>
              <a:t>之間不可視 為止的時間</a:t>
            </a:r>
            <a:endParaRPr lang="en-US" altLang="zh-TW" dirty="0"/>
          </a:p>
          <a:p>
            <a:endParaRPr lang="zh-TW" altLang="en-US" dirty="0"/>
          </a:p>
        </p:txBody>
      </p:sp>
    </p:spTree>
    <p:extLst>
      <p:ext uri="{BB962C8B-B14F-4D97-AF65-F5344CB8AC3E}">
        <p14:creationId xmlns:p14="http://schemas.microsoft.com/office/powerpoint/2010/main" val="37695272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a:t>由於</a:t>
            </a:r>
            <a:r>
              <a:rPr lang="en-US" altLang="zh-TW" dirty="0"/>
              <a:t>3</a:t>
            </a:r>
            <a:r>
              <a:rPr lang="zh-TW" altLang="en-US" dirty="0"/>
              <a:t>個指標分別檢視</a:t>
            </a:r>
            <a:r>
              <a:rPr lang="en-US" altLang="zh-TW" dirty="0"/>
              <a:t>3</a:t>
            </a:r>
            <a:r>
              <a:rPr lang="zh-TW" altLang="en-US" dirty="0"/>
              <a:t>個不同的方面，因此可以認為他們是互相獨立的。然後再對指標進行正規化並添加權重</a:t>
            </a:r>
            <a:r>
              <a:rPr lang="en-US" altLang="zh-TW" dirty="0"/>
              <a:t>:</a:t>
            </a:r>
            <a:r>
              <a:rPr lang="zh-TW" altLang="en-US" dirty="0"/>
              <a:t>阿法、貝塔、嘎瑪 那這三個權重值加起來為</a:t>
            </a:r>
            <a:r>
              <a:rPr lang="en-US" altLang="zh-TW" dirty="0"/>
              <a:t>1</a:t>
            </a:r>
            <a:r>
              <a:rPr lang="zh-TW" altLang="en-US" dirty="0"/>
              <a:t>，而三者的權重可以根據不同的網路需要來做變化，最後我們就可以挑選最大的</a:t>
            </a:r>
            <a:r>
              <a:rPr lang="en-US" altLang="zh-TW" dirty="0"/>
              <a:t>R</a:t>
            </a:r>
            <a:r>
              <a:rPr lang="zh-TW" altLang="en-US" dirty="0"/>
              <a:t>值作為</a:t>
            </a:r>
            <a:r>
              <a:rPr lang="en-US" altLang="zh-TW" dirty="0"/>
              <a:t>relay node</a:t>
            </a:r>
            <a:r>
              <a:rPr lang="zh-TW" altLang="en-US" dirty="0"/>
              <a:t>。</a:t>
            </a:r>
          </a:p>
        </p:txBody>
      </p:sp>
    </p:spTree>
    <p:extLst>
      <p:ext uri="{BB962C8B-B14F-4D97-AF65-F5344CB8AC3E}">
        <p14:creationId xmlns:p14="http://schemas.microsoft.com/office/powerpoint/2010/main" val="38561309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a:t>所以綜上所述，</a:t>
            </a:r>
            <a:r>
              <a:rPr lang="en-US" altLang="zh-TW" dirty="0"/>
              <a:t>BLPS</a:t>
            </a:r>
            <a:r>
              <a:rPr lang="zh-TW" altLang="en-US" dirty="0"/>
              <a:t>有兩個需要處理的部分，第一個就是要選擇</a:t>
            </a:r>
            <a:r>
              <a:rPr lang="en-US" altLang="zh-TW" dirty="0"/>
              <a:t>ACS</a:t>
            </a:r>
            <a:r>
              <a:rPr lang="zh-TW" altLang="en-US" dirty="0"/>
              <a:t>，第二個就是要選擇</a:t>
            </a:r>
            <a:r>
              <a:rPr lang="en-US" altLang="zh-TW" dirty="0"/>
              <a:t>relay node</a:t>
            </a:r>
            <a:r>
              <a:rPr lang="zh-TW" altLang="en-US" dirty="0"/>
              <a:t>。</a:t>
            </a:r>
            <a:endParaRPr lang="en-US" altLang="zh-TW" dirty="0"/>
          </a:p>
          <a:p>
            <a:r>
              <a:rPr lang="zh-TW" altLang="en-US" dirty="0"/>
              <a:t>在每一次的</a:t>
            </a:r>
            <a:r>
              <a:rPr lang="en-US" altLang="zh-TW" dirty="0"/>
              <a:t>UAV</a:t>
            </a:r>
            <a:r>
              <a:rPr lang="zh-TW" altLang="en-US" dirty="0"/>
              <a:t>飛行前，</a:t>
            </a:r>
            <a:r>
              <a:rPr lang="en-US" altLang="zh-TW" dirty="0"/>
              <a:t>data center</a:t>
            </a:r>
            <a:r>
              <a:rPr lang="zh-TW" altLang="en-US" dirty="0"/>
              <a:t>會讀取</a:t>
            </a:r>
            <a:r>
              <a:rPr lang="en-US" altLang="zh-TW" dirty="0"/>
              <a:t>UAV</a:t>
            </a:r>
            <a:r>
              <a:rPr lang="zh-TW" altLang="en-US" dirty="0"/>
              <a:t>的飛行資訊並結合這個</a:t>
            </a:r>
            <a:r>
              <a:rPr lang="en-US" altLang="zh-TW" dirty="0"/>
              <a:t>BLPS</a:t>
            </a:r>
            <a:r>
              <a:rPr lang="zh-TW" altLang="en-US" dirty="0"/>
              <a:t>，這樣的話就能在</a:t>
            </a:r>
            <a:r>
              <a:rPr lang="en-US" altLang="zh-TW" dirty="0"/>
              <a:t>SAIN</a:t>
            </a:r>
            <a:r>
              <a:rPr lang="zh-TW" altLang="en-US" dirty="0"/>
              <a:t>達到穩定且有效率的資料傳輸</a:t>
            </a:r>
          </a:p>
        </p:txBody>
      </p:sp>
    </p:spTree>
    <p:extLst>
      <p:ext uri="{BB962C8B-B14F-4D97-AF65-F5344CB8AC3E}">
        <p14:creationId xmlns:p14="http://schemas.microsoft.com/office/powerpoint/2010/main" val="37112969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6"/>
        <p:cNvGrpSpPr/>
        <p:nvPr/>
      </p:nvGrpSpPr>
      <p:grpSpPr>
        <a:xfrm>
          <a:off x="0" y="0"/>
          <a:ext cx="0" cy="0"/>
          <a:chOff x="0" y="0"/>
          <a:chExt cx="0" cy="0"/>
        </a:xfrm>
      </p:grpSpPr>
      <p:sp>
        <p:nvSpPr>
          <p:cNvPr id="3847" name="Google Shape;3847;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8" name="Google Shape;384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315020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4"/>
        <p:cNvGrpSpPr/>
        <p:nvPr/>
      </p:nvGrpSpPr>
      <p:grpSpPr>
        <a:xfrm>
          <a:off x="0" y="0"/>
          <a:ext cx="0" cy="0"/>
          <a:chOff x="0" y="0"/>
          <a:chExt cx="0" cy="0"/>
        </a:xfrm>
      </p:grpSpPr>
      <p:sp>
        <p:nvSpPr>
          <p:cNvPr id="3855" name="Google Shape;3855;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6" name="Google Shape;3856;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作者利用</a:t>
            </a:r>
            <a:r>
              <a:rPr lang="en-US" altLang="zh-TW" dirty="0"/>
              <a:t>STK</a:t>
            </a:r>
            <a:r>
              <a:rPr lang="zh-TW" altLang="en-US" dirty="0"/>
              <a:t>模擬，利用</a:t>
            </a:r>
            <a:r>
              <a:rPr lang="en-US" altLang="zh-TW" dirty="0"/>
              <a:t>66</a:t>
            </a:r>
            <a:r>
              <a:rPr lang="zh-TW" altLang="en-US" dirty="0"/>
              <a:t>顆</a:t>
            </a:r>
            <a:r>
              <a:rPr lang="en-US" altLang="zh-TW" dirty="0"/>
              <a:t>LEO</a:t>
            </a:r>
            <a:r>
              <a:rPr lang="zh-TW" altLang="en-US" dirty="0"/>
              <a:t>建立衛星星座，設定一台從北京飛往華盛頓的無人機，然後用這篇的</a:t>
            </a:r>
            <a:r>
              <a:rPr lang="en-US" altLang="zh-TW" dirty="0"/>
              <a:t>BLPS</a:t>
            </a:r>
            <a:r>
              <a:rPr lang="zh-TW" altLang="en-US" dirty="0"/>
              <a:t>方法於其他三種路由方法比較，第一種是基於最短路徑的</a:t>
            </a:r>
            <a:r>
              <a:rPr lang="en-US" altLang="zh-TW" dirty="0" err="1"/>
              <a:t>dijkstra</a:t>
            </a:r>
            <a:r>
              <a:rPr lang="zh-TW" altLang="en-US" dirty="0"/>
              <a:t>，第二種是基於最常連結時間的</a:t>
            </a:r>
            <a:r>
              <a:rPr lang="en-US" altLang="zh-TW" dirty="0" err="1"/>
              <a:t>dijkstra</a:t>
            </a:r>
            <a:r>
              <a:rPr lang="zh-TW" altLang="en-US" dirty="0"/>
              <a:t>，第三種是旅行推銷員</a:t>
            </a:r>
            <a:endParaRPr lang="en-US" altLang="zh-TW" dirty="0"/>
          </a:p>
          <a:p>
            <a:pPr marL="0" lvl="0" indent="0" algn="l" rtl="0">
              <a:spcBef>
                <a:spcPts val="0"/>
              </a:spcBef>
              <a:spcAft>
                <a:spcPts val="0"/>
              </a:spcAft>
              <a:buNone/>
            </a:pPr>
            <a:endParaRPr lang="en-US" altLang="zh-TW" dirty="0"/>
          </a:p>
          <a:p>
            <a:pPr marL="0" lvl="0" indent="0" algn="l" rtl="0">
              <a:spcBef>
                <a:spcPts val="0"/>
              </a:spcBef>
              <a:spcAft>
                <a:spcPts val="0"/>
              </a:spcAft>
              <a:buNone/>
            </a:pPr>
            <a:endParaRPr lang="en-US" altLang="zh-TW" dirty="0"/>
          </a:p>
        </p:txBody>
      </p:sp>
    </p:spTree>
    <p:extLst>
      <p:ext uri="{BB962C8B-B14F-4D97-AF65-F5344CB8AC3E}">
        <p14:creationId xmlns:p14="http://schemas.microsoft.com/office/powerpoint/2010/main" val="21732434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a:t>左邊這張圖是在比較傳輸延遲，透過比較傳輸延遲可以知道對於</a:t>
            </a:r>
            <a:r>
              <a:rPr lang="en-US" altLang="zh-TW" dirty="0"/>
              <a:t>real-time</a:t>
            </a:r>
            <a:r>
              <a:rPr lang="zh-TW" altLang="en-US" dirty="0"/>
              <a:t>的控制誰做得比較好，看到紫色</a:t>
            </a:r>
            <a:r>
              <a:rPr lang="en-US" altLang="zh-TW" dirty="0"/>
              <a:t>BLPS</a:t>
            </a:r>
            <a:r>
              <a:rPr lang="zh-TW" altLang="en-US" dirty="0"/>
              <a:t>的延遲低於其他三者然後兩個</a:t>
            </a:r>
            <a:r>
              <a:rPr lang="en-US" altLang="zh-TW" dirty="0" err="1"/>
              <a:t>dijkstra</a:t>
            </a:r>
            <a:r>
              <a:rPr lang="zh-TW" altLang="en-US" dirty="0"/>
              <a:t>只會建立一個很長的</a:t>
            </a:r>
            <a:r>
              <a:rPr lang="en-US" altLang="zh-TW" dirty="0"/>
              <a:t>link</a:t>
            </a:r>
            <a:r>
              <a:rPr lang="zh-TW" altLang="en-US" dirty="0"/>
              <a:t>，因此</a:t>
            </a:r>
            <a:r>
              <a:rPr lang="en-US" altLang="zh-TW" dirty="0"/>
              <a:t>UAV</a:t>
            </a:r>
            <a:r>
              <a:rPr lang="zh-TW" altLang="en-US" dirty="0"/>
              <a:t>與最後一個</a:t>
            </a:r>
            <a:r>
              <a:rPr lang="en-US" altLang="zh-TW" dirty="0"/>
              <a:t>ACS</a:t>
            </a:r>
            <a:r>
              <a:rPr lang="zh-TW" altLang="en-US" dirty="0"/>
              <a:t>之間的傳輸時間太長，表現就很差。</a:t>
            </a:r>
            <a:endParaRPr lang="en-US" altLang="zh-TW" dirty="0"/>
          </a:p>
          <a:p>
            <a:r>
              <a:rPr lang="zh-TW" altLang="en-US" dirty="0"/>
              <a:t>另外右邊這張圖是在比較</a:t>
            </a:r>
            <a:r>
              <a:rPr lang="en-US" altLang="zh-TW" dirty="0"/>
              <a:t>ACS</a:t>
            </a:r>
            <a:r>
              <a:rPr lang="zh-TW" altLang="en-US" dirty="0"/>
              <a:t>節點的資源性能，這邊每個</a:t>
            </a:r>
            <a:r>
              <a:rPr lang="en-US" altLang="zh-TW" dirty="0"/>
              <a:t>ACS</a:t>
            </a:r>
            <a:r>
              <a:rPr lang="zh-TW" altLang="en-US" dirty="0"/>
              <a:t>都具有相同的資源，數據的接收傳輸以及儲存都會占用部分資源。可以看出除了</a:t>
            </a:r>
            <a:r>
              <a:rPr lang="en-US" altLang="zh-TW" dirty="0"/>
              <a:t>BLPS</a:t>
            </a:r>
            <a:r>
              <a:rPr lang="zh-TW" altLang="en-US" dirty="0"/>
              <a:t>都會占用高資源，這是因為在</a:t>
            </a:r>
            <a:r>
              <a:rPr lang="en-US" altLang="zh-TW" dirty="0"/>
              <a:t>BLPS</a:t>
            </a:r>
            <a:r>
              <a:rPr lang="zh-TW" altLang="en-US" dirty="0"/>
              <a:t>中每個</a:t>
            </a:r>
            <a:r>
              <a:rPr lang="en-US" altLang="zh-TW" dirty="0"/>
              <a:t>AES</a:t>
            </a:r>
            <a:r>
              <a:rPr lang="zh-TW" altLang="en-US" dirty="0"/>
              <a:t>都是在分枝的末端，因此不需要傳送數據，他的工作只有接收跟保存資料而已，因此在</a:t>
            </a:r>
            <a:r>
              <a:rPr lang="en-US" altLang="zh-TW" dirty="0"/>
              <a:t>BLPS</a:t>
            </a:r>
            <a:r>
              <a:rPr lang="zh-TW" altLang="en-US" dirty="0"/>
              <a:t>中</a:t>
            </a:r>
            <a:r>
              <a:rPr lang="en-US" altLang="zh-TW" dirty="0"/>
              <a:t>ACS</a:t>
            </a:r>
            <a:r>
              <a:rPr lang="zh-TW" altLang="en-US" dirty="0"/>
              <a:t>的資源更多可以實現更好的</a:t>
            </a:r>
            <a:r>
              <a:rPr lang="en-US" altLang="zh-TW" dirty="0"/>
              <a:t>UAV</a:t>
            </a:r>
            <a:r>
              <a:rPr lang="zh-TW" altLang="en-US" dirty="0"/>
              <a:t>實時控制。</a:t>
            </a:r>
            <a:endParaRPr lang="en-US" altLang="zh-TW" dirty="0"/>
          </a:p>
          <a:p>
            <a:endParaRPr lang="zh-TW" altLang="en-US" dirty="0"/>
          </a:p>
        </p:txBody>
      </p:sp>
    </p:spTree>
    <p:extLst>
      <p:ext uri="{BB962C8B-B14F-4D97-AF65-F5344CB8AC3E}">
        <p14:creationId xmlns:p14="http://schemas.microsoft.com/office/powerpoint/2010/main" val="6271908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a:t>這張圖代表不同參數的權重對於重新選擇鏈路的影響，如前面所講，在尋找</a:t>
            </a:r>
            <a:r>
              <a:rPr lang="en-US" altLang="zh-TW" dirty="0"/>
              <a:t>relay</a:t>
            </a:r>
            <a:r>
              <a:rPr lang="zh-TW" altLang="en-US" dirty="0"/>
              <a:t>會考慮延遲、頻寬以及連結時間，紫色這條線會比其他高的原因是因為他把延遲的權重調高，也就是說基本上他是去選擇離第一層</a:t>
            </a:r>
            <a:r>
              <a:rPr lang="en-US" altLang="zh-TW" dirty="0"/>
              <a:t>relay</a:t>
            </a:r>
            <a:r>
              <a:rPr lang="zh-TW" altLang="en-US" dirty="0"/>
              <a:t>最短的</a:t>
            </a:r>
            <a:r>
              <a:rPr lang="en-US" altLang="zh-TW" dirty="0"/>
              <a:t>node</a:t>
            </a:r>
            <a:r>
              <a:rPr lang="zh-TW" altLang="en-US" dirty="0"/>
              <a:t>作為第</a:t>
            </a:r>
            <a:r>
              <a:rPr lang="en-US" altLang="zh-TW" dirty="0"/>
              <a:t>2</a:t>
            </a:r>
            <a:r>
              <a:rPr lang="zh-TW" altLang="en-US" dirty="0"/>
              <a:t>層</a:t>
            </a:r>
            <a:r>
              <a:rPr lang="en-US" altLang="zh-TW" dirty="0"/>
              <a:t>relay</a:t>
            </a:r>
            <a:r>
              <a:rPr lang="zh-TW" altLang="en-US" dirty="0"/>
              <a:t>，因此</a:t>
            </a:r>
            <a:r>
              <a:rPr lang="en-US" altLang="zh-TW" dirty="0"/>
              <a:t>relay</a:t>
            </a:r>
            <a:r>
              <a:rPr lang="zh-TW" altLang="en-US" dirty="0"/>
              <a:t>一變，整個</a:t>
            </a:r>
            <a:r>
              <a:rPr lang="en-US" altLang="zh-TW" dirty="0"/>
              <a:t>branch</a:t>
            </a:r>
            <a:r>
              <a:rPr lang="zh-TW" altLang="en-US" dirty="0"/>
              <a:t>可以就會改變，因此網路重建</a:t>
            </a:r>
            <a:r>
              <a:rPr lang="en-US" altLang="zh-TW" dirty="0"/>
              <a:t>link</a:t>
            </a:r>
            <a:r>
              <a:rPr lang="zh-TW" altLang="en-US" dirty="0"/>
              <a:t>的次數就會增加，相反的 紅色這條是因為他把連接時間的權重調高，也因此重建</a:t>
            </a:r>
            <a:r>
              <a:rPr lang="en-US" altLang="zh-TW" dirty="0"/>
              <a:t>link</a:t>
            </a:r>
            <a:r>
              <a:rPr lang="zh-TW" altLang="en-US" dirty="0"/>
              <a:t>的次數就比較小，可靠性比較高。</a:t>
            </a:r>
            <a:endParaRPr lang="en-US" altLang="zh-TW" dirty="0"/>
          </a:p>
        </p:txBody>
      </p:sp>
    </p:spTree>
    <p:extLst>
      <p:ext uri="{BB962C8B-B14F-4D97-AF65-F5344CB8AC3E}">
        <p14:creationId xmlns:p14="http://schemas.microsoft.com/office/powerpoint/2010/main" val="8635853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3"/>
        <p:cNvGrpSpPr/>
        <p:nvPr/>
      </p:nvGrpSpPr>
      <p:grpSpPr>
        <a:xfrm>
          <a:off x="0" y="0"/>
          <a:ext cx="0" cy="0"/>
          <a:chOff x="0" y="0"/>
          <a:chExt cx="0" cy="0"/>
        </a:xfrm>
      </p:grpSpPr>
      <p:sp>
        <p:nvSpPr>
          <p:cNvPr id="3934" name="Google Shape;3934;g35f391192_0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5" name="Google Shape;3935;g35f391192_0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我們提出了</a:t>
            </a:r>
            <a:r>
              <a:rPr lang="en-US" altLang="zh-TW" dirty="0"/>
              <a:t>BLPS</a:t>
            </a:r>
            <a:r>
              <a:rPr lang="zh-TW" altLang="en-US" dirty="0"/>
              <a:t>算法來指導</a:t>
            </a:r>
            <a:r>
              <a:rPr lang="en-US" altLang="zh-TW" dirty="0"/>
              <a:t>ISL</a:t>
            </a:r>
            <a:r>
              <a:rPr lang="zh-TW" altLang="en-US" dirty="0"/>
              <a:t>的部署，該算法將</a:t>
            </a:r>
            <a:r>
              <a:rPr lang="en-US" altLang="zh-TW" dirty="0"/>
              <a:t>ISL</a:t>
            </a:r>
            <a:r>
              <a:rPr lang="zh-TW" altLang="en-US" dirty="0"/>
              <a:t>分為主乾和分支，以提高數據傳輸效率。 實驗結果表明，</a:t>
            </a:r>
            <a:r>
              <a:rPr lang="en-US" altLang="zh-TW" dirty="0"/>
              <a:t>BLPS</a:t>
            </a:r>
            <a:r>
              <a:rPr lang="zh-TW" altLang="en-US" dirty="0"/>
              <a:t>方案可以提高無人機數據傳輸的性能。而且，</a:t>
            </a:r>
            <a:r>
              <a:rPr lang="en-US" altLang="zh-TW" dirty="0"/>
              <a:t>BLPS</a:t>
            </a:r>
            <a:r>
              <a:rPr lang="zh-TW" altLang="en-US" dirty="0"/>
              <a:t>的動態調節能力可以實現更好的</a:t>
            </a:r>
            <a:r>
              <a:rPr lang="en-US" altLang="zh-TW" dirty="0"/>
              <a:t>SAIN</a:t>
            </a:r>
            <a:r>
              <a:rPr lang="zh-TW" altLang="en-US" dirty="0"/>
              <a:t>可靠性和魯棒性。</a:t>
            </a:r>
            <a:endParaRPr dirty="0"/>
          </a:p>
        </p:txBody>
      </p:sp>
    </p:spTree>
    <p:extLst>
      <p:ext uri="{BB962C8B-B14F-4D97-AF65-F5344CB8AC3E}">
        <p14:creationId xmlns:p14="http://schemas.microsoft.com/office/powerpoint/2010/main" val="11561240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4"/>
        <p:cNvGrpSpPr/>
        <p:nvPr/>
      </p:nvGrpSpPr>
      <p:grpSpPr>
        <a:xfrm>
          <a:off x="0" y="0"/>
          <a:ext cx="0" cy="0"/>
          <a:chOff x="0" y="0"/>
          <a:chExt cx="0" cy="0"/>
        </a:xfrm>
      </p:grpSpPr>
      <p:sp>
        <p:nvSpPr>
          <p:cNvPr id="4035" name="Google Shape;4035;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6" name="Google Shape;4036;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039693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accent5"/>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762000" y="696425"/>
            <a:ext cx="5396700" cy="11598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2"/>
              </a:buClr>
              <a:buSzPts val="6000"/>
              <a:buNone/>
              <a:defRPr sz="6000">
                <a:solidFill>
                  <a:schemeClr val="accent2"/>
                </a:solidFill>
              </a:defRPr>
            </a:lvl1pPr>
            <a:lvl2pPr lvl="1">
              <a:spcBef>
                <a:spcPts val="0"/>
              </a:spcBef>
              <a:spcAft>
                <a:spcPts val="0"/>
              </a:spcAft>
              <a:buClr>
                <a:schemeClr val="accent2"/>
              </a:buClr>
              <a:buSzPts val="6000"/>
              <a:buNone/>
              <a:defRPr sz="6000">
                <a:solidFill>
                  <a:schemeClr val="accent2"/>
                </a:solidFill>
              </a:defRPr>
            </a:lvl2pPr>
            <a:lvl3pPr lvl="2">
              <a:spcBef>
                <a:spcPts val="0"/>
              </a:spcBef>
              <a:spcAft>
                <a:spcPts val="0"/>
              </a:spcAft>
              <a:buClr>
                <a:schemeClr val="accent2"/>
              </a:buClr>
              <a:buSzPts val="6000"/>
              <a:buNone/>
              <a:defRPr sz="6000">
                <a:solidFill>
                  <a:schemeClr val="accent2"/>
                </a:solidFill>
              </a:defRPr>
            </a:lvl3pPr>
            <a:lvl4pPr lvl="3">
              <a:spcBef>
                <a:spcPts val="0"/>
              </a:spcBef>
              <a:spcAft>
                <a:spcPts val="0"/>
              </a:spcAft>
              <a:buClr>
                <a:schemeClr val="accent2"/>
              </a:buClr>
              <a:buSzPts val="6000"/>
              <a:buNone/>
              <a:defRPr sz="6000">
                <a:solidFill>
                  <a:schemeClr val="accent2"/>
                </a:solidFill>
              </a:defRPr>
            </a:lvl4pPr>
            <a:lvl5pPr lvl="4">
              <a:spcBef>
                <a:spcPts val="0"/>
              </a:spcBef>
              <a:spcAft>
                <a:spcPts val="0"/>
              </a:spcAft>
              <a:buClr>
                <a:schemeClr val="accent2"/>
              </a:buClr>
              <a:buSzPts val="6000"/>
              <a:buNone/>
              <a:defRPr sz="6000">
                <a:solidFill>
                  <a:schemeClr val="accent2"/>
                </a:solidFill>
              </a:defRPr>
            </a:lvl5pPr>
            <a:lvl6pPr lvl="5">
              <a:spcBef>
                <a:spcPts val="0"/>
              </a:spcBef>
              <a:spcAft>
                <a:spcPts val="0"/>
              </a:spcAft>
              <a:buClr>
                <a:schemeClr val="accent2"/>
              </a:buClr>
              <a:buSzPts val="6000"/>
              <a:buNone/>
              <a:defRPr sz="6000">
                <a:solidFill>
                  <a:schemeClr val="accent2"/>
                </a:solidFill>
              </a:defRPr>
            </a:lvl6pPr>
            <a:lvl7pPr lvl="6">
              <a:spcBef>
                <a:spcPts val="0"/>
              </a:spcBef>
              <a:spcAft>
                <a:spcPts val="0"/>
              </a:spcAft>
              <a:buClr>
                <a:schemeClr val="accent2"/>
              </a:buClr>
              <a:buSzPts val="6000"/>
              <a:buNone/>
              <a:defRPr sz="6000">
                <a:solidFill>
                  <a:schemeClr val="accent2"/>
                </a:solidFill>
              </a:defRPr>
            </a:lvl7pPr>
            <a:lvl8pPr lvl="7">
              <a:spcBef>
                <a:spcPts val="0"/>
              </a:spcBef>
              <a:spcAft>
                <a:spcPts val="0"/>
              </a:spcAft>
              <a:buClr>
                <a:schemeClr val="accent2"/>
              </a:buClr>
              <a:buSzPts val="6000"/>
              <a:buNone/>
              <a:defRPr sz="6000">
                <a:solidFill>
                  <a:schemeClr val="accent2"/>
                </a:solidFill>
              </a:defRPr>
            </a:lvl8pPr>
            <a:lvl9pPr lvl="8">
              <a:spcBef>
                <a:spcPts val="0"/>
              </a:spcBef>
              <a:spcAft>
                <a:spcPts val="0"/>
              </a:spcAft>
              <a:buClr>
                <a:schemeClr val="accent2"/>
              </a:buClr>
              <a:buSzPts val="6000"/>
              <a:buNone/>
              <a:defRPr sz="6000">
                <a:solidFill>
                  <a:schemeClr val="accent2"/>
                </a:solidFill>
              </a:defRPr>
            </a:lvl9pPr>
          </a:lstStyle>
          <a:p>
            <a:endParaRPr/>
          </a:p>
        </p:txBody>
      </p:sp>
      <p:grpSp>
        <p:nvGrpSpPr>
          <p:cNvPr id="11" name="Google Shape;11;p2"/>
          <p:cNvGrpSpPr/>
          <p:nvPr/>
        </p:nvGrpSpPr>
        <p:grpSpPr>
          <a:xfrm rot="10800000">
            <a:off x="8705367" y="28698"/>
            <a:ext cx="410132" cy="5086302"/>
            <a:chOff x="836200" y="238125"/>
            <a:chExt cx="422425" cy="5238750"/>
          </a:xfrm>
        </p:grpSpPr>
        <p:sp>
          <p:nvSpPr>
            <p:cNvPr id="12" name="Google Shape;12;p2"/>
            <p:cNvSpPr/>
            <p:nvPr/>
          </p:nvSpPr>
          <p:spPr>
            <a:xfrm>
              <a:off x="8362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362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362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362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362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362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362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362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362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362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362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8362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362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362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362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362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362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8362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8362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8362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8362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8362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8362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8362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8362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8362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8362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8362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8362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8362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8362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8362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8362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8362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8362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9867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986700"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986700"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98670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9867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98670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986700"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986700"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98670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986700"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9867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986700"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98670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986700"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9867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986700"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986700"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98670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9867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9867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986700"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98670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98670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11372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11372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11372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11372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11372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11372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11372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11372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11372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11372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11372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11372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11372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11372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11372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11372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11372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11372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11372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11372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11372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11372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 name="Google Shape;92;p2"/>
          <p:cNvGrpSpPr/>
          <p:nvPr/>
        </p:nvGrpSpPr>
        <p:grpSpPr>
          <a:xfrm rot="10800000">
            <a:off x="6659535" y="28698"/>
            <a:ext cx="2309844" cy="5086302"/>
            <a:chOff x="986700" y="238125"/>
            <a:chExt cx="2379075" cy="5238750"/>
          </a:xfrm>
        </p:grpSpPr>
        <p:sp>
          <p:nvSpPr>
            <p:cNvPr id="93" name="Google Shape;93;p2"/>
            <p:cNvSpPr/>
            <p:nvPr/>
          </p:nvSpPr>
          <p:spPr>
            <a:xfrm>
              <a:off x="98670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98670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9867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986700"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986700"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9867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986700"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986700"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986700"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986700"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986700"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9867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11372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11372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11372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11372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11372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11372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11372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11372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11372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11372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11372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11372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11372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12877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12877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12877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12877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128772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12877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12877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12877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12877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12877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12877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12877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12877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12877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12877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12877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12877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12877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12877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128772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14382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14382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14382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14382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a:off x="14382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
            <p:cNvSpPr/>
            <p:nvPr/>
          </p:nvSpPr>
          <p:spPr>
            <a:xfrm>
              <a:off x="14382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a:off x="14382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
            <p:cNvSpPr/>
            <p:nvPr/>
          </p:nvSpPr>
          <p:spPr>
            <a:xfrm>
              <a:off x="14382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
            <p:cNvSpPr/>
            <p:nvPr/>
          </p:nvSpPr>
          <p:spPr>
            <a:xfrm>
              <a:off x="14382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
            <p:cNvSpPr/>
            <p:nvPr/>
          </p:nvSpPr>
          <p:spPr>
            <a:xfrm>
              <a:off x="14382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a:off x="14382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
            <p:cNvSpPr/>
            <p:nvPr/>
          </p:nvSpPr>
          <p:spPr>
            <a:xfrm>
              <a:off x="14382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a:off x="14382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
            <p:cNvSpPr/>
            <p:nvPr/>
          </p:nvSpPr>
          <p:spPr>
            <a:xfrm>
              <a:off x="14382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
            <p:cNvSpPr/>
            <p:nvPr/>
          </p:nvSpPr>
          <p:spPr>
            <a:xfrm>
              <a:off x="14382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a:off x="14382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
            <p:cNvSpPr/>
            <p:nvPr/>
          </p:nvSpPr>
          <p:spPr>
            <a:xfrm>
              <a:off x="14382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
            <p:cNvSpPr/>
            <p:nvPr/>
          </p:nvSpPr>
          <p:spPr>
            <a:xfrm>
              <a:off x="14382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
            <p:cNvSpPr/>
            <p:nvPr/>
          </p:nvSpPr>
          <p:spPr>
            <a:xfrm>
              <a:off x="14382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a:off x="14382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a:off x="14382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
            <p:cNvSpPr/>
            <p:nvPr/>
          </p:nvSpPr>
          <p:spPr>
            <a:xfrm>
              <a:off x="14382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
            <p:cNvSpPr/>
            <p:nvPr/>
          </p:nvSpPr>
          <p:spPr>
            <a:xfrm>
              <a:off x="14382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a:off x="14382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14382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a:off x="14382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
            <p:cNvSpPr/>
            <p:nvPr/>
          </p:nvSpPr>
          <p:spPr>
            <a:xfrm>
              <a:off x="14382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
            <p:cNvSpPr/>
            <p:nvPr/>
          </p:nvSpPr>
          <p:spPr>
            <a:xfrm>
              <a:off x="14382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
            <p:cNvSpPr/>
            <p:nvPr/>
          </p:nvSpPr>
          <p:spPr>
            <a:xfrm>
              <a:off x="14382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p:nvPr/>
          </p:nvSpPr>
          <p:spPr>
            <a:xfrm>
              <a:off x="14382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a:off x="14382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p:nvPr/>
          </p:nvSpPr>
          <p:spPr>
            <a:xfrm>
              <a:off x="15887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p:nvPr/>
          </p:nvSpPr>
          <p:spPr>
            <a:xfrm>
              <a:off x="15887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
            <p:cNvSpPr/>
            <p:nvPr/>
          </p:nvSpPr>
          <p:spPr>
            <a:xfrm>
              <a:off x="15887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
            <p:cNvSpPr/>
            <p:nvPr/>
          </p:nvSpPr>
          <p:spPr>
            <a:xfrm>
              <a:off x="15887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
            <p:cNvSpPr/>
            <p:nvPr/>
          </p:nvSpPr>
          <p:spPr>
            <a:xfrm>
              <a:off x="15887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
            <p:cNvSpPr/>
            <p:nvPr/>
          </p:nvSpPr>
          <p:spPr>
            <a:xfrm>
              <a:off x="15887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
            <p:cNvSpPr/>
            <p:nvPr/>
          </p:nvSpPr>
          <p:spPr>
            <a:xfrm>
              <a:off x="15887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
            <p:cNvSpPr/>
            <p:nvPr/>
          </p:nvSpPr>
          <p:spPr>
            <a:xfrm>
              <a:off x="15887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a:off x="15887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p:nvPr/>
          </p:nvSpPr>
          <p:spPr>
            <a:xfrm>
              <a:off x="15887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
            <p:cNvSpPr/>
            <p:nvPr/>
          </p:nvSpPr>
          <p:spPr>
            <a:xfrm>
              <a:off x="15887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
            <p:cNvSpPr/>
            <p:nvPr/>
          </p:nvSpPr>
          <p:spPr>
            <a:xfrm>
              <a:off x="15887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
            <p:cNvSpPr/>
            <p:nvPr/>
          </p:nvSpPr>
          <p:spPr>
            <a:xfrm>
              <a:off x="15887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
            <p:cNvSpPr/>
            <p:nvPr/>
          </p:nvSpPr>
          <p:spPr>
            <a:xfrm>
              <a:off x="15887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
            <p:cNvSpPr/>
            <p:nvPr/>
          </p:nvSpPr>
          <p:spPr>
            <a:xfrm>
              <a:off x="15887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
            <p:cNvSpPr/>
            <p:nvPr/>
          </p:nvSpPr>
          <p:spPr>
            <a:xfrm>
              <a:off x="15887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
            <p:cNvSpPr/>
            <p:nvPr/>
          </p:nvSpPr>
          <p:spPr>
            <a:xfrm>
              <a:off x="15887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
            <p:cNvSpPr/>
            <p:nvPr/>
          </p:nvSpPr>
          <p:spPr>
            <a:xfrm>
              <a:off x="15887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
            <p:cNvSpPr/>
            <p:nvPr/>
          </p:nvSpPr>
          <p:spPr>
            <a:xfrm>
              <a:off x="15887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
            <p:cNvSpPr/>
            <p:nvPr/>
          </p:nvSpPr>
          <p:spPr>
            <a:xfrm>
              <a:off x="17392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
            <p:cNvSpPr/>
            <p:nvPr/>
          </p:nvSpPr>
          <p:spPr>
            <a:xfrm>
              <a:off x="17392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
            <p:cNvSpPr/>
            <p:nvPr/>
          </p:nvSpPr>
          <p:spPr>
            <a:xfrm>
              <a:off x="17392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
            <p:cNvSpPr/>
            <p:nvPr/>
          </p:nvSpPr>
          <p:spPr>
            <a:xfrm>
              <a:off x="17392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
            <p:cNvSpPr/>
            <p:nvPr/>
          </p:nvSpPr>
          <p:spPr>
            <a:xfrm>
              <a:off x="17392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
            <p:cNvSpPr/>
            <p:nvPr/>
          </p:nvSpPr>
          <p:spPr>
            <a:xfrm>
              <a:off x="17392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
            <p:cNvSpPr/>
            <p:nvPr/>
          </p:nvSpPr>
          <p:spPr>
            <a:xfrm>
              <a:off x="17392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
            <p:cNvSpPr/>
            <p:nvPr/>
          </p:nvSpPr>
          <p:spPr>
            <a:xfrm>
              <a:off x="17392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
            <p:cNvSpPr/>
            <p:nvPr/>
          </p:nvSpPr>
          <p:spPr>
            <a:xfrm>
              <a:off x="17392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
            <p:cNvSpPr/>
            <p:nvPr/>
          </p:nvSpPr>
          <p:spPr>
            <a:xfrm>
              <a:off x="17392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
            <p:cNvSpPr/>
            <p:nvPr/>
          </p:nvSpPr>
          <p:spPr>
            <a:xfrm>
              <a:off x="17392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
            <p:cNvSpPr/>
            <p:nvPr/>
          </p:nvSpPr>
          <p:spPr>
            <a:xfrm>
              <a:off x="18897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
            <p:cNvSpPr/>
            <p:nvPr/>
          </p:nvSpPr>
          <p:spPr>
            <a:xfrm>
              <a:off x="188975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
            <p:cNvSpPr/>
            <p:nvPr/>
          </p:nvSpPr>
          <p:spPr>
            <a:xfrm>
              <a:off x="188975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
            <p:cNvSpPr/>
            <p:nvPr/>
          </p:nvSpPr>
          <p:spPr>
            <a:xfrm>
              <a:off x="18897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
            <p:cNvSpPr/>
            <p:nvPr/>
          </p:nvSpPr>
          <p:spPr>
            <a:xfrm>
              <a:off x="18897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
            <p:cNvSpPr/>
            <p:nvPr/>
          </p:nvSpPr>
          <p:spPr>
            <a:xfrm>
              <a:off x="204027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
            <p:cNvSpPr/>
            <p:nvPr/>
          </p:nvSpPr>
          <p:spPr>
            <a:xfrm>
              <a:off x="204027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
            <p:cNvSpPr/>
            <p:nvPr/>
          </p:nvSpPr>
          <p:spPr>
            <a:xfrm>
              <a:off x="204027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
            <p:cNvSpPr/>
            <p:nvPr/>
          </p:nvSpPr>
          <p:spPr>
            <a:xfrm>
              <a:off x="21907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
            <p:cNvSpPr/>
            <p:nvPr/>
          </p:nvSpPr>
          <p:spPr>
            <a:xfrm>
              <a:off x="23413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
            <p:cNvSpPr/>
            <p:nvPr/>
          </p:nvSpPr>
          <p:spPr>
            <a:xfrm>
              <a:off x="26423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
            <p:cNvSpPr/>
            <p:nvPr/>
          </p:nvSpPr>
          <p:spPr>
            <a:xfrm>
              <a:off x="26423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
            <p:cNvSpPr/>
            <p:nvPr/>
          </p:nvSpPr>
          <p:spPr>
            <a:xfrm>
              <a:off x="32443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 name="Google Shape;212;p2"/>
          <p:cNvGrpSpPr/>
          <p:nvPr/>
        </p:nvGrpSpPr>
        <p:grpSpPr>
          <a:xfrm rot="10800000">
            <a:off x="6367294" y="28698"/>
            <a:ext cx="2017554" cy="5086302"/>
            <a:chOff x="1588750" y="238125"/>
            <a:chExt cx="2078025" cy="5238750"/>
          </a:xfrm>
        </p:grpSpPr>
        <p:sp>
          <p:nvSpPr>
            <p:cNvPr id="213" name="Google Shape;213;p2"/>
            <p:cNvSpPr/>
            <p:nvPr/>
          </p:nvSpPr>
          <p:spPr>
            <a:xfrm>
              <a:off x="15887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
            <p:cNvSpPr/>
            <p:nvPr/>
          </p:nvSpPr>
          <p:spPr>
            <a:xfrm>
              <a:off x="15887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
            <p:cNvSpPr/>
            <p:nvPr/>
          </p:nvSpPr>
          <p:spPr>
            <a:xfrm>
              <a:off x="15887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
            <p:cNvSpPr/>
            <p:nvPr/>
          </p:nvSpPr>
          <p:spPr>
            <a:xfrm>
              <a:off x="15887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
            <p:cNvSpPr/>
            <p:nvPr/>
          </p:nvSpPr>
          <p:spPr>
            <a:xfrm>
              <a:off x="15887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
            <p:cNvSpPr/>
            <p:nvPr/>
          </p:nvSpPr>
          <p:spPr>
            <a:xfrm>
              <a:off x="15887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
            <p:cNvSpPr/>
            <p:nvPr/>
          </p:nvSpPr>
          <p:spPr>
            <a:xfrm>
              <a:off x="17392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
            <p:cNvSpPr/>
            <p:nvPr/>
          </p:nvSpPr>
          <p:spPr>
            <a:xfrm>
              <a:off x="17392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
            <p:cNvSpPr/>
            <p:nvPr/>
          </p:nvSpPr>
          <p:spPr>
            <a:xfrm>
              <a:off x="17392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
            <p:cNvSpPr/>
            <p:nvPr/>
          </p:nvSpPr>
          <p:spPr>
            <a:xfrm>
              <a:off x="17392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
            <p:cNvSpPr/>
            <p:nvPr/>
          </p:nvSpPr>
          <p:spPr>
            <a:xfrm>
              <a:off x="17392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
            <p:cNvSpPr/>
            <p:nvPr/>
          </p:nvSpPr>
          <p:spPr>
            <a:xfrm>
              <a:off x="17392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
            <p:cNvSpPr/>
            <p:nvPr/>
          </p:nvSpPr>
          <p:spPr>
            <a:xfrm>
              <a:off x="17392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
            <p:cNvSpPr/>
            <p:nvPr/>
          </p:nvSpPr>
          <p:spPr>
            <a:xfrm>
              <a:off x="188975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
            <p:cNvSpPr/>
            <p:nvPr/>
          </p:nvSpPr>
          <p:spPr>
            <a:xfrm>
              <a:off x="188975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
            <p:cNvSpPr/>
            <p:nvPr/>
          </p:nvSpPr>
          <p:spPr>
            <a:xfrm>
              <a:off x="188975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
            <p:cNvSpPr/>
            <p:nvPr/>
          </p:nvSpPr>
          <p:spPr>
            <a:xfrm>
              <a:off x="188975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
            <p:cNvSpPr/>
            <p:nvPr/>
          </p:nvSpPr>
          <p:spPr>
            <a:xfrm>
              <a:off x="18897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
            <p:cNvSpPr/>
            <p:nvPr/>
          </p:nvSpPr>
          <p:spPr>
            <a:xfrm>
              <a:off x="188975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
            <p:cNvSpPr/>
            <p:nvPr/>
          </p:nvSpPr>
          <p:spPr>
            <a:xfrm>
              <a:off x="188975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
            <p:cNvSpPr/>
            <p:nvPr/>
          </p:nvSpPr>
          <p:spPr>
            <a:xfrm>
              <a:off x="188975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
            <p:cNvSpPr/>
            <p:nvPr/>
          </p:nvSpPr>
          <p:spPr>
            <a:xfrm>
              <a:off x="188975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
            <p:cNvSpPr/>
            <p:nvPr/>
          </p:nvSpPr>
          <p:spPr>
            <a:xfrm>
              <a:off x="18897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
            <p:cNvSpPr/>
            <p:nvPr/>
          </p:nvSpPr>
          <p:spPr>
            <a:xfrm>
              <a:off x="188975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
            <p:cNvSpPr/>
            <p:nvPr/>
          </p:nvSpPr>
          <p:spPr>
            <a:xfrm>
              <a:off x="188975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
            <p:cNvSpPr/>
            <p:nvPr/>
          </p:nvSpPr>
          <p:spPr>
            <a:xfrm>
              <a:off x="188975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
            <p:cNvSpPr/>
            <p:nvPr/>
          </p:nvSpPr>
          <p:spPr>
            <a:xfrm>
              <a:off x="188975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
            <p:cNvSpPr/>
            <p:nvPr/>
          </p:nvSpPr>
          <p:spPr>
            <a:xfrm>
              <a:off x="188975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
            <p:cNvSpPr/>
            <p:nvPr/>
          </p:nvSpPr>
          <p:spPr>
            <a:xfrm>
              <a:off x="188975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
            <p:cNvSpPr/>
            <p:nvPr/>
          </p:nvSpPr>
          <p:spPr>
            <a:xfrm>
              <a:off x="18897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
            <p:cNvSpPr/>
            <p:nvPr/>
          </p:nvSpPr>
          <p:spPr>
            <a:xfrm>
              <a:off x="188975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
            <p:cNvSpPr/>
            <p:nvPr/>
          </p:nvSpPr>
          <p:spPr>
            <a:xfrm>
              <a:off x="188975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
            <p:cNvSpPr/>
            <p:nvPr/>
          </p:nvSpPr>
          <p:spPr>
            <a:xfrm>
              <a:off x="204027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
            <p:cNvSpPr/>
            <p:nvPr/>
          </p:nvSpPr>
          <p:spPr>
            <a:xfrm>
              <a:off x="204027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
            <p:cNvSpPr/>
            <p:nvPr/>
          </p:nvSpPr>
          <p:spPr>
            <a:xfrm>
              <a:off x="204027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
            <p:cNvSpPr/>
            <p:nvPr/>
          </p:nvSpPr>
          <p:spPr>
            <a:xfrm>
              <a:off x="204027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
            <p:cNvSpPr/>
            <p:nvPr/>
          </p:nvSpPr>
          <p:spPr>
            <a:xfrm>
              <a:off x="204027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
            <p:cNvSpPr/>
            <p:nvPr/>
          </p:nvSpPr>
          <p:spPr>
            <a:xfrm>
              <a:off x="204027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
            <p:cNvSpPr/>
            <p:nvPr/>
          </p:nvSpPr>
          <p:spPr>
            <a:xfrm>
              <a:off x="204027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
            <p:cNvSpPr/>
            <p:nvPr/>
          </p:nvSpPr>
          <p:spPr>
            <a:xfrm>
              <a:off x="204027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
            <p:cNvSpPr/>
            <p:nvPr/>
          </p:nvSpPr>
          <p:spPr>
            <a:xfrm>
              <a:off x="204027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
            <p:cNvSpPr/>
            <p:nvPr/>
          </p:nvSpPr>
          <p:spPr>
            <a:xfrm>
              <a:off x="204027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
            <p:cNvSpPr/>
            <p:nvPr/>
          </p:nvSpPr>
          <p:spPr>
            <a:xfrm>
              <a:off x="204027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
            <p:cNvSpPr/>
            <p:nvPr/>
          </p:nvSpPr>
          <p:spPr>
            <a:xfrm>
              <a:off x="204027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
            <p:cNvSpPr/>
            <p:nvPr/>
          </p:nvSpPr>
          <p:spPr>
            <a:xfrm>
              <a:off x="204027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
            <p:cNvSpPr/>
            <p:nvPr/>
          </p:nvSpPr>
          <p:spPr>
            <a:xfrm>
              <a:off x="204027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
            <p:cNvSpPr/>
            <p:nvPr/>
          </p:nvSpPr>
          <p:spPr>
            <a:xfrm>
              <a:off x="204027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
            <p:cNvSpPr/>
            <p:nvPr/>
          </p:nvSpPr>
          <p:spPr>
            <a:xfrm>
              <a:off x="204027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
            <p:cNvSpPr/>
            <p:nvPr/>
          </p:nvSpPr>
          <p:spPr>
            <a:xfrm>
              <a:off x="204027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
            <p:cNvSpPr/>
            <p:nvPr/>
          </p:nvSpPr>
          <p:spPr>
            <a:xfrm>
              <a:off x="204027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
            <p:cNvSpPr/>
            <p:nvPr/>
          </p:nvSpPr>
          <p:spPr>
            <a:xfrm>
              <a:off x="204027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
            <p:cNvSpPr/>
            <p:nvPr/>
          </p:nvSpPr>
          <p:spPr>
            <a:xfrm>
              <a:off x="2190775"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
            <p:cNvSpPr/>
            <p:nvPr/>
          </p:nvSpPr>
          <p:spPr>
            <a:xfrm>
              <a:off x="2190775"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
            <p:cNvSpPr/>
            <p:nvPr/>
          </p:nvSpPr>
          <p:spPr>
            <a:xfrm>
              <a:off x="2190775"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
            <p:cNvSpPr/>
            <p:nvPr/>
          </p:nvSpPr>
          <p:spPr>
            <a:xfrm>
              <a:off x="2190775"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
            <p:cNvSpPr/>
            <p:nvPr/>
          </p:nvSpPr>
          <p:spPr>
            <a:xfrm>
              <a:off x="21907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
            <p:cNvSpPr/>
            <p:nvPr/>
          </p:nvSpPr>
          <p:spPr>
            <a:xfrm>
              <a:off x="21907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
            <p:cNvSpPr/>
            <p:nvPr/>
          </p:nvSpPr>
          <p:spPr>
            <a:xfrm>
              <a:off x="2190775"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
            <p:cNvSpPr/>
            <p:nvPr/>
          </p:nvSpPr>
          <p:spPr>
            <a:xfrm>
              <a:off x="2190775"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
            <p:cNvSpPr/>
            <p:nvPr/>
          </p:nvSpPr>
          <p:spPr>
            <a:xfrm>
              <a:off x="21907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
            <p:cNvSpPr/>
            <p:nvPr/>
          </p:nvSpPr>
          <p:spPr>
            <a:xfrm>
              <a:off x="2190775"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
            <p:cNvSpPr/>
            <p:nvPr/>
          </p:nvSpPr>
          <p:spPr>
            <a:xfrm>
              <a:off x="21907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
            <p:cNvSpPr/>
            <p:nvPr/>
          </p:nvSpPr>
          <p:spPr>
            <a:xfrm>
              <a:off x="2190775"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
            <p:cNvSpPr/>
            <p:nvPr/>
          </p:nvSpPr>
          <p:spPr>
            <a:xfrm>
              <a:off x="21907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
            <p:cNvSpPr/>
            <p:nvPr/>
          </p:nvSpPr>
          <p:spPr>
            <a:xfrm>
              <a:off x="21907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
            <p:cNvSpPr/>
            <p:nvPr/>
          </p:nvSpPr>
          <p:spPr>
            <a:xfrm>
              <a:off x="21907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
            <p:cNvSpPr/>
            <p:nvPr/>
          </p:nvSpPr>
          <p:spPr>
            <a:xfrm>
              <a:off x="2190775"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
            <p:cNvSpPr/>
            <p:nvPr/>
          </p:nvSpPr>
          <p:spPr>
            <a:xfrm>
              <a:off x="21907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
            <p:cNvSpPr/>
            <p:nvPr/>
          </p:nvSpPr>
          <p:spPr>
            <a:xfrm>
              <a:off x="21907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
            <p:cNvSpPr/>
            <p:nvPr/>
          </p:nvSpPr>
          <p:spPr>
            <a:xfrm>
              <a:off x="2190775"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
            <p:cNvSpPr/>
            <p:nvPr/>
          </p:nvSpPr>
          <p:spPr>
            <a:xfrm>
              <a:off x="21907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
            <p:cNvSpPr/>
            <p:nvPr/>
          </p:nvSpPr>
          <p:spPr>
            <a:xfrm>
              <a:off x="2190775"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
            <p:cNvSpPr/>
            <p:nvPr/>
          </p:nvSpPr>
          <p:spPr>
            <a:xfrm>
              <a:off x="2190775"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
            <p:cNvSpPr/>
            <p:nvPr/>
          </p:nvSpPr>
          <p:spPr>
            <a:xfrm>
              <a:off x="21907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
            <p:cNvSpPr/>
            <p:nvPr/>
          </p:nvSpPr>
          <p:spPr>
            <a:xfrm>
              <a:off x="21907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
            <p:cNvSpPr/>
            <p:nvPr/>
          </p:nvSpPr>
          <p:spPr>
            <a:xfrm>
              <a:off x="2190775"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
            <p:cNvSpPr/>
            <p:nvPr/>
          </p:nvSpPr>
          <p:spPr>
            <a:xfrm>
              <a:off x="23413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
            <p:cNvSpPr/>
            <p:nvPr/>
          </p:nvSpPr>
          <p:spPr>
            <a:xfrm>
              <a:off x="23413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
            <p:cNvSpPr/>
            <p:nvPr/>
          </p:nvSpPr>
          <p:spPr>
            <a:xfrm>
              <a:off x="23413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
            <p:cNvSpPr/>
            <p:nvPr/>
          </p:nvSpPr>
          <p:spPr>
            <a:xfrm>
              <a:off x="23413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
            <p:cNvSpPr/>
            <p:nvPr/>
          </p:nvSpPr>
          <p:spPr>
            <a:xfrm>
              <a:off x="23413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
            <p:cNvSpPr/>
            <p:nvPr/>
          </p:nvSpPr>
          <p:spPr>
            <a:xfrm>
              <a:off x="23413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
            <p:cNvSpPr/>
            <p:nvPr/>
          </p:nvSpPr>
          <p:spPr>
            <a:xfrm>
              <a:off x="23413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
            <p:cNvSpPr/>
            <p:nvPr/>
          </p:nvSpPr>
          <p:spPr>
            <a:xfrm>
              <a:off x="23413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
            <p:cNvSpPr/>
            <p:nvPr/>
          </p:nvSpPr>
          <p:spPr>
            <a:xfrm>
              <a:off x="23413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
            <p:cNvSpPr/>
            <p:nvPr/>
          </p:nvSpPr>
          <p:spPr>
            <a:xfrm>
              <a:off x="23413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
            <p:cNvSpPr/>
            <p:nvPr/>
          </p:nvSpPr>
          <p:spPr>
            <a:xfrm>
              <a:off x="23413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
            <p:cNvSpPr/>
            <p:nvPr/>
          </p:nvSpPr>
          <p:spPr>
            <a:xfrm>
              <a:off x="23413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
            <p:cNvSpPr/>
            <p:nvPr/>
          </p:nvSpPr>
          <p:spPr>
            <a:xfrm>
              <a:off x="23413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
            <p:cNvSpPr/>
            <p:nvPr/>
          </p:nvSpPr>
          <p:spPr>
            <a:xfrm>
              <a:off x="23413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
            <p:cNvSpPr/>
            <p:nvPr/>
          </p:nvSpPr>
          <p:spPr>
            <a:xfrm>
              <a:off x="23413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
            <p:cNvSpPr/>
            <p:nvPr/>
          </p:nvSpPr>
          <p:spPr>
            <a:xfrm>
              <a:off x="23413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
            <p:cNvSpPr/>
            <p:nvPr/>
          </p:nvSpPr>
          <p:spPr>
            <a:xfrm>
              <a:off x="23413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
            <p:cNvSpPr/>
            <p:nvPr/>
          </p:nvSpPr>
          <p:spPr>
            <a:xfrm>
              <a:off x="23413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
            <p:cNvSpPr/>
            <p:nvPr/>
          </p:nvSpPr>
          <p:spPr>
            <a:xfrm>
              <a:off x="23413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
            <p:cNvSpPr/>
            <p:nvPr/>
          </p:nvSpPr>
          <p:spPr>
            <a:xfrm>
              <a:off x="23413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
            <p:cNvSpPr/>
            <p:nvPr/>
          </p:nvSpPr>
          <p:spPr>
            <a:xfrm>
              <a:off x="23413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
            <p:cNvSpPr/>
            <p:nvPr/>
          </p:nvSpPr>
          <p:spPr>
            <a:xfrm>
              <a:off x="23413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
            <p:cNvSpPr/>
            <p:nvPr/>
          </p:nvSpPr>
          <p:spPr>
            <a:xfrm>
              <a:off x="23413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
            <p:cNvSpPr/>
            <p:nvPr/>
          </p:nvSpPr>
          <p:spPr>
            <a:xfrm>
              <a:off x="23413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
            <p:cNvSpPr/>
            <p:nvPr/>
          </p:nvSpPr>
          <p:spPr>
            <a:xfrm>
              <a:off x="23413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
            <p:cNvSpPr/>
            <p:nvPr/>
          </p:nvSpPr>
          <p:spPr>
            <a:xfrm>
              <a:off x="23413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
            <p:cNvSpPr/>
            <p:nvPr/>
          </p:nvSpPr>
          <p:spPr>
            <a:xfrm>
              <a:off x="249180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
            <p:cNvSpPr/>
            <p:nvPr/>
          </p:nvSpPr>
          <p:spPr>
            <a:xfrm>
              <a:off x="24918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
            <p:cNvSpPr/>
            <p:nvPr/>
          </p:nvSpPr>
          <p:spPr>
            <a:xfrm>
              <a:off x="249180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
            <p:cNvSpPr/>
            <p:nvPr/>
          </p:nvSpPr>
          <p:spPr>
            <a:xfrm>
              <a:off x="249180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
            <p:cNvSpPr/>
            <p:nvPr/>
          </p:nvSpPr>
          <p:spPr>
            <a:xfrm>
              <a:off x="249180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
            <p:cNvSpPr/>
            <p:nvPr/>
          </p:nvSpPr>
          <p:spPr>
            <a:xfrm>
              <a:off x="249180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
            <p:cNvSpPr/>
            <p:nvPr/>
          </p:nvSpPr>
          <p:spPr>
            <a:xfrm>
              <a:off x="249180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
            <p:cNvSpPr/>
            <p:nvPr/>
          </p:nvSpPr>
          <p:spPr>
            <a:xfrm>
              <a:off x="249180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
            <p:cNvSpPr/>
            <p:nvPr/>
          </p:nvSpPr>
          <p:spPr>
            <a:xfrm>
              <a:off x="249180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
            <p:cNvSpPr/>
            <p:nvPr/>
          </p:nvSpPr>
          <p:spPr>
            <a:xfrm>
              <a:off x="249180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
            <p:cNvSpPr/>
            <p:nvPr/>
          </p:nvSpPr>
          <p:spPr>
            <a:xfrm>
              <a:off x="249180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
            <p:cNvSpPr/>
            <p:nvPr/>
          </p:nvSpPr>
          <p:spPr>
            <a:xfrm>
              <a:off x="24918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
            <p:cNvSpPr/>
            <p:nvPr/>
          </p:nvSpPr>
          <p:spPr>
            <a:xfrm>
              <a:off x="249180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
            <p:cNvSpPr/>
            <p:nvPr/>
          </p:nvSpPr>
          <p:spPr>
            <a:xfrm>
              <a:off x="249180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
            <p:cNvSpPr/>
            <p:nvPr/>
          </p:nvSpPr>
          <p:spPr>
            <a:xfrm>
              <a:off x="249180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
            <p:cNvSpPr/>
            <p:nvPr/>
          </p:nvSpPr>
          <p:spPr>
            <a:xfrm>
              <a:off x="249180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
            <p:cNvSpPr/>
            <p:nvPr/>
          </p:nvSpPr>
          <p:spPr>
            <a:xfrm>
              <a:off x="249180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
            <p:cNvSpPr/>
            <p:nvPr/>
          </p:nvSpPr>
          <p:spPr>
            <a:xfrm>
              <a:off x="249180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
            <p:cNvSpPr/>
            <p:nvPr/>
          </p:nvSpPr>
          <p:spPr>
            <a:xfrm>
              <a:off x="249180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
            <p:cNvSpPr/>
            <p:nvPr/>
          </p:nvSpPr>
          <p:spPr>
            <a:xfrm>
              <a:off x="249180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
            <p:cNvSpPr/>
            <p:nvPr/>
          </p:nvSpPr>
          <p:spPr>
            <a:xfrm>
              <a:off x="249180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
            <p:cNvSpPr/>
            <p:nvPr/>
          </p:nvSpPr>
          <p:spPr>
            <a:xfrm>
              <a:off x="249180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
            <p:cNvSpPr/>
            <p:nvPr/>
          </p:nvSpPr>
          <p:spPr>
            <a:xfrm>
              <a:off x="249180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
            <p:cNvSpPr/>
            <p:nvPr/>
          </p:nvSpPr>
          <p:spPr>
            <a:xfrm>
              <a:off x="249180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
            <p:cNvSpPr/>
            <p:nvPr/>
          </p:nvSpPr>
          <p:spPr>
            <a:xfrm>
              <a:off x="249180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
            <p:cNvSpPr/>
            <p:nvPr/>
          </p:nvSpPr>
          <p:spPr>
            <a:xfrm>
              <a:off x="26423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
            <p:cNvSpPr/>
            <p:nvPr/>
          </p:nvSpPr>
          <p:spPr>
            <a:xfrm>
              <a:off x="26423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
            <p:cNvSpPr/>
            <p:nvPr/>
          </p:nvSpPr>
          <p:spPr>
            <a:xfrm>
              <a:off x="26423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
            <p:cNvSpPr/>
            <p:nvPr/>
          </p:nvSpPr>
          <p:spPr>
            <a:xfrm>
              <a:off x="26423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
            <p:cNvSpPr/>
            <p:nvPr/>
          </p:nvSpPr>
          <p:spPr>
            <a:xfrm>
              <a:off x="26423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
            <p:cNvSpPr/>
            <p:nvPr/>
          </p:nvSpPr>
          <p:spPr>
            <a:xfrm>
              <a:off x="26423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
            <p:cNvSpPr/>
            <p:nvPr/>
          </p:nvSpPr>
          <p:spPr>
            <a:xfrm>
              <a:off x="26423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
            <p:cNvSpPr/>
            <p:nvPr/>
          </p:nvSpPr>
          <p:spPr>
            <a:xfrm>
              <a:off x="26423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
            <p:cNvSpPr/>
            <p:nvPr/>
          </p:nvSpPr>
          <p:spPr>
            <a:xfrm>
              <a:off x="26423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
            <p:cNvSpPr/>
            <p:nvPr/>
          </p:nvSpPr>
          <p:spPr>
            <a:xfrm>
              <a:off x="26423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
            <p:cNvSpPr/>
            <p:nvPr/>
          </p:nvSpPr>
          <p:spPr>
            <a:xfrm>
              <a:off x="26423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
            <p:cNvSpPr/>
            <p:nvPr/>
          </p:nvSpPr>
          <p:spPr>
            <a:xfrm>
              <a:off x="26423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
            <p:cNvSpPr/>
            <p:nvPr/>
          </p:nvSpPr>
          <p:spPr>
            <a:xfrm>
              <a:off x="26423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
            <p:cNvSpPr/>
            <p:nvPr/>
          </p:nvSpPr>
          <p:spPr>
            <a:xfrm>
              <a:off x="26423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
            <p:cNvSpPr/>
            <p:nvPr/>
          </p:nvSpPr>
          <p:spPr>
            <a:xfrm>
              <a:off x="26423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
            <p:cNvSpPr/>
            <p:nvPr/>
          </p:nvSpPr>
          <p:spPr>
            <a:xfrm>
              <a:off x="26423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
            <p:cNvSpPr/>
            <p:nvPr/>
          </p:nvSpPr>
          <p:spPr>
            <a:xfrm>
              <a:off x="26423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
            <p:cNvSpPr/>
            <p:nvPr/>
          </p:nvSpPr>
          <p:spPr>
            <a:xfrm>
              <a:off x="26423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
            <p:cNvSpPr/>
            <p:nvPr/>
          </p:nvSpPr>
          <p:spPr>
            <a:xfrm>
              <a:off x="26423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
            <p:cNvSpPr/>
            <p:nvPr/>
          </p:nvSpPr>
          <p:spPr>
            <a:xfrm>
              <a:off x="26423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
            <p:cNvSpPr/>
            <p:nvPr/>
          </p:nvSpPr>
          <p:spPr>
            <a:xfrm>
              <a:off x="2792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
            <p:cNvSpPr/>
            <p:nvPr/>
          </p:nvSpPr>
          <p:spPr>
            <a:xfrm>
              <a:off x="2792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
            <p:cNvSpPr/>
            <p:nvPr/>
          </p:nvSpPr>
          <p:spPr>
            <a:xfrm>
              <a:off x="2792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
            <p:cNvSpPr/>
            <p:nvPr/>
          </p:nvSpPr>
          <p:spPr>
            <a:xfrm>
              <a:off x="2792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
            <p:cNvSpPr/>
            <p:nvPr/>
          </p:nvSpPr>
          <p:spPr>
            <a:xfrm>
              <a:off x="2792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
            <p:cNvSpPr/>
            <p:nvPr/>
          </p:nvSpPr>
          <p:spPr>
            <a:xfrm>
              <a:off x="2792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
            <p:cNvSpPr/>
            <p:nvPr/>
          </p:nvSpPr>
          <p:spPr>
            <a:xfrm>
              <a:off x="2792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
            <p:cNvSpPr/>
            <p:nvPr/>
          </p:nvSpPr>
          <p:spPr>
            <a:xfrm>
              <a:off x="2792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
            <p:cNvSpPr/>
            <p:nvPr/>
          </p:nvSpPr>
          <p:spPr>
            <a:xfrm>
              <a:off x="2792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
            <p:cNvSpPr/>
            <p:nvPr/>
          </p:nvSpPr>
          <p:spPr>
            <a:xfrm>
              <a:off x="2792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
            <p:cNvSpPr/>
            <p:nvPr/>
          </p:nvSpPr>
          <p:spPr>
            <a:xfrm>
              <a:off x="2792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
            <p:cNvSpPr/>
            <p:nvPr/>
          </p:nvSpPr>
          <p:spPr>
            <a:xfrm>
              <a:off x="2792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
            <p:cNvSpPr/>
            <p:nvPr/>
          </p:nvSpPr>
          <p:spPr>
            <a:xfrm>
              <a:off x="2792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
            <p:cNvSpPr/>
            <p:nvPr/>
          </p:nvSpPr>
          <p:spPr>
            <a:xfrm>
              <a:off x="2792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
            <p:cNvSpPr/>
            <p:nvPr/>
          </p:nvSpPr>
          <p:spPr>
            <a:xfrm>
              <a:off x="2792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
            <p:cNvSpPr/>
            <p:nvPr/>
          </p:nvSpPr>
          <p:spPr>
            <a:xfrm>
              <a:off x="2792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
            <p:cNvSpPr/>
            <p:nvPr/>
          </p:nvSpPr>
          <p:spPr>
            <a:xfrm>
              <a:off x="2792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
            <p:cNvSpPr/>
            <p:nvPr/>
          </p:nvSpPr>
          <p:spPr>
            <a:xfrm>
              <a:off x="2792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
            <p:cNvSpPr/>
            <p:nvPr/>
          </p:nvSpPr>
          <p:spPr>
            <a:xfrm>
              <a:off x="294332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
            <p:cNvSpPr/>
            <p:nvPr/>
          </p:nvSpPr>
          <p:spPr>
            <a:xfrm>
              <a:off x="294332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
            <p:cNvSpPr/>
            <p:nvPr/>
          </p:nvSpPr>
          <p:spPr>
            <a:xfrm>
              <a:off x="294332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
            <p:cNvSpPr/>
            <p:nvPr/>
          </p:nvSpPr>
          <p:spPr>
            <a:xfrm>
              <a:off x="294332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
            <p:cNvSpPr/>
            <p:nvPr/>
          </p:nvSpPr>
          <p:spPr>
            <a:xfrm>
              <a:off x="294332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
            <p:cNvSpPr/>
            <p:nvPr/>
          </p:nvSpPr>
          <p:spPr>
            <a:xfrm>
              <a:off x="294332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
            <p:cNvSpPr/>
            <p:nvPr/>
          </p:nvSpPr>
          <p:spPr>
            <a:xfrm>
              <a:off x="294332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
            <p:cNvSpPr/>
            <p:nvPr/>
          </p:nvSpPr>
          <p:spPr>
            <a:xfrm>
              <a:off x="294332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
            <p:cNvSpPr/>
            <p:nvPr/>
          </p:nvSpPr>
          <p:spPr>
            <a:xfrm>
              <a:off x="294332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
            <p:cNvSpPr/>
            <p:nvPr/>
          </p:nvSpPr>
          <p:spPr>
            <a:xfrm>
              <a:off x="294332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
            <p:cNvSpPr/>
            <p:nvPr/>
          </p:nvSpPr>
          <p:spPr>
            <a:xfrm>
              <a:off x="294332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
            <p:cNvSpPr/>
            <p:nvPr/>
          </p:nvSpPr>
          <p:spPr>
            <a:xfrm>
              <a:off x="294332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
            <p:cNvSpPr/>
            <p:nvPr/>
          </p:nvSpPr>
          <p:spPr>
            <a:xfrm>
              <a:off x="294332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
            <p:cNvSpPr/>
            <p:nvPr/>
          </p:nvSpPr>
          <p:spPr>
            <a:xfrm>
              <a:off x="294332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
            <p:cNvSpPr/>
            <p:nvPr/>
          </p:nvSpPr>
          <p:spPr>
            <a:xfrm>
              <a:off x="294332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
            <p:cNvSpPr/>
            <p:nvPr/>
          </p:nvSpPr>
          <p:spPr>
            <a:xfrm>
              <a:off x="294332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
            <p:cNvSpPr/>
            <p:nvPr/>
          </p:nvSpPr>
          <p:spPr>
            <a:xfrm>
              <a:off x="294332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
            <p:cNvSpPr/>
            <p:nvPr/>
          </p:nvSpPr>
          <p:spPr>
            <a:xfrm>
              <a:off x="294332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
            <p:cNvSpPr/>
            <p:nvPr/>
          </p:nvSpPr>
          <p:spPr>
            <a:xfrm>
              <a:off x="309385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
            <p:cNvSpPr/>
            <p:nvPr/>
          </p:nvSpPr>
          <p:spPr>
            <a:xfrm>
              <a:off x="309385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
            <p:cNvSpPr/>
            <p:nvPr/>
          </p:nvSpPr>
          <p:spPr>
            <a:xfrm>
              <a:off x="309385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
            <p:cNvSpPr/>
            <p:nvPr/>
          </p:nvSpPr>
          <p:spPr>
            <a:xfrm>
              <a:off x="309385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
            <p:cNvSpPr/>
            <p:nvPr/>
          </p:nvSpPr>
          <p:spPr>
            <a:xfrm>
              <a:off x="309385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
            <p:cNvSpPr/>
            <p:nvPr/>
          </p:nvSpPr>
          <p:spPr>
            <a:xfrm>
              <a:off x="309385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
            <p:cNvSpPr/>
            <p:nvPr/>
          </p:nvSpPr>
          <p:spPr>
            <a:xfrm>
              <a:off x="309385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
            <p:cNvSpPr/>
            <p:nvPr/>
          </p:nvSpPr>
          <p:spPr>
            <a:xfrm>
              <a:off x="309385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
            <p:cNvSpPr/>
            <p:nvPr/>
          </p:nvSpPr>
          <p:spPr>
            <a:xfrm>
              <a:off x="309385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
            <p:cNvSpPr/>
            <p:nvPr/>
          </p:nvSpPr>
          <p:spPr>
            <a:xfrm>
              <a:off x="32443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
            <p:cNvSpPr/>
            <p:nvPr/>
          </p:nvSpPr>
          <p:spPr>
            <a:xfrm>
              <a:off x="32443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
            <p:cNvSpPr/>
            <p:nvPr/>
          </p:nvSpPr>
          <p:spPr>
            <a:xfrm>
              <a:off x="32443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
            <p:cNvSpPr/>
            <p:nvPr/>
          </p:nvSpPr>
          <p:spPr>
            <a:xfrm>
              <a:off x="32443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
            <p:cNvSpPr/>
            <p:nvPr/>
          </p:nvSpPr>
          <p:spPr>
            <a:xfrm>
              <a:off x="32443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
            <p:cNvSpPr/>
            <p:nvPr/>
          </p:nvSpPr>
          <p:spPr>
            <a:xfrm>
              <a:off x="32443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
            <p:cNvSpPr/>
            <p:nvPr/>
          </p:nvSpPr>
          <p:spPr>
            <a:xfrm>
              <a:off x="32443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
            <p:cNvSpPr/>
            <p:nvPr/>
          </p:nvSpPr>
          <p:spPr>
            <a:xfrm>
              <a:off x="32443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
            <p:cNvSpPr/>
            <p:nvPr/>
          </p:nvSpPr>
          <p:spPr>
            <a:xfrm>
              <a:off x="33948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
            <p:cNvSpPr/>
            <p:nvPr/>
          </p:nvSpPr>
          <p:spPr>
            <a:xfrm>
              <a:off x="33948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
            <p:cNvSpPr/>
            <p:nvPr/>
          </p:nvSpPr>
          <p:spPr>
            <a:xfrm>
              <a:off x="33948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
            <p:cNvSpPr/>
            <p:nvPr/>
          </p:nvSpPr>
          <p:spPr>
            <a:xfrm>
              <a:off x="33948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
            <p:cNvSpPr/>
            <p:nvPr/>
          </p:nvSpPr>
          <p:spPr>
            <a:xfrm>
              <a:off x="33948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
            <p:cNvSpPr/>
            <p:nvPr/>
          </p:nvSpPr>
          <p:spPr>
            <a:xfrm>
              <a:off x="33948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
            <p:cNvSpPr/>
            <p:nvPr/>
          </p:nvSpPr>
          <p:spPr>
            <a:xfrm>
              <a:off x="35453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
            <p:cNvSpPr/>
            <p:nvPr/>
          </p:nvSpPr>
          <p:spPr>
            <a:xfrm>
              <a:off x="35453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
            <p:cNvSpPr/>
            <p:nvPr/>
          </p:nvSpPr>
          <p:spPr>
            <a:xfrm>
              <a:off x="35453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2" name="Google Shape;422;p2"/>
          <p:cNvGrpSpPr/>
          <p:nvPr/>
        </p:nvGrpSpPr>
        <p:grpSpPr>
          <a:xfrm rot="10800000">
            <a:off x="6367294" y="28698"/>
            <a:ext cx="2309820" cy="5086302"/>
            <a:chOff x="1287725" y="238125"/>
            <a:chExt cx="2379050" cy="5238750"/>
          </a:xfrm>
        </p:grpSpPr>
        <p:sp>
          <p:nvSpPr>
            <p:cNvPr id="423" name="Google Shape;423;p2"/>
            <p:cNvSpPr/>
            <p:nvPr/>
          </p:nvSpPr>
          <p:spPr>
            <a:xfrm>
              <a:off x="128772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
            <p:cNvSpPr/>
            <p:nvPr/>
          </p:nvSpPr>
          <p:spPr>
            <a:xfrm>
              <a:off x="12877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
            <p:cNvSpPr/>
            <p:nvPr/>
          </p:nvSpPr>
          <p:spPr>
            <a:xfrm>
              <a:off x="128772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
            <p:cNvSpPr/>
            <p:nvPr/>
          </p:nvSpPr>
          <p:spPr>
            <a:xfrm>
              <a:off x="12877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
            <p:cNvSpPr/>
            <p:nvPr/>
          </p:nvSpPr>
          <p:spPr>
            <a:xfrm>
              <a:off x="128772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
            <p:cNvSpPr/>
            <p:nvPr/>
          </p:nvSpPr>
          <p:spPr>
            <a:xfrm>
              <a:off x="12877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
            <p:cNvSpPr/>
            <p:nvPr/>
          </p:nvSpPr>
          <p:spPr>
            <a:xfrm>
              <a:off x="12877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
            <p:cNvSpPr/>
            <p:nvPr/>
          </p:nvSpPr>
          <p:spPr>
            <a:xfrm>
              <a:off x="12877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
            <p:cNvSpPr/>
            <p:nvPr/>
          </p:nvSpPr>
          <p:spPr>
            <a:xfrm>
              <a:off x="128772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
            <p:cNvSpPr/>
            <p:nvPr/>
          </p:nvSpPr>
          <p:spPr>
            <a:xfrm>
              <a:off x="12877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
            <p:cNvSpPr/>
            <p:nvPr/>
          </p:nvSpPr>
          <p:spPr>
            <a:xfrm>
              <a:off x="128772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
            <p:cNvSpPr/>
            <p:nvPr/>
          </p:nvSpPr>
          <p:spPr>
            <a:xfrm>
              <a:off x="12877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
            <p:cNvSpPr/>
            <p:nvPr/>
          </p:nvSpPr>
          <p:spPr>
            <a:xfrm>
              <a:off x="128772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
            <p:cNvSpPr/>
            <p:nvPr/>
          </p:nvSpPr>
          <p:spPr>
            <a:xfrm>
              <a:off x="12877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
            <p:cNvSpPr/>
            <p:nvPr/>
          </p:nvSpPr>
          <p:spPr>
            <a:xfrm>
              <a:off x="12877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
            <p:cNvSpPr/>
            <p:nvPr/>
          </p:nvSpPr>
          <p:spPr>
            <a:xfrm>
              <a:off x="14382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
            <p:cNvSpPr/>
            <p:nvPr/>
          </p:nvSpPr>
          <p:spPr>
            <a:xfrm>
              <a:off x="14382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
            <p:cNvSpPr/>
            <p:nvPr/>
          </p:nvSpPr>
          <p:spPr>
            <a:xfrm>
              <a:off x="14382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
            <p:cNvSpPr/>
            <p:nvPr/>
          </p:nvSpPr>
          <p:spPr>
            <a:xfrm>
              <a:off x="14382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
            <p:cNvSpPr/>
            <p:nvPr/>
          </p:nvSpPr>
          <p:spPr>
            <a:xfrm>
              <a:off x="15887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
            <p:cNvSpPr/>
            <p:nvPr/>
          </p:nvSpPr>
          <p:spPr>
            <a:xfrm>
              <a:off x="15887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
            <p:cNvSpPr/>
            <p:nvPr/>
          </p:nvSpPr>
          <p:spPr>
            <a:xfrm>
              <a:off x="15887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
            <p:cNvSpPr/>
            <p:nvPr/>
          </p:nvSpPr>
          <p:spPr>
            <a:xfrm>
              <a:off x="15887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
            <p:cNvSpPr/>
            <p:nvPr/>
          </p:nvSpPr>
          <p:spPr>
            <a:xfrm>
              <a:off x="15887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
            <p:cNvSpPr/>
            <p:nvPr/>
          </p:nvSpPr>
          <p:spPr>
            <a:xfrm>
              <a:off x="15887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
            <p:cNvSpPr/>
            <p:nvPr/>
          </p:nvSpPr>
          <p:spPr>
            <a:xfrm>
              <a:off x="15887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
            <p:cNvSpPr/>
            <p:nvPr/>
          </p:nvSpPr>
          <p:spPr>
            <a:xfrm>
              <a:off x="15887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
            <p:cNvSpPr/>
            <p:nvPr/>
          </p:nvSpPr>
          <p:spPr>
            <a:xfrm>
              <a:off x="15887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
            <p:cNvSpPr/>
            <p:nvPr/>
          </p:nvSpPr>
          <p:spPr>
            <a:xfrm>
              <a:off x="15887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
            <p:cNvSpPr/>
            <p:nvPr/>
          </p:nvSpPr>
          <p:spPr>
            <a:xfrm>
              <a:off x="17392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
            <p:cNvSpPr/>
            <p:nvPr/>
          </p:nvSpPr>
          <p:spPr>
            <a:xfrm>
              <a:off x="17392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
            <p:cNvSpPr/>
            <p:nvPr/>
          </p:nvSpPr>
          <p:spPr>
            <a:xfrm>
              <a:off x="17392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
            <p:cNvSpPr/>
            <p:nvPr/>
          </p:nvSpPr>
          <p:spPr>
            <a:xfrm>
              <a:off x="17392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
            <p:cNvSpPr/>
            <p:nvPr/>
          </p:nvSpPr>
          <p:spPr>
            <a:xfrm>
              <a:off x="17392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
            <p:cNvSpPr/>
            <p:nvPr/>
          </p:nvSpPr>
          <p:spPr>
            <a:xfrm>
              <a:off x="17392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
            <p:cNvSpPr/>
            <p:nvPr/>
          </p:nvSpPr>
          <p:spPr>
            <a:xfrm>
              <a:off x="17392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
            <p:cNvSpPr/>
            <p:nvPr/>
          </p:nvSpPr>
          <p:spPr>
            <a:xfrm>
              <a:off x="17392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
            <p:cNvSpPr/>
            <p:nvPr/>
          </p:nvSpPr>
          <p:spPr>
            <a:xfrm>
              <a:off x="17392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
            <p:cNvSpPr/>
            <p:nvPr/>
          </p:nvSpPr>
          <p:spPr>
            <a:xfrm>
              <a:off x="17392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
            <p:cNvSpPr/>
            <p:nvPr/>
          </p:nvSpPr>
          <p:spPr>
            <a:xfrm>
              <a:off x="17392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
            <p:cNvSpPr/>
            <p:nvPr/>
          </p:nvSpPr>
          <p:spPr>
            <a:xfrm>
              <a:off x="17392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
            <p:cNvSpPr/>
            <p:nvPr/>
          </p:nvSpPr>
          <p:spPr>
            <a:xfrm>
              <a:off x="17392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
            <p:cNvSpPr/>
            <p:nvPr/>
          </p:nvSpPr>
          <p:spPr>
            <a:xfrm>
              <a:off x="17392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
            <p:cNvSpPr/>
            <p:nvPr/>
          </p:nvSpPr>
          <p:spPr>
            <a:xfrm>
              <a:off x="17392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
            <p:cNvSpPr/>
            <p:nvPr/>
          </p:nvSpPr>
          <p:spPr>
            <a:xfrm>
              <a:off x="17392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
            <p:cNvSpPr/>
            <p:nvPr/>
          </p:nvSpPr>
          <p:spPr>
            <a:xfrm>
              <a:off x="17392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
            <p:cNvSpPr/>
            <p:nvPr/>
          </p:nvSpPr>
          <p:spPr>
            <a:xfrm>
              <a:off x="188975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
            <p:cNvSpPr/>
            <p:nvPr/>
          </p:nvSpPr>
          <p:spPr>
            <a:xfrm>
              <a:off x="188975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
            <p:cNvSpPr/>
            <p:nvPr/>
          </p:nvSpPr>
          <p:spPr>
            <a:xfrm>
              <a:off x="18897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
            <p:cNvSpPr/>
            <p:nvPr/>
          </p:nvSpPr>
          <p:spPr>
            <a:xfrm>
              <a:off x="188975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
            <p:cNvSpPr/>
            <p:nvPr/>
          </p:nvSpPr>
          <p:spPr>
            <a:xfrm>
              <a:off x="18897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
            <p:cNvSpPr/>
            <p:nvPr/>
          </p:nvSpPr>
          <p:spPr>
            <a:xfrm>
              <a:off x="188975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
            <p:cNvSpPr/>
            <p:nvPr/>
          </p:nvSpPr>
          <p:spPr>
            <a:xfrm>
              <a:off x="188975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
            <p:cNvSpPr/>
            <p:nvPr/>
          </p:nvSpPr>
          <p:spPr>
            <a:xfrm>
              <a:off x="188975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
            <p:cNvSpPr/>
            <p:nvPr/>
          </p:nvSpPr>
          <p:spPr>
            <a:xfrm>
              <a:off x="18897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
            <p:cNvSpPr/>
            <p:nvPr/>
          </p:nvSpPr>
          <p:spPr>
            <a:xfrm>
              <a:off x="188975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
            <p:cNvSpPr/>
            <p:nvPr/>
          </p:nvSpPr>
          <p:spPr>
            <a:xfrm>
              <a:off x="188975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
            <p:cNvSpPr/>
            <p:nvPr/>
          </p:nvSpPr>
          <p:spPr>
            <a:xfrm>
              <a:off x="204027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
            <p:cNvSpPr/>
            <p:nvPr/>
          </p:nvSpPr>
          <p:spPr>
            <a:xfrm>
              <a:off x="204027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
            <p:cNvSpPr/>
            <p:nvPr/>
          </p:nvSpPr>
          <p:spPr>
            <a:xfrm>
              <a:off x="204027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
            <p:cNvSpPr/>
            <p:nvPr/>
          </p:nvSpPr>
          <p:spPr>
            <a:xfrm>
              <a:off x="204027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
            <p:cNvSpPr/>
            <p:nvPr/>
          </p:nvSpPr>
          <p:spPr>
            <a:xfrm>
              <a:off x="204027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
            <p:cNvSpPr/>
            <p:nvPr/>
          </p:nvSpPr>
          <p:spPr>
            <a:xfrm>
              <a:off x="204027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
            <p:cNvSpPr/>
            <p:nvPr/>
          </p:nvSpPr>
          <p:spPr>
            <a:xfrm>
              <a:off x="204027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
            <p:cNvSpPr/>
            <p:nvPr/>
          </p:nvSpPr>
          <p:spPr>
            <a:xfrm>
              <a:off x="204027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
            <p:cNvSpPr/>
            <p:nvPr/>
          </p:nvSpPr>
          <p:spPr>
            <a:xfrm>
              <a:off x="204027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
            <p:cNvSpPr/>
            <p:nvPr/>
          </p:nvSpPr>
          <p:spPr>
            <a:xfrm>
              <a:off x="204027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
            <p:cNvSpPr/>
            <p:nvPr/>
          </p:nvSpPr>
          <p:spPr>
            <a:xfrm>
              <a:off x="204027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
            <p:cNvSpPr/>
            <p:nvPr/>
          </p:nvSpPr>
          <p:spPr>
            <a:xfrm>
              <a:off x="204027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
            <p:cNvSpPr/>
            <p:nvPr/>
          </p:nvSpPr>
          <p:spPr>
            <a:xfrm>
              <a:off x="204027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
            <p:cNvSpPr/>
            <p:nvPr/>
          </p:nvSpPr>
          <p:spPr>
            <a:xfrm>
              <a:off x="21907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
            <p:cNvSpPr/>
            <p:nvPr/>
          </p:nvSpPr>
          <p:spPr>
            <a:xfrm>
              <a:off x="21907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
            <p:cNvSpPr/>
            <p:nvPr/>
          </p:nvSpPr>
          <p:spPr>
            <a:xfrm>
              <a:off x="21907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
            <p:cNvSpPr/>
            <p:nvPr/>
          </p:nvSpPr>
          <p:spPr>
            <a:xfrm>
              <a:off x="21907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
            <p:cNvSpPr/>
            <p:nvPr/>
          </p:nvSpPr>
          <p:spPr>
            <a:xfrm>
              <a:off x="21907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
            <p:cNvSpPr/>
            <p:nvPr/>
          </p:nvSpPr>
          <p:spPr>
            <a:xfrm>
              <a:off x="2190775"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
            <p:cNvSpPr/>
            <p:nvPr/>
          </p:nvSpPr>
          <p:spPr>
            <a:xfrm>
              <a:off x="21907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
            <p:cNvSpPr/>
            <p:nvPr/>
          </p:nvSpPr>
          <p:spPr>
            <a:xfrm>
              <a:off x="21907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
            <p:cNvSpPr/>
            <p:nvPr/>
          </p:nvSpPr>
          <p:spPr>
            <a:xfrm>
              <a:off x="2190775"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
            <p:cNvSpPr/>
            <p:nvPr/>
          </p:nvSpPr>
          <p:spPr>
            <a:xfrm>
              <a:off x="23413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
            <p:cNvSpPr/>
            <p:nvPr/>
          </p:nvSpPr>
          <p:spPr>
            <a:xfrm>
              <a:off x="23413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
            <p:cNvSpPr/>
            <p:nvPr/>
          </p:nvSpPr>
          <p:spPr>
            <a:xfrm>
              <a:off x="23413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
            <p:cNvSpPr/>
            <p:nvPr/>
          </p:nvSpPr>
          <p:spPr>
            <a:xfrm>
              <a:off x="23413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
            <p:cNvSpPr/>
            <p:nvPr/>
          </p:nvSpPr>
          <p:spPr>
            <a:xfrm>
              <a:off x="23413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
            <p:cNvSpPr/>
            <p:nvPr/>
          </p:nvSpPr>
          <p:spPr>
            <a:xfrm>
              <a:off x="23413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
            <p:cNvSpPr/>
            <p:nvPr/>
          </p:nvSpPr>
          <p:spPr>
            <a:xfrm>
              <a:off x="23413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
            <p:cNvSpPr/>
            <p:nvPr/>
          </p:nvSpPr>
          <p:spPr>
            <a:xfrm>
              <a:off x="23413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
            <p:cNvSpPr/>
            <p:nvPr/>
          </p:nvSpPr>
          <p:spPr>
            <a:xfrm>
              <a:off x="249180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
            <p:cNvSpPr/>
            <p:nvPr/>
          </p:nvSpPr>
          <p:spPr>
            <a:xfrm>
              <a:off x="249180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
            <p:cNvSpPr/>
            <p:nvPr/>
          </p:nvSpPr>
          <p:spPr>
            <a:xfrm>
              <a:off x="249180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
            <p:cNvSpPr/>
            <p:nvPr/>
          </p:nvSpPr>
          <p:spPr>
            <a:xfrm>
              <a:off x="249180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
            <p:cNvSpPr/>
            <p:nvPr/>
          </p:nvSpPr>
          <p:spPr>
            <a:xfrm>
              <a:off x="24918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
            <p:cNvSpPr/>
            <p:nvPr/>
          </p:nvSpPr>
          <p:spPr>
            <a:xfrm>
              <a:off x="26423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
            <p:cNvSpPr/>
            <p:nvPr/>
          </p:nvSpPr>
          <p:spPr>
            <a:xfrm>
              <a:off x="26423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
            <p:cNvSpPr/>
            <p:nvPr/>
          </p:nvSpPr>
          <p:spPr>
            <a:xfrm>
              <a:off x="26423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
            <p:cNvSpPr/>
            <p:nvPr/>
          </p:nvSpPr>
          <p:spPr>
            <a:xfrm>
              <a:off x="26423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
            <p:cNvSpPr/>
            <p:nvPr/>
          </p:nvSpPr>
          <p:spPr>
            <a:xfrm>
              <a:off x="26423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
            <p:cNvSpPr/>
            <p:nvPr/>
          </p:nvSpPr>
          <p:spPr>
            <a:xfrm>
              <a:off x="2792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
            <p:cNvSpPr/>
            <p:nvPr/>
          </p:nvSpPr>
          <p:spPr>
            <a:xfrm>
              <a:off x="294332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
            <p:cNvSpPr/>
            <p:nvPr/>
          </p:nvSpPr>
          <p:spPr>
            <a:xfrm>
              <a:off x="294332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
            <p:cNvSpPr/>
            <p:nvPr/>
          </p:nvSpPr>
          <p:spPr>
            <a:xfrm>
              <a:off x="309385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
            <p:cNvSpPr/>
            <p:nvPr/>
          </p:nvSpPr>
          <p:spPr>
            <a:xfrm>
              <a:off x="33948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
            <p:cNvSpPr/>
            <p:nvPr/>
          </p:nvSpPr>
          <p:spPr>
            <a:xfrm>
              <a:off x="35453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526"/>
        <p:cNvGrpSpPr/>
        <p:nvPr/>
      </p:nvGrpSpPr>
      <p:grpSpPr>
        <a:xfrm>
          <a:off x="0" y="0"/>
          <a:ext cx="0" cy="0"/>
          <a:chOff x="0" y="0"/>
          <a:chExt cx="0" cy="0"/>
        </a:xfrm>
      </p:grpSpPr>
      <p:sp>
        <p:nvSpPr>
          <p:cNvPr id="527" name="Google Shape;527;p3"/>
          <p:cNvSpPr txBox="1">
            <a:spLocks noGrp="1"/>
          </p:cNvSpPr>
          <p:nvPr>
            <p:ph type="ctrTitle"/>
          </p:nvPr>
        </p:nvSpPr>
        <p:spPr>
          <a:xfrm>
            <a:off x="685800" y="2878750"/>
            <a:ext cx="5268900" cy="1159800"/>
          </a:xfrm>
          <a:prstGeom prst="rect">
            <a:avLst/>
          </a:prstGeom>
        </p:spPr>
        <p:txBody>
          <a:bodyPr spcFirstLastPara="1" wrap="square" lIns="91425" tIns="91425" rIns="91425" bIns="91425" anchor="b"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528" name="Google Shape;528;p3"/>
          <p:cNvSpPr txBox="1">
            <a:spLocks noGrp="1"/>
          </p:cNvSpPr>
          <p:nvPr>
            <p:ph type="subTitle" idx="1"/>
          </p:nvPr>
        </p:nvSpPr>
        <p:spPr>
          <a:xfrm>
            <a:off x="685800" y="3983055"/>
            <a:ext cx="5268900" cy="784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2400"/>
              <a:buNone/>
              <a:defRPr>
                <a:solidFill>
                  <a:schemeClr val="accent2"/>
                </a:solidFill>
              </a:defRPr>
            </a:lvl1pPr>
            <a:lvl2pPr lvl="1" rtl="0">
              <a:spcBef>
                <a:spcPts val="0"/>
              </a:spcBef>
              <a:spcAft>
                <a:spcPts val="0"/>
              </a:spcAft>
              <a:buClr>
                <a:schemeClr val="accent2"/>
              </a:buClr>
              <a:buSzPts val="3000"/>
              <a:buNone/>
              <a:defRPr sz="3000">
                <a:solidFill>
                  <a:schemeClr val="accent2"/>
                </a:solidFill>
              </a:defRPr>
            </a:lvl2pPr>
            <a:lvl3pPr lvl="2" rtl="0">
              <a:spcBef>
                <a:spcPts val="0"/>
              </a:spcBef>
              <a:spcAft>
                <a:spcPts val="0"/>
              </a:spcAft>
              <a:buClr>
                <a:schemeClr val="accent2"/>
              </a:buClr>
              <a:buSzPts val="3000"/>
              <a:buNone/>
              <a:defRPr sz="3000">
                <a:solidFill>
                  <a:schemeClr val="accent2"/>
                </a:solidFill>
              </a:defRPr>
            </a:lvl3pPr>
            <a:lvl4pPr lvl="3" rtl="0">
              <a:spcBef>
                <a:spcPts val="0"/>
              </a:spcBef>
              <a:spcAft>
                <a:spcPts val="0"/>
              </a:spcAft>
              <a:buClr>
                <a:schemeClr val="accent2"/>
              </a:buClr>
              <a:buSzPts val="3000"/>
              <a:buNone/>
              <a:defRPr sz="3000">
                <a:solidFill>
                  <a:schemeClr val="accent2"/>
                </a:solidFill>
              </a:defRPr>
            </a:lvl4pPr>
            <a:lvl5pPr lvl="4" rtl="0">
              <a:spcBef>
                <a:spcPts val="0"/>
              </a:spcBef>
              <a:spcAft>
                <a:spcPts val="0"/>
              </a:spcAft>
              <a:buClr>
                <a:schemeClr val="accent2"/>
              </a:buClr>
              <a:buSzPts val="3000"/>
              <a:buNone/>
              <a:defRPr sz="3000">
                <a:solidFill>
                  <a:schemeClr val="accent2"/>
                </a:solidFill>
              </a:defRPr>
            </a:lvl5pPr>
            <a:lvl6pPr lvl="5" rtl="0">
              <a:spcBef>
                <a:spcPts val="0"/>
              </a:spcBef>
              <a:spcAft>
                <a:spcPts val="0"/>
              </a:spcAft>
              <a:buClr>
                <a:schemeClr val="accent2"/>
              </a:buClr>
              <a:buSzPts val="3000"/>
              <a:buNone/>
              <a:defRPr sz="3000">
                <a:solidFill>
                  <a:schemeClr val="accent2"/>
                </a:solidFill>
              </a:defRPr>
            </a:lvl6pPr>
            <a:lvl7pPr lvl="6" rtl="0">
              <a:spcBef>
                <a:spcPts val="0"/>
              </a:spcBef>
              <a:spcAft>
                <a:spcPts val="0"/>
              </a:spcAft>
              <a:buClr>
                <a:schemeClr val="accent2"/>
              </a:buClr>
              <a:buSzPts val="3000"/>
              <a:buNone/>
              <a:defRPr sz="3000">
                <a:solidFill>
                  <a:schemeClr val="accent2"/>
                </a:solidFill>
              </a:defRPr>
            </a:lvl7pPr>
            <a:lvl8pPr lvl="7" rtl="0">
              <a:spcBef>
                <a:spcPts val="0"/>
              </a:spcBef>
              <a:spcAft>
                <a:spcPts val="0"/>
              </a:spcAft>
              <a:buClr>
                <a:schemeClr val="accent2"/>
              </a:buClr>
              <a:buSzPts val="3000"/>
              <a:buNone/>
              <a:defRPr sz="3000">
                <a:solidFill>
                  <a:schemeClr val="accent2"/>
                </a:solidFill>
              </a:defRPr>
            </a:lvl8pPr>
            <a:lvl9pPr lvl="8" rtl="0">
              <a:spcBef>
                <a:spcPts val="0"/>
              </a:spcBef>
              <a:spcAft>
                <a:spcPts val="0"/>
              </a:spcAft>
              <a:buClr>
                <a:schemeClr val="accent2"/>
              </a:buClr>
              <a:buSzPts val="3000"/>
              <a:buNone/>
              <a:defRPr sz="3000">
                <a:solidFill>
                  <a:schemeClr val="accent2"/>
                </a:solidFill>
              </a:defRPr>
            </a:lvl9pPr>
          </a:lstStyle>
          <a:p>
            <a:endParaRPr/>
          </a:p>
        </p:txBody>
      </p:sp>
      <p:grpSp>
        <p:nvGrpSpPr>
          <p:cNvPr id="529" name="Google Shape;529;p3"/>
          <p:cNvGrpSpPr/>
          <p:nvPr/>
        </p:nvGrpSpPr>
        <p:grpSpPr>
          <a:xfrm rot="10800000">
            <a:off x="8705367" y="28698"/>
            <a:ext cx="410132" cy="5086302"/>
            <a:chOff x="836200" y="238125"/>
            <a:chExt cx="422425" cy="5238750"/>
          </a:xfrm>
        </p:grpSpPr>
        <p:sp>
          <p:nvSpPr>
            <p:cNvPr id="530" name="Google Shape;530;p3"/>
            <p:cNvSpPr/>
            <p:nvPr/>
          </p:nvSpPr>
          <p:spPr>
            <a:xfrm>
              <a:off x="8362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
            <p:cNvSpPr/>
            <p:nvPr/>
          </p:nvSpPr>
          <p:spPr>
            <a:xfrm>
              <a:off x="8362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
            <p:cNvSpPr/>
            <p:nvPr/>
          </p:nvSpPr>
          <p:spPr>
            <a:xfrm>
              <a:off x="8362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
            <p:cNvSpPr/>
            <p:nvPr/>
          </p:nvSpPr>
          <p:spPr>
            <a:xfrm>
              <a:off x="8362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
            <p:cNvSpPr/>
            <p:nvPr/>
          </p:nvSpPr>
          <p:spPr>
            <a:xfrm>
              <a:off x="8362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
            <p:cNvSpPr/>
            <p:nvPr/>
          </p:nvSpPr>
          <p:spPr>
            <a:xfrm>
              <a:off x="8362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
            <p:cNvSpPr/>
            <p:nvPr/>
          </p:nvSpPr>
          <p:spPr>
            <a:xfrm>
              <a:off x="8362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
            <p:cNvSpPr/>
            <p:nvPr/>
          </p:nvSpPr>
          <p:spPr>
            <a:xfrm>
              <a:off x="8362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
            <p:cNvSpPr/>
            <p:nvPr/>
          </p:nvSpPr>
          <p:spPr>
            <a:xfrm>
              <a:off x="8362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
            <p:cNvSpPr/>
            <p:nvPr/>
          </p:nvSpPr>
          <p:spPr>
            <a:xfrm>
              <a:off x="8362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
            <p:cNvSpPr/>
            <p:nvPr/>
          </p:nvSpPr>
          <p:spPr>
            <a:xfrm>
              <a:off x="8362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
            <p:cNvSpPr/>
            <p:nvPr/>
          </p:nvSpPr>
          <p:spPr>
            <a:xfrm>
              <a:off x="8362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
            <p:cNvSpPr/>
            <p:nvPr/>
          </p:nvSpPr>
          <p:spPr>
            <a:xfrm>
              <a:off x="8362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
            <p:cNvSpPr/>
            <p:nvPr/>
          </p:nvSpPr>
          <p:spPr>
            <a:xfrm>
              <a:off x="8362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
            <p:cNvSpPr/>
            <p:nvPr/>
          </p:nvSpPr>
          <p:spPr>
            <a:xfrm>
              <a:off x="8362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
            <p:cNvSpPr/>
            <p:nvPr/>
          </p:nvSpPr>
          <p:spPr>
            <a:xfrm>
              <a:off x="8362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
            <p:cNvSpPr/>
            <p:nvPr/>
          </p:nvSpPr>
          <p:spPr>
            <a:xfrm>
              <a:off x="8362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
            <p:cNvSpPr/>
            <p:nvPr/>
          </p:nvSpPr>
          <p:spPr>
            <a:xfrm>
              <a:off x="8362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
            <p:cNvSpPr/>
            <p:nvPr/>
          </p:nvSpPr>
          <p:spPr>
            <a:xfrm>
              <a:off x="8362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
            <p:cNvSpPr/>
            <p:nvPr/>
          </p:nvSpPr>
          <p:spPr>
            <a:xfrm>
              <a:off x="8362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
            <p:cNvSpPr/>
            <p:nvPr/>
          </p:nvSpPr>
          <p:spPr>
            <a:xfrm>
              <a:off x="8362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
            <p:cNvSpPr/>
            <p:nvPr/>
          </p:nvSpPr>
          <p:spPr>
            <a:xfrm>
              <a:off x="8362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
            <p:cNvSpPr/>
            <p:nvPr/>
          </p:nvSpPr>
          <p:spPr>
            <a:xfrm>
              <a:off x="8362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
            <p:cNvSpPr/>
            <p:nvPr/>
          </p:nvSpPr>
          <p:spPr>
            <a:xfrm>
              <a:off x="8362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
            <p:cNvSpPr/>
            <p:nvPr/>
          </p:nvSpPr>
          <p:spPr>
            <a:xfrm>
              <a:off x="8362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
            <p:cNvSpPr/>
            <p:nvPr/>
          </p:nvSpPr>
          <p:spPr>
            <a:xfrm>
              <a:off x="8362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
            <p:cNvSpPr/>
            <p:nvPr/>
          </p:nvSpPr>
          <p:spPr>
            <a:xfrm>
              <a:off x="8362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
            <p:cNvSpPr/>
            <p:nvPr/>
          </p:nvSpPr>
          <p:spPr>
            <a:xfrm>
              <a:off x="8362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
            <p:cNvSpPr/>
            <p:nvPr/>
          </p:nvSpPr>
          <p:spPr>
            <a:xfrm>
              <a:off x="8362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
            <p:cNvSpPr/>
            <p:nvPr/>
          </p:nvSpPr>
          <p:spPr>
            <a:xfrm>
              <a:off x="8362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
            <p:cNvSpPr/>
            <p:nvPr/>
          </p:nvSpPr>
          <p:spPr>
            <a:xfrm>
              <a:off x="8362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
            <p:cNvSpPr/>
            <p:nvPr/>
          </p:nvSpPr>
          <p:spPr>
            <a:xfrm>
              <a:off x="8362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
            <p:cNvSpPr/>
            <p:nvPr/>
          </p:nvSpPr>
          <p:spPr>
            <a:xfrm>
              <a:off x="8362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
            <p:cNvSpPr/>
            <p:nvPr/>
          </p:nvSpPr>
          <p:spPr>
            <a:xfrm>
              <a:off x="8362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
            <p:cNvSpPr/>
            <p:nvPr/>
          </p:nvSpPr>
          <p:spPr>
            <a:xfrm>
              <a:off x="8362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
            <p:cNvSpPr/>
            <p:nvPr/>
          </p:nvSpPr>
          <p:spPr>
            <a:xfrm>
              <a:off x="9867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
            <p:cNvSpPr/>
            <p:nvPr/>
          </p:nvSpPr>
          <p:spPr>
            <a:xfrm>
              <a:off x="986700"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
            <p:cNvSpPr/>
            <p:nvPr/>
          </p:nvSpPr>
          <p:spPr>
            <a:xfrm>
              <a:off x="986700"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
            <p:cNvSpPr/>
            <p:nvPr/>
          </p:nvSpPr>
          <p:spPr>
            <a:xfrm>
              <a:off x="98670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
            <p:cNvSpPr/>
            <p:nvPr/>
          </p:nvSpPr>
          <p:spPr>
            <a:xfrm>
              <a:off x="9867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
            <p:cNvSpPr/>
            <p:nvPr/>
          </p:nvSpPr>
          <p:spPr>
            <a:xfrm>
              <a:off x="98670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
            <p:cNvSpPr/>
            <p:nvPr/>
          </p:nvSpPr>
          <p:spPr>
            <a:xfrm>
              <a:off x="986700"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
            <p:cNvSpPr/>
            <p:nvPr/>
          </p:nvSpPr>
          <p:spPr>
            <a:xfrm>
              <a:off x="986700"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
            <p:cNvSpPr/>
            <p:nvPr/>
          </p:nvSpPr>
          <p:spPr>
            <a:xfrm>
              <a:off x="98670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
            <p:cNvSpPr/>
            <p:nvPr/>
          </p:nvSpPr>
          <p:spPr>
            <a:xfrm>
              <a:off x="986700"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
            <p:cNvSpPr/>
            <p:nvPr/>
          </p:nvSpPr>
          <p:spPr>
            <a:xfrm>
              <a:off x="9867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
            <p:cNvSpPr/>
            <p:nvPr/>
          </p:nvSpPr>
          <p:spPr>
            <a:xfrm>
              <a:off x="986700"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
            <p:cNvSpPr/>
            <p:nvPr/>
          </p:nvSpPr>
          <p:spPr>
            <a:xfrm>
              <a:off x="98670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
            <p:cNvSpPr/>
            <p:nvPr/>
          </p:nvSpPr>
          <p:spPr>
            <a:xfrm>
              <a:off x="986700"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
            <p:cNvSpPr/>
            <p:nvPr/>
          </p:nvSpPr>
          <p:spPr>
            <a:xfrm>
              <a:off x="9867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
            <p:cNvSpPr/>
            <p:nvPr/>
          </p:nvSpPr>
          <p:spPr>
            <a:xfrm>
              <a:off x="986700"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
            <p:cNvSpPr/>
            <p:nvPr/>
          </p:nvSpPr>
          <p:spPr>
            <a:xfrm>
              <a:off x="986700"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
            <p:cNvSpPr/>
            <p:nvPr/>
          </p:nvSpPr>
          <p:spPr>
            <a:xfrm>
              <a:off x="98670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
            <p:cNvSpPr/>
            <p:nvPr/>
          </p:nvSpPr>
          <p:spPr>
            <a:xfrm>
              <a:off x="9867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
            <p:cNvSpPr/>
            <p:nvPr/>
          </p:nvSpPr>
          <p:spPr>
            <a:xfrm>
              <a:off x="9867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
            <p:cNvSpPr/>
            <p:nvPr/>
          </p:nvSpPr>
          <p:spPr>
            <a:xfrm>
              <a:off x="986700"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
            <p:cNvSpPr/>
            <p:nvPr/>
          </p:nvSpPr>
          <p:spPr>
            <a:xfrm>
              <a:off x="98670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
            <p:cNvSpPr/>
            <p:nvPr/>
          </p:nvSpPr>
          <p:spPr>
            <a:xfrm>
              <a:off x="98670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
            <p:cNvSpPr/>
            <p:nvPr/>
          </p:nvSpPr>
          <p:spPr>
            <a:xfrm>
              <a:off x="11372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
            <p:cNvSpPr/>
            <p:nvPr/>
          </p:nvSpPr>
          <p:spPr>
            <a:xfrm>
              <a:off x="11372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
            <p:cNvSpPr/>
            <p:nvPr/>
          </p:nvSpPr>
          <p:spPr>
            <a:xfrm>
              <a:off x="11372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
            <p:cNvSpPr/>
            <p:nvPr/>
          </p:nvSpPr>
          <p:spPr>
            <a:xfrm>
              <a:off x="11372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
            <p:cNvSpPr/>
            <p:nvPr/>
          </p:nvSpPr>
          <p:spPr>
            <a:xfrm>
              <a:off x="11372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
            <p:cNvSpPr/>
            <p:nvPr/>
          </p:nvSpPr>
          <p:spPr>
            <a:xfrm>
              <a:off x="11372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
            <p:cNvSpPr/>
            <p:nvPr/>
          </p:nvSpPr>
          <p:spPr>
            <a:xfrm>
              <a:off x="11372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
            <p:cNvSpPr/>
            <p:nvPr/>
          </p:nvSpPr>
          <p:spPr>
            <a:xfrm>
              <a:off x="11372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
            <p:cNvSpPr/>
            <p:nvPr/>
          </p:nvSpPr>
          <p:spPr>
            <a:xfrm>
              <a:off x="11372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
            <p:cNvSpPr/>
            <p:nvPr/>
          </p:nvSpPr>
          <p:spPr>
            <a:xfrm>
              <a:off x="11372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
            <p:cNvSpPr/>
            <p:nvPr/>
          </p:nvSpPr>
          <p:spPr>
            <a:xfrm>
              <a:off x="11372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
            <p:cNvSpPr/>
            <p:nvPr/>
          </p:nvSpPr>
          <p:spPr>
            <a:xfrm>
              <a:off x="11372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
            <p:cNvSpPr/>
            <p:nvPr/>
          </p:nvSpPr>
          <p:spPr>
            <a:xfrm>
              <a:off x="11372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
            <p:cNvSpPr/>
            <p:nvPr/>
          </p:nvSpPr>
          <p:spPr>
            <a:xfrm>
              <a:off x="11372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
            <p:cNvSpPr/>
            <p:nvPr/>
          </p:nvSpPr>
          <p:spPr>
            <a:xfrm>
              <a:off x="11372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
            <p:cNvSpPr/>
            <p:nvPr/>
          </p:nvSpPr>
          <p:spPr>
            <a:xfrm>
              <a:off x="11372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
            <p:cNvSpPr/>
            <p:nvPr/>
          </p:nvSpPr>
          <p:spPr>
            <a:xfrm>
              <a:off x="11372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
            <p:cNvSpPr/>
            <p:nvPr/>
          </p:nvSpPr>
          <p:spPr>
            <a:xfrm>
              <a:off x="11372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
            <p:cNvSpPr/>
            <p:nvPr/>
          </p:nvSpPr>
          <p:spPr>
            <a:xfrm>
              <a:off x="11372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
            <p:cNvSpPr/>
            <p:nvPr/>
          </p:nvSpPr>
          <p:spPr>
            <a:xfrm>
              <a:off x="11372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
            <p:cNvSpPr/>
            <p:nvPr/>
          </p:nvSpPr>
          <p:spPr>
            <a:xfrm>
              <a:off x="11372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
            <p:cNvSpPr/>
            <p:nvPr/>
          </p:nvSpPr>
          <p:spPr>
            <a:xfrm>
              <a:off x="11372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0" name="Google Shape;610;p3"/>
          <p:cNvGrpSpPr/>
          <p:nvPr/>
        </p:nvGrpSpPr>
        <p:grpSpPr>
          <a:xfrm rot="10800000">
            <a:off x="6659535" y="28698"/>
            <a:ext cx="2309844" cy="5086302"/>
            <a:chOff x="986700" y="238125"/>
            <a:chExt cx="2379075" cy="5238750"/>
          </a:xfrm>
        </p:grpSpPr>
        <p:sp>
          <p:nvSpPr>
            <p:cNvPr id="611" name="Google Shape;611;p3"/>
            <p:cNvSpPr/>
            <p:nvPr/>
          </p:nvSpPr>
          <p:spPr>
            <a:xfrm>
              <a:off x="98670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
            <p:cNvSpPr/>
            <p:nvPr/>
          </p:nvSpPr>
          <p:spPr>
            <a:xfrm>
              <a:off x="98670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
            <p:cNvSpPr/>
            <p:nvPr/>
          </p:nvSpPr>
          <p:spPr>
            <a:xfrm>
              <a:off x="9867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
            <p:cNvSpPr/>
            <p:nvPr/>
          </p:nvSpPr>
          <p:spPr>
            <a:xfrm>
              <a:off x="986700"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
            <p:cNvSpPr/>
            <p:nvPr/>
          </p:nvSpPr>
          <p:spPr>
            <a:xfrm>
              <a:off x="986700"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
            <p:cNvSpPr/>
            <p:nvPr/>
          </p:nvSpPr>
          <p:spPr>
            <a:xfrm>
              <a:off x="9867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
            <p:cNvSpPr/>
            <p:nvPr/>
          </p:nvSpPr>
          <p:spPr>
            <a:xfrm>
              <a:off x="986700"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
            <p:cNvSpPr/>
            <p:nvPr/>
          </p:nvSpPr>
          <p:spPr>
            <a:xfrm>
              <a:off x="986700"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
            <p:cNvSpPr/>
            <p:nvPr/>
          </p:nvSpPr>
          <p:spPr>
            <a:xfrm>
              <a:off x="986700"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
            <p:cNvSpPr/>
            <p:nvPr/>
          </p:nvSpPr>
          <p:spPr>
            <a:xfrm>
              <a:off x="986700"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
            <p:cNvSpPr/>
            <p:nvPr/>
          </p:nvSpPr>
          <p:spPr>
            <a:xfrm>
              <a:off x="986700"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
            <p:cNvSpPr/>
            <p:nvPr/>
          </p:nvSpPr>
          <p:spPr>
            <a:xfrm>
              <a:off x="9867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
            <p:cNvSpPr/>
            <p:nvPr/>
          </p:nvSpPr>
          <p:spPr>
            <a:xfrm>
              <a:off x="11372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
            <p:cNvSpPr/>
            <p:nvPr/>
          </p:nvSpPr>
          <p:spPr>
            <a:xfrm>
              <a:off x="11372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
            <p:cNvSpPr/>
            <p:nvPr/>
          </p:nvSpPr>
          <p:spPr>
            <a:xfrm>
              <a:off x="11372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
            <p:cNvSpPr/>
            <p:nvPr/>
          </p:nvSpPr>
          <p:spPr>
            <a:xfrm>
              <a:off x="11372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
            <p:cNvSpPr/>
            <p:nvPr/>
          </p:nvSpPr>
          <p:spPr>
            <a:xfrm>
              <a:off x="11372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
            <p:cNvSpPr/>
            <p:nvPr/>
          </p:nvSpPr>
          <p:spPr>
            <a:xfrm>
              <a:off x="11372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
            <p:cNvSpPr/>
            <p:nvPr/>
          </p:nvSpPr>
          <p:spPr>
            <a:xfrm>
              <a:off x="11372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
            <p:cNvSpPr/>
            <p:nvPr/>
          </p:nvSpPr>
          <p:spPr>
            <a:xfrm>
              <a:off x="11372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
            <p:cNvSpPr/>
            <p:nvPr/>
          </p:nvSpPr>
          <p:spPr>
            <a:xfrm>
              <a:off x="11372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
            <p:cNvSpPr/>
            <p:nvPr/>
          </p:nvSpPr>
          <p:spPr>
            <a:xfrm>
              <a:off x="11372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
            <p:cNvSpPr/>
            <p:nvPr/>
          </p:nvSpPr>
          <p:spPr>
            <a:xfrm>
              <a:off x="11372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
            <p:cNvSpPr/>
            <p:nvPr/>
          </p:nvSpPr>
          <p:spPr>
            <a:xfrm>
              <a:off x="11372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
            <p:cNvSpPr/>
            <p:nvPr/>
          </p:nvSpPr>
          <p:spPr>
            <a:xfrm>
              <a:off x="11372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
            <p:cNvSpPr/>
            <p:nvPr/>
          </p:nvSpPr>
          <p:spPr>
            <a:xfrm>
              <a:off x="12877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
            <p:cNvSpPr/>
            <p:nvPr/>
          </p:nvSpPr>
          <p:spPr>
            <a:xfrm>
              <a:off x="12877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
            <p:cNvSpPr/>
            <p:nvPr/>
          </p:nvSpPr>
          <p:spPr>
            <a:xfrm>
              <a:off x="12877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
            <p:cNvSpPr/>
            <p:nvPr/>
          </p:nvSpPr>
          <p:spPr>
            <a:xfrm>
              <a:off x="12877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
            <p:cNvSpPr/>
            <p:nvPr/>
          </p:nvSpPr>
          <p:spPr>
            <a:xfrm>
              <a:off x="128772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
            <p:cNvSpPr/>
            <p:nvPr/>
          </p:nvSpPr>
          <p:spPr>
            <a:xfrm>
              <a:off x="12877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
            <p:cNvSpPr/>
            <p:nvPr/>
          </p:nvSpPr>
          <p:spPr>
            <a:xfrm>
              <a:off x="12877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
            <p:cNvSpPr/>
            <p:nvPr/>
          </p:nvSpPr>
          <p:spPr>
            <a:xfrm>
              <a:off x="12877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
            <p:cNvSpPr/>
            <p:nvPr/>
          </p:nvSpPr>
          <p:spPr>
            <a:xfrm>
              <a:off x="12877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
            <p:cNvSpPr/>
            <p:nvPr/>
          </p:nvSpPr>
          <p:spPr>
            <a:xfrm>
              <a:off x="12877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
            <p:cNvSpPr/>
            <p:nvPr/>
          </p:nvSpPr>
          <p:spPr>
            <a:xfrm>
              <a:off x="12877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
            <p:cNvSpPr/>
            <p:nvPr/>
          </p:nvSpPr>
          <p:spPr>
            <a:xfrm>
              <a:off x="12877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
            <p:cNvSpPr/>
            <p:nvPr/>
          </p:nvSpPr>
          <p:spPr>
            <a:xfrm>
              <a:off x="12877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
            <p:cNvSpPr/>
            <p:nvPr/>
          </p:nvSpPr>
          <p:spPr>
            <a:xfrm>
              <a:off x="12877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
            <p:cNvSpPr/>
            <p:nvPr/>
          </p:nvSpPr>
          <p:spPr>
            <a:xfrm>
              <a:off x="12877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
            <p:cNvSpPr/>
            <p:nvPr/>
          </p:nvSpPr>
          <p:spPr>
            <a:xfrm>
              <a:off x="12877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
            <p:cNvSpPr/>
            <p:nvPr/>
          </p:nvSpPr>
          <p:spPr>
            <a:xfrm>
              <a:off x="12877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
            <p:cNvSpPr/>
            <p:nvPr/>
          </p:nvSpPr>
          <p:spPr>
            <a:xfrm>
              <a:off x="12877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
            <p:cNvSpPr/>
            <p:nvPr/>
          </p:nvSpPr>
          <p:spPr>
            <a:xfrm>
              <a:off x="12877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
            <p:cNvSpPr/>
            <p:nvPr/>
          </p:nvSpPr>
          <p:spPr>
            <a:xfrm>
              <a:off x="128772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
            <p:cNvSpPr/>
            <p:nvPr/>
          </p:nvSpPr>
          <p:spPr>
            <a:xfrm>
              <a:off x="14382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
            <p:cNvSpPr/>
            <p:nvPr/>
          </p:nvSpPr>
          <p:spPr>
            <a:xfrm>
              <a:off x="14382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
            <p:cNvSpPr/>
            <p:nvPr/>
          </p:nvSpPr>
          <p:spPr>
            <a:xfrm>
              <a:off x="14382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
            <p:cNvSpPr/>
            <p:nvPr/>
          </p:nvSpPr>
          <p:spPr>
            <a:xfrm>
              <a:off x="14382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
            <p:cNvSpPr/>
            <p:nvPr/>
          </p:nvSpPr>
          <p:spPr>
            <a:xfrm>
              <a:off x="14382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
            <p:cNvSpPr/>
            <p:nvPr/>
          </p:nvSpPr>
          <p:spPr>
            <a:xfrm>
              <a:off x="14382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
            <p:cNvSpPr/>
            <p:nvPr/>
          </p:nvSpPr>
          <p:spPr>
            <a:xfrm>
              <a:off x="14382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
            <p:cNvSpPr/>
            <p:nvPr/>
          </p:nvSpPr>
          <p:spPr>
            <a:xfrm>
              <a:off x="14382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
            <p:cNvSpPr/>
            <p:nvPr/>
          </p:nvSpPr>
          <p:spPr>
            <a:xfrm>
              <a:off x="14382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
            <p:cNvSpPr/>
            <p:nvPr/>
          </p:nvSpPr>
          <p:spPr>
            <a:xfrm>
              <a:off x="14382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
            <p:cNvSpPr/>
            <p:nvPr/>
          </p:nvSpPr>
          <p:spPr>
            <a:xfrm>
              <a:off x="14382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
            <p:cNvSpPr/>
            <p:nvPr/>
          </p:nvSpPr>
          <p:spPr>
            <a:xfrm>
              <a:off x="14382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
            <p:cNvSpPr/>
            <p:nvPr/>
          </p:nvSpPr>
          <p:spPr>
            <a:xfrm>
              <a:off x="14382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
            <p:cNvSpPr/>
            <p:nvPr/>
          </p:nvSpPr>
          <p:spPr>
            <a:xfrm>
              <a:off x="14382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
            <p:cNvSpPr/>
            <p:nvPr/>
          </p:nvSpPr>
          <p:spPr>
            <a:xfrm>
              <a:off x="14382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
            <p:cNvSpPr/>
            <p:nvPr/>
          </p:nvSpPr>
          <p:spPr>
            <a:xfrm>
              <a:off x="14382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
            <p:cNvSpPr/>
            <p:nvPr/>
          </p:nvSpPr>
          <p:spPr>
            <a:xfrm>
              <a:off x="14382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
            <p:cNvSpPr/>
            <p:nvPr/>
          </p:nvSpPr>
          <p:spPr>
            <a:xfrm>
              <a:off x="14382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
            <p:cNvSpPr/>
            <p:nvPr/>
          </p:nvSpPr>
          <p:spPr>
            <a:xfrm>
              <a:off x="14382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
            <p:cNvSpPr/>
            <p:nvPr/>
          </p:nvSpPr>
          <p:spPr>
            <a:xfrm>
              <a:off x="14382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
            <p:cNvSpPr/>
            <p:nvPr/>
          </p:nvSpPr>
          <p:spPr>
            <a:xfrm>
              <a:off x="14382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
            <p:cNvSpPr/>
            <p:nvPr/>
          </p:nvSpPr>
          <p:spPr>
            <a:xfrm>
              <a:off x="14382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
            <p:cNvSpPr/>
            <p:nvPr/>
          </p:nvSpPr>
          <p:spPr>
            <a:xfrm>
              <a:off x="14382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
            <p:cNvSpPr/>
            <p:nvPr/>
          </p:nvSpPr>
          <p:spPr>
            <a:xfrm>
              <a:off x="14382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
            <p:cNvSpPr/>
            <p:nvPr/>
          </p:nvSpPr>
          <p:spPr>
            <a:xfrm>
              <a:off x="14382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
            <p:cNvSpPr/>
            <p:nvPr/>
          </p:nvSpPr>
          <p:spPr>
            <a:xfrm>
              <a:off x="14382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
            <p:cNvSpPr/>
            <p:nvPr/>
          </p:nvSpPr>
          <p:spPr>
            <a:xfrm>
              <a:off x="14382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
            <p:cNvSpPr/>
            <p:nvPr/>
          </p:nvSpPr>
          <p:spPr>
            <a:xfrm>
              <a:off x="14382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
            <p:cNvSpPr/>
            <p:nvPr/>
          </p:nvSpPr>
          <p:spPr>
            <a:xfrm>
              <a:off x="14382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
            <p:cNvSpPr/>
            <p:nvPr/>
          </p:nvSpPr>
          <p:spPr>
            <a:xfrm>
              <a:off x="14382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
            <p:cNvSpPr/>
            <p:nvPr/>
          </p:nvSpPr>
          <p:spPr>
            <a:xfrm>
              <a:off x="14382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
            <p:cNvSpPr/>
            <p:nvPr/>
          </p:nvSpPr>
          <p:spPr>
            <a:xfrm>
              <a:off x="15887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
            <p:cNvSpPr/>
            <p:nvPr/>
          </p:nvSpPr>
          <p:spPr>
            <a:xfrm>
              <a:off x="15887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
            <p:cNvSpPr/>
            <p:nvPr/>
          </p:nvSpPr>
          <p:spPr>
            <a:xfrm>
              <a:off x="15887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
            <p:cNvSpPr/>
            <p:nvPr/>
          </p:nvSpPr>
          <p:spPr>
            <a:xfrm>
              <a:off x="15887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
            <p:cNvSpPr/>
            <p:nvPr/>
          </p:nvSpPr>
          <p:spPr>
            <a:xfrm>
              <a:off x="15887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
            <p:cNvSpPr/>
            <p:nvPr/>
          </p:nvSpPr>
          <p:spPr>
            <a:xfrm>
              <a:off x="15887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
            <p:cNvSpPr/>
            <p:nvPr/>
          </p:nvSpPr>
          <p:spPr>
            <a:xfrm>
              <a:off x="15887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
            <p:cNvSpPr/>
            <p:nvPr/>
          </p:nvSpPr>
          <p:spPr>
            <a:xfrm>
              <a:off x="15887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
            <p:cNvSpPr/>
            <p:nvPr/>
          </p:nvSpPr>
          <p:spPr>
            <a:xfrm>
              <a:off x="15887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
            <p:cNvSpPr/>
            <p:nvPr/>
          </p:nvSpPr>
          <p:spPr>
            <a:xfrm>
              <a:off x="15887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
            <p:cNvSpPr/>
            <p:nvPr/>
          </p:nvSpPr>
          <p:spPr>
            <a:xfrm>
              <a:off x="15887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
            <p:cNvSpPr/>
            <p:nvPr/>
          </p:nvSpPr>
          <p:spPr>
            <a:xfrm>
              <a:off x="15887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
            <p:cNvSpPr/>
            <p:nvPr/>
          </p:nvSpPr>
          <p:spPr>
            <a:xfrm>
              <a:off x="15887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
            <p:cNvSpPr/>
            <p:nvPr/>
          </p:nvSpPr>
          <p:spPr>
            <a:xfrm>
              <a:off x="15887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
            <p:cNvSpPr/>
            <p:nvPr/>
          </p:nvSpPr>
          <p:spPr>
            <a:xfrm>
              <a:off x="15887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
            <p:cNvSpPr/>
            <p:nvPr/>
          </p:nvSpPr>
          <p:spPr>
            <a:xfrm>
              <a:off x="15887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
            <p:cNvSpPr/>
            <p:nvPr/>
          </p:nvSpPr>
          <p:spPr>
            <a:xfrm>
              <a:off x="15887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
            <p:cNvSpPr/>
            <p:nvPr/>
          </p:nvSpPr>
          <p:spPr>
            <a:xfrm>
              <a:off x="15887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
            <p:cNvSpPr/>
            <p:nvPr/>
          </p:nvSpPr>
          <p:spPr>
            <a:xfrm>
              <a:off x="15887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
            <p:cNvSpPr/>
            <p:nvPr/>
          </p:nvSpPr>
          <p:spPr>
            <a:xfrm>
              <a:off x="17392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
            <p:cNvSpPr/>
            <p:nvPr/>
          </p:nvSpPr>
          <p:spPr>
            <a:xfrm>
              <a:off x="17392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
            <p:cNvSpPr/>
            <p:nvPr/>
          </p:nvSpPr>
          <p:spPr>
            <a:xfrm>
              <a:off x="17392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
            <p:cNvSpPr/>
            <p:nvPr/>
          </p:nvSpPr>
          <p:spPr>
            <a:xfrm>
              <a:off x="17392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
            <p:cNvSpPr/>
            <p:nvPr/>
          </p:nvSpPr>
          <p:spPr>
            <a:xfrm>
              <a:off x="17392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
            <p:cNvSpPr/>
            <p:nvPr/>
          </p:nvSpPr>
          <p:spPr>
            <a:xfrm>
              <a:off x="17392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
            <p:cNvSpPr/>
            <p:nvPr/>
          </p:nvSpPr>
          <p:spPr>
            <a:xfrm>
              <a:off x="17392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
            <p:cNvSpPr/>
            <p:nvPr/>
          </p:nvSpPr>
          <p:spPr>
            <a:xfrm>
              <a:off x="17392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
            <p:cNvSpPr/>
            <p:nvPr/>
          </p:nvSpPr>
          <p:spPr>
            <a:xfrm>
              <a:off x="17392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
            <p:cNvSpPr/>
            <p:nvPr/>
          </p:nvSpPr>
          <p:spPr>
            <a:xfrm>
              <a:off x="17392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
            <p:cNvSpPr/>
            <p:nvPr/>
          </p:nvSpPr>
          <p:spPr>
            <a:xfrm>
              <a:off x="17392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
            <p:cNvSpPr/>
            <p:nvPr/>
          </p:nvSpPr>
          <p:spPr>
            <a:xfrm>
              <a:off x="18897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
            <p:cNvSpPr/>
            <p:nvPr/>
          </p:nvSpPr>
          <p:spPr>
            <a:xfrm>
              <a:off x="188975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
            <p:cNvSpPr/>
            <p:nvPr/>
          </p:nvSpPr>
          <p:spPr>
            <a:xfrm>
              <a:off x="188975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
            <p:cNvSpPr/>
            <p:nvPr/>
          </p:nvSpPr>
          <p:spPr>
            <a:xfrm>
              <a:off x="18897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
            <p:cNvSpPr/>
            <p:nvPr/>
          </p:nvSpPr>
          <p:spPr>
            <a:xfrm>
              <a:off x="18897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
            <p:cNvSpPr/>
            <p:nvPr/>
          </p:nvSpPr>
          <p:spPr>
            <a:xfrm>
              <a:off x="204027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
            <p:cNvSpPr/>
            <p:nvPr/>
          </p:nvSpPr>
          <p:spPr>
            <a:xfrm>
              <a:off x="204027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
            <p:cNvSpPr/>
            <p:nvPr/>
          </p:nvSpPr>
          <p:spPr>
            <a:xfrm>
              <a:off x="204027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
            <p:cNvSpPr/>
            <p:nvPr/>
          </p:nvSpPr>
          <p:spPr>
            <a:xfrm>
              <a:off x="21907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3"/>
            <p:cNvSpPr/>
            <p:nvPr/>
          </p:nvSpPr>
          <p:spPr>
            <a:xfrm>
              <a:off x="23413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
            <p:cNvSpPr/>
            <p:nvPr/>
          </p:nvSpPr>
          <p:spPr>
            <a:xfrm>
              <a:off x="26423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
            <p:cNvSpPr/>
            <p:nvPr/>
          </p:nvSpPr>
          <p:spPr>
            <a:xfrm>
              <a:off x="26423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
            <p:cNvSpPr/>
            <p:nvPr/>
          </p:nvSpPr>
          <p:spPr>
            <a:xfrm>
              <a:off x="32443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0" name="Google Shape;730;p3"/>
          <p:cNvGrpSpPr/>
          <p:nvPr/>
        </p:nvGrpSpPr>
        <p:grpSpPr>
          <a:xfrm rot="10800000">
            <a:off x="6367294" y="28698"/>
            <a:ext cx="2017554" cy="5086302"/>
            <a:chOff x="1588750" y="238125"/>
            <a:chExt cx="2078025" cy="5238750"/>
          </a:xfrm>
        </p:grpSpPr>
        <p:sp>
          <p:nvSpPr>
            <p:cNvPr id="731" name="Google Shape;731;p3"/>
            <p:cNvSpPr/>
            <p:nvPr/>
          </p:nvSpPr>
          <p:spPr>
            <a:xfrm>
              <a:off x="15887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
            <p:cNvSpPr/>
            <p:nvPr/>
          </p:nvSpPr>
          <p:spPr>
            <a:xfrm>
              <a:off x="15887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
            <p:cNvSpPr/>
            <p:nvPr/>
          </p:nvSpPr>
          <p:spPr>
            <a:xfrm>
              <a:off x="15887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
            <p:cNvSpPr/>
            <p:nvPr/>
          </p:nvSpPr>
          <p:spPr>
            <a:xfrm>
              <a:off x="15887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
            <p:cNvSpPr/>
            <p:nvPr/>
          </p:nvSpPr>
          <p:spPr>
            <a:xfrm>
              <a:off x="15887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
            <p:cNvSpPr/>
            <p:nvPr/>
          </p:nvSpPr>
          <p:spPr>
            <a:xfrm>
              <a:off x="15887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
            <p:cNvSpPr/>
            <p:nvPr/>
          </p:nvSpPr>
          <p:spPr>
            <a:xfrm>
              <a:off x="17392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
            <p:cNvSpPr/>
            <p:nvPr/>
          </p:nvSpPr>
          <p:spPr>
            <a:xfrm>
              <a:off x="17392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
            <p:cNvSpPr/>
            <p:nvPr/>
          </p:nvSpPr>
          <p:spPr>
            <a:xfrm>
              <a:off x="17392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3"/>
            <p:cNvSpPr/>
            <p:nvPr/>
          </p:nvSpPr>
          <p:spPr>
            <a:xfrm>
              <a:off x="17392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
            <p:cNvSpPr/>
            <p:nvPr/>
          </p:nvSpPr>
          <p:spPr>
            <a:xfrm>
              <a:off x="17392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
            <p:cNvSpPr/>
            <p:nvPr/>
          </p:nvSpPr>
          <p:spPr>
            <a:xfrm>
              <a:off x="17392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
            <p:cNvSpPr/>
            <p:nvPr/>
          </p:nvSpPr>
          <p:spPr>
            <a:xfrm>
              <a:off x="17392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
            <p:cNvSpPr/>
            <p:nvPr/>
          </p:nvSpPr>
          <p:spPr>
            <a:xfrm>
              <a:off x="188975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
            <p:cNvSpPr/>
            <p:nvPr/>
          </p:nvSpPr>
          <p:spPr>
            <a:xfrm>
              <a:off x="188975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
            <p:cNvSpPr/>
            <p:nvPr/>
          </p:nvSpPr>
          <p:spPr>
            <a:xfrm>
              <a:off x="188975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
            <p:cNvSpPr/>
            <p:nvPr/>
          </p:nvSpPr>
          <p:spPr>
            <a:xfrm>
              <a:off x="188975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
            <p:cNvSpPr/>
            <p:nvPr/>
          </p:nvSpPr>
          <p:spPr>
            <a:xfrm>
              <a:off x="18897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
            <p:cNvSpPr/>
            <p:nvPr/>
          </p:nvSpPr>
          <p:spPr>
            <a:xfrm>
              <a:off x="188975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
            <p:cNvSpPr/>
            <p:nvPr/>
          </p:nvSpPr>
          <p:spPr>
            <a:xfrm>
              <a:off x="188975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
            <p:cNvSpPr/>
            <p:nvPr/>
          </p:nvSpPr>
          <p:spPr>
            <a:xfrm>
              <a:off x="188975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
            <p:cNvSpPr/>
            <p:nvPr/>
          </p:nvSpPr>
          <p:spPr>
            <a:xfrm>
              <a:off x="188975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
            <p:cNvSpPr/>
            <p:nvPr/>
          </p:nvSpPr>
          <p:spPr>
            <a:xfrm>
              <a:off x="18897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
            <p:cNvSpPr/>
            <p:nvPr/>
          </p:nvSpPr>
          <p:spPr>
            <a:xfrm>
              <a:off x="188975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
            <p:cNvSpPr/>
            <p:nvPr/>
          </p:nvSpPr>
          <p:spPr>
            <a:xfrm>
              <a:off x="188975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
            <p:cNvSpPr/>
            <p:nvPr/>
          </p:nvSpPr>
          <p:spPr>
            <a:xfrm>
              <a:off x="188975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
            <p:cNvSpPr/>
            <p:nvPr/>
          </p:nvSpPr>
          <p:spPr>
            <a:xfrm>
              <a:off x="188975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
            <p:cNvSpPr/>
            <p:nvPr/>
          </p:nvSpPr>
          <p:spPr>
            <a:xfrm>
              <a:off x="188975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
            <p:cNvSpPr/>
            <p:nvPr/>
          </p:nvSpPr>
          <p:spPr>
            <a:xfrm>
              <a:off x="188975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
            <p:cNvSpPr/>
            <p:nvPr/>
          </p:nvSpPr>
          <p:spPr>
            <a:xfrm>
              <a:off x="18897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
            <p:cNvSpPr/>
            <p:nvPr/>
          </p:nvSpPr>
          <p:spPr>
            <a:xfrm>
              <a:off x="188975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
            <p:cNvSpPr/>
            <p:nvPr/>
          </p:nvSpPr>
          <p:spPr>
            <a:xfrm>
              <a:off x="188975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
            <p:cNvSpPr/>
            <p:nvPr/>
          </p:nvSpPr>
          <p:spPr>
            <a:xfrm>
              <a:off x="204027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
            <p:cNvSpPr/>
            <p:nvPr/>
          </p:nvSpPr>
          <p:spPr>
            <a:xfrm>
              <a:off x="204027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
            <p:cNvSpPr/>
            <p:nvPr/>
          </p:nvSpPr>
          <p:spPr>
            <a:xfrm>
              <a:off x="204027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
            <p:cNvSpPr/>
            <p:nvPr/>
          </p:nvSpPr>
          <p:spPr>
            <a:xfrm>
              <a:off x="204027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
            <p:cNvSpPr/>
            <p:nvPr/>
          </p:nvSpPr>
          <p:spPr>
            <a:xfrm>
              <a:off x="204027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
            <p:cNvSpPr/>
            <p:nvPr/>
          </p:nvSpPr>
          <p:spPr>
            <a:xfrm>
              <a:off x="204027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
            <p:cNvSpPr/>
            <p:nvPr/>
          </p:nvSpPr>
          <p:spPr>
            <a:xfrm>
              <a:off x="204027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
            <p:cNvSpPr/>
            <p:nvPr/>
          </p:nvSpPr>
          <p:spPr>
            <a:xfrm>
              <a:off x="204027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
            <p:cNvSpPr/>
            <p:nvPr/>
          </p:nvSpPr>
          <p:spPr>
            <a:xfrm>
              <a:off x="204027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
            <p:cNvSpPr/>
            <p:nvPr/>
          </p:nvSpPr>
          <p:spPr>
            <a:xfrm>
              <a:off x="204027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
            <p:cNvSpPr/>
            <p:nvPr/>
          </p:nvSpPr>
          <p:spPr>
            <a:xfrm>
              <a:off x="204027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
            <p:cNvSpPr/>
            <p:nvPr/>
          </p:nvSpPr>
          <p:spPr>
            <a:xfrm>
              <a:off x="204027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
            <p:cNvSpPr/>
            <p:nvPr/>
          </p:nvSpPr>
          <p:spPr>
            <a:xfrm>
              <a:off x="204027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
            <p:cNvSpPr/>
            <p:nvPr/>
          </p:nvSpPr>
          <p:spPr>
            <a:xfrm>
              <a:off x="204027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
            <p:cNvSpPr/>
            <p:nvPr/>
          </p:nvSpPr>
          <p:spPr>
            <a:xfrm>
              <a:off x="204027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
            <p:cNvSpPr/>
            <p:nvPr/>
          </p:nvSpPr>
          <p:spPr>
            <a:xfrm>
              <a:off x="204027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
            <p:cNvSpPr/>
            <p:nvPr/>
          </p:nvSpPr>
          <p:spPr>
            <a:xfrm>
              <a:off x="204027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
            <p:cNvSpPr/>
            <p:nvPr/>
          </p:nvSpPr>
          <p:spPr>
            <a:xfrm>
              <a:off x="204027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
            <p:cNvSpPr/>
            <p:nvPr/>
          </p:nvSpPr>
          <p:spPr>
            <a:xfrm>
              <a:off x="204027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
            <p:cNvSpPr/>
            <p:nvPr/>
          </p:nvSpPr>
          <p:spPr>
            <a:xfrm>
              <a:off x="2190775"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
            <p:cNvSpPr/>
            <p:nvPr/>
          </p:nvSpPr>
          <p:spPr>
            <a:xfrm>
              <a:off x="2190775"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
            <p:cNvSpPr/>
            <p:nvPr/>
          </p:nvSpPr>
          <p:spPr>
            <a:xfrm>
              <a:off x="2190775"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
            <p:cNvSpPr/>
            <p:nvPr/>
          </p:nvSpPr>
          <p:spPr>
            <a:xfrm>
              <a:off x="2190775"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
            <p:cNvSpPr/>
            <p:nvPr/>
          </p:nvSpPr>
          <p:spPr>
            <a:xfrm>
              <a:off x="21907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
            <p:cNvSpPr/>
            <p:nvPr/>
          </p:nvSpPr>
          <p:spPr>
            <a:xfrm>
              <a:off x="21907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
            <p:cNvSpPr/>
            <p:nvPr/>
          </p:nvSpPr>
          <p:spPr>
            <a:xfrm>
              <a:off x="2190775"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
            <p:cNvSpPr/>
            <p:nvPr/>
          </p:nvSpPr>
          <p:spPr>
            <a:xfrm>
              <a:off x="2190775"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
            <p:cNvSpPr/>
            <p:nvPr/>
          </p:nvSpPr>
          <p:spPr>
            <a:xfrm>
              <a:off x="21907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
            <p:cNvSpPr/>
            <p:nvPr/>
          </p:nvSpPr>
          <p:spPr>
            <a:xfrm>
              <a:off x="2190775"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3"/>
            <p:cNvSpPr/>
            <p:nvPr/>
          </p:nvSpPr>
          <p:spPr>
            <a:xfrm>
              <a:off x="21907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
            <p:cNvSpPr/>
            <p:nvPr/>
          </p:nvSpPr>
          <p:spPr>
            <a:xfrm>
              <a:off x="2190775"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
            <p:cNvSpPr/>
            <p:nvPr/>
          </p:nvSpPr>
          <p:spPr>
            <a:xfrm>
              <a:off x="21907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
            <p:cNvSpPr/>
            <p:nvPr/>
          </p:nvSpPr>
          <p:spPr>
            <a:xfrm>
              <a:off x="21907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
            <p:cNvSpPr/>
            <p:nvPr/>
          </p:nvSpPr>
          <p:spPr>
            <a:xfrm>
              <a:off x="21907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3"/>
            <p:cNvSpPr/>
            <p:nvPr/>
          </p:nvSpPr>
          <p:spPr>
            <a:xfrm>
              <a:off x="2190775"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
            <p:cNvSpPr/>
            <p:nvPr/>
          </p:nvSpPr>
          <p:spPr>
            <a:xfrm>
              <a:off x="21907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
            <p:cNvSpPr/>
            <p:nvPr/>
          </p:nvSpPr>
          <p:spPr>
            <a:xfrm>
              <a:off x="21907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
            <p:cNvSpPr/>
            <p:nvPr/>
          </p:nvSpPr>
          <p:spPr>
            <a:xfrm>
              <a:off x="2190775"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3"/>
            <p:cNvSpPr/>
            <p:nvPr/>
          </p:nvSpPr>
          <p:spPr>
            <a:xfrm>
              <a:off x="21907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3"/>
            <p:cNvSpPr/>
            <p:nvPr/>
          </p:nvSpPr>
          <p:spPr>
            <a:xfrm>
              <a:off x="2190775"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
            <p:cNvSpPr/>
            <p:nvPr/>
          </p:nvSpPr>
          <p:spPr>
            <a:xfrm>
              <a:off x="2190775"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
            <p:cNvSpPr/>
            <p:nvPr/>
          </p:nvSpPr>
          <p:spPr>
            <a:xfrm>
              <a:off x="21907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
            <p:cNvSpPr/>
            <p:nvPr/>
          </p:nvSpPr>
          <p:spPr>
            <a:xfrm>
              <a:off x="21907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
            <p:cNvSpPr/>
            <p:nvPr/>
          </p:nvSpPr>
          <p:spPr>
            <a:xfrm>
              <a:off x="2190775"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3"/>
            <p:cNvSpPr/>
            <p:nvPr/>
          </p:nvSpPr>
          <p:spPr>
            <a:xfrm>
              <a:off x="23413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
            <p:cNvSpPr/>
            <p:nvPr/>
          </p:nvSpPr>
          <p:spPr>
            <a:xfrm>
              <a:off x="23413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
            <p:cNvSpPr/>
            <p:nvPr/>
          </p:nvSpPr>
          <p:spPr>
            <a:xfrm>
              <a:off x="23413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
            <p:cNvSpPr/>
            <p:nvPr/>
          </p:nvSpPr>
          <p:spPr>
            <a:xfrm>
              <a:off x="23413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
            <p:cNvSpPr/>
            <p:nvPr/>
          </p:nvSpPr>
          <p:spPr>
            <a:xfrm>
              <a:off x="23413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
            <p:cNvSpPr/>
            <p:nvPr/>
          </p:nvSpPr>
          <p:spPr>
            <a:xfrm>
              <a:off x="23413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
            <p:cNvSpPr/>
            <p:nvPr/>
          </p:nvSpPr>
          <p:spPr>
            <a:xfrm>
              <a:off x="23413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
            <p:cNvSpPr/>
            <p:nvPr/>
          </p:nvSpPr>
          <p:spPr>
            <a:xfrm>
              <a:off x="23413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
            <p:cNvSpPr/>
            <p:nvPr/>
          </p:nvSpPr>
          <p:spPr>
            <a:xfrm>
              <a:off x="23413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
            <p:cNvSpPr/>
            <p:nvPr/>
          </p:nvSpPr>
          <p:spPr>
            <a:xfrm>
              <a:off x="23413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3"/>
            <p:cNvSpPr/>
            <p:nvPr/>
          </p:nvSpPr>
          <p:spPr>
            <a:xfrm>
              <a:off x="23413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
            <p:cNvSpPr/>
            <p:nvPr/>
          </p:nvSpPr>
          <p:spPr>
            <a:xfrm>
              <a:off x="23413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
            <p:cNvSpPr/>
            <p:nvPr/>
          </p:nvSpPr>
          <p:spPr>
            <a:xfrm>
              <a:off x="23413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
            <p:cNvSpPr/>
            <p:nvPr/>
          </p:nvSpPr>
          <p:spPr>
            <a:xfrm>
              <a:off x="23413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
            <p:cNvSpPr/>
            <p:nvPr/>
          </p:nvSpPr>
          <p:spPr>
            <a:xfrm>
              <a:off x="23413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
            <p:cNvSpPr/>
            <p:nvPr/>
          </p:nvSpPr>
          <p:spPr>
            <a:xfrm>
              <a:off x="23413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
            <p:cNvSpPr/>
            <p:nvPr/>
          </p:nvSpPr>
          <p:spPr>
            <a:xfrm>
              <a:off x="23413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
            <p:cNvSpPr/>
            <p:nvPr/>
          </p:nvSpPr>
          <p:spPr>
            <a:xfrm>
              <a:off x="23413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
            <p:cNvSpPr/>
            <p:nvPr/>
          </p:nvSpPr>
          <p:spPr>
            <a:xfrm>
              <a:off x="23413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
            <p:cNvSpPr/>
            <p:nvPr/>
          </p:nvSpPr>
          <p:spPr>
            <a:xfrm>
              <a:off x="23413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
            <p:cNvSpPr/>
            <p:nvPr/>
          </p:nvSpPr>
          <p:spPr>
            <a:xfrm>
              <a:off x="23413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
            <p:cNvSpPr/>
            <p:nvPr/>
          </p:nvSpPr>
          <p:spPr>
            <a:xfrm>
              <a:off x="23413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
            <p:cNvSpPr/>
            <p:nvPr/>
          </p:nvSpPr>
          <p:spPr>
            <a:xfrm>
              <a:off x="23413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
            <p:cNvSpPr/>
            <p:nvPr/>
          </p:nvSpPr>
          <p:spPr>
            <a:xfrm>
              <a:off x="23413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
            <p:cNvSpPr/>
            <p:nvPr/>
          </p:nvSpPr>
          <p:spPr>
            <a:xfrm>
              <a:off x="23413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
            <p:cNvSpPr/>
            <p:nvPr/>
          </p:nvSpPr>
          <p:spPr>
            <a:xfrm>
              <a:off x="23413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
            <p:cNvSpPr/>
            <p:nvPr/>
          </p:nvSpPr>
          <p:spPr>
            <a:xfrm>
              <a:off x="249180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
            <p:cNvSpPr/>
            <p:nvPr/>
          </p:nvSpPr>
          <p:spPr>
            <a:xfrm>
              <a:off x="24918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
            <p:cNvSpPr/>
            <p:nvPr/>
          </p:nvSpPr>
          <p:spPr>
            <a:xfrm>
              <a:off x="249180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
            <p:cNvSpPr/>
            <p:nvPr/>
          </p:nvSpPr>
          <p:spPr>
            <a:xfrm>
              <a:off x="249180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
            <p:cNvSpPr/>
            <p:nvPr/>
          </p:nvSpPr>
          <p:spPr>
            <a:xfrm>
              <a:off x="249180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
            <p:cNvSpPr/>
            <p:nvPr/>
          </p:nvSpPr>
          <p:spPr>
            <a:xfrm>
              <a:off x="249180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
            <p:cNvSpPr/>
            <p:nvPr/>
          </p:nvSpPr>
          <p:spPr>
            <a:xfrm>
              <a:off x="249180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
            <p:cNvSpPr/>
            <p:nvPr/>
          </p:nvSpPr>
          <p:spPr>
            <a:xfrm>
              <a:off x="249180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
            <p:cNvSpPr/>
            <p:nvPr/>
          </p:nvSpPr>
          <p:spPr>
            <a:xfrm>
              <a:off x="249180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
            <p:cNvSpPr/>
            <p:nvPr/>
          </p:nvSpPr>
          <p:spPr>
            <a:xfrm>
              <a:off x="249180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
            <p:cNvSpPr/>
            <p:nvPr/>
          </p:nvSpPr>
          <p:spPr>
            <a:xfrm>
              <a:off x="249180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
            <p:cNvSpPr/>
            <p:nvPr/>
          </p:nvSpPr>
          <p:spPr>
            <a:xfrm>
              <a:off x="24918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
            <p:cNvSpPr/>
            <p:nvPr/>
          </p:nvSpPr>
          <p:spPr>
            <a:xfrm>
              <a:off x="249180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
            <p:cNvSpPr/>
            <p:nvPr/>
          </p:nvSpPr>
          <p:spPr>
            <a:xfrm>
              <a:off x="249180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
            <p:cNvSpPr/>
            <p:nvPr/>
          </p:nvSpPr>
          <p:spPr>
            <a:xfrm>
              <a:off x="249180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
            <p:cNvSpPr/>
            <p:nvPr/>
          </p:nvSpPr>
          <p:spPr>
            <a:xfrm>
              <a:off x="249180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
            <p:cNvSpPr/>
            <p:nvPr/>
          </p:nvSpPr>
          <p:spPr>
            <a:xfrm>
              <a:off x="249180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
            <p:cNvSpPr/>
            <p:nvPr/>
          </p:nvSpPr>
          <p:spPr>
            <a:xfrm>
              <a:off x="249180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
            <p:cNvSpPr/>
            <p:nvPr/>
          </p:nvSpPr>
          <p:spPr>
            <a:xfrm>
              <a:off x="249180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
            <p:cNvSpPr/>
            <p:nvPr/>
          </p:nvSpPr>
          <p:spPr>
            <a:xfrm>
              <a:off x="249180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
            <p:cNvSpPr/>
            <p:nvPr/>
          </p:nvSpPr>
          <p:spPr>
            <a:xfrm>
              <a:off x="249180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
            <p:cNvSpPr/>
            <p:nvPr/>
          </p:nvSpPr>
          <p:spPr>
            <a:xfrm>
              <a:off x="249180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
            <p:cNvSpPr/>
            <p:nvPr/>
          </p:nvSpPr>
          <p:spPr>
            <a:xfrm>
              <a:off x="249180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
            <p:cNvSpPr/>
            <p:nvPr/>
          </p:nvSpPr>
          <p:spPr>
            <a:xfrm>
              <a:off x="249180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
            <p:cNvSpPr/>
            <p:nvPr/>
          </p:nvSpPr>
          <p:spPr>
            <a:xfrm>
              <a:off x="249180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
            <p:cNvSpPr/>
            <p:nvPr/>
          </p:nvSpPr>
          <p:spPr>
            <a:xfrm>
              <a:off x="26423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
            <p:cNvSpPr/>
            <p:nvPr/>
          </p:nvSpPr>
          <p:spPr>
            <a:xfrm>
              <a:off x="26423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
            <p:cNvSpPr/>
            <p:nvPr/>
          </p:nvSpPr>
          <p:spPr>
            <a:xfrm>
              <a:off x="26423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
            <p:cNvSpPr/>
            <p:nvPr/>
          </p:nvSpPr>
          <p:spPr>
            <a:xfrm>
              <a:off x="26423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
            <p:cNvSpPr/>
            <p:nvPr/>
          </p:nvSpPr>
          <p:spPr>
            <a:xfrm>
              <a:off x="26423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
            <p:cNvSpPr/>
            <p:nvPr/>
          </p:nvSpPr>
          <p:spPr>
            <a:xfrm>
              <a:off x="26423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
            <p:cNvSpPr/>
            <p:nvPr/>
          </p:nvSpPr>
          <p:spPr>
            <a:xfrm>
              <a:off x="26423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
            <p:cNvSpPr/>
            <p:nvPr/>
          </p:nvSpPr>
          <p:spPr>
            <a:xfrm>
              <a:off x="26423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
            <p:cNvSpPr/>
            <p:nvPr/>
          </p:nvSpPr>
          <p:spPr>
            <a:xfrm>
              <a:off x="26423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
            <p:cNvSpPr/>
            <p:nvPr/>
          </p:nvSpPr>
          <p:spPr>
            <a:xfrm>
              <a:off x="26423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
            <p:cNvSpPr/>
            <p:nvPr/>
          </p:nvSpPr>
          <p:spPr>
            <a:xfrm>
              <a:off x="26423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
            <p:cNvSpPr/>
            <p:nvPr/>
          </p:nvSpPr>
          <p:spPr>
            <a:xfrm>
              <a:off x="26423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
            <p:cNvSpPr/>
            <p:nvPr/>
          </p:nvSpPr>
          <p:spPr>
            <a:xfrm>
              <a:off x="26423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
            <p:cNvSpPr/>
            <p:nvPr/>
          </p:nvSpPr>
          <p:spPr>
            <a:xfrm>
              <a:off x="26423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
            <p:cNvSpPr/>
            <p:nvPr/>
          </p:nvSpPr>
          <p:spPr>
            <a:xfrm>
              <a:off x="26423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
            <p:cNvSpPr/>
            <p:nvPr/>
          </p:nvSpPr>
          <p:spPr>
            <a:xfrm>
              <a:off x="26423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
            <p:cNvSpPr/>
            <p:nvPr/>
          </p:nvSpPr>
          <p:spPr>
            <a:xfrm>
              <a:off x="26423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
            <p:cNvSpPr/>
            <p:nvPr/>
          </p:nvSpPr>
          <p:spPr>
            <a:xfrm>
              <a:off x="26423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
            <p:cNvSpPr/>
            <p:nvPr/>
          </p:nvSpPr>
          <p:spPr>
            <a:xfrm>
              <a:off x="26423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
            <p:cNvSpPr/>
            <p:nvPr/>
          </p:nvSpPr>
          <p:spPr>
            <a:xfrm>
              <a:off x="26423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
            <p:cNvSpPr/>
            <p:nvPr/>
          </p:nvSpPr>
          <p:spPr>
            <a:xfrm>
              <a:off x="2792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
            <p:cNvSpPr/>
            <p:nvPr/>
          </p:nvSpPr>
          <p:spPr>
            <a:xfrm>
              <a:off x="2792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
            <p:cNvSpPr/>
            <p:nvPr/>
          </p:nvSpPr>
          <p:spPr>
            <a:xfrm>
              <a:off x="2792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
            <p:cNvSpPr/>
            <p:nvPr/>
          </p:nvSpPr>
          <p:spPr>
            <a:xfrm>
              <a:off x="2792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
            <p:cNvSpPr/>
            <p:nvPr/>
          </p:nvSpPr>
          <p:spPr>
            <a:xfrm>
              <a:off x="2792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
            <p:cNvSpPr/>
            <p:nvPr/>
          </p:nvSpPr>
          <p:spPr>
            <a:xfrm>
              <a:off x="2792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
            <p:cNvSpPr/>
            <p:nvPr/>
          </p:nvSpPr>
          <p:spPr>
            <a:xfrm>
              <a:off x="2792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
            <p:cNvSpPr/>
            <p:nvPr/>
          </p:nvSpPr>
          <p:spPr>
            <a:xfrm>
              <a:off x="2792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
            <p:cNvSpPr/>
            <p:nvPr/>
          </p:nvSpPr>
          <p:spPr>
            <a:xfrm>
              <a:off x="2792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
            <p:cNvSpPr/>
            <p:nvPr/>
          </p:nvSpPr>
          <p:spPr>
            <a:xfrm>
              <a:off x="2792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
            <p:cNvSpPr/>
            <p:nvPr/>
          </p:nvSpPr>
          <p:spPr>
            <a:xfrm>
              <a:off x="2792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
            <p:cNvSpPr/>
            <p:nvPr/>
          </p:nvSpPr>
          <p:spPr>
            <a:xfrm>
              <a:off x="2792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
            <p:cNvSpPr/>
            <p:nvPr/>
          </p:nvSpPr>
          <p:spPr>
            <a:xfrm>
              <a:off x="2792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
            <p:cNvSpPr/>
            <p:nvPr/>
          </p:nvSpPr>
          <p:spPr>
            <a:xfrm>
              <a:off x="2792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
            <p:cNvSpPr/>
            <p:nvPr/>
          </p:nvSpPr>
          <p:spPr>
            <a:xfrm>
              <a:off x="2792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
            <p:cNvSpPr/>
            <p:nvPr/>
          </p:nvSpPr>
          <p:spPr>
            <a:xfrm>
              <a:off x="2792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
            <p:cNvSpPr/>
            <p:nvPr/>
          </p:nvSpPr>
          <p:spPr>
            <a:xfrm>
              <a:off x="2792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
            <p:cNvSpPr/>
            <p:nvPr/>
          </p:nvSpPr>
          <p:spPr>
            <a:xfrm>
              <a:off x="2792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
            <p:cNvSpPr/>
            <p:nvPr/>
          </p:nvSpPr>
          <p:spPr>
            <a:xfrm>
              <a:off x="294332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
            <p:cNvSpPr/>
            <p:nvPr/>
          </p:nvSpPr>
          <p:spPr>
            <a:xfrm>
              <a:off x="294332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3"/>
            <p:cNvSpPr/>
            <p:nvPr/>
          </p:nvSpPr>
          <p:spPr>
            <a:xfrm>
              <a:off x="294332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
            <p:cNvSpPr/>
            <p:nvPr/>
          </p:nvSpPr>
          <p:spPr>
            <a:xfrm>
              <a:off x="294332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
            <p:cNvSpPr/>
            <p:nvPr/>
          </p:nvSpPr>
          <p:spPr>
            <a:xfrm>
              <a:off x="294332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
            <p:cNvSpPr/>
            <p:nvPr/>
          </p:nvSpPr>
          <p:spPr>
            <a:xfrm>
              <a:off x="294332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
            <p:cNvSpPr/>
            <p:nvPr/>
          </p:nvSpPr>
          <p:spPr>
            <a:xfrm>
              <a:off x="294332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
            <p:cNvSpPr/>
            <p:nvPr/>
          </p:nvSpPr>
          <p:spPr>
            <a:xfrm>
              <a:off x="294332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
            <p:cNvSpPr/>
            <p:nvPr/>
          </p:nvSpPr>
          <p:spPr>
            <a:xfrm>
              <a:off x="294332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
            <p:cNvSpPr/>
            <p:nvPr/>
          </p:nvSpPr>
          <p:spPr>
            <a:xfrm>
              <a:off x="294332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
            <p:cNvSpPr/>
            <p:nvPr/>
          </p:nvSpPr>
          <p:spPr>
            <a:xfrm>
              <a:off x="294332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
            <p:cNvSpPr/>
            <p:nvPr/>
          </p:nvSpPr>
          <p:spPr>
            <a:xfrm>
              <a:off x="294332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3"/>
            <p:cNvSpPr/>
            <p:nvPr/>
          </p:nvSpPr>
          <p:spPr>
            <a:xfrm>
              <a:off x="294332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
            <p:cNvSpPr/>
            <p:nvPr/>
          </p:nvSpPr>
          <p:spPr>
            <a:xfrm>
              <a:off x="294332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
            <p:cNvSpPr/>
            <p:nvPr/>
          </p:nvSpPr>
          <p:spPr>
            <a:xfrm>
              <a:off x="294332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
            <p:cNvSpPr/>
            <p:nvPr/>
          </p:nvSpPr>
          <p:spPr>
            <a:xfrm>
              <a:off x="294332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3"/>
            <p:cNvSpPr/>
            <p:nvPr/>
          </p:nvSpPr>
          <p:spPr>
            <a:xfrm>
              <a:off x="294332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3"/>
            <p:cNvSpPr/>
            <p:nvPr/>
          </p:nvSpPr>
          <p:spPr>
            <a:xfrm>
              <a:off x="294332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3"/>
            <p:cNvSpPr/>
            <p:nvPr/>
          </p:nvSpPr>
          <p:spPr>
            <a:xfrm>
              <a:off x="309385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
            <p:cNvSpPr/>
            <p:nvPr/>
          </p:nvSpPr>
          <p:spPr>
            <a:xfrm>
              <a:off x="309385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3"/>
            <p:cNvSpPr/>
            <p:nvPr/>
          </p:nvSpPr>
          <p:spPr>
            <a:xfrm>
              <a:off x="309385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3"/>
            <p:cNvSpPr/>
            <p:nvPr/>
          </p:nvSpPr>
          <p:spPr>
            <a:xfrm>
              <a:off x="309385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3"/>
            <p:cNvSpPr/>
            <p:nvPr/>
          </p:nvSpPr>
          <p:spPr>
            <a:xfrm>
              <a:off x="309385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3"/>
            <p:cNvSpPr/>
            <p:nvPr/>
          </p:nvSpPr>
          <p:spPr>
            <a:xfrm>
              <a:off x="309385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3"/>
            <p:cNvSpPr/>
            <p:nvPr/>
          </p:nvSpPr>
          <p:spPr>
            <a:xfrm>
              <a:off x="309385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
            <p:cNvSpPr/>
            <p:nvPr/>
          </p:nvSpPr>
          <p:spPr>
            <a:xfrm>
              <a:off x="309385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3"/>
            <p:cNvSpPr/>
            <p:nvPr/>
          </p:nvSpPr>
          <p:spPr>
            <a:xfrm>
              <a:off x="309385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3"/>
            <p:cNvSpPr/>
            <p:nvPr/>
          </p:nvSpPr>
          <p:spPr>
            <a:xfrm>
              <a:off x="32443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3"/>
            <p:cNvSpPr/>
            <p:nvPr/>
          </p:nvSpPr>
          <p:spPr>
            <a:xfrm>
              <a:off x="32443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
            <p:cNvSpPr/>
            <p:nvPr/>
          </p:nvSpPr>
          <p:spPr>
            <a:xfrm>
              <a:off x="32443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
            <p:cNvSpPr/>
            <p:nvPr/>
          </p:nvSpPr>
          <p:spPr>
            <a:xfrm>
              <a:off x="32443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
            <p:cNvSpPr/>
            <p:nvPr/>
          </p:nvSpPr>
          <p:spPr>
            <a:xfrm>
              <a:off x="32443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3"/>
            <p:cNvSpPr/>
            <p:nvPr/>
          </p:nvSpPr>
          <p:spPr>
            <a:xfrm>
              <a:off x="32443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3"/>
            <p:cNvSpPr/>
            <p:nvPr/>
          </p:nvSpPr>
          <p:spPr>
            <a:xfrm>
              <a:off x="32443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3"/>
            <p:cNvSpPr/>
            <p:nvPr/>
          </p:nvSpPr>
          <p:spPr>
            <a:xfrm>
              <a:off x="32443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
            <p:cNvSpPr/>
            <p:nvPr/>
          </p:nvSpPr>
          <p:spPr>
            <a:xfrm>
              <a:off x="33948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
            <p:cNvSpPr/>
            <p:nvPr/>
          </p:nvSpPr>
          <p:spPr>
            <a:xfrm>
              <a:off x="33948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
            <p:cNvSpPr/>
            <p:nvPr/>
          </p:nvSpPr>
          <p:spPr>
            <a:xfrm>
              <a:off x="33948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
            <p:cNvSpPr/>
            <p:nvPr/>
          </p:nvSpPr>
          <p:spPr>
            <a:xfrm>
              <a:off x="33948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3"/>
            <p:cNvSpPr/>
            <p:nvPr/>
          </p:nvSpPr>
          <p:spPr>
            <a:xfrm>
              <a:off x="33948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3"/>
            <p:cNvSpPr/>
            <p:nvPr/>
          </p:nvSpPr>
          <p:spPr>
            <a:xfrm>
              <a:off x="33948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3"/>
            <p:cNvSpPr/>
            <p:nvPr/>
          </p:nvSpPr>
          <p:spPr>
            <a:xfrm>
              <a:off x="35453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3"/>
            <p:cNvSpPr/>
            <p:nvPr/>
          </p:nvSpPr>
          <p:spPr>
            <a:xfrm>
              <a:off x="35453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3"/>
            <p:cNvSpPr/>
            <p:nvPr/>
          </p:nvSpPr>
          <p:spPr>
            <a:xfrm>
              <a:off x="35453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0" name="Google Shape;940;p3"/>
          <p:cNvGrpSpPr/>
          <p:nvPr/>
        </p:nvGrpSpPr>
        <p:grpSpPr>
          <a:xfrm rot="10800000">
            <a:off x="6367294" y="28698"/>
            <a:ext cx="2309820" cy="5086302"/>
            <a:chOff x="1287725" y="238125"/>
            <a:chExt cx="2379050" cy="5238750"/>
          </a:xfrm>
        </p:grpSpPr>
        <p:sp>
          <p:nvSpPr>
            <p:cNvPr id="941" name="Google Shape;941;p3"/>
            <p:cNvSpPr/>
            <p:nvPr/>
          </p:nvSpPr>
          <p:spPr>
            <a:xfrm>
              <a:off x="128772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3"/>
            <p:cNvSpPr/>
            <p:nvPr/>
          </p:nvSpPr>
          <p:spPr>
            <a:xfrm>
              <a:off x="12877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3"/>
            <p:cNvSpPr/>
            <p:nvPr/>
          </p:nvSpPr>
          <p:spPr>
            <a:xfrm>
              <a:off x="128772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3"/>
            <p:cNvSpPr/>
            <p:nvPr/>
          </p:nvSpPr>
          <p:spPr>
            <a:xfrm>
              <a:off x="12877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3"/>
            <p:cNvSpPr/>
            <p:nvPr/>
          </p:nvSpPr>
          <p:spPr>
            <a:xfrm>
              <a:off x="128772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3"/>
            <p:cNvSpPr/>
            <p:nvPr/>
          </p:nvSpPr>
          <p:spPr>
            <a:xfrm>
              <a:off x="12877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
            <p:cNvSpPr/>
            <p:nvPr/>
          </p:nvSpPr>
          <p:spPr>
            <a:xfrm>
              <a:off x="12877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
            <p:cNvSpPr/>
            <p:nvPr/>
          </p:nvSpPr>
          <p:spPr>
            <a:xfrm>
              <a:off x="12877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
            <p:cNvSpPr/>
            <p:nvPr/>
          </p:nvSpPr>
          <p:spPr>
            <a:xfrm>
              <a:off x="128772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
            <p:cNvSpPr/>
            <p:nvPr/>
          </p:nvSpPr>
          <p:spPr>
            <a:xfrm>
              <a:off x="12877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
            <p:cNvSpPr/>
            <p:nvPr/>
          </p:nvSpPr>
          <p:spPr>
            <a:xfrm>
              <a:off x="128772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3"/>
            <p:cNvSpPr/>
            <p:nvPr/>
          </p:nvSpPr>
          <p:spPr>
            <a:xfrm>
              <a:off x="12877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3"/>
            <p:cNvSpPr/>
            <p:nvPr/>
          </p:nvSpPr>
          <p:spPr>
            <a:xfrm>
              <a:off x="128772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
            <p:cNvSpPr/>
            <p:nvPr/>
          </p:nvSpPr>
          <p:spPr>
            <a:xfrm>
              <a:off x="12877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
            <p:cNvSpPr/>
            <p:nvPr/>
          </p:nvSpPr>
          <p:spPr>
            <a:xfrm>
              <a:off x="12877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
            <p:cNvSpPr/>
            <p:nvPr/>
          </p:nvSpPr>
          <p:spPr>
            <a:xfrm>
              <a:off x="14382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
            <p:cNvSpPr/>
            <p:nvPr/>
          </p:nvSpPr>
          <p:spPr>
            <a:xfrm>
              <a:off x="14382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
            <p:cNvSpPr/>
            <p:nvPr/>
          </p:nvSpPr>
          <p:spPr>
            <a:xfrm>
              <a:off x="14382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
            <p:cNvSpPr/>
            <p:nvPr/>
          </p:nvSpPr>
          <p:spPr>
            <a:xfrm>
              <a:off x="14382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
            <p:cNvSpPr/>
            <p:nvPr/>
          </p:nvSpPr>
          <p:spPr>
            <a:xfrm>
              <a:off x="15887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
            <p:cNvSpPr/>
            <p:nvPr/>
          </p:nvSpPr>
          <p:spPr>
            <a:xfrm>
              <a:off x="15887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
            <p:cNvSpPr/>
            <p:nvPr/>
          </p:nvSpPr>
          <p:spPr>
            <a:xfrm>
              <a:off x="15887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
            <p:cNvSpPr/>
            <p:nvPr/>
          </p:nvSpPr>
          <p:spPr>
            <a:xfrm>
              <a:off x="15887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
            <p:cNvSpPr/>
            <p:nvPr/>
          </p:nvSpPr>
          <p:spPr>
            <a:xfrm>
              <a:off x="15887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
            <p:cNvSpPr/>
            <p:nvPr/>
          </p:nvSpPr>
          <p:spPr>
            <a:xfrm>
              <a:off x="15887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3"/>
            <p:cNvSpPr/>
            <p:nvPr/>
          </p:nvSpPr>
          <p:spPr>
            <a:xfrm>
              <a:off x="15887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
            <p:cNvSpPr/>
            <p:nvPr/>
          </p:nvSpPr>
          <p:spPr>
            <a:xfrm>
              <a:off x="15887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
            <p:cNvSpPr/>
            <p:nvPr/>
          </p:nvSpPr>
          <p:spPr>
            <a:xfrm>
              <a:off x="15887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
            <p:cNvSpPr/>
            <p:nvPr/>
          </p:nvSpPr>
          <p:spPr>
            <a:xfrm>
              <a:off x="15887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
            <p:cNvSpPr/>
            <p:nvPr/>
          </p:nvSpPr>
          <p:spPr>
            <a:xfrm>
              <a:off x="17392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
            <p:cNvSpPr/>
            <p:nvPr/>
          </p:nvSpPr>
          <p:spPr>
            <a:xfrm>
              <a:off x="17392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
            <p:cNvSpPr/>
            <p:nvPr/>
          </p:nvSpPr>
          <p:spPr>
            <a:xfrm>
              <a:off x="17392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
            <p:cNvSpPr/>
            <p:nvPr/>
          </p:nvSpPr>
          <p:spPr>
            <a:xfrm>
              <a:off x="17392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
            <p:cNvSpPr/>
            <p:nvPr/>
          </p:nvSpPr>
          <p:spPr>
            <a:xfrm>
              <a:off x="17392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3"/>
            <p:cNvSpPr/>
            <p:nvPr/>
          </p:nvSpPr>
          <p:spPr>
            <a:xfrm>
              <a:off x="17392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3"/>
            <p:cNvSpPr/>
            <p:nvPr/>
          </p:nvSpPr>
          <p:spPr>
            <a:xfrm>
              <a:off x="17392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
            <p:cNvSpPr/>
            <p:nvPr/>
          </p:nvSpPr>
          <p:spPr>
            <a:xfrm>
              <a:off x="17392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
            <p:cNvSpPr/>
            <p:nvPr/>
          </p:nvSpPr>
          <p:spPr>
            <a:xfrm>
              <a:off x="17392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3"/>
            <p:cNvSpPr/>
            <p:nvPr/>
          </p:nvSpPr>
          <p:spPr>
            <a:xfrm>
              <a:off x="17392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
            <p:cNvSpPr/>
            <p:nvPr/>
          </p:nvSpPr>
          <p:spPr>
            <a:xfrm>
              <a:off x="17392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3"/>
            <p:cNvSpPr/>
            <p:nvPr/>
          </p:nvSpPr>
          <p:spPr>
            <a:xfrm>
              <a:off x="17392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
            <p:cNvSpPr/>
            <p:nvPr/>
          </p:nvSpPr>
          <p:spPr>
            <a:xfrm>
              <a:off x="17392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3"/>
            <p:cNvSpPr/>
            <p:nvPr/>
          </p:nvSpPr>
          <p:spPr>
            <a:xfrm>
              <a:off x="17392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3"/>
            <p:cNvSpPr/>
            <p:nvPr/>
          </p:nvSpPr>
          <p:spPr>
            <a:xfrm>
              <a:off x="17392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
            <p:cNvSpPr/>
            <p:nvPr/>
          </p:nvSpPr>
          <p:spPr>
            <a:xfrm>
              <a:off x="17392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
            <p:cNvSpPr/>
            <p:nvPr/>
          </p:nvSpPr>
          <p:spPr>
            <a:xfrm>
              <a:off x="17392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3"/>
            <p:cNvSpPr/>
            <p:nvPr/>
          </p:nvSpPr>
          <p:spPr>
            <a:xfrm>
              <a:off x="188975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
            <p:cNvSpPr/>
            <p:nvPr/>
          </p:nvSpPr>
          <p:spPr>
            <a:xfrm>
              <a:off x="188975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
            <p:cNvSpPr/>
            <p:nvPr/>
          </p:nvSpPr>
          <p:spPr>
            <a:xfrm>
              <a:off x="18897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
            <p:cNvSpPr/>
            <p:nvPr/>
          </p:nvSpPr>
          <p:spPr>
            <a:xfrm>
              <a:off x="188975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3"/>
            <p:cNvSpPr/>
            <p:nvPr/>
          </p:nvSpPr>
          <p:spPr>
            <a:xfrm>
              <a:off x="18897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
            <p:cNvSpPr/>
            <p:nvPr/>
          </p:nvSpPr>
          <p:spPr>
            <a:xfrm>
              <a:off x="188975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3"/>
            <p:cNvSpPr/>
            <p:nvPr/>
          </p:nvSpPr>
          <p:spPr>
            <a:xfrm>
              <a:off x="188975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3"/>
            <p:cNvSpPr/>
            <p:nvPr/>
          </p:nvSpPr>
          <p:spPr>
            <a:xfrm>
              <a:off x="188975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3"/>
            <p:cNvSpPr/>
            <p:nvPr/>
          </p:nvSpPr>
          <p:spPr>
            <a:xfrm>
              <a:off x="18897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3"/>
            <p:cNvSpPr/>
            <p:nvPr/>
          </p:nvSpPr>
          <p:spPr>
            <a:xfrm>
              <a:off x="188975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3"/>
            <p:cNvSpPr/>
            <p:nvPr/>
          </p:nvSpPr>
          <p:spPr>
            <a:xfrm>
              <a:off x="188975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3"/>
            <p:cNvSpPr/>
            <p:nvPr/>
          </p:nvSpPr>
          <p:spPr>
            <a:xfrm>
              <a:off x="204027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3"/>
            <p:cNvSpPr/>
            <p:nvPr/>
          </p:nvSpPr>
          <p:spPr>
            <a:xfrm>
              <a:off x="204027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3"/>
            <p:cNvSpPr/>
            <p:nvPr/>
          </p:nvSpPr>
          <p:spPr>
            <a:xfrm>
              <a:off x="204027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3"/>
            <p:cNvSpPr/>
            <p:nvPr/>
          </p:nvSpPr>
          <p:spPr>
            <a:xfrm>
              <a:off x="204027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3"/>
            <p:cNvSpPr/>
            <p:nvPr/>
          </p:nvSpPr>
          <p:spPr>
            <a:xfrm>
              <a:off x="204027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3"/>
            <p:cNvSpPr/>
            <p:nvPr/>
          </p:nvSpPr>
          <p:spPr>
            <a:xfrm>
              <a:off x="204027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3"/>
            <p:cNvSpPr/>
            <p:nvPr/>
          </p:nvSpPr>
          <p:spPr>
            <a:xfrm>
              <a:off x="204027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3"/>
            <p:cNvSpPr/>
            <p:nvPr/>
          </p:nvSpPr>
          <p:spPr>
            <a:xfrm>
              <a:off x="204027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
            <p:cNvSpPr/>
            <p:nvPr/>
          </p:nvSpPr>
          <p:spPr>
            <a:xfrm>
              <a:off x="204027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
            <p:cNvSpPr/>
            <p:nvPr/>
          </p:nvSpPr>
          <p:spPr>
            <a:xfrm>
              <a:off x="204027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3"/>
            <p:cNvSpPr/>
            <p:nvPr/>
          </p:nvSpPr>
          <p:spPr>
            <a:xfrm>
              <a:off x="204027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
            <p:cNvSpPr/>
            <p:nvPr/>
          </p:nvSpPr>
          <p:spPr>
            <a:xfrm>
              <a:off x="204027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
            <p:cNvSpPr/>
            <p:nvPr/>
          </p:nvSpPr>
          <p:spPr>
            <a:xfrm>
              <a:off x="204027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
            <p:cNvSpPr/>
            <p:nvPr/>
          </p:nvSpPr>
          <p:spPr>
            <a:xfrm>
              <a:off x="21907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
            <p:cNvSpPr/>
            <p:nvPr/>
          </p:nvSpPr>
          <p:spPr>
            <a:xfrm>
              <a:off x="21907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
            <p:cNvSpPr/>
            <p:nvPr/>
          </p:nvSpPr>
          <p:spPr>
            <a:xfrm>
              <a:off x="21907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
            <p:cNvSpPr/>
            <p:nvPr/>
          </p:nvSpPr>
          <p:spPr>
            <a:xfrm>
              <a:off x="21907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
            <p:cNvSpPr/>
            <p:nvPr/>
          </p:nvSpPr>
          <p:spPr>
            <a:xfrm>
              <a:off x="21907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
            <p:cNvSpPr/>
            <p:nvPr/>
          </p:nvSpPr>
          <p:spPr>
            <a:xfrm>
              <a:off x="2190775"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3"/>
            <p:cNvSpPr/>
            <p:nvPr/>
          </p:nvSpPr>
          <p:spPr>
            <a:xfrm>
              <a:off x="21907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
            <p:cNvSpPr/>
            <p:nvPr/>
          </p:nvSpPr>
          <p:spPr>
            <a:xfrm>
              <a:off x="21907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
            <p:cNvSpPr/>
            <p:nvPr/>
          </p:nvSpPr>
          <p:spPr>
            <a:xfrm>
              <a:off x="2190775"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
            <p:cNvSpPr/>
            <p:nvPr/>
          </p:nvSpPr>
          <p:spPr>
            <a:xfrm>
              <a:off x="23413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3"/>
            <p:cNvSpPr/>
            <p:nvPr/>
          </p:nvSpPr>
          <p:spPr>
            <a:xfrm>
              <a:off x="23413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
            <p:cNvSpPr/>
            <p:nvPr/>
          </p:nvSpPr>
          <p:spPr>
            <a:xfrm>
              <a:off x="23413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
            <p:cNvSpPr/>
            <p:nvPr/>
          </p:nvSpPr>
          <p:spPr>
            <a:xfrm>
              <a:off x="23413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
            <p:cNvSpPr/>
            <p:nvPr/>
          </p:nvSpPr>
          <p:spPr>
            <a:xfrm>
              <a:off x="23413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
            <p:cNvSpPr/>
            <p:nvPr/>
          </p:nvSpPr>
          <p:spPr>
            <a:xfrm>
              <a:off x="23413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3"/>
            <p:cNvSpPr/>
            <p:nvPr/>
          </p:nvSpPr>
          <p:spPr>
            <a:xfrm>
              <a:off x="23413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3"/>
            <p:cNvSpPr/>
            <p:nvPr/>
          </p:nvSpPr>
          <p:spPr>
            <a:xfrm>
              <a:off x="23413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
            <p:cNvSpPr/>
            <p:nvPr/>
          </p:nvSpPr>
          <p:spPr>
            <a:xfrm>
              <a:off x="249180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3"/>
            <p:cNvSpPr/>
            <p:nvPr/>
          </p:nvSpPr>
          <p:spPr>
            <a:xfrm>
              <a:off x="249180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3"/>
            <p:cNvSpPr/>
            <p:nvPr/>
          </p:nvSpPr>
          <p:spPr>
            <a:xfrm>
              <a:off x="249180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3"/>
            <p:cNvSpPr/>
            <p:nvPr/>
          </p:nvSpPr>
          <p:spPr>
            <a:xfrm>
              <a:off x="249180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3"/>
            <p:cNvSpPr/>
            <p:nvPr/>
          </p:nvSpPr>
          <p:spPr>
            <a:xfrm>
              <a:off x="24918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
            <p:cNvSpPr/>
            <p:nvPr/>
          </p:nvSpPr>
          <p:spPr>
            <a:xfrm>
              <a:off x="26423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
            <p:cNvSpPr/>
            <p:nvPr/>
          </p:nvSpPr>
          <p:spPr>
            <a:xfrm>
              <a:off x="26423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3"/>
            <p:cNvSpPr/>
            <p:nvPr/>
          </p:nvSpPr>
          <p:spPr>
            <a:xfrm>
              <a:off x="26423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3"/>
            <p:cNvSpPr/>
            <p:nvPr/>
          </p:nvSpPr>
          <p:spPr>
            <a:xfrm>
              <a:off x="26423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
            <p:cNvSpPr/>
            <p:nvPr/>
          </p:nvSpPr>
          <p:spPr>
            <a:xfrm>
              <a:off x="26423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3"/>
            <p:cNvSpPr/>
            <p:nvPr/>
          </p:nvSpPr>
          <p:spPr>
            <a:xfrm>
              <a:off x="2792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3"/>
            <p:cNvSpPr/>
            <p:nvPr/>
          </p:nvSpPr>
          <p:spPr>
            <a:xfrm>
              <a:off x="294332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3"/>
            <p:cNvSpPr/>
            <p:nvPr/>
          </p:nvSpPr>
          <p:spPr>
            <a:xfrm>
              <a:off x="294332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
            <p:cNvSpPr/>
            <p:nvPr/>
          </p:nvSpPr>
          <p:spPr>
            <a:xfrm>
              <a:off x="309385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3"/>
            <p:cNvSpPr/>
            <p:nvPr/>
          </p:nvSpPr>
          <p:spPr>
            <a:xfrm>
              <a:off x="33948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3"/>
            <p:cNvSpPr/>
            <p:nvPr/>
          </p:nvSpPr>
          <p:spPr>
            <a:xfrm>
              <a:off x="35453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1563"/>
        <p:cNvGrpSpPr/>
        <p:nvPr/>
      </p:nvGrpSpPr>
      <p:grpSpPr>
        <a:xfrm>
          <a:off x="0" y="0"/>
          <a:ext cx="0" cy="0"/>
          <a:chOff x="0" y="0"/>
          <a:chExt cx="0" cy="0"/>
        </a:xfrm>
      </p:grpSpPr>
      <p:sp>
        <p:nvSpPr>
          <p:cNvPr id="1564" name="Google Shape;1564;p5"/>
          <p:cNvSpPr txBox="1">
            <a:spLocks noGrp="1"/>
          </p:cNvSpPr>
          <p:nvPr>
            <p:ph type="title"/>
          </p:nvPr>
        </p:nvSpPr>
        <p:spPr>
          <a:xfrm>
            <a:off x="718300" y="739375"/>
            <a:ext cx="6761100" cy="857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565" name="Google Shape;1565;p5"/>
          <p:cNvSpPr txBox="1">
            <a:spLocks noGrp="1"/>
          </p:cNvSpPr>
          <p:nvPr>
            <p:ph type="body" idx="1"/>
          </p:nvPr>
        </p:nvSpPr>
        <p:spPr>
          <a:xfrm>
            <a:off x="718300" y="1733550"/>
            <a:ext cx="6761100" cy="2980500"/>
          </a:xfrm>
          <a:prstGeom prst="rect">
            <a:avLst/>
          </a:prstGeom>
        </p:spPr>
        <p:txBody>
          <a:bodyPr spcFirstLastPara="1" wrap="square" lIns="91425" tIns="91425" rIns="91425" bIns="91425" anchor="t" anchorCtr="0">
            <a:noAutofit/>
          </a:bodyPr>
          <a:lstStyle>
            <a:lvl1pPr marL="457200" lvl="0" indent="-381000">
              <a:spcBef>
                <a:spcPts val="600"/>
              </a:spcBef>
              <a:spcAft>
                <a:spcPts val="0"/>
              </a:spcAft>
              <a:buSzPts val="24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a:lvl4pPr>
            <a:lvl5pPr marL="2286000" lvl="4" indent="-381000">
              <a:spcBef>
                <a:spcPts val="0"/>
              </a:spcBef>
              <a:spcAft>
                <a:spcPts val="0"/>
              </a:spcAft>
              <a:buSzPts val="2400"/>
              <a:buChar char="▫"/>
              <a:defRPr/>
            </a:lvl5pPr>
            <a:lvl6pPr marL="2743200" lvl="5" indent="-381000">
              <a:spcBef>
                <a:spcPts val="0"/>
              </a:spcBef>
              <a:spcAft>
                <a:spcPts val="0"/>
              </a:spcAft>
              <a:buSzPts val="2400"/>
              <a:buChar char="▫"/>
              <a:defRPr/>
            </a:lvl6pPr>
            <a:lvl7pPr marL="3200400" lvl="6" indent="-381000">
              <a:spcBef>
                <a:spcPts val="0"/>
              </a:spcBef>
              <a:spcAft>
                <a:spcPts val="0"/>
              </a:spcAft>
              <a:buSzPts val="2400"/>
              <a:buChar char="●"/>
              <a:defRPr/>
            </a:lvl7pPr>
            <a:lvl8pPr marL="3657600" lvl="7" indent="-381000">
              <a:spcBef>
                <a:spcPts val="0"/>
              </a:spcBef>
              <a:spcAft>
                <a:spcPts val="0"/>
              </a:spcAft>
              <a:buSzPts val="2400"/>
              <a:buChar char="○"/>
              <a:defRPr/>
            </a:lvl8pPr>
            <a:lvl9pPr marL="4114800" lvl="8" indent="-381000">
              <a:spcBef>
                <a:spcPts val="0"/>
              </a:spcBef>
              <a:spcAft>
                <a:spcPts val="0"/>
              </a:spcAft>
              <a:buSzPts val="2400"/>
              <a:buChar char="■"/>
              <a:defRPr/>
            </a:lvl9pPr>
          </a:lstStyle>
          <a:p>
            <a:endParaRPr/>
          </a:p>
        </p:txBody>
      </p:sp>
      <p:grpSp>
        <p:nvGrpSpPr>
          <p:cNvPr id="1566" name="Google Shape;1566;p5"/>
          <p:cNvGrpSpPr/>
          <p:nvPr/>
        </p:nvGrpSpPr>
        <p:grpSpPr>
          <a:xfrm rot="10800000">
            <a:off x="8851487" y="28707"/>
            <a:ext cx="264012" cy="5086302"/>
            <a:chOff x="5307800" y="238125"/>
            <a:chExt cx="271925" cy="5238750"/>
          </a:xfrm>
        </p:grpSpPr>
        <p:sp>
          <p:nvSpPr>
            <p:cNvPr id="1567" name="Google Shape;1567;p5"/>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4" name="Google Shape;1624;p5"/>
          <p:cNvGrpSpPr/>
          <p:nvPr/>
        </p:nvGrpSpPr>
        <p:grpSpPr>
          <a:xfrm rot="10800000">
            <a:off x="7828571" y="28707"/>
            <a:ext cx="1140783" cy="5086302"/>
            <a:chOff x="5458325" y="238125"/>
            <a:chExt cx="1174975" cy="5238750"/>
          </a:xfrm>
        </p:grpSpPr>
        <p:sp>
          <p:nvSpPr>
            <p:cNvPr id="1625" name="Google Shape;1625;p5"/>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5"/>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5"/>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5"/>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5"/>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5"/>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5"/>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5"/>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5"/>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5"/>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5"/>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5"/>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5"/>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5"/>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5"/>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5"/>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5"/>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5"/>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5"/>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5"/>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5"/>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5"/>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5"/>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5"/>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5"/>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5"/>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5"/>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5"/>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5"/>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5"/>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5"/>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5"/>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5"/>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5"/>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5"/>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5"/>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5"/>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7" name="Google Shape;1687;p5"/>
          <p:cNvGrpSpPr/>
          <p:nvPr/>
        </p:nvGrpSpPr>
        <p:grpSpPr>
          <a:xfrm rot="10800000">
            <a:off x="7682451" y="28707"/>
            <a:ext cx="994639" cy="4940182"/>
            <a:chOff x="5759350" y="388625"/>
            <a:chExt cx="1024450" cy="5088250"/>
          </a:xfrm>
        </p:grpSpPr>
        <p:sp>
          <p:nvSpPr>
            <p:cNvPr id="1688" name="Google Shape;1688;p5"/>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5"/>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5"/>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5"/>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5"/>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5"/>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5"/>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5"/>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5"/>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5"/>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5"/>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5"/>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5"/>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5"/>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5"/>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5"/>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5"/>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5"/>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5"/>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5"/>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5"/>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5"/>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5"/>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5"/>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5"/>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5"/>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5"/>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5"/>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5"/>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5"/>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5"/>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5"/>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5"/>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5"/>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5"/>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5"/>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5"/>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5"/>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5"/>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5"/>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5"/>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5"/>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5"/>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5"/>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5"/>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5"/>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5"/>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5"/>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5"/>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5"/>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5"/>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5"/>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5"/>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5"/>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5"/>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5"/>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5"/>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5"/>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5"/>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5"/>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5"/>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5"/>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5"/>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5"/>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5"/>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5"/>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5"/>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5"/>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5"/>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5"/>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5"/>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5"/>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5"/>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5"/>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5"/>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5"/>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5"/>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5"/>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5"/>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5"/>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5"/>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5"/>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5"/>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5"/>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5"/>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5"/>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5"/>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5"/>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5"/>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5"/>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5"/>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5"/>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5"/>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5"/>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5"/>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5"/>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5"/>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5"/>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5"/>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5"/>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5"/>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9" name="Google Shape;1789;p5"/>
          <p:cNvGrpSpPr/>
          <p:nvPr/>
        </p:nvGrpSpPr>
        <p:grpSpPr>
          <a:xfrm rot="10800000">
            <a:off x="7682451" y="28707"/>
            <a:ext cx="1140783" cy="5086302"/>
            <a:chOff x="5608825" y="238125"/>
            <a:chExt cx="1174975" cy="5238750"/>
          </a:xfrm>
        </p:grpSpPr>
        <p:sp>
          <p:nvSpPr>
            <p:cNvPr id="1790" name="Google Shape;1790;p5"/>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5"/>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5"/>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5"/>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5"/>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5"/>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5"/>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5"/>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5"/>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5"/>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5"/>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5"/>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5"/>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5"/>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5"/>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5"/>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5"/>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5"/>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5"/>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5"/>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5"/>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5"/>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5"/>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5"/>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5"/>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5"/>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5"/>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5"/>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5"/>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5"/>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5"/>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5"/>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5"/>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5"/>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5"/>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5"/>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5"/>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5"/>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5"/>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5"/>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5"/>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5"/>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5"/>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5"/>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5"/>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5"/>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5"/>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5"/>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5"/>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5"/>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40" name="Google Shape;1840;p5"/>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1841"/>
        <p:cNvGrpSpPr/>
        <p:nvPr/>
      </p:nvGrpSpPr>
      <p:grpSpPr>
        <a:xfrm>
          <a:off x="0" y="0"/>
          <a:ext cx="0" cy="0"/>
          <a:chOff x="0" y="0"/>
          <a:chExt cx="0" cy="0"/>
        </a:xfrm>
      </p:grpSpPr>
      <p:sp>
        <p:nvSpPr>
          <p:cNvPr id="1842" name="Google Shape;1842;p6"/>
          <p:cNvSpPr txBox="1">
            <a:spLocks noGrp="1"/>
          </p:cNvSpPr>
          <p:nvPr>
            <p:ph type="title"/>
          </p:nvPr>
        </p:nvSpPr>
        <p:spPr>
          <a:xfrm>
            <a:off x="718300" y="739375"/>
            <a:ext cx="6761100" cy="857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843" name="Google Shape;1843;p6"/>
          <p:cNvSpPr txBox="1">
            <a:spLocks noGrp="1"/>
          </p:cNvSpPr>
          <p:nvPr>
            <p:ph type="body" idx="1"/>
          </p:nvPr>
        </p:nvSpPr>
        <p:spPr>
          <a:xfrm>
            <a:off x="718300" y="1762650"/>
            <a:ext cx="3242400" cy="30870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1844" name="Google Shape;1844;p6"/>
          <p:cNvSpPr txBox="1">
            <a:spLocks noGrp="1"/>
          </p:cNvSpPr>
          <p:nvPr>
            <p:ph type="body" idx="2"/>
          </p:nvPr>
        </p:nvSpPr>
        <p:spPr>
          <a:xfrm>
            <a:off x="4156071" y="1762650"/>
            <a:ext cx="3242400" cy="30870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1845" name="Google Shape;1845;p6"/>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grpSp>
        <p:nvGrpSpPr>
          <p:cNvPr id="1846" name="Google Shape;1846;p6"/>
          <p:cNvGrpSpPr/>
          <p:nvPr/>
        </p:nvGrpSpPr>
        <p:grpSpPr>
          <a:xfrm rot="10800000">
            <a:off x="8851487" y="28707"/>
            <a:ext cx="264012" cy="5086302"/>
            <a:chOff x="5307800" y="238125"/>
            <a:chExt cx="271925" cy="5238750"/>
          </a:xfrm>
        </p:grpSpPr>
        <p:sp>
          <p:nvSpPr>
            <p:cNvPr id="1847" name="Google Shape;1847;p6"/>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6"/>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6"/>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6"/>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6"/>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6"/>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6"/>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6"/>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6"/>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6"/>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6"/>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6"/>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6"/>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6"/>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6"/>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6"/>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6"/>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6"/>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6"/>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6"/>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6"/>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6"/>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6"/>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6"/>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6"/>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6"/>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6"/>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6"/>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6"/>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6"/>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6"/>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6"/>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6"/>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6"/>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6"/>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6"/>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6"/>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6"/>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6"/>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6"/>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6"/>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6"/>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6"/>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6"/>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6"/>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6"/>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6"/>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6"/>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6"/>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6"/>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6"/>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6"/>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6"/>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6"/>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6"/>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6"/>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6"/>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04" name="Google Shape;1904;p6"/>
          <p:cNvGrpSpPr/>
          <p:nvPr/>
        </p:nvGrpSpPr>
        <p:grpSpPr>
          <a:xfrm rot="10800000">
            <a:off x="7828571" y="28707"/>
            <a:ext cx="1140783" cy="5086302"/>
            <a:chOff x="5458325" y="238125"/>
            <a:chExt cx="1174975" cy="5238750"/>
          </a:xfrm>
        </p:grpSpPr>
        <p:sp>
          <p:nvSpPr>
            <p:cNvPr id="1905" name="Google Shape;1905;p6"/>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6"/>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6"/>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6"/>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6"/>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6"/>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6"/>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6"/>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6"/>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6"/>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6"/>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6"/>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6"/>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6"/>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6"/>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6"/>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6"/>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6"/>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6"/>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6"/>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6"/>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6"/>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6"/>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6"/>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6"/>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6"/>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6"/>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6"/>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6"/>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6"/>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6"/>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6"/>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6"/>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6"/>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6"/>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6"/>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6"/>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6"/>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6"/>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6"/>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6"/>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6"/>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6"/>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6"/>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6"/>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6"/>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6"/>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6"/>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6"/>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6"/>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6"/>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6"/>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6"/>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6"/>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6"/>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6"/>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6"/>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6"/>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6"/>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6"/>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6"/>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6"/>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7" name="Google Shape;1967;p6"/>
          <p:cNvGrpSpPr/>
          <p:nvPr/>
        </p:nvGrpSpPr>
        <p:grpSpPr>
          <a:xfrm rot="10800000">
            <a:off x="7682451" y="28707"/>
            <a:ext cx="994639" cy="4940182"/>
            <a:chOff x="5759350" y="388625"/>
            <a:chExt cx="1024450" cy="5088250"/>
          </a:xfrm>
        </p:grpSpPr>
        <p:sp>
          <p:nvSpPr>
            <p:cNvPr id="1968" name="Google Shape;1968;p6"/>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6"/>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6"/>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6"/>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6"/>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6"/>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6"/>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6"/>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6"/>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6"/>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6"/>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6"/>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6"/>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6"/>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6"/>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6"/>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6"/>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6"/>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6"/>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6"/>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6"/>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6"/>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6"/>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6"/>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6"/>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6"/>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6"/>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6"/>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6"/>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6"/>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6"/>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6"/>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6"/>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6"/>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6"/>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6"/>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6"/>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6"/>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6"/>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6"/>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6"/>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6"/>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6"/>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6"/>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6"/>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6"/>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6"/>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6"/>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6"/>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6"/>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6"/>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6"/>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6"/>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6"/>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6"/>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6"/>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6"/>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6"/>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6"/>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6"/>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6"/>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6"/>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6"/>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6"/>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6"/>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6"/>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6"/>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6"/>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6"/>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6"/>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6"/>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6"/>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6"/>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6"/>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6"/>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6"/>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6"/>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6"/>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6"/>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6"/>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6"/>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6"/>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6"/>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6"/>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6"/>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6"/>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6"/>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6"/>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6"/>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6"/>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6"/>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6"/>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6"/>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6"/>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6"/>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6"/>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6"/>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6"/>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6"/>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6"/>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6"/>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9" name="Google Shape;2069;p6"/>
          <p:cNvGrpSpPr/>
          <p:nvPr/>
        </p:nvGrpSpPr>
        <p:grpSpPr>
          <a:xfrm rot="10800000">
            <a:off x="7682451" y="28707"/>
            <a:ext cx="1140783" cy="5086302"/>
            <a:chOff x="5608825" y="238125"/>
            <a:chExt cx="1174975" cy="5238750"/>
          </a:xfrm>
        </p:grpSpPr>
        <p:sp>
          <p:nvSpPr>
            <p:cNvPr id="2070" name="Google Shape;2070;p6"/>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6"/>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6"/>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6"/>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6"/>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6"/>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6"/>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6"/>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6"/>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6"/>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6"/>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6"/>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6"/>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6"/>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6"/>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6"/>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6"/>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6"/>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6"/>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6"/>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6"/>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6"/>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6"/>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6"/>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6"/>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6"/>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6"/>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6"/>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6"/>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6"/>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6"/>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6"/>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6"/>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6"/>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6"/>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6"/>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6"/>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6"/>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6"/>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6"/>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6"/>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6"/>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6"/>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6"/>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6"/>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6"/>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6"/>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6"/>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6"/>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6"/>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54"/>
        <p:cNvGrpSpPr/>
        <p:nvPr/>
      </p:nvGrpSpPr>
      <p:grpSpPr>
        <a:xfrm>
          <a:off x="0" y="0"/>
          <a:ext cx="0" cy="0"/>
          <a:chOff x="0" y="0"/>
          <a:chExt cx="0" cy="0"/>
        </a:xfrm>
      </p:grpSpPr>
      <p:sp>
        <p:nvSpPr>
          <p:cNvPr id="2955" name="Google Shape;2955;p10"/>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grpSp>
        <p:nvGrpSpPr>
          <p:cNvPr id="2956" name="Google Shape;2956;p10"/>
          <p:cNvGrpSpPr/>
          <p:nvPr/>
        </p:nvGrpSpPr>
        <p:grpSpPr>
          <a:xfrm rot="10800000">
            <a:off x="8851487" y="28707"/>
            <a:ext cx="264012" cy="5086302"/>
            <a:chOff x="5307800" y="238125"/>
            <a:chExt cx="271925" cy="5238750"/>
          </a:xfrm>
        </p:grpSpPr>
        <p:sp>
          <p:nvSpPr>
            <p:cNvPr id="2957" name="Google Shape;2957;p10"/>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10"/>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10"/>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10"/>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10"/>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10"/>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10"/>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10"/>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10"/>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10"/>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10"/>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10"/>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10"/>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10"/>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10"/>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10"/>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10"/>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10"/>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10"/>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10"/>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10"/>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10"/>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10"/>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10"/>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10"/>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10"/>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10"/>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10"/>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10"/>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10"/>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10"/>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10"/>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10"/>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10"/>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10"/>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10"/>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10"/>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10"/>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10"/>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10"/>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10"/>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10"/>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10"/>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10"/>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10"/>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10"/>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10"/>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10"/>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10"/>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10"/>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10"/>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10"/>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10"/>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10"/>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10"/>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10"/>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10"/>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14" name="Google Shape;3014;p10"/>
          <p:cNvGrpSpPr/>
          <p:nvPr/>
        </p:nvGrpSpPr>
        <p:grpSpPr>
          <a:xfrm rot="10800000">
            <a:off x="7828571" y="28707"/>
            <a:ext cx="1140783" cy="5086302"/>
            <a:chOff x="5458325" y="238125"/>
            <a:chExt cx="1174975" cy="5238750"/>
          </a:xfrm>
        </p:grpSpPr>
        <p:sp>
          <p:nvSpPr>
            <p:cNvPr id="3015" name="Google Shape;3015;p10"/>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10"/>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10"/>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10"/>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10"/>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10"/>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10"/>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10"/>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10"/>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10"/>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10"/>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10"/>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10"/>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10"/>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10"/>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10"/>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10"/>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10"/>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10"/>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10"/>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10"/>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10"/>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10"/>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10"/>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10"/>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10"/>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10"/>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10"/>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10"/>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10"/>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10"/>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10"/>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10"/>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10"/>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10"/>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10"/>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10"/>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10"/>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10"/>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10"/>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10"/>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10"/>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10"/>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10"/>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10"/>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10"/>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10"/>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10"/>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10"/>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10"/>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10"/>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10"/>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10"/>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10"/>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10"/>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10"/>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10"/>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10"/>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10"/>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10"/>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10"/>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10"/>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7" name="Google Shape;3077;p10"/>
          <p:cNvGrpSpPr/>
          <p:nvPr/>
        </p:nvGrpSpPr>
        <p:grpSpPr>
          <a:xfrm rot="10800000">
            <a:off x="7682451" y="28707"/>
            <a:ext cx="994639" cy="4940182"/>
            <a:chOff x="5759350" y="388625"/>
            <a:chExt cx="1024450" cy="5088250"/>
          </a:xfrm>
        </p:grpSpPr>
        <p:sp>
          <p:nvSpPr>
            <p:cNvPr id="3078" name="Google Shape;3078;p10"/>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10"/>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10"/>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10"/>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10"/>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10"/>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10"/>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10"/>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10"/>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10"/>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10"/>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10"/>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10"/>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10"/>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10"/>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10"/>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10"/>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10"/>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10"/>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10"/>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10"/>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10"/>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10"/>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10"/>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10"/>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10"/>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10"/>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10"/>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10"/>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10"/>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10"/>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10"/>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10"/>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10"/>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10"/>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10"/>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10"/>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10"/>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10"/>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10"/>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10"/>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10"/>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10"/>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10"/>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10"/>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10"/>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10"/>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10"/>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10"/>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10"/>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10"/>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10"/>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10"/>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10"/>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10"/>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10"/>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10"/>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10"/>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10"/>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10"/>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10"/>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10"/>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10"/>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10"/>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10"/>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10"/>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10"/>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10"/>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10"/>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10"/>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10"/>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10"/>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10"/>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10"/>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10"/>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10"/>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10"/>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10"/>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10"/>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10"/>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10"/>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10"/>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10"/>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10"/>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10"/>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10"/>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10"/>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10"/>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10"/>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10"/>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10"/>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10"/>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10"/>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10"/>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10"/>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10"/>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10"/>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10"/>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10"/>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10"/>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10"/>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79" name="Google Shape;3179;p10"/>
          <p:cNvGrpSpPr/>
          <p:nvPr/>
        </p:nvGrpSpPr>
        <p:grpSpPr>
          <a:xfrm rot="10800000">
            <a:off x="7682451" y="28707"/>
            <a:ext cx="1140783" cy="5086302"/>
            <a:chOff x="5608825" y="238125"/>
            <a:chExt cx="1174975" cy="5238750"/>
          </a:xfrm>
        </p:grpSpPr>
        <p:sp>
          <p:nvSpPr>
            <p:cNvPr id="3180" name="Google Shape;3180;p10"/>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10"/>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10"/>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10"/>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10"/>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10"/>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10"/>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10"/>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10"/>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10"/>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10"/>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10"/>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10"/>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10"/>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10"/>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10"/>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10"/>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10"/>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10"/>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10"/>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10"/>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10"/>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10"/>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10"/>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10"/>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10"/>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10"/>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10"/>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10"/>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10"/>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10"/>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10"/>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10"/>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10"/>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10"/>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10"/>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10"/>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10"/>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10"/>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10"/>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10"/>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10"/>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10"/>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10"/>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10"/>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10"/>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10"/>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10"/>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10"/>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10"/>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accent5"/>
        </a:solidFill>
        <a:effectLst/>
      </p:bgPr>
    </p:bg>
    <p:spTree>
      <p:nvGrpSpPr>
        <p:cNvPr id="1" name="Shape 3230"/>
        <p:cNvGrpSpPr/>
        <p:nvPr/>
      </p:nvGrpSpPr>
      <p:grpSpPr>
        <a:xfrm>
          <a:off x="0" y="0"/>
          <a:ext cx="0" cy="0"/>
          <a:chOff x="0" y="0"/>
          <a:chExt cx="0" cy="0"/>
        </a:xfrm>
      </p:grpSpPr>
      <p:grpSp>
        <p:nvGrpSpPr>
          <p:cNvPr id="3231" name="Google Shape;3231;p11"/>
          <p:cNvGrpSpPr/>
          <p:nvPr/>
        </p:nvGrpSpPr>
        <p:grpSpPr>
          <a:xfrm rot="10800000">
            <a:off x="8851487" y="28707"/>
            <a:ext cx="264012" cy="5086302"/>
            <a:chOff x="5307800" y="238125"/>
            <a:chExt cx="271925" cy="5238750"/>
          </a:xfrm>
        </p:grpSpPr>
        <p:sp>
          <p:nvSpPr>
            <p:cNvPr id="3232" name="Google Shape;3232;p11"/>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11"/>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11"/>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11"/>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11"/>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11"/>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11"/>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11"/>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11"/>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11"/>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11"/>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11"/>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11"/>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11"/>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11"/>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11"/>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11"/>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11"/>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11"/>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11"/>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11"/>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11"/>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11"/>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11"/>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11"/>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11"/>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11"/>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11"/>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11"/>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11"/>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11"/>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11"/>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11"/>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11"/>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11"/>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11"/>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11"/>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11"/>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11"/>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11"/>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11"/>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11"/>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11"/>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11"/>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11"/>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11"/>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11"/>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11"/>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11"/>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1" name="Google Shape;3281;p11"/>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2" name="Google Shape;3282;p11"/>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11"/>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11"/>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11"/>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11"/>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11"/>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11"/>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89" name="Google Shape;3289;p11"/>
          <p:cNvGrpSpPr/>
          <p:nvPr/>
        </p:nvGrpSpPr>
        <p:grpSpPr>
          <a:xfrm rot="10800000">
            <a:off x="7828571" y="28707"/>
            <a:ext cx="1140783" cy="5086302"/>
            <a:chOff x="5458325" y="238125"/>
            <a:chExt cx="1174975" cy="5238750"/>
          </a:xfrm>
        </p:grpSpPr>
        <p:sp>
          <p:nvSpPr>
            <p:cNvPr id="3290" name="Google Shape;3290;p11"/>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11"/>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11"/>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11"/>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11"/>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11"/>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11"/>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11"/>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11"/>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11"/>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11"/>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11"/>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11"/>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11"/>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11"/>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11"/>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11"/>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11"/>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11"/>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11"/>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11"/>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11"/>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11"/>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11"/>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11"/>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11"/>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11"/>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11"/>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11"/>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11"/>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11"/>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11"/>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2" name="Google Shape;3322;p11"/>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3" name="Google Shape;3323;p11"/>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4" name="Google Shape;3324;p11"/>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5" name="Google Shape;3325;p11"/>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6" name="Google Shape;3326;p11"/>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7" name="Google Shape;3327;p11"/>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11"/>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11"/>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0" name="Google Shape;3330;p11"/>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1" name="Google Shape;3331;p11"/>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11"/>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11"/>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11"/>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5" name="Google Shape;3335;p11"/>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11"/>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11"/>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11"/>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11"/>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11"/>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11"/>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11"/>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11"/>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11"/>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11"/>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11"/>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11"/>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11"/>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11"/>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11"/>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11"/>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2" name="Google Shape;3352;p11"/>
          <p:cNvGrpSpPr/>
          <p:nvPr/>
        </p:nvGrpSpPr>
        <p:grpSpPr>
          <a:xfrm rot="10800000">
            <a:off x="7682451" y="28707"/>
            <a:ext cx="994639" cy="4940182"/>
            <a:chOff x="5759350" y="388625"/>
            <a:chExt cx="1024450" cy="5088250"/>
          </a:xfrm>
        </p:grpSpPr>
        <p:sp>
          <p:nvSpPr>
            <p:cNvPr id="3353" name="Google Shape;3353;p11"/>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11"/>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11"/>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11"/>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11"/>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11"/>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11"/>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11"/>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11"/>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11"/>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11"/>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11"/>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11"/>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11"/>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11"/>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11"/>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9" name="Google Shape;3369;p11"/>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11"/>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11"/>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11"/>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11"/>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4" name="Google Shape;3374;p11"/>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11"/>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6" name="Google Shape;3376;p11"/>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11"/>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11"/>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11"/>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11"/>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11"/>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11"/>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11"/>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11"/>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11"/>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11"/>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11"/>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11"/>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11"/>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11"/>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11"/>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11"/>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11"/>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11"/>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11"/>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11"/>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11"/>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11"/>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11"/>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11"/>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11"/>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11"/>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11"/>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11"/>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11"/>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11"/>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11"/>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11"/>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11"/>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11"/>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11"/>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11"/>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11"/>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11"/>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11"/>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11"/>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11"/>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11"/>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11"/>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11"/>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11"/>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11"/>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11"/>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11"/>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11"/>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11"/>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11"/>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11"/>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11"/>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11"/>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11"/>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11"/>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11"/>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11"/>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11"/>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11"/>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11"/>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11"/>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11"/>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11"/>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11"/>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11"/>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11"/>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11"/>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11"/>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11"/>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11"/>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11"/>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11"/>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11"/>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11"/>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11"/>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11"/>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54" name="Google Shape;3454;p11"/>
          <p:cNvGrpSpPr/>
          <p:nvPr/>
        </p:nvGrpSpPr>
        <p:grpSpPr>
          <a:xfrm rot="10800000">
            <a:off x="7682451" y="28707"/>
            <a:ext cx="1140783" cy="5086302"/>
            <a:chOff x="5608825" y="238125"/>
            <a:chExt cx="1174975" cy="5238750"/>
          </a:xfrm>
        </p:grpSpPr>
        <p:sp>
          <p:nvSpPr>
            <p:cNvPr id="3455" name="Google Shape;3455;p11"/>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11"/>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11"/>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11"/>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11"/>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11"/>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11"/>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11"/>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11"/>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11"/>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11"/>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11"/>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11"/>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11"/>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11"/>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11"/>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11"/>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11"/>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11"/>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11"/>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11"/>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11"/>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11"/>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11"/>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11"/>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11"/>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11"/>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2" name="Google Shape;3482;p11"/>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3" name="Google Shape;3483;p11"/>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3484;p11"/>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11"/>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11"/>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11"/>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11"/>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11"/>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11"/>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11"/>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11"/>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11"/>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11"/>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11"/>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11"/>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11"/>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11"/>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11"/>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11"/>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11"/>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11"/>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11"/>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11"/>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05" name="Google Shape;3505;p11"/>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solidFill>
                  <a:schemeClr val="accent2"/>
                </a:solidFill>
              </a:defRPr>
            </a:lvl1pPr>
            <a:lvl2pPr lvl="1">
              <a:buNone/>
              <a:defRPr>
                <a:solidFill>
                  <a:schemeClr val="accent2"/>
                </a:solidFill>
              </a:defRPr>
            </a:lvl2pPr>
            <a:lvl3pPr lvl="2">
              <a:buNone/>
              <a:defRPr>
                <a:solidFill>
                  <a:schemeClr val="accent2"/>
                </a:solidFill>
              </a:defRPr>
            </a:lvl3pPr>
            <a:lvl4pPr lvl="3">
              <a:buNone/>
              <a:defRPr>
                <a:solidFill>
                  <a:schemeClr val="accent2"/>
                </a:solidFill>
              </a:defRPr>
            </a:lvl4pPr>
            <a:lvl5pPr lvl="4">
              <a:buNone/>
              <a:defRPr>
                <a:solidFill>
                  <a:schemeClr val="accent2"/>
                </a:solidFill>
              </a:defRPr>
            </a:lvl5pPr>
            <a:lvl6pPr lvl="5">
              <a:buNone/>
              <a:defRPr>
                <a:solidFill>
                  <a:schemeClr val="accent2"/>
                </a:solidFill>
              </a:defRPr>
            </a:lvl6pPr>
            <a:lvl7pPr lvl="6">
              <a:buNone/>
              <a:defRPr>
                <a:solidFill>
                  <a:schemeClr val="accent2"/>
                </a:solidFill>
              </a:defRPr>
            </a:lvl7pPr>
            <a:lvl8pPr lvl="7">
              <a:buNone/>
              <a:defRPr>
                <a:solidFill>
                  <a:schemeClr val="accent2"/>
                </a:solidFill>
              </a:defRPr>
            </a:lvl8pPr>
            <a:lvl9pPr lvl="8">
              <a:buNone/>
              <a:defRPr>
                <a:solidFill>
                  <a:schemeClr val="accent2"/>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8300" y="739375"/>
            <a:ext cx="6761100" cy="8574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1pPr>
            <a:lvl2pPr lvl="1">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2pPr>
            <a:lvl3pPr lvl="2">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3pPr>
            <a:lvl4pPr lvl="3">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4pPr>
            <a:lvl5pPr lvl="4">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5pPr>
            <a:lvl6pPr lvl="5">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6pPr>
            <a:lvl7pPr lvl="6">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7pPr>
            <a:lvl8pPr lvl="7">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8pPr>
            <a:lvl9pPr lvl="8">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9pPr>
          </a:lstStyle>
          <a:p>
            <a:endParaRPr/>
          </a:p>
        </p:txBody>
      </p:sp>
      <p:sp>
        <p:nvSpPr>
          <p:cNvPr id="7" name="Google Shape;7;p1"/>
          <p:cNvSpPr txBox="1">
            <a:spLocks noGrp="1"/>
          </p:cNvSpPr>
          <p:nvPr>
            <p:ph type="body" idx="1"/>
          </p:nvPr>
        </p:nvSpPr>
        <p:spPr>
          <a:xfrm>
            <a:off x="718300" y="1733550"/>
            <a:ext cx="6761100" cy="29805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accent1"/>
              </a:buClr>
              <a:buSzPts val="2400"/>
              <a:buFont typeface="Titillium Web Light"/>
              <a:buChar char="▪"/>
              <a:defRPr sz="2400">
                <a:solidFill>
                  <a:schemeClr val="dk1"/>
                </a:solidFill>
                <a:latin typeface="Titillium Web Light"/>
                <a:ea typeface="Titillium Web Light"/>
                <a:cs typeface="Titillium Web Light"/>
                <a:sym typeface="Titillium Web Light"/>
              </a:defRPr>
            </a:lvl1pPr>
            <a:lvl2pPr marL="914400" lvl="1" indent="-381000">
              <a:spcBef>
                <a:spcPts val="0"/>
              </a:spcBef>
              <a:spcAft>
                <a:spcPts val="0"/>
              </a:spcAft>
              <a:buClr>
                <a:schemeClr val="accent1"/>
              </a:buClr>
              <a:buSzPts val="2400"/>
              <a:buFont typeface="Titillium Web Light"/>
              <a:buChar char="▫"/>
              <a:defRPr sz="2400">
                <a:solidFill>
                  <a:schemeClr val="dk1"/>
                </a:solidFill>
                <a:latin typeface="Titillium Web Light"/>
                <a:ea typeface="Titillium Web Light"/>
                <a:cs typeface="Titillium Web Light"/>
                <a:sym typeface="Titillium Web Light"/>
              </a:defRPr>
            </a:lvl2pPr>
            <a:lvl3pPr marL="1371600" lvl="2" indent="-381000">
              <a:spcBef>
                <a:spcPts val="0"/>
              </a:spcBef>
              <a:spcAft>
                <a:spcPts val="0"/>
              </a:spcAft>
              <a:buClr>
                <a:schemeClr val="accent1"/>
              </a:buClr>
              <a:buSzPts val="2400"/>
              <a:buFont typeface="Titillium Web Light"/>
              <a:buChar char="▫"/>
              <a:defRPr sz="2400">
                <a:solidFill>
                  <a:schemeClr val="dk1"/>
                </a:solidFill>
                <a:latin typeface="Titillium Web Light"/>
                <a:ea typeface="Titillium Web Light"/>
                <a:cs typeface="Titillium Web Light"/>
                <a:sym typeface="Titillium Web Light"/>
              </a:defRPr>
            </a:lvl3pPr>
            <a:lvl4pPr marL="1828800" lvl="3"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4pPr>
            <a:lvl5pPr marL="2286000" lvl="4"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5pPr>
            <a:lvl6pPr marL="2743200" lvl="5"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6pPr>
            <a:lvl7pPr marL="3200400" lvl="6"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7pPr>
            <a:lvl8pPr marL="3657600" lvl="7"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8pPr>
            <a:lvl9pPr marL="4114800" lvl="8"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9pPr>
          </a:lstStyle>
          <a:p>
            <a:endParaRPr/>
          </a:p>
        </p:txBody>
      </p:sp>
      <p:sp>
        <p:nvSpPr>
          <p:cNvPr id="8" name="Google Shape;8;p1"/>
          <p:cNvSpPr txBox="1">
            <a:spLocks noGrp="1"/>
          </p:cNvSpPr>
          <p:nvPr>
            <p:ph type="sldNum" idx="12"/>
          </p:nvPr>
        </p:nvSpPr>
        <p:spPr>
          <a:xfrm>
            <a:off x="91531" y="4720201"/>
            <a:ext cx="548700" cy="393600"/>
          </a:xfrm>
          <a:prstGeom prst="rect">
            <a:avLst/>
          </a:prstGeom>
          <a:noFill/>
          <a:ln>
            <a:noFill/>
          </a:ln>
        </p:spPr>
        <p:txBody>
          <a:bodyPr spcFirstLastPara="1" wrap="square" lIns="91425" tIns="91425" rIns="91425" bIns="91425" anchor="ctr" anchorCtr="0">
            <a:noAutofit/>
          </a:bodyPr>
          <a:lstStyle>
            <a:lvl1pPr lvl="0">
              <a:buNone/>
              <a:defRPr sz="1200">
                <a:solidFill>
                  <a:schemeClr val="dk2"/>
                </a:solidFill>
                <a:latin typeface="Dosis ExtraLight"/>
                <a:ea typeface="Dosis ExtraLight"/>
                <a:cs typeface="Dosis ExtraLight"/>
                <a:sym typeface="Dosis ExtraLight"/>
              </a:defRPr>
            </a:lvl1pPr>
            <a:lvl2pPr lvl="1">
              <a:buNone/>
              <a:defRPr sz="1200">
                <a:solidFill>
                  <a:schemeClr val="dk2"/>
                </a:solidFill>
                <a:latin typeface="Dosis ExtraLight"/>
                <a:ea typeface="Dosis ExtraLight"/>
                <a:cs typeface="Dosis ExtraLight"/>
                <a:sym typeface="Dosis ExtraLight"/>
              </a:defRPr>
            </a:lvl2pPr>
            <a:lvl3pPr lvl="2">
              <a:buNone/>
              <a:defRPr sz="1200">
                <a:solidFill>
                  <a:schemeClr val="dk2"/>
                </a:solidFill>
                <a:latin typeface="Dosis ExtraLight"/>
                <a:ea typeface="Dosis ExtraLight"/>
                <a:cs typeface="Dosis ExtraLight"/>
                <a:sym typeface="Dosis ExtraLight"/>
              </a:defRPr>
            </a:lvl3pPr>
            <a:lvl4pPr lvl="3">
              <a:buNone/>
              <a:defRPr sz="1200">
                <a:solidFill>
                  <a:schemeClr val="dk2"/>
                </a:solidFill>
                <a:latin typeface="Dosis ExtraLight"/>
                <a:ea typeface="Dosis ExtraLight"/>
                <a:cs typeface="Dosis ExtraLight"/>
                <a:sym typeface="Dosis ExtraLight"/>
              </a:defRPr>
            </a:lvl4pPr>
            <a:lvl5pPr lvl="4">
              <a:buNone/>
              <a:defRPr sz="1200">
                <a:solidFill>
                  <a:schemeClr val="dk2"/>
                </a:solidFill>
                <a:latin typeface="Dosis ExtraLight"/>
                <a:ea typeface="Dosis ExtraLight"/>
                <a:cs typeface="Dosis ExtraLight"/>
                <a:sym typeface="Dosis ExtraLight"/>
              </a:defRPr>
            </a:lvl5pPr>
            <a:lvl6pPr lvl="5">
              <a:buNone/>
              <a:defRPr sz="1200">
                <a:solidFill>
                  <a:schemeClr val="dk2"/>
                </a:solidFill>
                <a:latin typeface="Dosis ExtraLight"/>
                <a:ea typeface="Dosis ExtraLight"/>
                <a:cs typeface="Dosis ExtraLight"/>
                <a:sym typeface="Dosis ExtraLight"/>
              </a:defRPr>
            </a:lvl6pPr>
            <a:lvl7pPr lvl="6">
              <a:buNone/>
              <a:defRPr sz="1200">
                <a:solidFill>
                  <a:schemeClr val="dk2"/>
                </a:solidFill>
                <a:latin typeface="Dosis ExtraLight"/>
                <a:ea typeface="Dosis ExtraLight"/>
                <a:cs typeface="Dosis ExtraLight"/>
                <a:sym typeface="Dosis ExtraLight"/>
              </a:defRPr>
            </a:lvl7pPr>
            <a:lvl8pPr lvl="7">
              <a:buNone/>
              <a:defRPr sz="1200">
                <a:solidFill>
                  <a:schemeClr val="dk2"/>
                </a:solidFill>
                <a:latin typeface="Dosis ExtraLight"/>
                <a:ea typeface="Dosis ExtraLight"/>
                <a:cs typeface="Dosis ExtraLight"/>
                <a:sym typeface="Dosis ExtraLight"/>
              </a:defRPr>
            </a:lvl8pPr>
            <a:lvl9pPr lvl="8">
              <a:buNone/>
              <a:defRPr sz="1200">
                <a:solidFill>
                  <a:schemeClr val="dk2"/>
                </a:solidFill>
                <a:latin typeface="Dosis ExtraLight"/>
                <a:ea typeface="Dosis ExtraLight"/>
                <a:cs typeface="Dosis ExtraLight"/>
                <a:sym typeface="Dosis ExtraLight"/>
              </a:defRPr>
            </a:lvl9pPr>
          </a:lstStyle>
          <a:p>
            <a:pPr marL="0" lvl="0" indent="0" algn="l"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6" r:id="rId5"/>
    <p:sldLayoutId id="2147483657"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80.png"/><Relationship Id="rId5" Type="http://schemas.openxmlformats.org/officeDocument/2006/relationships/image" Target="../media/image70.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19.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35"/>
        <p:cNvGrpSpPr/>
        <p:nvPr/>
      </p:nvGrpSpPr>
      <p:grpSpPr>
        <a:xfrm>
          <a:off x="0" y="0"/>
          <a:ext cx="0" cy="0"/>
          <a:chOff x="0" y="0"/>
          <a:chExt cx="0" cy="0"/>
        </a:xfrm>
      </p:grpSpPr>
      <p:sp>
        <p:nvSpPr>
          <p:cNvPr id="3836" name="Google Shape;3836;p13"/>
          <p:cNvSpPr txBox="1">
            <a:spLocks noGrp="1"/>
          </p:cNvSpPr>
          <p:nvPr>
            <p:ph type="ctrTitle"/>
          </p:nvPr>
        </p:nvSpPr>
        <p:spPr>
          <a:xfrm>
            <a:off x="247135" y="498717"/>
            <a:ext cx="5878614" cy="1159800"/>
          </a:xfrm>
          <a:prstGeom prst="rect">
            <a:avLst/>
          </a:prstGeom>
        </p:spPr>
        <p:txBody>
          <a:bodyPr spcFirstLastPara="1" wrap="square" lIns="91425" tIns="91425" rIns="91425" bIns="91425" anchor="t" anchorCtr="0">
            <a:noAutofit/>
          </a:bodyPr>
          <a:lstStyle/>
          <a:p>
            <a:pPr lvl="0" algn="ctr"/>
            <a:r>
              <a:rPr lang="en-US" sz="4400" dirty="0"/>
              <a:t>Information-Centric Networking Application to</a:t>
            </a:r>
            <a:br>
              <a:rPr lang="en-US" sz="4400" dirty="0"/>
            </a:br>
            <a:r>
              <a:rPr lang="en-US" sz="4400" dirty="0"/>
              <a:t>Maritime Satellite Communications</a:t>
            </a:r>
            <a:endParaRPr sz="4400" dirty="0"/>
          </a:p>
        </p:txBody>
      </p:sp>
      <p:sp>
        <p:nvSpPr>
          <p:cNvPr id="2" name="矩形 1">
            <a:extLst>
              <a:ext uri="{FF2B5EF4-FFF2-40B4-BE49-F238E27FC236}">
                <a16:creationId xmlns:a16="http://schemas.microsoft.com/office/drawing/2014/main" id="{0A3FA827-3F89-45B7-9D1F-B91B31B4E41D}"/>
              </a:ext>
            </a:extLst>
          </p:cNvPr>
          <p:cNvSpPr/>
          <p:nvPr/>
        </p:nvSpPr>
        <p:spPr>
          <a:xfrm>
            <a:off x="900441" y="3583838"/>
            <a:ext cx="4947699" cy="954107"/>
          </a:xfrm>
          <a:prstGeom prst="rect">
            <a:avLst/>
          </a:prstGeom>
        </p:spPr>
        <p:txBody>
          <a:bodyPr wrap="square">
            <a:spAutoFit/>
          </a:bodyPr>
          <a:lstStyle/>
          <a:p>
            <a:pPr algn="ctr"/>
            <a:r>
              <a:rPr lang="en-US" altLang="zh-TW" dirty="0">
                <a:solidFill>
                  <a:schemeClr val="bg1">
                    <a:lumMod val="85000"/>
                  </a:schemeClr>
                </a:solidFill>
              </a:rPr>
              <a:t>Published in: ICC 2020 - 2020 IEEE International Conference on Communications (ICC)</a:t>
            </a:r>
          </a:p>
          <a:p>
            <a:pPr algn="ctr"/>
            <a:endParaRPr lang="en-US" altLang="zh-TW" dirty="0">
              <a:solidFill>
                <a:schemeClr val="bg1">
                  <a:lumMod val="85000"/>
                </a:schemeClr>
              </a:solidFill>
            </a:endParaRPr>
          </a:p>
          <a:p>
            <a:pPr algn="ctr"/>
            <a:r>
              <a:rPr lang="it-IT" altLang="zh-TW" dirty="0">
                <a:solidFill>
                  <a:schemeClr val="bg1">
                    <a:lumMod val="85000"/>
                  </a:schemeClr>
                </a:solidFill>
              </a:rPr>
              <a:t>Roshith Sebastian ; Giovanni Giambene ; Tomaso de Cola</a:t>
            </a:r>
            <a:endParaRPr lang="zh-TW" altLang="en-US" dirty="0">
              <a:solidFill>
                <a:schemeClr val="bg1">
                  <a:lumMod val="8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DE45D10-6061-478A-B037-B41C1454BFA6}"/>
              </a:ext>
            </a:extLst>
          </p:cNvPr>
          <p:cNvSpPr>
            <a:spLocks noGrp="1"/>
          </p:cNvSpPr>
          <p:nvPr>
            <p:ph type="title"/>
          </p:nvPr>
        </p:nvSpPr>
        <p:spPr/>
        <p:txBody>
          <a:bodyPr/>
          <a:lstStyle/>
          <a:p>
            <a:endParaRPr lang="zh-TW" altLang="en-US"/>
          </a:p>
        </p:txBody>
      </p:sp>
      <p:sp>
        <p:nvSpPr>
          <p:cNvPr id="3" name="文字版面配置區 2">
            <a:extLst>
              <a:ext uri="{FF2B5EF4-FFF2-40B4-BE49-F238E27FC236}">
                <a16:creationId xmlns:a16="http://schemas.microsoft.com/office/drawing/2014/main" id="{4504EA89-A92B-4A65-AE1C-9694F85AE12F}"/>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DC3A44C7-276E-4888-AF8F-500C901C82DD}"/>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2</a:t>
            </a:fld>
            <a:endParaRPr lang="en"/>
          </a:p>
        </p:txBody>
      </p:sp>
      <p:pic>
        <p:nvPicPr>
          <p:cNvPr id="6" name="圖片 5">
            <a:extLst>
              <a:ext uri="{FF2B5EF4-FFF2-40B4-BE49-F238E27FC236}">
                <a16:creationId xmlns:a16="http://schemas.microsoft.com/office/drawing/2014/main" id="{899436CA-DEEF-4334-9A0E-76651E30587F}"/>
              </a:ext>
            </a:extLst>
          </p:cNvPr>
          <p:cNvPicPr>
            <a:picLocks noChangeAspect="1"/>
          </p:cNvPicPr>
          <p:nvPr/>
        </p:nvPicPr>
        <p:blipFill>
          <a:blip r:embed="rId3"/>
          <a:stretch>
            <a:fillRect/>
          </a:stretch>
        </p:blipFill>
        <p:spPr>
          <a:xfrm>
            <a:off x="365881" y="646387"/>
            <a:ext cx="7240177" cy="4067663"/>
          </a:xfrm>
          <a:prstGeom prst="rect">
            <a:avLst/>
          </a:prstGeom>
        </p:spPr>
      </p:pic>
    </p:spTree>
    <p:extLst>
      <p:ext uri="{BB962C8B-B14F-4D97-AF65-F5344CB8AC3E}">
        <p14:creationId xmlns:p14="http://schemas.microsoft.com/office/powerpoint/2010/main" val="3715538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C59D52D-E74A-43B8-A55A-AAC6E04DF03C}"/>
              </a:ext>
            </a:extLst>
          </p:cNvPr>
          <p:cNvSpPr>
            <a:spLocks noGrp="1"/>
          </p:cNvSpPr>
          <p:nvPr>
            <p:ph type="title"/>
          </p:nvPr>
        </p:nvSpPr>
        <p:spPr/>
        <p:txBody>
          <a:bodyPr/>
          <a:lstStyle/>
          <a:p>
            <a:endParaRPr lang="zh-TW" altLang="en-US"/>
          </a:p>
        </p:txBody>
      </p:sp>
      <p:sp>
        <p:nvSpPr>
          <p:cNvPr id="3" name="文字版面配置區 2">
            <a:extLst>
              <a:ext uri="{FF2B5EF4-FFF2-40B4-BE49-F238E27FC236}">
                <a16:creationId xmlns:a16="http://schemas.microsoft.com/office/drawing/2014/main" id="{EC6FBEB2-451A-48F6-8514-C4D72F363E2E}"/>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B087787C-78E6-43E7-B28E-DC764B04B8E8}"/>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3</a:t>
            </a:fld>
            <a:endParaRPr lang="en"/>
          </a:p>
        </p:txBody>
      </p:sp>
      <p:pic>
        <p:nvPicPr>
          <p:cNvPr id="5" name="圖片 4">
            <a:extLst>
              <a:ext uri="{FF2B5EF4-FFF2-40B4-BE49-F238E27FC236}">
                <a16:creationId xmlns:a16="http://schemas.microsoft.com/office/drawing/2014/main" id="{345CD587-3B68-40F9-B2C6-40C35B8AE47B}"/>
              </a:ext>
            </a:extLst>
          </p:cNvPr>
          <p:cNvPicPr>
            <a:picLocks noChangeAspect="1"/>
          </p:cNvPicPr>
          <p:nvPr/>
        </p:nvPicPr>
        <p:blipFill>
          <a:blip r:embed="rId3"/>
          <a:stretch>
            <a:fillRect/>
          </a:stretch>
        </p:blipFill>
        <p:spPr>
          <a:xfrm>
            <a:off x="214259" y="561856"/>
            <a:ext cx="7545675" cy="4019787"/>
          </a:xfrm>
          <a:prstGeom prst="rect">
            <a:avLst/>
          </a:prstGeom>
        </p:spPr>
      </p:pic>
    </p:spTree>
    <p:extLst>
      <p:ext uri="{BB962C8B-B14F-4D97-AF65-F5344CB8AC3E}">
        <p14:creationId xmlns:p14="http://schemas.microsoft.com/office/powerpoint/2010/main" val="1534530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F31E9A48-1966-42BE-87E3-1DE825882FCF}"/>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4</a:t>
            </a:fld>
            <a:endParaRPr lang="en"/>
          </a:p>
        </p:txBody>
      </p:sp>
      <p:pic>
        <p:nvPicPr>
          <p:cNvPr id="6" name="圖片 5">
            <a:extLst>
              <a:ext uri="{FF2B5EF4-FFF2-40B4-BE49-F238E27FC236}">
                <a16:creationId xmlns:a16="http://schemas.microsoft.com/office/drawing/2014/main" id="{D84C76CD-9D92-4BF5-A80B-CDF169141804}"/>
              </a:ext>
            </a:extLst>
          </p:cNvPr>
          <p:cNvPicPr>
            <a:picLocks noChangeAspect="1"/>
          </p:cNvPicPr>
          <p:nvPr/>
        </p:nvPicPr>
        <p:blipFill>
          <a:blip r:embed="rId3"/>
          <a:stretch>
            <a:fillRect/>
          </a:stretch>
        </p:blipFill>
        <p:spPr>
          <a:xfrm>
            <a:off x="538408" y="2097070"/>
            <a:ext cx="7060594" cy="1270907"/>
          </a:xfrm>
          <a:prstGeom prst="rect">
            <a:avLst/>
          </a:prstGeom>
        </p:spPr>
      </p:pic>
    </p:spTree>
    <p:extLst>
      <p:ext uri="{BB962C8B-B14F-4D97-AF65-F5344CB8AC3E}">
        <p14:creationId xmlns:p14="http://schemas.microsoft.com/office/powerpoint/2010/main" val="534651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F82019A-D06C-4C08-A4AC-D59BACDF2F86}"/>
              </a:ext>
            </a:extLst>
          </p:cNvPr>
          <p:cNvSpPr>
            <a:spLocks noGrp="1"/>
          </p:cNvSpPr>
          <p:nvPr>
            <p:ph type="title"/>
          </p:nvPr>
        </p:nvSpPr>
        <p:spPr/>
        <p:txBody>
          <a:bodyPr/>
          <a:lstStyle/>
          <a:p>
            <a:endParaRPr lang="zh-TW" altLang="en-US"/>
          </a:p>
        </p:txBody>
      </p:sp>
      <p:sp>
        <p:nvSpPr>
          <p:cNvPr id="3" name="文字版面配置區 2">
            <a:extLst>
              <a:ext uri="{FF2B5EF4-FFF2-40B4-BE49-F238E27FC236}">
                <a16:creationId xmlns:a16="http://schemas.microsoft.com/office/drawing/2014/main" id="{CCAB9361-901F-497F-9A78-BBB7279108D1}"/>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08918960-74CC-44C2-9913-46A13DD680DF}"/>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5</a:t>
            </a:fld>
            <a:endParaRPr lang="en"/>
          </a:p>
        </p:txBody>
      </p:sp>
      <p:pic>
        <p:nvPicPr>
          <p:cNvPr id="6" name="圖片 5">
            <a:extLst>
              <a:ext uri="{FF2B5EF4-FFF2-40B4-BE49-F238E27FC236}">
                <a16:creationId xmlns:a16="http://schemas.microsoft.com/office/drawing/2014/main" id="{C9FEC686-5B9E-4AB8-9C2E-798BCBAFFA61}"/>
              </a:ext>
            </a:extLst>
          </p:cNvPr>
          <p:cNvPicPr>
            <a:picLocks noChangeAspect="1"/>
          </p:cNvPicPr>
          <p:nvPr/>
        </p:nvPicPr>
        <p:blipFill>
          <a:blip r:embed="rId3"/>
          <a:stretch>
            <a:fillRect/>
          </a:stretch>
        </p:blipFill>
        <p:spPr>
          <a:xfrm>
            <a:off x="892910" y="703711"/>
            <a:ext cx="6411879" cy="4010339"/>
          </a:xfrm>
          <a:prstGeom prst="rect">
            <a:avLst/>
          </a:prstGeom>
        </p:spPr>
      </p:pic>
    </p:spTree>
    <p:extLst>
      <p:ext uri="{BB962C8B-B14F-4D97-AF65-F5344CB8AC3E}">
        <p14:creationId xmlns:p14="http://schemas.microsoft.com/office/powerpoint/2010/main" val="3524257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835"/>
        <p:cNvGrpSpPr/>
        <p:nvPr/>
      </p:nvGrpSpPr>
      <p:grpSpPr>
        <a:xfrm>
          <a:off x="0" y="0"/>
          <a:ext cx="0" cy="0"/>
          <a:chOff x="0" y="0"/>
          <a:chExt cx="0" cy="0"/>
        </a:xfrm>
      </p:grpSpPr>
      <p:sp>
        <p:nvSpPr>
          <p:cNvPr id="3836" name="Google Shape;3836;p13"/>
          <p:cNvSpPr txBox="1">
            <a:spLocks noGrp="1"/>
          </p:cNvSpPr>
          <p:nvPr>
            <p:ph type="ctrTitle"/>
          </p:nvPr>
        </p:nvSpPr>
        <p:spPr>
          <a:xfrm>
            <a:off x="247135" y="498717"/>
            <a:ext cx="5878614" cy="1159800"/>
          </a:xfrm>
          <a:prstGeom prst="rect">
            <a:avLst/>
          </a:prstGeom>
        </p:spPr>
        <p:txBody>
          <a:bodyPr spcFirstLastPara="1" wrap="square" lIns="91425" tIns="91425" rIns="91425" bIns="91425" anchor="t" anchorCtr="0">
            <a:noAutofit/>
          </a:bodyPr>
          <a:lstStyle/>
          <a:p>
            <a:pPr lvl="0" algn="ctr"/>
            <a:r>
              <a:rPr lang="en-US" sz="4400" dirty="0"/>
              <a:t>Branch-based Link Planning for Time-varying Space-air</a:t>
            </a:r>
            <a:br>
              <a:rPr lang="en-US" sz="4400" dirty="0"/>
            </a:br>
            <a:r>
              <a:rPr lang="en-US" sz="4400" dirty="0"/>
              <a:t>Integrated networks</a:t>
            </a:r>
            <a:endParaRPr sz="4400" dirty="0"/>
          </a:p>
        </p:txBody>
      </p:sp>
      <p:sp>
        <p:nvSpPr>
          <p:cNvPr id="2" name="矩形 1">
            <a:extLst>
              <a:ext uri="{FF2B5EF4-FFF2-40B4-BE49-F238E27FC236}">
                <a16:creationId xmlns:a16="http://schemas.microsoft.com/office/drawing/2014/main" id="{0A3FA827-3F89-45B7-9D1F-B91B31B4E41D}"/>
              </a:ext>
            </a:extLst>
          </p:cNvPr>
          <p:cNvSpPr/>
          <p:nvPr/>
        </p:nvSpPr>
        <p:spPr>
          <a:xfrm>
            <a:off x="900442" y="3583838"/>
            <a:ext cx="4572000" cy="954107"/>
          </a:xfrm>
          <a:prstGeom prst="rect">
            <a:avLst/>
          </a:prstGeom>
        </p:spPr>
        <p:txBody>
          <a:bodyPr>
            <a:spAutoFit/>
          </a:bodyPr>
          <a:lstStyle/>
          <a:p>
            <a:pPr algn="ctr"/>
            <a:r>
              <a:rPr lang="en-US" altLang="zh-TW" dirty="0">
                <a:solidFill>
                  <a:schemeClr val="bg1">
                    <a:lumMod val="85000"/>
                  </a:schemeClr>
                </a:solidFill>
              </a:rPr>
              <a:t>Published in: ICC 2020 - 2020 IEEE International Conference on Communications (ICC)</a:t>
            </a:r>
          </a:p>
          <a:p>
            <a:pPr algn="ctr"/>
            <a:endParaRPr lang="en-US" altLang="zh-TW" dirty="0">
              <a:solidFill>
                <a:schemeClr val="bg1">
                  <a:lumMod val="85000"/>
                </a:schemeClr>
              </a:solidFill>
            </a:endParaRPr>
          </a:p>
          <a:p>
            <a:pPr algn="ctr"/>
            <a:r>
              <a:rPr lang="en-US" altLang="zh-TW" dirty="0">
                <a:solidFill>
                  <a:schemeClr val="bg1">
                    <a:lumMod val="85000"/>
                  </a:schemeClr>
                </a:solidFill>
              </a:rPr>
              <a:t>Feng Wang ; </a:t>
            </a:r>
            <a:r>
              <a:rPr lang="en-US" altLang="zh-TW" dirty="0" err="1">
                <a:solidFill>
                  <a:schemeClr val="bg1">
                    <a:lumMod val="85000"/>
                  </a:schemeClr>
                </a:solidFill>
              </a:rPr>
              <a:t>Dingde</a:t>
            </a:r>
            <a:r>
              <a:rPr lang="en-US" altLang="zh-TW" dirty="0">
                <a:solidFill>
                  <a:schemeClr val="bg1">
                    <a:lumMod val="85000"/>
                  </a:schemeClr>
                </a:solidFill>
              </a:rPr>
              <a:t> Jiang ; </a:t>
            </a:r>
            <a:r>
              <a:rPr lang="en-US" altLang="zh-TW" dirty="0" err="1">
                <a:solidFill>
                  <a:schemeClr val="bg1">
                    <a:lumMod val="85000"/>
                  </a:schemeClr>
                </a:solidFill>
              </a:rPr>
              <a:t>Houbing</a:t>
            </a:r>
            <a:r>
              <a:rPr lang="en-US" altLang="zh-TW" dirty="0">
                <a:solidFill>
                  <a:schemeClr val="bg1">
                    <a:lumMod val="85000"/>
                  </a:schemeClr>
                </a:solidFill>
              </a:rPr>
              <a:t> Song ; Lei Shi</a:t>
            </a:r>
            <a:endParaRPr lang="zh-TW" altLang="en-US" dirty="0">
              <a:solidFill>
                <a:schemeClr val="bg1">
                  <a:lumMod val="85000"/>
                </a:schemeClr>
              </a:solidFill>
            </a:endParaRPr>
          </a:p>
        </p:txBody>
      </p:sp>
    </p:spTree>
    <p:extLst>
      <p:ext uri="{BB962C8B-B14F-4D97-AF65-F5344CB8AC3E}">
        <p14:creationId xmlns:p14="http://schemas.microsoft.com/office/powerpoint/2010/main" val="126274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840"/>
        <p:cNvGrpSpPr/>
        <p:nvPr/>
      </p:nvGrpSpPr>
      <p:grpSpPr>
        <a:xfrm>
          <a:off x="0" y="0"/>
          <a:ext cx="0" cy="0"/>
          <a:chOff x="0" y="0"/>
          <a:chExt cx="0" cy="0"/>
        </a:xfrm>
      </p:grpSpPr>
      <p:sp>
        <p:nvSpPr>
          <p:cNvPr id="3841" name="Google Shape;3841;p14"/>
          <p:cNvSpPr txBox="1">
            <a:spLocks noGrp="1"/>
          </p:cNvSpPr>
          <p:nvPr>
            <p:ph type="title"/>
          </p:nvPr>
        </p:nvSpPr>
        <p:spPr>
          <a:xfrm>
            <a:off x="718300" y="261580"/>
            <a:ext cx="6761100" cy="857400"/>
          </a:xfrm>
          <a:prstGeom prst="rect">
            <a:avLst/>
          </a:prstGeom>
        </p:spPr>
        <p:txBody>
          <a:bodyPr spcFirstLastPara="1" wrap="square" lIns="91425" tIns="91425" rIns="91425" bIns="91425" anchor="b" anchorCtr="0">
            <a:noAutofit/>
          </a:bodyPr>
          <a:lstStyle/>
          <a:p>
            <a:pPr lvl="0"/>
            <a:r>
              <a:rPr lang="en-US" altLang="zh-TW" dirty="0"/>
              <a:t>Introduction</a:t>
            </a:r>
            <a:endParaRPr dirty="0"/>
          </a:p>
        </p:txBody>
      </p:sp>
      <p:sp>
        <p:nvSpPr>
          <p:cNvPr id="8" name="文字版面配置區 7">
            <a:extLst>
              <a:ext uri="{FF2B5EF4-FFF2-40B4-BE49-F238E27FC236}">
                <a16:creationId xmlns:a16="http://schemas.microsoft.com/office/drawing/2014/main" id="{D0DB9C07-2550-4D8B-B66C-68B0DE7CBB67}"/>
              </a:ext>
            </a:extLst>
          </p:cNvPr>
          <p:cNvSpPr>
            <a:spLocks noGrp="1"/>
          </p:cNvSpPr>
          <p:nvPr>
            <p:ph type="body" idx="1"/>
          </p:nvPr>
        </p:nvSpPr>
        <p:spPr>
          <a:xfrm>
            <a:off x="718300" y="1379323"/>
            <a:ext cx="6761100" cy="2980500"/>
          </a:xfrm>
        </p:spPr>
        <p:txBody>
          <a:bodyPr/>
          <a:lstStyle/>
          <a:p>
            <a:r>
              <a:rPr lang="en-US" altLang="zh-TW" sz="1800" dirty="0"/>
              <a:t>The popularity of unmanned aerial vehicles (UAVs) indicates that intelligent devices can be widely applied in high and low altitude platforms to provide cross-border communications, geological surveys and aerial warnings.</a:t>
            </a:r>
          </a:p>
          <a:p>
            <a:endParaRPr lang="en-US" altLang="zh-TW" sz="1800" dirty="0"/>
          </a:p>
          <a:p>
            <a:r>
              <a:rPr lang="en-US" altLang="zh-TW" sz="1800" dirty="0"/>
              <a:t>Compared with the ground accessing, the satellite accessing for UAV is preferred because of the </a:t>
            </a:r>
            <a:r>
              <a:rPr lang="en-US" altLang="zh-TW" sz="1800" dirty="0">
                <a:solidFill>
                  <a:schemeClr val="accent1">
                    <a:lumMod val="50000"/>
                  </a:schemeClr>
                </a:solidFill>
              </a:rPr>
              <a:t>undifferentiated coverage</a:t>
            </a:r>
            <a:r>
              <a:rPr lang="en-US" altLang="zh-TW" sz="1800" dirty="0"/>
              <a:t>. In SAIN, LEO satellites can forward the UAV data and issue guidelines to realize </a:t>
            </a:r>
            <a:r>
              <a:rPr lang="en-US" altLang="zh-TW" sz="1800" dirty="0">
                <a:solidFill>
                  <a:schemeClr val="accent1">
                    <a:lumMod val="50000"/>
                  </a:schemeClr>
                </a:solidFill>
              </a:rPr>
              <a:t>real-time UAV control</a:t>
            </a:r>
            <a:r>
              <a:rPr lang="en-US" altLang="zh-TW" sz="1800" dirty="0"/>
              <a:t>.</a:t>
            </a:r>
          </a:p>
        </p:txBody>
      </p:sp>
      <p:sp>
        <p:nvSpPr>
          <p:cNvPr id="3845" name="Google Shape;3845;p14"/>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40"/>
        <p:cNvGrpSpPr/>
        <p:nvPr/>
      </p:nvGrpSpPr>
      <p:grpSpPr>
        <a:xfrm>
          <a:off x="0" y="0"/>
          <a:ext cx="0" cy="0"/>
          <a:chOff x="0" y="0"/>
          <a:chExt cx="0" cy="0"/>
        </a:xfrm>
      </p:grpSpPr>
      <p:sp>
        <p:nvSpPr>
          <p:cNvPr id="3841" name="Google Shape;3841;p14"/>
          <p:cNvSpPr txBox="1">
            <a:spLocks noGrp="1"/>
          </p:cNvSpPr>
          <p:nvPr>
            <p:ph type="title"/>
          </p:nvPr>
        </p:nvSpPr>
        <p:spPr>
          <a:xfrm>
            <a:off x="718300" y="261580"/>
            <a:ext cx="6761100" cy="857400"/>
          </a:xfrm>
          <a:prstGeom prst="rect">
            <a:avLst/>
          </a:prstGeom>
        </p:spPr>
        <p:txBody>
          <a:bodyPr spcFirstLastPara="1" wrap="square" lIns="91425" tIns="91425" rIns="91425" bIns="91425" anchor="b" anchorCtr="0">
            <a:noAutofit/>
          </a:bodyPr>
          <a:lstStyle/>
          <a:p>
            <a:pPr lvl="0"/>
            <a:r>
              <a:rPr lang="en-US" altLang="zh-TW" dirty="0"/>
              <a:t>Introduction</a:t>
            </a:r>
            <a:endParaRPr dirty="0"/>
          </a:p>
        </p:txBody>
      </p:sp>
      <p:sp>
        <p:nvSpPr>
          <p:cNvPr id="8" name="文字版面配置區 7">
            <a:extLst>
              <a:ext uri="{FF2B5EF4-FFF2-40B4-BE49-F238E27FC236}">
                <a16:creationId xmlns:a16="http://schemas.microsoft.com/office/drawing/2014/main" id="{D0DB9C07-2550-4D8B-B66C-68B0DE7CBB67}"/>
              </a:ext>
            </a:extLst>
          </p:cNvPr>
          <p:cNvSpPr>
            <a:spLocks noGrp="1"/>
          </p:cNvSpPr>
          <p:nvPr>
            <p:ph type="body" idx="1"/>
          </p:nvPr>
        </p:nvSpPr>
        <p:spPr>
          <a:xfrm>
            <a:off x="718300" y="1379323"/>
            <a:ext cx="6761100" cy="2980500"/>
          </a:xfrm>
        </p:spPr>
        <p:txBody>
          <a:bodyPr/>
          <a:lstStyle/>
          <a:p>
            <a:r>
              <a:rPr lang="en-US" altLang="zh-TW" sz="1800" dirty="0"/>
              <a:t>It is not easy to design routing strategy in </a:t>
            </a:r>
            <a:r>
              <a:rPr lang="en-US" altLang="zh-TW" sz="1800" dirty="0">
                <a:solidFill>
                  <a:schemeClr val="accent2">
                    <a:lumMod val="75000"/>
                  </a:schemeClr>
                </a:solidFill>
              </a:rPr>
              <a:t>SAIN</a:t>
            </a:r>
            <a:r>
              <a:rPr lang="en-US" altLang="zh-TW" sz="1800" dirty="0"/>
              <a:t>, considering complex relative motion of low-earth-orbit (LEO) satellites and unmanned aerial vehicles (UAV).</a:t>
            </a:r>
          </a:p>
          <a:p>
            <a:endParaRPr lang="en-US" altLang="zh-TW" sz="1800" dirty="0"/>
          </a:p>
          <a:p>
            <a:r>
              <a:rPr lang="en-US" altLang="zh-TW" sz="1800" dirty="0"/>
              <a:t>Therefore, characteristics like connection time and control coverage of satellites need to be considered for optimal </a:t>
            </a:r>
            <a:r>
              <a:rPr lang="en-US" altLang="zh-TW" sz="1800" dirty="0">
                <a:solidFill>
                  <a:schemeClr val="accent1">
                    <a:lumMod val="50000"/>
                  </a:schemeClr>
                </a:solidFill>
              </a:rPr>
              <a:t>accessing control satellite (ACS) </a:t>
            </a:r>
            <a:r>
              <a:rPr lang="en-US" altLang="zh-TW" sz="1800" dirty="0"/>
              <a:t>selection.</a:t>
            </a:r>
          </a:p>
          <a:p>
            <a:endParaRPr lang="en-US" altLang="zh-TW" sz="1800" dirty="0"/>
          </a:p>
        </p:txBody>
      </p:sp>
      <p:sp>
        <p:nvSpPr>
          <p:cNvPr id="3845" name="Google Shape;3845;p14"/>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8</a:t>
            </a:fld>
            <a:endParaRPr/>
          </a:p>
        </p:txBody>
      </p:sp>
    </p:spTree>
    <p:extLst>
      <p:ext uri="{BB962C8B-B14F-4D97-AF65-F5344CB8AC3E}">
        <p14:creationId xmlns:p14="http://schemas.microsoft.com/office/powerpoint/2010/main" val="2455857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40"/>
        <p:cNvGrpSpPr/>
        <p:nvPr/>
      </p:nvGrpSpPr>
      <p:grpSpPr>
        <a:xfrm>
          <a:off x="0" y="0"/>
          <a:ext cx="0" cy="0"/>
          <a:chOff x="0" y="0"/>
          <a:chExt cx="0" cy="0"/>
        </a:xfrm>
      </p:grpSpPr>
      <p:sp>
        <p:nvSpPr>
          <p:cNvPr id="3841" name="Google Shape;3841;p14"/>
          <p:cNvSpPr txBox="1">
            <a:spLocks noGrp="1"/>
          </p:cNvSpPr>
          <p:nvPr>
            <p:ph type="title"/>
          </p:nvPr>
        </p:nvSpPr>
        <p:spPr>
          <a:xfrm>
            <a:off x="718300" y="261580"/>
            <a:ext cx="6761100" cy="857400"/>
          </a:xfrm>
          <a:prstGeom prst="rect">
            <a:avLst/>
          </a:prstGeom>
        </p:spPr>
        <p:txBody>
          <a:bodyPr spcFirstLastPara="1" wrap="square" lIns="91425" tIns="91425" rIns="91425" bIns="91425" anchor="b" anchorCtr="0">
            <a:noAutofit/>
          </a:bodyPr>
          <a:lstStyle/>
          <a:p>
            <a:pPr lvl="0"/>
            <a:r>
              <a:rPr lang="en-US" altLang="zh-TW" dirty="0"/>
              <a:t>Introduction</a:t>
            </a:r>
            <a:endParaRPr dirty="0"/>
          </a:p>
        </p:txBody>
      </p:sp>
      <p:sp>
        <p:nvSpPr>
          <p:cNvPr id="8" name="文字版面配置區 7">
            <a:extLst>
              <a:ext uri="{FF2B5EF4-FFF2-40B4-BE49-F238E27FC236}">
                <a16:creationId xmlns:a16="http://schemas.microsoft.com/office/drawing/2014/main" id="{D0DB9C07-2550-4D8B-B66C-68B0DE7CBB67}"/>
              </a:ext>
            </a:extLst>
          </p:cNvPr>
          <p:cNvSpPr>
            <a:spLocks noGrp="1"/>
          </p:cNvSpPr>
          <p:nvPr>
            <p:ph type="body" idx="1"/>
          </p:nvPr>
        </p:nvSpPr>
        <p:spPr>
          <a:xfrm>
            <a:off x="718300" y="1379323"/>
            <a:ext cx="6761100" cy="2980500"/>
          </a:xfrm>
        </p:spPr>
        <p:txBody>
          <a:bodyPr/>
          <a:lstStyle/>
          <a:p>
            <a:r>
              <a:rPr lang="en-US" altLang="zh-TW" sz="1800" dirty="0"/>
              <a:t>Further, the flight data should be </a:t>
            </a:r>
            <a:r>
              <a:rPr lang="en-US" altLang="zh-TW" sz="1800" dirty="0">
                <a:solidFill>
                  <a:schemeClr val="accent1">
                    <a:lumMod val="50000"/>
                  </a:schemeClr>
                </a:solidFill>
              </a:rPr>
              <a:t>shared among ACSs </a:t>
            </a:r>
            <a:r>
              <a:rPr lang="en-US" altLang="zh-TW" sz="1800" dirty="0"/>
              <a:t>for continuous service. Since each ACS is connected to UAV at different times and positions, these nodes may not be directly interconnected in one time slot, which makes a huge challenge to the routing design of SAIN.</a:t>
            </a:r>
          </a:p>
          <a:p>
            <a:endParaRPr lang="en-US" altLang="zh-TW" sz="1800" dirty="0"/>
          </a:p>
          <a:p>
            <a:r>
              <a:rPr lang="en-US" altLang="zh-TW" sz="1800" dirty="0"/>
              <a:t>The</a:t>
            </a:r>
            <a:r>
              <a:rPr lang="zh-TW" altLang="en-US" sz="1800" dirty="0"/>
              <a:t> </a:t>
            </a:r>
            <a:r>
              <a:rPr lang="en-US" altLang="zh-TW" sz="1800" dirty="0">
                <a:solidFill>
                  <a:schemeClr val="accent1">
                    <a:lumMod val="50000"/>
                  </a:schemeClr>
                </a:solidFill>
              </a:rPr>
              <a:t>based link planning strategy(BLPS) </a:t>
            </a:r>
            <a:r>
              <a:rPr lang="en-US" altLang="zh-TW" sz="1800" dirty="0"/>
              <a:t>can find proper satellites in each orbit as </a:t>
            </a:r>
            <a:r>
              <a:rPr lang="en-US" altLang="zh-TW" sz="1800" dirty="0">
                <a:solidFill>
                  <a:schemeClr val="accent1">
                    <a:lumMod val="50000"/>
                  </a:schemeClr>
                </a:solidFill>
              </a:rPr>
              <a:t>relay nodes</a:t>
            </a:r>
            <a:r>
              <a:rPr lang="en-US" altLang="zh-TW" sz="1800" dirty="0"/>
              <a:t> to form the </a:t>
            </a:r>
            <a:r>
              <a:rPr lang="en-US" altLang="zh-TW" sz="1800" dirty="0">
                <a:solidFill>
                  <a:schemeClr val="accent1">
                    <a:lumMod val="50000"/>
                  </a:schemeClr>
                </a:solidFill>
              </a:rPr>
              <a:t>trunk</a:t>
            </a:r>
            <a:r>
              <a:rPr lang="en-US" altLang="zh-TW" sz="1800" dirty="0"/>
              <a:t>, so that the final route meets stable data transmission.</a:t>
            </a:r>
          </a:p>
          <a:p>
            <a:endParaRPr lang="en-US" altLang="zh-TW" sz="1800" dirty="0"/>
          </a:p>
        </p:txBody>
      </p:sp>
      <p:sp>
        <p:nvSpPr>
          <p:cNvPr id="3845" name="Google Shape;3845;p14"/>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9</a:t>
            </a:fld>
            <a:endParaRPr/>
          </a:p>
        </p:txBody>
      </p:sp>
    </p:spTree>
    <p:extLst>
      <p:ext uri="{BB962C8B-B14F-4D97-AF65-F5344CB8AC3E}">
        <p14:creationId xmlns:p14="http://schemas.microsoft.com/office/powerpoint/2010/main" val="10263218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40"/>
        <p:cNvGrpSpPr/>
        <p:nvPr/>
      </p:nvGrpSpPr>
      <p:grpSpPr>
        <a:xfrm>
          <a:off x="0" y="0"/>
          <a:ext cx="0" cy="0"/>
          <a:chOff x="0" y="0"/>
          <a:chExt cx="0" cy="0"/>
        </a:xfrm>
      </p:grpSpPr>
      <p:sp>
        <p:nvSpPr>
          <p:cNvPr id="3841" name="Google Shape;3841;p14"/>
          <p:cNvSpPr txBox="1">
            <a:spLocks noGrp="1"/>
          </p:cNvSpPr>
          <p:nvPr>
            <p:ph type="title"/>
          </p:nvPr>
        </p:nvSpPr>
        <p:spPr>
          <a:xfrm>
            <a:off x="718300" y="16807"/>
            <a:ext cx="6761100" cy="857400"/>
          </a:xfrm>
          <a:prstGeom prst="rect">
            <a:avLst/>
          </a:prstGeom>
        </p:spPr>
        <p:txBody>
          <a:bodyPr spcFirstLastPara="1" wrap="square" lIns="91425" tIns="91425" rIns="91425" bIns="91425" anchor="b" anchorCtr="0">
            <a:noAutofit/>
          </a:bodyPr>
          <a:lstStyle/>
          <a:p>
            <a:pPr lvl="0"/>
            <a:r>
              <a:rPr lang="en-US" altLang="zh-TW" dirty="0"/>
              <a:t>Introduction</a:t>
            </a:r>
            <a:endParaRPr dirty="0"/>
          </a:p>
        </p:txBody>
      </p:sp>
      <p:sp>
        <p:nvSpPr>
          <p:cNvPr id="8" name="文字版面配置區 7">
            <a:extLst>
              <a:ext uri="{FF2B5EF4-FFF2-40B4-BE49-F238E27FC236}">
                <a16:creationId xmlns:a16="http://schemas.microsoft.com/office/drawing/2014/main" id="{D0DB9C07-2550-4D8B-B66C-68B0DE7CBB67}"/>
              </a:ext>
            </a:extLst>
          </p:cNvPr>
          <p:cNvSpPr>
            <a:spLocks noGrp="1"/>
          </p:cNvSpPr>
          <p:nvPr>
            <p:ph type="body" idx="1"/>
          </p:nvPr>
        </p:nvSpPr>
        <p:spPr>
          <a:xfrm>
            <a:off x="718300" y="874207"/>
            <a:ext cx="6761100" cy="3225273"/>
          </a:xfrm>
        </p:spPr>
        <p:txBody>
          <a:bodyPr/>
          <a:lstStyle/>
          <a:p>
            <a:pPr marL="76200" indent="0">
              <a:buNone/>
            </a:pPr>
            <a:r>
              <a:rPr lang="en-US" altLang="zh-TW" sz="1800" dirty="0"/>
              <a:t>Overall, the main contributions of this work are as follows:</a:t>
            </a:r>
          </a:p>
          <a:p>
            <a:pPr marL="76200" indent="0">
              <a:buNone/>
            </a:pPr>
            <a:endParaRPr lang="en-US" altLang="zh-TW" sz="1800" dirty="0"/>
          </a:p>
          <a:p>
            <a:pPr lvl="1"/>
            <a:r>
              <a:rPr lang="en-US" altLang="zh-TW" sz="1800" dirty="0"/>
              <a:t>In this paper, we hierarchically formalize the SAIN routing problem, with the objective of optimizing the </a:t>
            </a:r>
            <a:r>
              <a:rPr lang="en-US" altLang="zh-TW" sz="1800" dirty="0">
                <a:solidFill>
                  <a:schemeClr val="accent1">
                    <a:lumMod val="50000"/>
                  </a:schemeClr>
                </a:solidFill>
              </a:rPr>
              <a:t>stability</a:t>
            </a:r>
            <a:r>
              <a:rPr lang="en-US" altLang="zh-TW" sz="1800" dirty="0"/>
              <a:t> of UAV control and data transmission.</a:t>
            </a:r>
          </a:p>
          <a:p>
            <a:pPr lvl="1"/>
            <a:endParaRPr lang="en-US" altLang="zh-TW" sz="1800" dirty="0"/>
          </a:p>
          <a:p>
            <a:pPr lvl="1"/>
            <a:r>
              <a:rPr lang="en-US" altLang="zh-TW" sz="1800" dirty="0"/>
              <a:t>The relative motion characteristics between satellites and UAV are analyzed. The </a:t>
            </a:r>
            <a:r>
              <a:rPr lang="en-US" altLang="zh-TW" sz="1800" dirty="0">
                <a:solidFill>
                  <a:schemeClr val="accent1">
                    <a:lumMod val="50000"/>
                  </a:schemeClr>
                </a:solidFill>
              </a:rPr>
              <a:t>transmission capacity </a:t>
            </a:r>
            <a:r>
              <a:rPr lang="en-US" altLang="zh-TW" sz="1800" dirty="0"/>
              <a:t>and </a:t>
            </a:r>
            <a:r>
              <a:rPr lang="en-US" altLang="zh-TW" sz="1800" dirty="0">
                <a:solidFill>
                  <a:schemeClr val="accent1">
                    <a:lumMod val="50000"/>
                  </a:schemeClr>
                </a:solidFill>
              </a:rPr>
              <a:t>signal attenuation</a:t>
            </a:r>
            <a:r>
              <a:rPr lang="en-US" altLang="zh-TW" sz="1800" dirty="0"/>
              <a:t> are comprehensively evaluated for ACS selection.</a:t>
            </a:r>
          </a:p>
          <a:p>
            <a:pPr lvl="1"/>
            <a:endParaRPr lang="en-US" altLang="zh-TW" sz="1800" dirty="0"/>
          </a:p>
          <a:p>
            <a:pPr lvl="1"/>
            <a:r>
              <a:rPr lang="en-US" altLang="zh-TW" sz="1800" dirty="0"/>
              <a:t>The SAIN is constructed by leveraging the time-varying graph. The </a:t>
            </a:r>
            <a:r>
              <a:rPr lang="en-US" altLang="zh-TW" sz="1800" dirty="0">
                <a:solidFill>
                  <a:schemeClr val="accent1">
                    <a:lumMod val="50000"/>
                  </a:schemeClr>
                </a:solidFill>
              </a:rPr>
              <a:t>BLPS strategy </a:t>
            </a:r>
            <a:r>
              <a:rPr lang="en-US" altLang="zh-TW" sz="1800" dirty="0"/>
              <a:t>is proposed to deploy ISL, which can also improve the link reliability and robustness.</a:t>
            </a:r>
          </a:p>
        </p:txBody>
      </p:sp>
      <p:sp>
        <p:nvSpPr>
          <p:cNvPr id="3845" name="Google Shape;3845;p14"/>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10</a:t>
            </a:fld>
            <a:endParaRPr/>
          </a:p>
        </p:txBody>
      </p:sp>
    </p:spTree>
    <p:extLst>
      <p:ext uri="{BB962C8B-B14F-4D97-AF65-F5344CB8AC3E}">
        <p14:creationId xmlns:p14="http://schemas.microsoft.com/office/powerpoint/2010/main" val="26661498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40"/>
        <p:cNvGrpSpPr/>
        <p:nvPr/>
      </p:nvGrpSpPr>
      <p:grpSpPr>
        <a:xfrm>
          <a:off x="0" y="0"/>
          <a:ext cx="0" cy="0"/>
          <a:chOff x="0" y="0"/>
          <a:chExt cx="0" cy="0"/>
        </a:xfrm>
      </p:grpSpPr>
      <p:sp>
        <p:nvSpPr>
          <p:cNvPr id="3841" name="Google Shape;3841;p14"/>
          <p:cNvSpPr txBox="1">
            <a:spLocks noGrp="1"/>
          </p:cNvSpPr>
          <p:nvPr>
            <p:ph type="title"/>
          </p:nvPr>
        </p:nvSpPr>
        <p:spPr>
          <a:xfrm>
            <a:off x="718300" y="257054"/>
            <a:ext cx="6761100" cy="857400"/>
          </a:xfrm>
          <a:prstGeom prst="rect">
            <a:avLst/>
          </a:prstGeom>
        </p:spPr>
        <p:txBody>
          <a:bodyPr spcFirstLastPara="1" wrap="square" lIns="91425" tIns="91425" rIns="91425" bIns="91425" anchor="b" anchorCtr="0">
            <a:noAutofit/>
          </a:bodyPr>
          <a:lstStyle/>
          <a:p>
            <a:r>
              <a:rPr lang="en-US" altLang="zh-TW" dirty="0"/>
              <a:t>Mathematical Model</a:t>
            </a:r>
          </a:p>
        </p:txBody>
      </p:sp>
      <p:sp>
        <p:nvSpPr>
          <p:cNvPr id="2" name="文字版面配置區 1">
            <a:extLst>
              <a:ext uri="{FF2B5EF4-FFF2-40B4-BE49-F238E27FC236}">
                <a16:creationId xmlns:a16="http://schemas.microsoft.com/office/drawing/2014/main" id="{8A65CF08-33A3-4533-9DFB-365E323A1DAE}"/>
              </a:ext>
            </a:extLst>
          </p:cNvPr>
          <p:cNvSpPr>
            <a:spLocks noGrp="1"/>
          </p:cNvSpPr>
          <p:nvPr>
            <p:ph type="body" idx="1"/>
          </p:nvPr>
        </p:nvSpPr>
        <p:spPr>
          <a:xfrm>
            <a:off x="718300" y="1120605"/>
            <a:ext cx="6761100" cy="3599596"/>
          </a:xfrm>
        </p:spPr>
        <p:txBody>
          <a:bodyPr/>
          <a:lstStyle/>
          <a:p>
            <a:r>
              <a:rPr lang="en-US" altLang="zh-TW" b="1" i="1" dirty="0"/>
              <a:t>Accessing Control Satellite Selection</a:t>
            </a:r>
          </a:p>
          <a:p>
            <a:endParaRPr lang="en-US" altLang="zh-TW" b="1" i="1" dirty="0"/>
          </a:p>
          <a:p>
            <a:pPr marL="533400" lvl="1" indent="0">
              <a:buNone/>
            </a:pPr>
            <a:r>
              <a:rPr lang="en-US" altLang="zh-TW" sz="2000" dirty="0"/>
              <a:t>The goal of ACS selection is to realize </a:t>
            </a:r>
            <a:r>
              <a:rPr lang="en-US" altLang="zh-TW" sz="2000" dirty="0">
                <a:solidFill>
                  <a:schemeClr val="accent1">
                    <a:lumMod val="50000"/>
                  </a:schemeClr>
                </a:solidFill>
              </a:rPr>
              <a:t>stable real-time control</a:t>
            </a:r>
            <a:r>
              <a:rPr lang="en-US" altLang="zh-TW" sz="2000" dirty="0">
                <a:solidFill>
                  <a:schemeClr val="accent2">
                    <a:lumMod val="75000"/>
                  </a:schemeClr>
                </a:solidFill>
              </a:rPr>
              <a:t> </a:t>
            </a:r>
            <a:r>
              <a:rPr lang="en-US" altLang="zh-TW" sz="2000" dirty="0"/>
              <a:t>of the UAV. The main characteristics of ACS selection may include </a:t>
            </a:r>
            <a:r>
              <a:rPr lang="en-US" altLang="zh-TW" sz="2000" dirty="0">
                <a:solidFill>
                  <a:schemeClr val="accent1">
                    <a:lumMod val="50000"/>
                  </a:schemeClr>
                </a:solidFill>
              </a:rPr>
              <a:t>data transmission capacity </a:t>
            </a:r>
            <a:r>
              <a:rPr lang="en-US" altLang="zh-TW" sz="2000" dirty="0"/>
              <a:t>and </a:t>
            </a:r>
            <a:r>
              <a:rPr lang="en-US" altLang="zh-TW" sz="2000" dirty="0">
                <a:solidFill>
                  <a:schemeClr val="accent1">
                    <a:lumMod val="50000"/>
                  </a:schemeClr>
                </a:solidFill>
              </a:rPr>
              <a:t>signal attenuation</a:t>
            </a:r>
            <a:r>
              <a:rPr lang="en-US" altLang="zh-TW" sz="2000" dirty="0"/>
              <a:t>. </a:t>
            </a:r>
          </a:p>
          <a:p>
            <a:pPr lvl="1"/>
            <a:endParaRPr lang="en-US" altLang="zh-TW" sz="2000" dirty="0"/>
          </a:p>
          <a:p>
            <a:pPr lvl="1"/>
            <a:endParaRPr lang="en-US" altLang="zh-TW" sz="2000" dirty="0"/>
          </a:p>
          <a:p>
            <a:pPr lvl="1"/>
            <a:endParaRPr lang="zh-TW" altLang="en-US" sz="2000" dirty="0"/>
          </a:p>
        </p:txBody>
      </p:sp>
      <p:sp>
        <p:nvSpPr>
          <p:cNvPr id="3845" name="Google Shape;3845;p14"/>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11</a:t>
            </a:fld>
            <a:endParaRPr/>
          </a:p>
        </p:txBody>
      </p:sp>
    </p:spTree>
    <p:extLst>
      <p:ext uri="{BB962C8B-B14F-4D97-AF65-F5344CB8AC3E}">
        <p14:creationId xmlns:p14="http://schemas.microsoft.com/office/powerpoint/2010/main" val="783582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07AA221-5D13-44F6-AA80-FFCA71DD095C}"/>
              </a:ext>
            </a:extLst>
          </p:cNvPr>
          <p:cNvSpPr>
            <a:spLocks noGrp="1"/>
          </p:cNvSpPr>
          <p:nvPr>
            <p:ph type="title"/>
          </p:nvPr>
        </p:nvSpPr>
        <p:spPr>
          <a:xfrm>
            <a:off x="724922" y="429450"/>
            <a:ext cx="6761100" cy="857400"/>
          </a:xfrm>
        </p:spPr>
        <p:txBody>
          <a:bodyPr/>
          <a:lstStyle/>
          <a:p>
            <a:r>
              <a:rPr lang="en-US" altLang="zh-TW" b="1" dirty="0"/>
              <a:t>Data transmission capacity</a:t>
            </a:r>
            <a:endParaRPr lang="zh-TW" altLang="en-US" dirty="0"/>
          </a:p>
        </p:txBody>
      </p:sp>
      <p:sp>
        <p:nvSpPr>
          <p:cNvPr id="4" name="投影片編號版面配置區 3">
            <a:extLst>
              <a:ext uri="{FF2B5EF4-FFF2-40B4-BE49-F238E27FC236}">
                <a16:creationId xmlns:a16="http://schemas.microsoft.com/office/drawing/2014/main" id="{6296AE6E-3ABA-4495-A45A-A16944F43388}"/>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12</a:t>
            </a:fld>
            <a:endParaRPr lang="en"/>
          </a:p>
        </p:txBody>
      </p:sp>
      <p:grpSp>
        <p:nvGrpSpPr>
          <p:cNvPr id="7" name="群組 6">
            <a:extLst>
              <a:ext uri="{FF2B5EF4-FFF2-40B4-BE49-F238E27FC236}">
                <a16:creationId xmlns:a16="http://schemas.microsoft.com/office/drawing/2014/main" id="{E1BF8007-29E0-4FCD-B77F-8D526CAE4814}"/>
              </a:ext>
            </a:extLst>
          </p:cNvPr>
          <p:cNvGrpSpPr/>
          <p:nvPr/>
        </p:nvGrpSpPr>
        <p:grpSpPr>
          <a:xfrm>
            <a:off x="724922" y="1612970"/>
            <a:ext cx="1969477" cy="2481943"/>
            <a:chOff x="724922" y="1733550"/>
            <a:chExt cx="1969477" cy="2481943"/>
          </a:xfrm>
        </p:grpSpPr>
        <p:sp>
          <p:nvSpPr>
            <p:cNvPr id="5" name="矩形: 圓角 4">
              <a:extLst>
                <a:ext uri="{FF2B5EF4-FFF2-40B4-BE49-F238E27FC236}">
                  <a16:creationId xmlns:a16="http://schemas.microsoft.com/office/drawing/2014/main" id="{2F4EEB4C-D678-4640-8A4B-79DDB763451A}"/>
                </a:ext>
              </a:extLst>
            </p:cNvPr>
            <p:cNvSpPr/>
            <p:nvPr/>
          </p:nvSpPr>
          <p:spPr>
            <a:xfrm>
              <a:off x="724922" y="1733550"/>
              <a:ext cx="1969477" cy="248194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b="1" dirty="0">
                  <a:solidFill>
                    <a:schemeClr val="accent1">
                      <a:lumMod val="25000"/>
                    </a:schemeClr>
                  </a:solidFill>
                </a:rPr>
                <a:t>Satellite</a:t>
              </a:r>
            </a:p>
            <a:p>
              <a:pPr algn="ctr"/>
              <a:r>
                <a:rPr lang="en-US" altLang="zh-TW" sz="1600" b="1" dirty="0">
                  <a:solidFill>
                    <a:schemeClr val="accent1">
                      <a:lumMod val="25000"/>
                    </a:schemeClr>
                  </a:solidFill>
                </a:rPr>
                <a:t>Total : 30 Mbps</a:t>
              </a:r>
              <a:endParaRPr lang="en-US" altLang="zh-TW" dirty="0"/>
            </a:p>
            <a:p>
              <a:pPr algn="ctr"/>
              <a:endParaRPr lang="en-US" altLang="zh-TW" dirty="0"/>
            </a:p>
            <a:p>
              <a:pPr algn="ctr"/>
              <a:endParaRPr lang="en-US" altLang="zh-TW" dirty="0"/>
            </a:p>
            <a:p>
              <a:pPr algn="ctr"/>
              <a:endParaRPr lang="en-US" altLang="zh-TW" sz="1800" dirty="0">
                <a:solidFill>
                  <a:srgbClr val="FF0000"/>
                </a:solidFill>
              </a:endParaRPr>
            </a:p>
            <a:p>
              <a:pPr algn="ctr"/>
              <a:endParaRPr lang="en-US" altLang="zh-TW" sz="1800" dirty="0">
                <a:solidFill>
                  <a:srgbClr val="FF0000"/>
                </a:solidFill>
              </a:endParaRPr>
            </a:p>
            <a:p>
              <a:pPr algn="ctr"/>
              <a:r>
                <a:rPr lang="en-US" altLang="zh-TW" dirty="0">
                  <a:solidFill>
                    <a:srgbClr val="FF0000"/>
                  </a:solidFill>
                </a:rPr>
                <a:t>Leftover : 25Mbps</a:t>
              </a:r>
              <a:r>
                <a:rPr lang="en-US" altLang="zh-TW" sz="1100" dirty="0"/>
                <a:t> </a:t>
              </a:r>
              <a:endParaRPr lang="zh-TW" altLang="en-US" sz="1100" dirty="0"/>
            </a:p>
          </p:txBody>
        </p:sp>
        <p:sp>
          <p:nvSpPr>
            <p:cNvPr id="6" name="矩形: 圓角 5">
              <a:extLst>
                <a:ext uri="{FF2B5EF4-FFF2-40B4-BE49-F238E27FC236}">
                  <a16:creationId xmlns:a16="http://schemas.microsoft.com/office/drawing/2014/main" id="{52ACE38E-9397-4F6D-BA30-59F4CC4A3E05}"/>
                </a:ext>
              </a:extLst>
            </p:cNvPr>
            <p:cNvSpPr/>
            <p:nvPr/>
          </p:nvSpPr>
          <p:spPr>
            <a:xfrm>
              <a:off x="991203" y="2657998"/>
              <a:ext cx="1436913" cy="63304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a:t>Forward buffer task : 5Mbps</a:t>
              </a:r>
              <a:endParaRPr lang="zh-TW" altLang="en-US" dirty="0"/>
            </a:p>
          </p:txBody>
        </p:sp>
      </p:grpSp>
      <p:sp>
        <p:nvSpPr>
          <p:cNvPr id="8" name="矩形: 圓角 7">
            <a:extLst>
              <a:ext uri="{FF2B5EF4-FFF2-40B4-BE49-F238E27FC236}">
                <a16:creationId xmlns:a16="http://schemas.microsoft.com/office/drawing/2014/main" id="{CCE0AA2F-196B-4F19-8DF5-01AF7340C490}"/>
              </a:ext>
            </a:extLst>
          </p:cNvPr>
          <p:cNvSpPr/>
          <p:nvPr/>
        </p:nvSpPr>
        <p:spPr>
          <a:xfrm>
            <a:off x="4539945" y="1612969"/>
            <a:ext cx="1969477" cy="2481943"/>
          </a:xfrm>
          <a:prstGeom prst="roundRect">
            <a:avLst/>
          </a:prstGeom>
          <a:solidFill>
            <a:schemeClr val="accent4">
              <a:lumMod val="20000"/>
              <a:lumOff val="8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b="1" dirty="0">
                <a:solidFill>
                  <a:schemeClr val="accent1">
                    <a:lumMod val="25000"/>
                  </a:schemeClr>
                </a:solidFill>
              </a:rPr>
              <a:t>UAV</a:t>
            </a:r>
          </a:p>
          <a:p>
            <a:pPr algn="ctr"/>
            <a:r>
              <a:rPr lang="en-US" altLang="zh-TW" sz="1600" b="1" dirty="0">
                <a:solidFill>
                  <a:schemeClr val="accent1">
                    <a:lumMod val="25000"/>
                  </a:schemeClr>
                </a:solidFill>
              </a:rPr>
              <a:t>Total : 15 Mbps</a:t>
            </a:r>
            <a:endParaRPr lang="en-US" altLang="zh-TW" dirty="0"/>
          </a:p>
          <a:p>
            <a:pPr algn="ctr"/>
            <a:endParaRPr lang="en-US" altLang="zh-TW" dirty="0"/>
          </a:p>
          <a:p>
            <a:pPr algn="ctr"/>
            <a:endParaRPr lang="en-US" altLang="zh-TW" dirty="0"/>
          </a:p>
          <a:p>
            <a:pPr algn="ctr"/>
            <a:endParaRPr lang="en-US" altLang="zh-TW" sz="1800" dirty="0">
              <a:solidFill>
                <a:srgbClr val="FF0000"/>
              </a:solidFill>
            </a:endParaRPr>
          </a:p>
          <a:p>
            <a:pPr algn="ctr"/>
            <a:endParaRPr lang="en-US" altLang="zh-TW" sz="1800" dirty="0">
              <a:solidFill>
                <a:srgbClr val="FF0000"/>
              </a:solidFill>
            </a:endParaRPr>
          </a:p>
          <a:p>
            <a:pPr algn="ctr"/>
            <a:endParaRPr lang="en-US" altLang="zh-TW" sz="1800" dirty="0">
              <a:solidFill>
                <a:srgbClr val="FF0000"/>
              </a:solidFill>
            </a:endParaRPr>
          </a:p>
          <a:p>
            <a:pPr algn="ctr"/>
            <a:r>
              <a:rPr lang="en-US" altLang="zh-TW" dirty="0">
                <a:solidFill>
                  <a:schemeClr val="accent6">
                    <a:lumMod val="75000"/>
                    <a:lumOff val="25000"/>
                  </a:schemeClr>
                </a:solidFill>
              </a:rPr>
              <a:t>Leftover : 6 Mbps</a:t>
            </a:r>
            <a:r>
              <a:rPr lang="en-US" altLang="zh-TW" sz="1100" dirty="0">
                <a:solidFill>
                  <a:schemeClr val="accent6">
                    <a:lumMod val="75000"/>
                    <a:lumOff val="25000"/>
                  </a:schemeClr>
                </a:solidFill>
              </a:rPr>
              <a:t> </a:t>
            </a:r>
            <a:endParaRPr lang="zh-TW" altLang="en-US" sz="1100" dirty="0">
              <a:solidFill>
                <a:schemeClr val="accent6">
                  <a:lumMod val="75000"/>
                  <a:lumOff val="25000"/>
                </a:schemeClr>
              </a:solidFill>
            </a:endParaRPr>
          </a:p>
        </p:txBody>
      </p:sp>
      <p:sp>
        <p:nvSpPr>
          <p:cNvPr id="9" name="矩形: 圓角 8">
            <a:extLst>
              <a:ext uri="{FF2B5EF4-FFF2-40B4-BE49-F238E27FC236}">
                <a16:creationId xmlns:a16="http://schemas.microsoft.com/office/drawing/2014/main" id="{3FE7FCC8-891F-488B-91D3-939516611B97}"/>
              </a:ext>
            </a:extLst>
          </p:cNvPr>
          <p:cNvSpPr/>
          <p:nvPr/>
        </p:nvSpPr>
        <p:spPr>
          <a:xfrm>
            <a:off x="4807181" y="2537418"/>
            <a:ext cx="1435004" cy="75153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a:solidFill>
                  <a:srgbClr val="FF0000"/>
                </a:solidFill>
              </a:rPr>
              <a:t>Data interaction : </a:t>
            </a:r>
          </a:p>
          <a:p>
            <a:pPr algn="ctr"/>
            <a:r>
              <a:rPr lang="en-US" altLang="zh-TW" dirty="0">
                <a:solidFill>
                  <a:srgbClr val="FF0000"/>
                </a:solidFill>
              </a:rPr>
              <a:t>9 Mbps </a:t>
            </a:r>
            <a:endParaRPr lang="zh-TW" altLang="en-US" dirty="0">
              <a:solidFill>
                <a:srgbClr val="FF0000"/>
              </a:solidFill>
            </a:endParaRPr>
          </a:p>
        </p:txBody>
      </p:sp>
      <p:sp>
        <p:nvSpPr>
          <p:cNvPr id="10" name="文字方塊 9">
            <a:extLst>
              <a:ext uri="{FF2B5EF4-FFF2-40B4-BE49-F238E27FC236}">
                <a16:creationId xmlns:a16="http://schemas.microsoft.com/office/drawing/2014/main" id="{4FE5ADA4-F791-4064-BA5A-E9DD7F3C7B4A}"/>
              </a:ext>
            </a:extLst>
          </p:cNvPr>
          <p:cNvSpPr txBox="1"/>
          <p:nvPr/>
        </p:nvSpPr>
        <p:spPr>
          <a:xfrm>
            <a:off x="1935747" y="4702276"/>
            <a:ext cx="4021487" cy="338554"/>
          </a:xfrm>
          <a:prstGeom prst="rect">
            <a:avLst/>
          </a:prstGeom>
          <a:noFill/>
        </p:spPr>
        <p:txBody>
          <a:bodyPr wrap="square" rtlCol="0">
            <a:spAutoFit/>
          </a:bodyPr>
          <a:lstStyle/>
          <a:p>
            <a:r>
              <a:rPr lang="en-US" altLang="zh-TW" sz="1600" b="1" dirty="0">
                <a:solidFill>
                  <a:schemeClr val="accent3">
                    <a:lumMod val="75000"/>
                  </a:schemeClr>
                </a:solidFill>
              </a:rPr>
              <a:t>“Maximum transmission rate : 9 Mbps”</a:t>
            </a:r>
            <a:endParaRPr lang="zh-TW" altLang="en-US" sz="1600" b="1" dirty="0">
              <a:solidFill>
                <a:schemeClr val="accent3">
                  <a:lumMod val="75000"/>
                </a:schemeClr>
              </a:solidFill>
            </a:endParaRPr>
          </a:p>
        </p:txBody>
      </p:sp>
      <p:pic>
        <p:nvPicPr>
          <p:cNvPr id="11" name="圖片 10">
            <a:extLst>
              <a:ext uri="{FF2B5EF4-FFF2-40B4-BE49-F238E27FC236}">
                <a16:creationId xmlns:a16="http://schemas.microsoft.com/office/drawing/2014/main" id="{6340504E-BB16-4690-A187-70CCA6657DC7}"/>
              </a:ext>
            </a:extLst>
          </p:cNvPr>
          <p:cNvPicPr>
            <a:picLocks noChangeAspect="1"/>
          </p:cNvPicPr>
          <p:nvPr/>
        </p:nvPicPr>
        <p:blipFill rotWithShape="1">
          <a:blip r:embed="rId3"/>
          <a:srcRect l="8072" t="15526" r="42291" b="14695"/>
          <a:stretch/>
        </p:blipFill>
        <p:spPr>
          <a:xfrm>
            <a:off x="2059912" y="4211503"/>
            <a:ext cx="3295859" cy="498557"/>
          </a:xfrm>
          <a:prstGeom prst="rect">
            <a:avLst/>
          </a:prstGeom>
        </p:spPr>
      </p:pic>
    </p:spTree>
    <p:extLst>
      <p:ext uri="{BB962C8B-B14F-4D97-AF65-F5344CB8AC3E}">
        <p14:creationId xmlns:p14="http://schemas.microsoft.com/office/powerpoint/2010/main" val="1677893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07AA221-5D13-44F6-AA80-FFCA71DD095C}"/>
              </a:ext>
            </a:extLst>
          </p:cNvPr>
          <p:cNvSpPr>
            <a:spLocks noGrp="1"/>
          </p:cNvSpPr>
          <p:nvPr>
            <p:ph type="title"/>
          </p:nvPr>
        </p:nvSpPr>
        <p:spPr/>
        <p:txBody>
          <a:bodyPr/>
          <a:lstStyle/>
          <a:p>
            <a:r>
              <a:rPr lang="en-US" altLang="zh-TW" b="1" dirty="0"/>
              <a:t>Data transmission capacity</a:t>
            </a:r>
            <a:endParaRPr lang="zh-TW" altLang="en-US" dirty="0"/>
          </a:p>
        </p:txBody>
      </p:sp>
      <mc:AlternateContent xmlns:mc="http://schemas.openxmlformats.org/markup-compatibility/2006">
        <mc:Choice xmlns:a14="http://schemas.microsoft.com/office/drawing/2010/main" Requires="a14">
          <p:sp>
            <p:nvSpPr>
              <p:cNvPr id="3" name="文字版面配置區 2">
                <a:extLst>
                  <a:ext uri="{FF2B5EF4-FFF2-40B4-BE49-F238E27FC236}">
                    <a16:creationId xmlns:a16="http://schemas.microsoft.com/office/drawing/2014/main" id="{17529DCB-C91A-48F9-8507-C93156419CB6}"/>
                  </a:ext>
                </a:extLst>
              </p:cNvPr>
              <p:cNvSpPr>
                <a:spLocks noGrp="1"/>
              </p:cNvSpPr>
              <p:nvPr>
                <p:ph type="body" idx="1"/>
              </p:nvPr>
            </p:nvSpPr>
            <p:spPr/>
            <p:txBody>
              <a:bodyPr/>
              <a:lstStyle/>
              <a:p>
                <a:r>
                  <a:rPr lang="en-US" altLang="zh-TW" dirty="0"/>
                  <a:t>The maximum connection time </a:t>
                </a:r>
                <a:r>
                  <a:rPr lang="en-US" altLang="zh-TW" i="1" dirty="0"/>
                  <a:t>T</a:t>
                </a:r>
                <a:r>
                  <a:rPr lang="en-US" altLang="zh-TW" i="1" baseline="-25000" dirty="0"/>
                  <a:t>AU</a:t>
                </a:r>
                <a:r>
                  <a:rPr lang="en-US" altLang="zh-TW" dirty="0"/>
                  <a:t> between satellite </a:t>
                </a:r>
                <a:r>
                  <a:rPr lang="en-US" altLang="zh-TW" i="1" dirty="0"/>
                  <a:t>A</a:t>
                </a:r>
                <a:r>
                  <a:rPr lang="en-US" altLang="zh-TW" dirty="0"/>
                  <a:t> and UAV </a:t>
                </a:r>
                <a:r>
                  <a:rPr lang="en-US" altLang="zh-TW" i="1" dirty="0"/>
                  <a:t>U</a:t>
                </a:r>
                <a:r>
                  <a:rPr lang="en-US" altLang="zh-TW" dirty="0"/>
                  <a:t> depends on </a:t>
                </a:r>
                <a:r>
                  <a:rPr lang="en-US" altLang="zh-TW" dirty="0">
                    <a:solidFill>
                      <a:schemeClr val="accent1">
                        <a:lumMod val="50000"/>
                      </a:schemeClr>
                    </a:solidFill>
                  </a:rPr>
                  <a:t>physical visibility</a:t>
                </a:r>
                <a:r>
                  <a:rPr lang="en-US" altLang="zh-TW" dirty="0"/>
                  <a:t>. Therefore, the data transmission capacity can be expressed as </a:t>
                </a:r>
                <a14:m>
                  <m:oMath xmlns:m="http://schemas.openxmlformats.org/officeDocument/2006/math">
                    <m:sSub>
                      <m:sSubPr>
                        <m:ctrlPr>
                          <a:rPr lang="en-US" altLang="zh-TW" i="1" smtClean="0">
                            <a:latin typeface="Cambria Math" panose="02040503050406030204" pitchFamily="18" charset="0"/>
                          </a:rPr>
                        </m:ctrlPr>
                      </m:sSubPr>
                      <m:e>
                        <m:r>
                          <m:rPr>
                            <m:sty m:val="p"/>
                          </m:rPr>
                          <a:rPr lang="en-US" altLang="zh-TW" i="1">
                            <a:latin typeface="Cambria Math" panose="02040503050406030204" pitchFamily="18" charset="0"/>
                          </a:rPr>
                          <m:t>C</m:t>
                        </m:r>
                      </m:e>
                      <m:sub>
                        <m:r>
                          <m:rPr>
                            <m:sty m:val="p"/>
                          </m:rPr>
                          <a:rPr lang="en-US" altLang="zh-TW" i="1">
                            <a:latin typeface="Cambria Math" panose="02040503050406030204" pitchFamily="18" charset="0"/>
                          </a:rPr>
                          <m:t>T</m:t>
                        </m:r>
                        <m:r>
                          <a:rPr lang="en-US" altLang="zh-TW" b="0" i="1" smtClean="0">
                            <a:latin typeface="Cambria Math" panose="02040503050406030204" pitchFamily="18" charset="0"/>
                          </a:rPr>
                          <m:t>−</m:t>
                        </m:r>
                        <m:r>
                          <a:rPr lang="en-US" altLang="zh-TW" b="0" i="1" smtClean="0">
                            <a:latin typeface="Cambria Math" panose="02040503050406030204" pitchFamily="18" charset="0"/>
                          </a:rPr>
                          <m:t>𝐴𝑈</m:t>
                        </m:r>
                      </m:sub>
                    </m:sSub>
                  </m:oMath>
                </a14:m>
                <a:r>
                  <a:rPr lang="en-US" altLang="zh-TW" dirty="0"/>
                  <a:t>: </a:t>
                </a:r>
                <a:endParaRPr lang="zh-TW" altLang="en-US" dirty="0"/>
              </a:p>
            </p:txBody>
          </p:sp>
        </mc:Choice>
        <mc:Fallback>
          <p:sp>
            <p:nvSpPr>
              <p:cNvPr id="3" name="文字版面配置區 2">
                <a:extLst>
                  <a:ext uri="{FF2B5EF4-FFF2-40B4-BE49-F238E27FC236}">
                    <a16:creationId xmlns:a16="http://schemas.microsoft.com/office/drawing/2014/main" id="{17529DCB-C91A-48F9-8507-C93156419CB6}"/>
                  </a:ext>
                </a:extLst>
              </p:cNvPr>
              <p:cNvSpPr>
                <a:spLocks noGrp="1" noRot="1" noChangeAspect="1" noMove="1" noResize="1" noEditPoints="1" noAdjustHandles="1" noChangeArrowheads="1" noChangeShapeType="1" noTextEdit="1"/>
              </p:cNvSpPr>
              <p:nvPr>
                <p:ph type="body" idx="1"/>
              </p:nvPr>
            </p:nvSpPr>
            <p:spPr>
              <a:blipFill>
                <a:blip r:embed="rId3"/>
                <a:stretch>
                  <a:fillRect l="-541"/>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6296AE6E-3ABA-4495-A45A-A16944F43388}"/>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13</a:t>
            </a:fld>
            <a:endParaRPr lang="en"/>
          </a:p>
        </p:txBody>
      </p:sp>
      <p:pic>
        <p:nvPicPr>
          <p:cNvPr id="12" name="圖片 11">
            <a:extLst>
              <a:ext uri="{FF2B5EF4-FFF2-40B4-BE49-F238E27FC236}">
                <a16:creationId xmlns:a16="http://schemas.microsoft.com/office/drawing/2014/main" id="{6278BEB8-C24F-48DC-BD72-AEFD4AC314CD}"/>
              </a:ext>
            </a:extLst>
          </p:cNvPr>
          <p:cNvPicPr>
            <a:picLocks noChangeAspect="1"/>
          </p:cNvPicPr>
          <p:nvPr/>
        </p:nvPicPr>
        <p:blipFill>
          <a:blip r:embed="rId4"/>
          <a:stretch>
            <a:fillRect/>
          </a:stretch>
        </p:blipFill>
        <p:spPr>
          <a:xfrm>
            <a:off x="1179030" y="3746560"/>
            <a:ext cx="5839640" cy="885949"/>
          </a:xfrm>
          <a:prstGeom prst="rect">
            <a:avLst/>
          </a:prstGeom>
        </p:spPr>
      </p:pic>
    </p:spTree>
    <p:extLst>
      <p:ext uri="{BB962C8B-B14F-4D97-AF65-F5344CB8AC3E}">
        <p14:creationId xmlns:p14="http://schemas.microsoft.com/office/powerpoint/2010/main" val="15614006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07AA221-5D13-44F6-AA80-FFCA71DD095C}"/>
              </a:ext>
            </a:extLst>
          </p:cNvPr>
          <p:cNvSpPr>
            <a:spLocks noGrp="1"/>
          </p:cNvSpPr>
          <p:nvPr>
            <p:ph type="title"/>
          </p:nvPr>
        </p:nvSpPr>
        <p:spPr/>
        <p:txBody>
          <a:bodyPr/>
          <a:lstStyle/>
          <a:p>
            <a:r>
              <a:rPr lang="en-US" altLang="zh-TW" b="1" dirty="0"/>
              <a:t>Signal attenuation</a:t>
            </a:r>
            <a:endParaRPr lang="zh-TW" altLang="en-US" dirty="0"/>
          </a:p>
        </p:txBody>
      </p:sp>
      <p:sp>
        <p:nvSpPr>
          <p:cNvPr id="3" name="文字版面配置區 2">
            <a:extLst>
              <a:ext uri="{FF2B5EF4-FFF2-40B4-BE49-F238E27FC236}">
                <a16:creationId xmlns:a16="http://schemas.microsoft.com/office/drawing/2014/main" id="{17529DCB-C91A-48F9-8507-C93156419CB6}"/>
              </a:ext>
            </a:extLst>
          </p:cNvPr>
          <p:cNvSpPr>
            <a:spLocks noGrp="1"/>
          </p:cNvSpPr>
          <p:nvPr>
            <p:ph type="body" idx="1"/>
          </p:nvPr>
        </p:nvSpPr>
        <p:spPr/>
        <p:txBody>
          <a:bodyPr/>
          <a:lstStyle/>
          <a:p>
            <a:r>
              <a:rPr lang="en-US" altLang="zh-TW" dirty="0"/>
              <a:t>As the </a:t>
            </a:r>
            <a:r>
              <a:rPr lang="en-US" altLang="zh-TW" dirty="0">
                <a:solidFill>
                  <a:schemeClr val="accent1">
                    <a:lumMod val="50000"/>
                  </a:schemeClr>
                </a:solidFill>
              </a:rPr>
              <a:t>distance</a:t>
            </a:r>
            <a:r>
              <a:rPr lang="en-US" altLang="zh-TW" dirty="0"/>
              <a:t> between the UAV and ACS increases, the signal attenuation is more severe, which will affect the real-time data transmission.</a:t>
            </a:r>
            <a:endParaRPr lang="zh-TW" altLang="en-US" dirty="0"/>
          </a:p>
        </p:txBody>
      </p:sp>
      <p:sp>
        <p:nvSpPr>
          <p:cNvPr id="4" name="投影片編號版面配置區 3">
            <a:extLst>
              <a:ext uri="{FF2B5EF4-FFF2-40B4-BE49-F238E27FC236}">
                <a16:creationId xmlns:a16="http://schemas.microsoft.com/office/drawing/2014/main" id="{6296AE6E-3ABA-4495-A45A-A16944F43388}"/>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14</a:t>
            </a:fld>
            <a:endParaRPr lang="en"/>
          </a:p>
        </p:txBody>
      </p:sp>
      <p:pic>
        <p:nvPicPr>
          <p:cNvPr id="5" name="圖片 4">
            <a:extLst>
              <a:ext uri="{FF2B5EF4-FFF2-40B4-BE49-F238E27FC236}">
                <a16:creationId xmlns:a16="http://schemas.microsoft.com/office/drawing/2014/main" id="{DC9B3D18-B95D-486E-B2FE-E03174137689}"/>
              </a:ext>
            </a:extLst>
          </p:cNvPr>
          <p:cNvPicPr>
            <a:picLocks noChangeAspect="1"/>
          </p:cNvPicPr>
          <p:nvPr/>
        </p:nvPicPr>
        <p:blipFill>
          <a:blip r:embed="rId3"/>
          <a:stretch>
            <a:fillRect/>
          </a:stretch>
        </p:blipFill>
        <p:spPr>
          <a:xfrm>
            <a:off x="967324" y="3651544"/>
            <a:ext cx="5566149" cy="970697"/>
          </a:xfrm>
          <a:prstGeom prst="rect">
            <a:avLst/>
          </a:prstGeom>
        </p:spPr>
      </p:pic>
    </p:spTree>
    <p:extLst>
      <p:ext uri="{BB962C8B-B14F-4D97-AF65-F5344CB8AC3E}">
        <p14:creationId xmlns:p14="http://schemas.microsoft.com/office/powerpoint/2010/main" val="1715958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3FC54252-D714-44A3-85BB-D3F972DE5B9C}"/>
              </a:ext>
            </a:extLst>
          </p:cNvPr>
          <p:cNvPicPr>
            <a:picLocks noChangeAspect="1"/>
          </p:cNvPicPr>
          <p:nvPr/>
        </p:nvPicPr>
        <p:blipFill>
          <a:blip r:embed="rId3"/>
          <a:stretch>
            <a:fillRect/>
          </a:stretch>
        </p:blipFill>
        <p:spPr>
          <a:xfrm>
            <a:off x="389941" y="3385692"/>
            <a:ext cx="4182059" cy="1219370"/>
          </a:xfrm>
          <a:prstGeom prst="rect">
            <a:avLst/>
          </a:prstGeom>
        </p:spPr>
      </p:pic>
      <p:sp>
        <p:nvSpPr>
          <p:cNvPr id="4" name="投影片編號版面配置區 3">
            <a:extLst>
              <a:ext uri="{FF2B5EF4-FFF2-40B4-BE49-F238E27FC236}">
                <a16:creationId xmlns:a16="http://schemas.microsoft.com/office/drawing/2014/main" id="{67284581-2148-4568-91C3-C79B7E10CF75}"/>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15</a:t>
            </a:fld>
            <a:endParaRPr lang="en"/>
          </a:p>
        </p:txBody>
      </p:sp>
      <p:pic>
        <p:nvPicPr>
          <p:cNvPr id="5" name="圖片 4">
            <a:extLst>
              <a:ext uri="{FF2B5EF4-FFF2-40B4-BE49-F238E27FC236}">
                <a16:creationId xmlns:a16="http://schemas.microsoft.com/office/drawing/2014/main" id="{5E594177-62FF-4F86-BBAB-FEDE57C483DB}"/>
              </a:ext>
            </a:extLst>
          </p:cNvPr>
          <p:cNvPicPr>
            <a:picLocks noChangeAspect="1"/>
          </p:cNvPicPr>
          <p:nvPr/>
        </p:nvPicPr>
        <p:blipFill>
          <a:blip r:embed="rId4"/>
          <a:stretch>
            <a:fillRect/>
          </a:stretch>
        </p:blipFill>
        <p:spPr>
          <a:xfrm>
            <a:off x="12391" y="1325592"/>
            <a:ext cx="7744906" cy="990738"/>
          </a:xfrm>
          <a:prstGeom prst="rect">
            <a:avLst/>
          </a:prstGeom>
        </p:spPr>
      </p:pic>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A220F852-9E2D-4866-9DB1-FAD4C7C1C653}"/>
                  </a:ext>
                </a:extLst>
              </p:cNvPr>
              <p:cNvSpPr/>
              <p:nvPr/>
            </p:nvSpPr>
            <p:spPr>
              <a:xfrm>
                <a:off x="564290" y="656637"/>
                <a:ext cx="6775623" cy="653577"/>
              </a:xfrm>
              <a:prstGeom prst="rect">
                <a:avLst/>
              </a:prstGeom>
            </p:spPr>
            <p:txBody>
              <a:bodyPr wrap="square">
                <a:spAutoFit/>
              </a:bodyPr>
              <a:lstStyle/>
              <a:p>
                <a:r>
                  <a:rPr lang="en-US" altLang="zh-TW" sz="1800" dirty="0"/>
                  <a:t>At a certain moment T, the distance </a:t>
                </a:r>
                <a14:m>
                  <m:oMath xmlns:m="http://schemas.openxmlformats.org/officeDocument/2006/math">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𝑑</m:t>
                        </m:r>
                      </m:e>
                      <m:sub>
                        <m:r>
                          <a:rPr lang="en-US" altLang="zh-TW" sz="1800" b="0" i="1" smtClean="0">
                            <a:latin typeface="Cambria Math" panose="02040503050406030204" pitchFamily="18" charset="0"/>
                          </a:rPr>
                          <m:t>𝐴𝑈</m:t>
                        </m:r>
                      </m:sub>
                      <m:sup>
                        <m:r>
                          <a:rPr lang="en-US" altLang="zh-TW" sz="1800" b="0" i="1" smtClean="0">
                            <a:latin typeface="Cambria Math" panose="02040503050406030204" pitchFamily="18" charset="0"/>
                          </a:rPr>
                          <m:t>𝑇</m:t>
                        </m:r>
                      </m:sup>
                    </m:sSubSup>
                  </m:oMath>
                </a14:m>
                <a:r>
                  <a:rPr lang="en-US" altLang="zh-TW" sz="1800" dirty="0"/>
                  <a:t> between ACS A and UAV U is:</a:t>
                </a:r>
                <a:endParaRPr lang="zh-TW" altLang="en-US" sz="1800" dirty="0"/>
              </a:p>
            </p:txBody>
          </p:sp>
        </mc:Choice>
        <mc:Fallback xmlns="">
          <p:sp>
            <p:nvSpPr>
              <p:cNvPr id="7" name="矩形 6">
                <a:extLst>
                  <a:ext uri="{FF2B5EF4-FFF2-40B4-BE49-F238E27FC236}">
                    <a16:creationId xmlns:a16="http://schemas.microsoft.com/office/drawing/2014/main" id="{A220F852-9E2D-4866-9DB1-FAD4C7C1C653}"/>
                  </a:ext>
                </a:extLst>
              </p:cNvPr>
              <p:cNvSpPr>
                <a:spLocks noRot="1" noChangeAspect="1" noMove="1" noResize="1" noEditPoints="1" noAdjustHandles="1" noChangeArrowheads="1" noChangeShapeType="1" noTextEdit="1"/>
              </p:cNvSpPr>
              <p:nvPr/>
            </p:nvSpPr>
            <p:spPr>
              <a:xfrm>
                <a:off x="564290" y="656637"/>
                <a:ext cx="6775623" cy="653577"/>
              </a:xfrm>
              <a:prstGeom prst="rect">
                <a:avLst/>
              </a:prstGeom>
              <a:blipFill>
                <a:blip r:embed="rId5"/>
                <a:stretch>
                  <a:fillRect l="-810" t="-4673" b="-1495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611F4C01-E97B-4E4D-B04B-C784ECC318BB}"/>
                  </a:ext>
                </a:extLst>
              </p:cNvPr>
              <p:cNvSpPr/>
              <p:nvPr/>
            </p:nvSpPr>
            <p:spPr>
              <a:xfrm>
                <a:off x="564290" y="2571515"/>
                <a:ext cx="6775623" cy="699038"/>
              </a:xfrm>
              <a:prstGeom prst="rect">
                <a:avLst/>
              </a:prstGeom>
            </p:spPr>
            <p:txBody>
              <a:bodyPr wrap="square">
                <a:spAutoFit/>
              </a:bodyPr>
              <a:lstStyle/>
              <a:p>
                <a:r>
                  <a:rPr lang="en-US" altLang="zh-TW" sz="1800" dirty="0"/>
                  <a:t>the average signal transmission distance within the time interval from </a:t>
                </a:r>
                <a14:m>
                  <m:oMath xmlns:m="http://schemas.openxmlformats.org/officeDocument/2006/math">
                    <m:sSubSup>
                      <m:sSubSupPr>
                        <m:ctrlPr>
                          <a:rPr lang="en-US" altLang="zh-TW" sz="1800" i="1">
                            <a:latin typeface="Cambria Math" panose="02040503050406030204" pitchFamily="18" charset="0"/>
                          </a:rPr>
                        </m:ctrlPr>
                      </m:sSubSupPr>
                      <m:e>
                        <m:r>
                          <a:rPr lang="en-US" altLang="zh-TW" sz="1800" b="0" i="1" smtClean="0">
                            <a:latin typeface="Cambria Math" panose="02040503050406030204" pitchFamily="18" charset="0"/>
                          </a:rPr>
                          <m:t>𝑇</m:t>
                        </m:r>
                      </m:e>
                      <m:sub>
                        <m:r>
                          <a:rPr lang="en-US" altLang="zh-TW" sz="1800" b="0" i="1" smtClean="0">
                            <a:latin typeface="Cambria Math" panose="02040503050406030204" pitchFamily="18" charset="0"/>
                          </a:rPr>
                          <m:t>𝑂</m:t>
                        </m:r>
                      </m:sub>
                      <m:sup/>
                    </m:sSubSup>
                  </m:oMath>
                </a14:m>
                <a:r>
                  <a:rPr lang="zh-TW" altLang="en-US" sz="1800" dirty="0"/>
                  <a:t> </a:t>
                </a:r>
                <a:r>
                  <a:rPr lang="en-US" altLang="zh-TW" sz="1800" dirty="0"/>
                  <a:t>to </a:t>
                </a:r>
                <a14:m>
                  <m:oMath xmlns:m="http://schemas.openxmlformats.org/officeDocument/2006/math">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𝑇</m:t>
                        </m:r>
                      </m:e>
                      <m:sub>
                        <m:r>
                          <a:rPr lang="en-US" altLang="zh-TW" sz="1800" b="0" i="1" smtClean="0">
                            <a:latin typeface="Cambria Math" panose="02040503050406030204" pitchFamily="18" charset="0"/>
                          </a:rPr>
                          <m:t>𝑚𝑜𝑒</m:t>
                        </m:r>
                      </m:sub>
                      <m:sup/>
                    </m:sSubSup>
                  </m:oMath>
                </a14:m>
                <a:r>
                  <a:rPr lang="en-US" altLang="zh-TW" sz="1800" dirty="0"/>
                  <a:t>:</a:t>
                </a:r>
                <a:endParaRPr lang="zh-TW" altLang="en-US" sz="1800" dirty="0"/>
              </a:p>
            </p:txBody>
          </p:sp>
        </mc:Choice>
        <mc:Fallback xmlns="">
          <p:sp>
            <p:nvSpPr>
              <p:cNvPr id="8" name="矩形 7">
                <a:extLst>
                  <a:ext uri="{FF2B5EF4-FFF2-40B4-BE49-F238E27FC236}">
                    <a16:creationId xmlns:a16="http://schemas.microsoft.com/office/drawing/2014/main" id="{611F4C01-E97B-4E4D-B04B-C784ECC318BB}"/>
                  </a:ext>
                </a:extLst>
              </p:cNvPr>
              <p:cNvSpPr>
                <a:spLocks noRot="1" noChangeAspect="1" noMove="1" noResize="1" noEditPoints="1" noAdjustHandles="1" noChangeArrowheads="1" noChangeShapeType="1" noTextEdit="1"/>
              </p:cNvSpPr>
              <p:nvPr/>
            </p:nvSpPr>
            <p:spPr>
              <a:xfrm>
                <a:off x="564290" y="2571515"/>
                <a:ext cx="6775623" cy="699038"/>
              </a:xfrm>
              <a:prstGeom prst="rect">
                <a:avLst/>
              </a:prstGeom>
              <a:blipFill>
                <a:blip r:embed="rId6"/>
                <a:stretch>
                  <a:fillRect l="-810" t="-5217" b="-956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846151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字版面配置區 2">
                <a:extLst>
                  <a:ext uri="{FF2B5EF4-FFF2-40B4-BE49-F238E27FC236}">
                    <a16:creationId xmlns:a16="http://schemas.microsoft.com/office/drawing/2014/main" id="{37C15B0B-C073-484E-825E-27A8F0951EF5}"/>
                  </a:ext>
                </a:extLst>
              </p:cNvPr>
              <p:cNvSpPr>
                <a:spLocks noGrp="1"/>
              </p:cNvSpPr>
              <p:nvPr>
                <p:ph type="body" idx="1"/>
              </p:nvPr>
            </p:nvSpPr>
            <p:spPr>
              <a:xfrm>
                <a:off x="718300" y="403654"/>
                <a:ext cx="6761100" cy="4310396"/>
              </a:xfrm>
            </p:spPr>
            <p:txBody>
              <a:bodyPr/>
              <a:lstStyle/>
              <a:p>
                <a:r>
                  <a:rPr lang="en-US" altLang="zh-TW" sz="2000" dirty="0"/>
                  <a:t>In ACS selection, data transmission capacity and signal attenuation can be regarded as two random variables C and L :</a:t>
                </a:r>
              </a:p>
              <a:p>
                <a:endParaRPr lang="en-US" altLang="zh-TW" sz="2000" dirty="0"/>
              </a:p>
              <a:p>
                <a:endParaRPr lang="en-US" altLang="zh-TW" sz="2000" dirty="0"/>
              </a:p>
              <a:p>
                <a:endParaRPr lang="en-US" altLang="zh-TW" sz="2000" dirty="0"/>
              </a:p>
              <a:p>
                <a:r>
                  <a:rPr lang="en-US" altLang="zh-TW" sz="2000" dirty="0"/>
                  <a:t>For each </a:t>
                </a:r>
                <a14:m>
                  <m:oMath xmlns:m="http://schemas.openxmlformats.org/officeDocument/2006/math">
                    <m:sSubSup>
                      <m:sSubSupPr>
                        <m:ctrlPr>
                          <a:rPr lang="en-US" altLang="zh-TW" sz="2000" i="1">
                            <a:latin typeface="Cambria Math" panose="02040503050406030204" pitchFamily="18" charset="0"/>
                          </a:rPr>
                        </m:ctrlPr>
                      </m:sSubSupPr>
                      <m:e>
                        <m:r>
                          <a:rPr lang="en-US" altLang="zh-TW" sz="2000" b="0" i="1" smtClean="0">
                            <a:latin typeface="Cambria Math" panose="02040503050406030204" pitchFamily="18" charset="0"/>
                          </a:rPr>
                          <m:t>𝐶</m:t>
                        </m:r>
                      </m:e>
                      <m:sub>
                        <m:r>
                          <m:rPr>
                            <m:sty m:val="p"/>
                          </m:rPr>
                          <a:rPr lang="en-US" altLang="zh-TW" sz="2000" i="1" smtClean="0">
                            <a:latin typeface="Cambria Math" panose="02040503050406030204" pitchFamily="18" charset="0"/>
                          </a:rPr>
                          <m:t>T</m:t>
                        </m:r>
                        <m:r>
                          <a:rPr lang="en-US" altLang="zh-TW" sz="2000" b="0" i="1" smtClean="0">
                            <a:latin typeface="Cambria Math" panose="02040503050406030204" pitchFamily="18" charset="0"/>
                          </a:rPr>
                          <m:t>𝑖</m:t>
                        </m:r>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𝑛</m:t>
                        </m:r>
                      </m:sub>
                      <m:sup/>
                    </m:sSubSup>
                    <m:r>
                      <a:rPr lang="en-US" altLang="zh-TW" sz="2000" b="0" i="0" smtClean="0">
                        <a:latin typeface="Cambria Math" panose="02040503050406030204" pitchFamily="18" charset="0"/>
                      </a:rPr>
                      <m:t> </m:t>
                    </m:r>
                  </m:oMath>
                </a14:m>
                <a:r>
                  <a:rPr lang="en-US" altLang="zh-TW" sz="2000" dirty="0"/>
                  <a:t>and </a:t>
                </a:r>
                <a14:m>
                  <m:oMath xmlns:m="http://schemas.openxmlformats.org/officeDocument/2006/math">
                    <m:sSubSup>
                      <m:sSubSupPr>
                        <m:ctrlPr>
                          <a:rPr lang="en-US" altLang="zh-TW" sz="2000" i="1">
                            <a:latin typeface="Cambria Math" panose="02040503050406030204" pitchFamily="18" charset="0"/>
                          </a:rPr>
                        </m:ctrlPr>
                      </m:sSubSupPr>
                      <m:e>
                        <m:r>
                          <a:rPr lang="en-US" altLang="zh-TW" sz="2000" b="0" i="1" smtClean="0">
                            <a:latin typeface="Cambria Math" panose="02040503050406030204" pitchFamily="18" charset="0"/>
                          </a:rPr>
                          <m:t>𝐿</m:t>
                        </m:r>
                      </m:e>
                      <m:sub>
                        <m:r>
                          <a:rPr lang="en-US" altLang="zh-TW" sz="2000" b="0" i="1" smtClean="0">
                            <a:latin typeface="Cambria Math" panose="02040503050406030204" pitchFamily="18" charset="0"/>
                          </a:rPr>
                          <m:t>𝑈𝑖</m:t>
                        </m:r>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𝑛</m:t>
                        </m:r>
                      </m:sub>
                      <m:sup>
                        <m:r>
                          <a:rPr lang="en-US" altLang="zh-TW" sz="2000" b="0" i="1" smtClean="0">
                            <a:latin typeface="Cambria Math" panose="02040503050406030204" pitchFamily="18" charset="0"/>
                          </a:rPr>
                          <m:t>𝑎𝑣𝑒</m:t>
                        </m:r>
                      </m:sup>
                    </m:sSubSup>
                  </m:oMath>
                </a14:m>
                <a:r>
                  <a:rPr lang="en-US" altLang="zh-TW" sz="2000" dirty="0"/>
                  <a:t>, we use </a:t>
                </a:r>
                <a14:m>
                  <m:oMath xmlns:m="http://schemas.openxmlformats.org/officeDocument/2006/math">
                    <m:sSubSup>
                      <m:sSubSupPr>
                        <m:ctrlPr>
                          <a:rPr lang="en-US" altLang="zh-TW" sz="2000" i="1">
                            <a:latin typeface="Cambria Math" panose="02040503050406030204" pitchFamily="18" charset="0"/>
                          </a:rPr>
                        </m:ctrlPr>
                      </m:sSubSupPr>
                      <m:e>
                        <m:r>
                          <a:rPr lang="en-US" altLang="zh-TW" sz="2000" b="0" i="1" smtClean="0">
                            <a:latin typeface="Cambria Math" panose="02040503050406030204" pitchFamily="18" charset="0"/>
                          </a:rPr>
                          <m:t>𝐶</m:t>
                        </m:r>
                      </m:e>
                      <m:sub>
                        <m:r>
                          <a:rPr lang="en-US" altLang="zh-TW" sz="2000" b="0" i="1" smtClean="0">
                            <a:latin typeface="Cambria Math" panose="02040503050406030204" pitchFamily="18" charset="0"/>
                          </a:rPr>
                          <m:t>𝑛</m:t>
                        </m:r>
                      </m:sub>
                      <m:sup>
                        <m:r>
                          <a:rPr lang="en-US" altLang="zh-TW" sz="2000" b="0" i="1" smtClean="0">
                            <a:latin typeface="Cambria Math" panose="02040503050406030204" pitchFamily="18" charset="0"/>
                          </a:rPr>
                          <m:t>∗</m:t>
                        </m:r>
                      </m:sup>
                    </m:sSubSup>
                  </m:oMath>
                </a14:m>
                <a:r>
                  <a:rPr lang="en-US" altLang="zh-TW" sz="2000" dirty="0"/>
                  <a:t> = </a:t>
                </a:r>
                <a14:m>
                  <m:oMath xmlns:m="http://schemas.openxmlformats.org/officeDocument/2006/math">
                    <m:sSubSup>
                      <m:sSubSupPr>
                        <m:ctrlPr>
                          <a:rPr lang="en-US" altLang="zh-TW" sz="2000" i="1">
                            <a:latin typeface="Cambria Math" panose="02040503050406030204" pitchFamily="18" charset="0"/>
                          </a:rPr>
                        </m:ctrlPr>
                      </m:sSubSupPr>
                      <m:e>
                        <m:r>
                          <a:rPr lang="en-US" altLang="zh-TW" sz="2000" b="0" i="1" smtClean="0">
                            <a:latin typeface="Cambria Math" panose="02040503050406030204" pitchFamily="18" charset="0"/>
                          </a:rPr>
                          <m:t>𝐶</m:t>
                        </m:r>
                      </m:e>
                      <m:sub>
                        <m:r>
                          <a:rPr lang="en-US" altLang="zh-TW" sz="2000" b="0" i="1" smtClean="0">
                            <a:latin typeface="Cambria Math" panose="02040503050406030204" pitchFamily="18" charset="0"/>
                          </a:rPr>
                          <m:t>𝑇𝑖</m:t>
                        </m:r>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𝑛</m:t>
                        </m:r>
                      </m:sub>
                      <m:sup/>
                    </m:sSubSup>
                  </m:oMath>
                </a14:m>
                <a:r>
                  <a:rPr lang="en-US" altLang="zh-TW" sz="2000" dirty="0"/>
                  <a:t> −</a:t>
                </a:r>
                <a14:m>
                  <m:oMath xmlns:m="http://schemas.openxmlformats.org/officeDocument/2006/math">
                    <m:sSubSup>
                      <m:sSubSupPr>
                        <m:ctrlPr>
                          <a:rPr lang="en-US" altLang="zh-TW" sz="2000" i="1">
                            <a:latin typeface="Cambria Math" panose="02040503050406030204" pitchFamily="18" charset="0"/>
                          </a:rPr>
                        </m:ctrlPr>
                      </m:sSubSupPr>
                      <m:e>
                        <m:r>
                          <a:rPr lang="en-US" altLang="zh-TW" sz="2000" b="0" i="1" smtClean="0">
                            <a:latin typeface="Cambria Math" panose="02040503050406030204" pitchFamily="18" charset="0"/>
                          </a:rPr>
                          <m:t>𝐶</m:t>
                        </m:r>
                      </m:e>
                      <m:sub>
                        <m:r>
                          <a:rPr lang="en-US" altLang="zh-TW" sz="2000" b="0" i="1" smtClean="0">
                            <a:latin typeface="Cambria Math" panose="02040503050406030204" pitchFamily="18" charset="0"/>
                          </a:rPr>
                          <m:t>𝑎𝑣𝑒</m:t>
                        </m:r>
                      </m:sub>
                      <m:sup/>
                    </m:sSubSup>
                  </m:oMath>
                </a14:m>
                <a:r>
                  <a:rPr lang="en-US" altLang="zh-TW" sz="2000" dirty="0"/>
                  <a:t> anduse </a:t>
                </a:r>
                <a14:m>
                  <m:oMath xmlns:m="http://schemas.openxmlformats.org/officeDocument/2006/math">
                    <m:sSubSup>
                      <m:sSubSupPr>
                        <m:ctrlPr>
                          <a:rPr lang="en-US" altLang="zh-TW" sz="2000" i="1">
                            <a:latin typeface="Cambria Math" panose="02040503050406030204" pitchFamily="18" charset="0"/>
                          </a:rPr>
                        </m:ctrlPr>
                      </m:sSubSupPr>
                      <m:e>
                        <m:r>
                          <a:rPr lang="en-US" altLang="zh-TW" sz="2000" b="0" i="1" smtClean="0">
                            <a:latin typeface="Cambria Math" panose="02040503050406030204" pitchFamily="18" charset="0"/>
                          </a:rPr>
                          <m:t>𝐿</m:t>
                        </m:r>
                      </m:e>
                      <m:sub>
                        <m:r>
                          <a:rPr lang="en-US" altLang="zh-TW" sz="2000" b="0" i="1" smtClean="0">
                            <a:latin typeface="Cambria Math" panose="02040503050406030204" pitchFamily="18" charset="0"/>
                          </a:rPr>
                          <m:t>𝑈𝑖</m:t>
                        </m:r>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𝑛</m:t>
                        </m:r>
                      </m:sub>
                      <m:sup>
                        <m:r>
                          <a:rPr lang="en-US" altLang="zh-TW" sz="2000" b="0" i="1" smtClean="0">
                            <a:latin typeface="Cambria Math" panose="02040503050406030204" pitchFamily="18" charset="0"/>
                          </a:rPr>
                          <m:t>𝑎𝑣𝑒</m:t>
                        </m:r>
                      </m:sup>
                    </m:sSubSup>
                  </m:oMath>
                </a14:m>
                <a:r>
                  <a:rPr lang="en-US" altLang="zh-TW" sz="2000" dirty="0"/>
                  <a:t> = </a:t>
                </a:r>
                <a14:m>
                  <m:oMath xmlns:m="http://schemas.openxmlformats.org/officeDocument/2006/math">
                    <m:sSubSup>
                      <m:sSubSupPr>
                        <m:ctrlPr>
                          <a:rPr lang="en-US" altLang="zh-TW" sz="2000" i="1">
                            <a:latin typeface="Cambria Math" panose="02040503050406030204" pitchFamily="18" charset="0"/>
                          </a:rPr>
                        </m:ctrlPr>
                      </m:sSubSupPr>
                      <m:e>
                        <m:r>
                          <a:rPr lang="en-US" altLang="zh-TW" sz="2000" b="0" i="1" smtClean="0">
                            <a:latin typeface="Cambria Math" panose="02040503050406030204" pitchFamily="18" charset="0"/>
                          </a:rPr>
                          <m:t>𝐿</m:t>
                        </m:r>
                      </m:e>
                      <m:sub>
                        <m:r>
                          <a:rPr lang="en-US" altLang="zh-TW" sz="2000" b="0" i="1" smtClean="0">
                            <a:latin typeface="Cambria Math" panose="02040503050406030204" pitchFamily="18" charset="0"/>
                          </a:rPr>
                          <m:t>𝑈</m:t>
                        </m:r>
                        <m:r>
                          <a:rPr lang="en-US" altLang="zh-TW" sz="2000" i="1">
                            <a:latin typeface="Cambria Math" panose="02040503050406030204" pitchFamily="18" charset="0"/>
                          </a:rPr>
                          <m:t>𝑖</m:t>
                        </m:r>
                        <m:r>
                          <a:rPr lang="en-US" altLang="zh-TW" sz="2000" i="1">
                            <a:latin typeface="Cambria Math" panose="02040503050406030204" pitchFamily="18" charset="0"/>
                          </a:rPr>
                          <m:t>−</m:t>
                        </m:r>
                        <m:r>
                          <a:rPr lang="en-US" altLang="zh-TW" sz="2000" i="1">
                            <a:latin typeface="Cambria Math" panose="02040503050406030204" pitchFamily="18" charset="0"/>
                          </a:rPr>
                          <m:t>𝑛</m:t>
                        </m:r>
                      </m:sub>
                      <m:sup>
                        <m:r>
                          <a:rPr lang="en-US" altLang="zh-TW" sz="2000" b="0" i="1" smtClean="0">
                            <a:latin typeface="Cambria Math" panose="02040503050406030204" pitchFamily="18" charset="0"/>
                          </a:rPr>
                          <m:t>𝑎𝑣𝑒</m:t>
                        </m:r>
                      </m:sup>
                    </m:sSubSup>
                  </m:oMath>
                </a14:m>
                <a:r>
                  <a:rPr lang="en-US" altLang="zh-TW" sz="2000" dirty="0"/>
                  <a:t> −</a:t>
                </a:r>
                <a14:m>
                  <m:oMath xmlns:m="http://schemas.openxmlformats.org/officeDocument/2006/math">
                    <m:sSubSup>
                      <m:sSubSupPr>
                        <m:ctrlPr>
                          <a:rPr lang="en-US" altLang="zh-TW" sz="2000" i="1">
                            <a:latin typeface="Cambria Math" panose="02040503050406030204" pitchFamily="18" charset="0"/>
                          </a:rPr>
                        </m:ctrlPr>
                      </m:sSubSupPr>
                      <m:e>
                        <m:r>
                          <a:rPr lang="en-US" altLang="zh-TW" sz="2000" b="0" i="1" smtClean="0">
                            <a:latin typeface="Cambria Math" panose="02040503050406030204" pitchFamily="18" charset="0"/>
                          </a:rPr>
                          <m:t>𝐿</m:t>
                        </m:r>
                      </m:e>
                      <m:sub>
                        <m:r>
                          <a:rPr lang="en-US" altLang="zh-TW" sz="2000" i="1">
                            <a:latin typeface="Cambria Math" panose="02040503050406030204" pitchFamily="18" charset="0"/>
                          </a:rPr>
                          <m:t>𝑎𝑣𝑒</m:t>
                        </m:r>
                      </m:sub>
                      <m:sup/>
                    </m:sSubSup>
                  </m:oMath>
                </a14:m>
                <a:r>
                  <a:rPr lang="en-US" altLang="zh-TW" sz="2000" dirty="0"/>
                  <a:t>to get the new random variables * C and * L :</a:t>
                </a:r>
                <a:endParaRPr lang="zh-TW" altLang="en-US" sz="2000" dirty="0"/>
              </a:p>
            </p:txBody>
          </p:sp>
        </mc:Choice>
        <mc:Fallback xmlns="">
          <p:sp>
            <p:nvSpPr>
              <p:cNvPr id="3" name="文字版面配置區 2">
                <a:extLst>
                  <a:ext uri="{FF2B5EF4-FFF2-40B4-BE49-F238E27FC236}">
                    <a16:creationId xmlns:a16="http://schemas.microsoft.com/office/drawing/2014/main" id="{37C15B0B-C073-484E-825E-27A8F0951EF5}"/>
                  </a:ext>
                </a:extLst>
              </p:cNvPr>
              <p:cNvSpPr>
                <a:spLocks noGrp="1" noRot="1" noChangeAspect="1" noMove="1" noResize="1" noEditPoints="1" noAdjustHandles="1" noChangeArrowheads="1" noChangeShapeType="1" noTextEdit="1"/>
              </p:cNvSpPr>
              <p:nvPr>
                <p:ph type="body" idx="1"/>
              </p:nvPr>
            </p:nvSpPr>
            <p:spPr>
              <a:xfrm>
                <a:off x="718300" y="403654"/>
                <a:ext cx="6761100" cy="4310396"/>
              </a:xfrm>
              <a:blipFill>
                <a:blip r:embed="rId3"/>
                <a:stretch>
                  <a:fillRect l="-90"/>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FCDC4C65-E7EE-4CAA-B3D0-FF14BE1AEB94}"/>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16</a:t>
            </a:fld>
            <a:endParaRPr lang="en"/>
          </a:p>
        </p:txBody>
      </p:sp>
      <p:pic>
        <p:nvPicPr>
          <p:cNvPr id="6" name="圖片 5">
            <a:extLst>
              <a:ext uri="{FF2B5EF4-FFF2-40B4-BE49-F238E27FC236}">
                <a16:creationId xmlns:a16="http://schemas.microsoft.com/office/drawing/2014/main" id="{9C8B58B4-4268-4929-B6E6-8EBD5E6A0B81}"/>
              </a:ext>
            </a:extLst>
          </p:cNvPr>
          <p:cNvPicPr>
            <a:picLocks noChangeAspect="1"/>
          </p:cNvPicPr>
          <p:nvPr/>
        </p:nvPicPr>
        <p:blipFill>
          <a:blip r:embed="rId4"/>
          <a:stretch>
            <a:fillRect/>
          </a:stretch>
        </p:blipFill>
        <p:spPr>
          <a:xfrm>
            <a:off x="2140034" y="1439359"/>
            <a:ext cx="4934466" cy="1119493"/>
          </a:xfrm>
          <a:prstGeom prst="rect">
            <a:avLst/>
          </a:prstGeom>
        </p:spPr>
      </p:pic>
      <p:pic>
        <p:nvPicPr>
          <p:cNvPr id="2" name="圖片 1"/>
          <p:cNvPicPr>
            <a:picLocks noChangeAspect="1"/>
          </p:cNvPicPr>
          <p:nvPr/>
        </p:nvPicPr>
        <p:blipFill>
          <a:blip r:embed="rId5"/>
          <a:stretch>
            <a:fillRect/>
          </a:stretch>
        </p:blipFill>
        <p:spPr>
          <a:xfrm>
            <a:off x="2140034" y="3654144"/>
            <a:ext cx="3109884" cy="1186031"/>
          </a:xfrm>
          <a:prstGeom prst="rect">
            <a:avLst/>
          </a:prstGeom>
        </p:spPr>
      </p:pic>
    </p:spTree>
    <p:extLst>
      <p:ext uri="{BB962C8B-B14F-4D97-AF65-F5344CB8AC3E}">
        <p14:creationId xmlns:p14="http://schemas.microsoft.com/office/powerpoint/2010/main" val="11559044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718300" y="567559"/>
            <a:ext cx="6761100" cy="4146491"/>
          </a:xfrm>
        </p:spPr>
        <p:txBody>
          <a:bodyPr/>
          <a:lstStyle/>
          <a:p>
            <a:r>
              <a:rPr lang="en-US" altLang="zh-TW" dirty="0"/>
              <a:t>After getting two new evaluation indicators, we calculate the </a:t>
            </a:r>
            <a:r>
              <a:rPr lang="en-US" altLang="zh-TW" dirty="0">
                <a:solidFill>
                  <a:schemeClr val="accent1">
                    <a:lumMod val="50000"/>
                  </a:schemeClr>
                </a:solidFill>
              </a:rPr>
              <a:t>covariance matrix </a:t>
            </a:r>
            <a:r>
              <a:rPr lang="en-US" altLang="zh-TW" dirty="0"/>
              <a:t>of the two variables: </a:t>
            </a:r>
          </a:p>
          <a:p>
            <a:endParaRPr lang="en-US" altLang="zh-TW" dirty="0"/>
          </a:p>
          <a:p>
            <a:endParaRPr lang="en-US" altLang="zh-TW" dirty="0"/>
          </a:p>
          <a:p>
            <a:endParaRPr lang="en-US" altLang="zh-TW" dirty="0"/>
          </a:p>
          <a:p>
            <a:endParaRPr lang="zh-TW" altLang="en-US" dirty="0"/>
          </a:p>
        </p:txBody>
      </p:sp>
      <p:sp>
        <p:nvSpPr>
          <p:cNvPr id="4" name="投影片編號版面配置區 3"/>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17</a:t>
            </a:fld>
            <a:endParaRPr lang="en"/>
          </a:p>
        </p:txBody>
      </p:sp>
      <p:pic>
        <p:nvPicPr>
          <p:cNvPr id="5" name="圖片 4"/>
          <p:cNvPicPr>
            <a:picLocks noChangeAspect="1"/>
          </p:cNvPicPr>
          <p:nvPr/>
        </p:nvPicPr>
        <p:blipFill>
          <a:blip r:embed="rId3"/>
          <a:stretch>
            <a:fillRect/>
          </a:stretch>
        </p:blipFill>
        <p:spPr>
          <a:xfrm>
            <a:off x="3139628" y="1488118"/>
            <a:ext cx="2486372" cy="1152686"/>
          </a:xfrm>
          <a:prstGeom prst="rect">
            <a:avLst/>
          </a:prstGeom>
        </p:spPr>
      </p:pic>
      <p:pic>
        <p:nvPicPr>
          <p:cNvPr id="6" name="圖片 5"/>
          <p:cNvPicPr>
            <a:picLocks noChangeAspect="1"/>
          </p:cNvPicPr>
          <p:nvPr/>
        </p:nvPicPr>
        <p:blipFill>
          <a:blip r:embed="rId4"/>
          <a:stretch>
            <a:fillRect/>
          </a:stretch>
        </p:blipFill>
        <p:spPr>
          <a:xfrm>
            <a:off x="1150227" y="2489557"/>
            <a:ext cx="5487055" cy="2653943"/>
          </a:xfrm>
          <a:prstGeom prst="rect">
            <a:avLst/>
          </a:prstGeom>
        </p:spPr>
      </p:pic>
    </p:spTree>
    <p:extLst>
      <p:ext uri="{BB962C8B-B14F-4D97-AF65-F5344CB8AC3E}">
        <p14:creationId xmlns:p14="http://schemas.microsoft.com/office/powerpoint/2010/main" val="3673618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字版面配置區 2">
                <a:extLst>
                  <a:ext uri="{FF2B5EF4-FFF2-40B4-BE49-F238E27FC236}">
                    <a16:creationId xmlns:a16="http://schemas.microsoft.com/office/drawing/2014/main" id="{DF6CCDA7-071C-45B5-A2AC-41B4D11D24BC}"/>
                  </a:ext>
                </a:extLst>
              </p:cNvPr>
              <p:cNvSpPr>
                <a:spLocks noGrp="1"/>
              </p:cNvSpPr>
              <p:nvPr>
                <p:ph type="body" idx="1"/>
              </p:nvPr>
            </p:nvSpPr>
            <p:spPr>
              <a:xfrm>
                <a:off x="718300" y="502418"/>
                <a:ext cx="6761100" cy="4211632"/>
              </a:xfrm>
            </p:spPr>
            <p:txBody>
              <a:bodyPr/>
              <a:lstStyle/>
              <a:p>
                <a:r>
                  <a:rPr lang="en-US" altLang="zh-TW" sz="2000" dirty="0"/>
                  <a:t>The corresponding eigenvectors are </a:t>
                </a:r>
                <a14:m>
                  <m:oMath xmlns:m="http://schemas.openxmlformats.org/officeDocument/2006/math">
                    <m:sSub>
                      <m:sSubPr>
                        <m:ctrlPr>
                          <a:rPr lang="en-US" altLang="zh-TW" sz="2000" i="1" smtClean="0">
                            <a:latin typeface="Cambria Math" panose="02040503050406030204" pitchFamily="18" charset="0"/>
                          </a:rPr>
                        </m:ctrlPr>
                      </m:sSubPr>
                      <m:e>
                        <m:r>
                          <m:rPr>
                            <m:nor/>
                          </m:rPr>
                          <a:rPr lang="en-US" altLang="zh-TW" sz="2000" dirty="0"/>
                          <m:t>α</m:t>
                        </m:r>
                      </m:e>
                      <m:sub>
                        <m:r>
                          <a:rPr lang="en-US" altLang="zh-TW" sz="2000" i="1">
                            <a:latin typeface="Cambria Math" panose="02040503050406030204" pitchFamily="18" charset="0"/>
                          </a:rPr>
                          <m:t>1</m:t>
                        </m:r>
                      </m:sub>
                    </m:sSub>
                  </m:oMath>
                </a14:m>
                <a:r>
                  <a:rPr lang="en-US" altLang="zh-TW" sz="2000" dirty="0"/>
                  <a:t>and </a:t>
                </a:r>
                <a14:m>
                  <m:oMath xmlns:m="http://schemas.openxmlformats.org/officeDocument/2006/math">
                    <m:sSub>
                      <m:sSubPr>
                        <m:ctrlPr>
                          <a:rPr lang="en-US" altLang="zh-TW" sz="2000" i="1">
                            <a:latin typeface="Cambria Math" panose="02040503050406030204" pitchFamily="18" charset="0"/>
                          </a:rPr>
                        </m:ctrlPr>
                      </m:sSubPr>
                      <m:e>
                        <m:r>
                          <m:rPr>
                            <m:nor/>
                          </m:rPr>
                          <a:rPr lang="en-US" altLang="zh-TW" sz="2000" dirty="0"/>
                          <m:t>α</m:t>
                        </m:r>
                      </m:e>
                      <m:sub>
                        <m:r>
                          <a:rPr lang="en-US" altLang="zh-TW" sz="2000" i="1" dirty="0">
                            <a:latin typeface="Cambria Math" panose="02040503050406030204" pitchFamily="18" charset="0"/>
                          </a:rPr>
                          <m:t>2</m:t>
                        </m:r>
                      </m:sub>
                    </m:sSub>
                  </m:oMath>
                </a14:m>
                <a:r>
                  <a:rPr lang="en-US" altLang="zh-TW" sz="2000" dirty="0"/>
                  <a:t>. Then we select the eigenvector corresponding to the largest eigenvalue, such as </a:t>
                </a:r>
                <a14:m>
                  <m:oMath xmlns:m="http://schemas.openxmlformats.org/officeDocument/2006/math">
                    <m:sSub>
                      <m:sSubPr>
                        <m:ctrlPr>
                          <a:rPr lang="en-US" altLang="zh-TW" sz="2000" i="1">
                            <a:latin typeface="Cambria Math" panose="02040503050406030204" pitchFamily="18" charset="0"/>
                          </a:rPr>
                        </m:ctrlPr>
                      </m:sSubPr>
                      <m:e>
                        <m:r>
                          <m:rPr>
                            <m:nor/>
                          </m:rPr>
                          <a:rPr lang="en-US" altLang="zh-TW" sz="2000" dirty="0"/>
                          <m:t>α</m:t>
                        </m:r>
                      </m:e>
                      <m:sub>
                        <m:r>
                          <a:rPr lang="en-US" altLang="zh-TW" sz="2000" i="1" dirty="0">
                            <a:latin typeface="Cambria Math" panose="02040503050406030204" pitchFamily="18" charset="0"/>
                          </a:rPr>
                          <m:t>2</m:t>
                        </m:r>
                      </m:sub>
                    </m:sSub>
                  </m:oMath>
                </a14:m>
                <a:r>
                  <a:rPr lang="en-US" altLang="zh-TW" sz="2000" dirty="0"/>
                  <a:t> to λ2. Finally, we calculate the random variable Y:</a:t>
                </a:r>
              </a:p>
              <a:p>
                <a:endParaRPr lang="en-US" altLang="zh-TW" sz="2000" dirty="0"/>
              </a:p>
              <a:p>
                <a:endParaRPr lang="en-US" altLang="zh-TW" sz="2000" dirty="0"/>
              </a:p>
              <a:p>
                <a:endParaRPr lang="en-US" altLang="zh-TW" sz="2000" dirty="0"/>
              </a:p>
              <a:p>
                <a:r>
                  <a:rPr lang="en-US" altLang="zh-TW" sz="2000" dirty="0"/>
                  <a:t>where Y is the final random variable with one dimension:</a:t>
                </a:r>
              </a:p>
              <a:p>
                <a:endParaRPr lang="en-US" altLang="zh-TW" sz="2000" dirty="0"/>
              </a:p>
              <a:p>
                <a:endParaRPr lang="zh-TW" altLang="en-US" sz="2000" dirty="0"/>
              </a:p>
            </p:txBody>
          </p:sp>
        </mc:Choice>
        <mc:Fallback xmlns="">
          <p:sp>
            <p:nvSpPr>
              <p:cNvPr id="3" name="文字版面配置區 2">
                <a:extLst>
                  <a:ext uri="{FF2B5EF4-FFF2-40B4-BE49-F238E27FC236}">
                    <a16:creationId xmlns:a16="http://schemas.microsoft.com/office/drawing/2014/main" id="{DF6CCDA7-071C-45B5-A2AC-41B4D11D24BC}"/>
                  </a:ext>
                </a:extLst>
              </p:cNvPr>
              <p:cNvSpPr>
                <a:spLocks noGrp="1" noRot="1" noChangeAspect="1" noMove="1" noResize="1" noEditPoints="1" noAdjustHandles="1" noChangeArrowheads="1" noChangeShapeType="1" noTextEdit="1"/>
              </p:cNvSpPr>
              <p:nvPr>
                <p:ph type="body" idx="1"/>
              </p:nvPr>
            </p:nvSpPr>
            <p:spPr>
              <a:xfrm>
                <a:off x="718300" y="502418"/>
                <a:ext cx="6761100" cy="4211632"/>
              </a:xfrm>
              <a:blipFill>
                <a:blip r:embed="rId3"/>
                <a:stretch>
                  <a:fillRect l="-541" t="-868"/>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8CBF81FF-D91F-4ECC-85D3-8D4F240BE2D4}"/>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18</a:t>
            </a:fld>
            <a:endParaRPr lang="en"/>
          </a:p>
        </p:txBody>
      </p:sp>
      <p:pic>
        <p:nvPicPr>
          <p:cNvPr id="6" name="圖片 5">
            <a:extLst>
              <a:ext uri="{FF2B5EF4-FFF2-40B4-BE49-F238E27FC236}">
                <a16:creationId xmlns:a16="http://schemas.microsoft.com/office/drawing/2014/main" id="{18139969-43C5-43D8-9709-7090EE076DD3}"/>
              </a:ext>
            </a:extLst>
          </p:cNvPr>
          <p:cNvPicPr>
            <a:picLocks noChangeAspect="1"/>
          </p:cNvPicPr>
          <p:nvPr/>
        </p:nvPicPr>
        <p:blipFill>
          <a:blip r:embed="rId4"/>
          <a:stretch>
            <a:fillRect/>
          </a:stretch>
        </p:blipFill>
        <p:spPr>
          <a:xfrm>
            <a:off x="1274293" y="2031489"/>
            <a:ext cx="5649113" cy="819264"/>
          </a:xfrm>
          <a:prstGeom prst="rect">
            <a:avLst/>
          </a:prstGeom>
        </p:spPr>
      </p:pic>
      <p:pic>
        <p:nvPicPr>
          <p:cNvPr id="7" name="圖片 6">
            <a:extLst>
              <a:ext uri="{FF2B5EF4-FFF2-40B4-BE49-F238E27FC236}">
                <a16:creationId xmlns:a16="http://schemas.microsoft.com/office/drawing/2014/main" id="{0BD05964-086A-439D-8713-A03B89DA8BF0}"/>
              </a:ext>
            </a:extLst>
          </p:cNvPr>
          <p:cNvPicPr>
            <a:picLocks noChangeAspect="1"/>
          </p:cNvPicPr>
          <p:nvPr/>
        </p:nvPicPr>
        <p:blipFill>
          <a:blip r:embed="rId5"/>
          <a:stretch>
            <a:fillRect/>
          </a:stretch>
        </p:blipFill>
        <p:spPr>
          <a:xfrm>
            <a:off x="1485663" y="3627244"/>
            <a:ext cx="5630061" cy="752580"/>
          </a:xfrm>
          <a:prstGeom prst="rect">
            <a:avLst/>
          </a:prstGeom>
        </p:spPr>
      </p:pic>
    </p:spTree>
    <p:extLst>
      <p:ext uri="{BB962C8B-B14F-4D97-AF65-F5344CB8AC3E}">
        <p14:creationId xmlns:p14="http://schemas.microsoft.com/office/powerpoint/2010/main" val="4915593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Inter-satellite Link Deployment</a:t>
            </a:r>
            <a:endParaRPr lang="zh-TW" altLang="en-US" dirty="0"/>
          </a:p>
        </p:txBody>
      </p:sp>
      <p:sp>
        <p:nvSpPr>
          <p:cNvPr id="3" name="文字版面配置區 2"/>
          <p:cNvSpPr>
            <a:spLocks noGrp="1"/>
          </p:cNvSpPr>
          <p:nvPr>
            <p:ph type="body" idx="1"/>
          </p:nvPr>
        </p:nvSpPr>
        <p:spPr/>
        <p:txBody>
          <a:bodyPr/>
          <a:lstStyle/>
          <a:p>
            <a:r>
              <a:rPr lang="en-US" altLang="zh-TW" sz="2000" dirty="0"/>
              <a:t>Next is the problem of ACS-ACS link deployment. In order to avoid excessive computation, the time-varying network model needs to be simplified firstly.</a:t>
            </a:r>
            <a:endParaRPr lang="zh-TW" altLang="en-US" sz="2000" dirty="0"/>
          </a:p>
        </p:txBody>
      </p:sp>
      <p:sp>
        <p:nvSpPr>
          <p:cNvPr id="4" name="投影片編號版面配置區 3"/>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19</a:t>
            </a:fld>
            <a:endParaRPr lang="en"/>
          </a:p>
        </p:txBody>
      </p:sp>
    </p:spTree>
    <p:extLst>
      <p:ext uri="{BB962C8B-B14F-4D97-AF65-F5344CB8AC3E}">
        <p14:creationId xmlns:p14="http://schemas.microsoft.com/office/powerpoint/2010/main" val="229372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DA3E628B-21E8-4359-B7ED-6D6DF8ECF000}"/>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20</a:t>
            </a:fld>
            <a:endParaRPr lang="en"/>
          </a:p>
        </p:txBody>
      </p:sp>
      <p:pic>
        <p:nvPicPr>
          <p:cNvPr id="6" name="圖片 5">
            <a:extLst>
              <a:ext uri="{FF2B5EF4-FFF2-40B4-BE49-F238E27FC236}">
                <a16:creationId xmlns:a16="http://schemas.microsoft.com/office/drawing/2014/main" id="{54CB395F-96FB-4D22-AA68-A3C141E1E11D}"/>
              </a:ext>
            </a:extLst>
          </p:cNvPr>
          <p:cNvPicPr>
            <a:picLocks noChangeAspect="1"/>
          </p:cNvPicPr>
          <p:nvPr/>
        </p:nvPicPr>
        <p:blipFill>
          <a:blip r:embed="rId3"/>
          <a:stretch>
            <a:fillRect/>
          </a:stretch>
        </p:blipFill>
        <p:spPr>
          <a:xfrm>
            <a:off x="640231" y="198338"/>
            <a:ext cx="5238750" cy="3533775"/>
          </a:xfrm>
          <a:prstGeom prst="rect">
            <a:avLst/>
          </a:prstGeom>
        </p:spPr>
      </p:pic>
      <p:pic>
        <p:nvPicPr>
          <p:cNvPr id="7" name="圖片 6">
            <a:extLst>
              <a:ext uri="{FF2B5EF4-FFF2-40B4-BE49-F238E27FC236}">
                <a16:creationId xmlns:a16="http://schemas.microsoft.com/office/drawing/2014/main" id="{BDC9C830-CC24-4DF8-8E75-878691D384BD}"/>
              </a:ext>
            </a:extLst>
          </p:cNvPr>
          <p:cNvPicPr>
            <a:picLocks noChangeAspect="1"/>
          </p:cNvPicPr>
          <p:nvPr/>
        </p:nvPicPr>
        <p:blipFill>
          <a:blip r:embed="rId4"/>
          <a:stretch>
            <a:fillRect/>
          </a:stretch>
        </p:blipFill>
        <p:spPr>
          <a:xfrm>
            <a:off x="1299703" y="3732113"/>
            <a:ext cx="5077534" cy="800212"/>
          </a:xfrm>
          <a:prstGeom prst="rect">
            <a:avLst/>
          </a:prstGeom>
        </p:spPr>
      </p:pic>
      <p:pic>
        <p:nvPicPr>
          <p:cNvPr id="22" name="圖片 21">
            <a:extLst>
              <a:ext uri="{FF2B5EF4-FFF2-40B4-BE49-F238E27FC236}">
                <a16:creationId xmlns:a16="http://schemas.microsoft.com/office/drawing/2014/main" id="{4696E17F-BD8C-4580-8238-FF29BAB56F9C}"/>
              </a:ext>
            </a:extLst>
          </p:cNvPr>
          <p:cNvPicPr>
            <a:picLocks noChangeAspect="1"/>
          </p:cNvPicPr>
          <p:nvPr/>
        </p:nvPicPr>
        <p:blipFill>
          <a:blip r:embed="rId5"/>
          <a:stretch>
            <a:fillRect/>
          </a:stretch>
        </p:blipFill>
        <p:spPr>
          <a:xfrm>
            <a:off x="1593968" y="4507448"/>
            <a:ext cx="5442741" cy="606353"/>
          </a:xfrm>
          <a:prstGeom prst="rect">
            <a:avLst/>
          </a:prstGeom>
        </p:spPr>
      </p:pic>
      <p:sp>
        <p:nvSpPr>
          <p:cNvPr id="23" name="矩形 22">
            <a:extLst>
              <a:ext uri="{FF2B5EF4-FFF2-40B4-BE49-F238E27FC236}">
                <a16:creationId xmlns:a16="http://schemas.microsoft.com/office/drawing/2014/main" id="{B904CA75-91BD-45C1-AF19-27E73F7BDFA9}"/>
              </a:ext>
            </a:extLst>
          </p:cNvPr>
          <p:cNvSpPr/>
          <p:nvPr/>
        </p:nvSpPr>
        <p:spPr>
          <a:xfrm>
            <a:off x="256127" y="4353559"/>
            <a:ext cx="1938351" cy="307777"/>
          </a:xfrm>
          <a:prstGeom prst="rect">
            <a:avLst/>
          </a:prstGeom>
        </p:spPr>
        <p:txBody>
          <a:bodyPr wrap="none">
            <a:spAutoFit/>
          </a:bodyPr>
          <a:lstStyle/>
          <a:p>
            <a:r>
              <a:rPr lang="en-US" altLang="zh-TW" dirty="0">
                <a:latin typeface="+mn-lt"/>
              </a:rPr>
              <a:t>Not physically visible :</a:t>
            </a:r>
            <a:endParaRPr lang="zh-TW" altLang="en-US" dirty="0">
              <a:latin typeface="+mn-lt"/>
            </a:endParaRPr>
          </a:p>
        </p:txBody>
      </p:sp>
      <p:sp>
        <p:nvSpPr>
          <p:cNvPr id="24" name="矩形 23">
            <a:extLst>
              <a:ext uri="{FF2B5EF4-FFF2-40B4-BE49-F238E27FC236}">
                <a16:creationId xmlns:a16="http://schemas.microsoft.com/office/drawing/2014/main" id="{331F9206-D167-4D7A-8506-093018A5E802}"/>
              </a:ext>
            </a:extLst>
          </p:cNvPr>
          <p:cNvSpPr/>
          <p:nvPr/>
        </p:nvSpPr>
        <p:spPr>
          <a:xfrm>
            <a:off x="256126" y="3658115"/>
            <a:ext cx="1630575" cy="307777"/>
          </a:xfrm>
          <a:prstGeom prst="rect">
            <a:avLst/>
          </a:prstGeom>
        </p:spPr>
        <p:txBody>
          <a:bodyPr wrap="none">
            <a:spAutoFit/>
          </a:bodyPr>
          <a:lstStyle/>
          <a:p>
            <a:r>
              <a:rPr lang="en-US" altLang="zh-TW" dirty="0">
                <a:latin typeface="+mn-lt"/>
              </a:rPr>
              <a:t>Physically visible :</a:t>
            </a:r>
            <a:endParaRPr lang="zh-TW" altLang="en-US" dirty="0">
              <a:latin typeface="+mn-lt"/>
            </a:endParaRPr>
          </a:p>
        </p:txBody>
      </p:sp>
    </p:spTree>
    <p:extLst>
      <p:ext uri="{BB962C8B-B14F-4D97-AF65-F5344CB8AC3E}">
        <p14:creationId xmlns:p14="http://schemas.microsoft.com/office/powerpoint/2010/main" val="27203426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Inter-satellite Link Deployment</a:t>
            </a:r>
            <a:endParaRPr lang="zh-TW" altLang="en-US" dirty="0"/>
          </a:p>
        </p:txBody>
      </p:sp>
      <mc:AlternateContent xmlns:mc="http://schemas.openxmlformats.org/markup-compatibility/2006" xmlns:a14="http://schemas.microsoft.com/office/drawing/2010/main">
        <mc:Choice Requires="a14">
          <p:sp>
            <p:nvSpPr>
              <p:cNvPr id="3" name="文字版面配置區 2"/>
              <p:cNvSpPr>
                <a:spLocks noGrp="1"/>
              </p:cNvSpPr>
              <p:nvPr>
                <p:ph type="body" idx="1"/>
              </p:nvPr>
            </p:nvSpPr>
            <p:spPr/>
            <p:txBody>
              <a:bodyPr/>
              <a:lstStyle/>
              <a:p>
                <a:r>
                  <a:rPr lang="en-US" altLang="zh-TW" sz="2000" dirty="0"/>
                  <a:t>The SAIN model can be subsequently described by the time-varying graph G=(S,E,T)</a:t>
                </a:r>
              </a:p>
              <a:p>
                <a:r>
                  <a:rPr lang="en-US" altLang="zh-TW" sz="2000" dirty="0"/>
                  <a:t>Supposing that the connection time between two adjacent satellites is </a:t>
                </a:r>
                <a14:m>
                  <m:oMath xmlns:m="http://schemas.openxmlformats.org/officeDocument/2006/math">
                    <m:sSubSup>
                      <m:sSubSupPr>
                        <m:ctrlPr>
                          <a:rPr lang="en-US" altLang="zh-TW" sz="2000" i="1">
                            <a:latin typeface="Cambria Math" panose="02040503050406030204" pitchFamily="18" charset="0"/>
                          </a:rPr>
                        </m:ctrlPr>
                      </m:sSubSupPr>
                      <m:e>
                        <m:r>
                          <a:rPr lang="en-US" altLang="zh-TW" sz="2000" b="0" i="1" smtClean="0">
                            <a:latin typeface="Cambria Math" panose="02040503050406030204" pitchFamily="18" charset="0"/>
                          </a:rPr>
                          <m:t>𝑇</m:t>
                        </m:r>
                      </m:e>
                      <m:sub>
                        <m:r>
                          <a:rPr lang="en-US" altLang="zh-TW" sz="2000" b="0" i="1" smtClean="0">
                            <a:latin typeface="Cambria Math" panose="02040503050406030204" pitchFamily="18" charset="0"/>
                          </a:rPr>
                          <m:t>𝑖</m:t>
                        </m:r>
                      </m:sub>
                      <m:sup/>
                    </m:sSubSup>
                  </m:oMath>
                </a14:m>
                <a:r>
                  <a:rPr lang="en-US" altLang="zh-TW" sz="2000" dirty="0"/>
                  <a:t>, the connection time T of the whole link is:</a:t>
                </a:r>
                <a:endParaRPr lang="zh-TW" altLang="en-US" sz="2000" dirty="0"/>
              </a:p>
            </p:txBody>
          </p:sp>
        </mc:Choice>
        <mc:Fallback xmlns="">
          <p:sp>
            <p:nvSpPr>
              <p:cNvPr id="3" name="文字版面配置區 2"/>
              <p:cNvSpPr>
                <a:spLocks noGrp="1" noRot="1" noChangeAspect="1" noMove="1" noResize="1" noEditPoints="1" noAdjustHandles="1" noChangeArrowheads="1" noChangeShapeType="1" noTextEdit="1"/>
              </p:cNvSpPr>
              <p:nvPr>
                <p:ph type="body" idx="1"/>
              </p:nvPr>
            </p:nvSpPr>
            <p:spPr>
              <a:blipFill>
                <a:blip r:embed="rId3"/>
                <a:stretch>
                  <a:fillRect l="-541" t="-1227"/>
                </a:stretch>
              </a:blipFill>
            </p:spPr>
            <p:txBody>
              <a:bodyPr/>
              <a:lstStyle/>
              <a:p>
                <a:r>
                  <a:rPr lang="zh-TW" altLang="en-US">
                    <a:noFill/>
                  </a:rPr>
                  <a:t> </a:t>
                </a:r>
              </a:p>
            </p:txBody>
          </p:sp>
        </mc:Fallback>
      </mc:AlternateContent>
      <p:sp>
        <p:nvSpPr>
          <p:cNvPr id="4" name="投影片編號版面配置區 3"/>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21</a:t>
            </a:fld>
            <a:endParaRPr lang="en"/>
          </a:p>
        </p:txBody>
      </p:sp>
      <p:pic>
        <p:nvPicPr>
          <p:cNvPr id="5" name="圖片 4">
            <a:extLst>
              <a:ext uri="{FF2B5EF4-FFF2-40B4-BE49-F238E27FC236}">
                <a16:creationId xmlns:a16="http://schemas.microsoft.com/office/drawing/2014/main" id="{B45A6CE9-659A-4E39-AC31-CA9F91A24762}"/>
              </a:ext>
            </a:extLst>
          </p:cNvPr>
          <p:cNvPicPr>
            <a:picLocks noChangeAspect="1"/>
          </p:cNvPicPr>
          <p:nvPr/>
        </p:nvPicPr>
        <p:blipFill>
          <a:blip r:embed="rId4"/>
          <a:stretch>
            <a:fillRect/>
          </a:stretch>
        </p:blipFill>
        <p:spPr>
          <a:xfrm>
            <a:off x="2141088" y="3663558"/>
            <a:ext cx="4254793" cy="800515"/>
          </a:xfrm>
          <a:prstGeom prst="rect">
            <a:avLst/>
          </a:prstGeom>
        </p:spPr>
      </p:pic>
    </p:spTree>
    <p:extLst>
      <p:ext uri="{BB962C8B-B14F-4D97-AF65-F5344CB8AC3E}">
        <p14:creationId xmlns:p14="http://schemas.microsoft.com/office/powerpoint/2010/main" val="2287913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79F1A59A-C77A-4BBA-A79C-6B12128D3EAD}"/>
              </a:ext>
            </a:extLst>
          </p:cNvPr>
          <p:cNvPicPr>
            <a:picLocks noChangeAspect="1"/>
          </p:cNvPicPr>
          <p:nvPr/>
        </p:nvPicPr>
        <p:blipFill>
          <a:blip r:embed="rId3"/>
          <a:stretch>
            <a:fillRect/>
          </a:stretch>
        </p:blipFill>
        <p:spPr>
          <a:xfrm>
            <a:off x="736774" y="676902"/>
            <a:ext cx="6116433" cy="4025725"/>
          </a:xfrm>
          <a:prstGeom prst="rect">
            <a:avLst/>
          </a:prstGeom>
        </p:spPr>
      </p:pic>
    </p:spTree>
    <p:extLst>
      <p:ext uri="{BB962C8B-B14F-4D97-AF65-F5344CB8AC3E}">
        <p14:creationId xmlns:p14="http://schemas.microsoft.com/office/powerpoint/2010/main" val="13580091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718300" y="687823"/>
            <a:ext cx="6761100" cy="4026227"/>
          </a:xfrm>
        </p:spPr>
        <p:txBody>
          <a:bodyPr/>
          <a:lstStyle/>
          <a:p>
            <a:r>
              <a:rPr lang="en-US" altLang="zh-TW" sz="1800" dirty="0"/>
              <a:t>The primary problem is which relay satellite to choose as the trunk. Considering the stability of data transmission, we utilize </a:t>
            </a:r>
            <a:r>
              <a:rPr lang="en-US" altLang="zh-TW" sz="1800" dirty="0">
                <a:solidFill>
                  <a:schemeClr val="accent1">
                    <a:lumMod val="50000"/>
                  </a:schemeClr>
                </a:solidFill>
              </a:rPr>
              <a:t>link delay</a:t>
            </a:r>
            <a:r>
              <a:rPr lang="en-US" altLang="zh-TW" sz="1800" dirty="0"/>
              <a:t>, </a:t>
            </a:r>
            <a:r>
              <a:rPr lang="en-US" altLang="zh-TW" sz="1800" dirty="0">
                <a:solidFill>
                  <a:schemeClr val="accent1">
                    <a:lumMod val="50000"/>
                  </a:schemeClr>
                </a:solidFill>
              </a:rPr>
              <a:t>bandwidth</a:t>
            </a:r>
            <a:r>
              <a:rPr lang="en-US" altLang="zh-TW" sz="1800" dirty="0"/>
              <a:t> and </a:t>
            </a:r>
            <a:r>
              <a:rPr lang="en-US" altLang="zh-TW" sz="1800" dirty="0">
                <a:solidFill>
                  <a:schemeClr val="accent1">
                    <a:lumMod val="50000"/>
                  </a:schemeClr>
                </a:solidFill>
              </a:rPr>
              <a:t>link connection time </a:t>
            </a:r>
            <a:r>
              <a:rPr lang="en-US" altLang="zh-TW" sz="1800" dirty="0"/>
              <a:t>as evaluation indicators to measure the link quality. </a:t>
            </a:r>
            <a:endParaRPr lang="zh-TW" altLang="en-US" sz="1800" dirty="0"/>
          </a:p>
        </p:txBody>
      </p:sp>
      <p:sp>
        <p:nvSpPr>
          <p:cNvPr id="4" name="投影片編號版面配置區 3"/>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23</a:t>
            </a:fld>
            <a:endParaRPr lang="en"/>
          </a:p>
        </p:txBody>
      </p:sp>
      <p:pic>
        <p:nvPicPr>
          <p:cNvPr id="5" name="圖片 4"/>
          <p:cNvPicPr>
            <a:picLocks noChangeAspect="1"/>
          </p:cNvPicPr>
          <p:nvPr/>
        </p:nvPicPr>
        <p:blipFill>
          <a:blip r:embed="rId3"/>
          <a:stretch>
            <a:fillRect/>
          </a:stretch>
        </p:blipFill>
        <p:spPr>
          <a:xfrm>
            <a:off x="1496184" y="2057896"/>
            <a:ext cx="5439534" cy="752580"/>
          </a:xfrm>
          <a:prstGeom prst="rect">
            <a:avLst/>
          </a:prstGeom>
        </p:spPr>
      </p:pic>
      <p:pic>
        <p:nvPicPr>
          <p:cNvPr id="6" name="圖片 5"/>
          <p:cNvPicPr>
            <a:picLocks noChangeAspect="1"/>
          </p:cNvPicPr>
          <p:nvPr/>
        </p:nvPicPr>
        <p:blipFill>
          <a:blip r:embed="rId4"/>
          <a:stretch>
            <a:fillRect/>
          </a:stretch>
        </p:blipFill>
        <p:spPr>
          <a:xfrm>
            <a:off x="1292281" y="3051878"/>
            <a:ext cx="5734050" cy="609600"/>
          </a:xfrm>
          <a:prstGeom prst="rect">
            <a:avLst/>
          </a:prstGeom>
        </p:spPr>
      </p:pic>
      <p:pic>
        <p:nvPicPr>
          <p:cNvPr id="7" name="圖片 6"/>
          <p:cNvPicPr>
            <a:picLocks noChangeAspect="1"/>
          </p:cNvPicPr>
          <p:nvPr/>
        </p:nvPicPr>
        <p:blipFill>
          <a:blip r:embed="rId5"/>
          <a:stretch>
            <a:fillRect/>
          </a:stretch>
        </p:blipFill>
        <p:spPr>
          <a:xfrm>
            <a:off x="1634429" y="3885233"/>
            <a:ext cx="5391902" cy="590632"/>
          </a:xfrm>
          <a:prstGeom prst="rect">
            <a:avLst/>
          </a:prstGeom>
        </p:spPr>
      </p:pic>
    </p:spTree>
    <p:extLst>
      <p:ext uri="{BB962C8B-B14F-4D97-AF65-F5344CB8AC3E}">
        <p14:creationId xmlns:p14="http://schemas.microsoft.com/office/powerpoint/2010/main" val="6659765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718300" y="784927"/>
            <a:ext cx="6761100" cy="3929123"/>
          </a:xfrm>
        </p:spPr>
        <p:txBody>
          <a:bodyPr/>
          <a:lstStyle/>
          <a:p>
            <a:r>
              <a:rPr lang="en-US" altLang="zh-TW" sz="1800" dirty="0"/>
              <a:t>Since three indicators respectively detect different aspects, they can be regarded as mutually independent. Then, we normalize each indicator and add weight factors. </a:t>
            </a:r>
          </a:p>
          <a:p>
            <a:r>
              <a:rPr lang="en-US" altLang="zh-TW" sz="1800" dirty="0"/>
              <a:t>For satellite </a:t>
            </a:r>
            <a:r>
              <a:rPr lang="en-US" altLang="zh-TW" sz="1800" i="1" dirty="0" err="1"/>
              <a:t>v</a:t>
            </a:r>
            <a:r>
              <a:rPr lang="en-US" altLang="zh-TW" sz="1800" i="1" baseline="-25000" dirty="0" err="1"/>
              <a:t>j</a:t>
            </a:r>
            <a:r>
              <a:rPr lang="en-US" altLang="zh-TW" sz="1800" dirty="0"/>
              <a:t> and </a:t>
            </a:r>
            <a:r>
              <a:rPr lang="en-US" altLang="zh-TW" sz="1800" i="1" dirty="0" err="1"/>
              <a:t>v</a:t>
            </a:r>
            <a:r>
              <a:rPr lang="en-US" altLang="zh-TW" sz="1800" i="1" baseline="-25000" dirty="0" err="1"/>
              <a:t>j</a:t>
            </a:r>
            <a:r>
              <a:rPr lang="en-US" altLang="zh-TW" sz="1800" dirty="0"/>
              <a:t>, the final link evaluation function </a:t>
            </a:r>
            <a:r>
              <a:rPr lang="en-US" altLang="zh-TW" sz="1800" i="1" dirty="0" err="1"/>
              <a:t>R</a:t>
            </a:r>
            <a:r>
              <a:rPr lang="en-US" altLang="zh-TW" sz="1800" i="1" baseline="-25000" dirty="0" err="1"/>
              <a:t>ij</a:t>
            </a:r>
            <a:r>
              <a:rPr lang="en-US" altLang="zh-TW" sz="1800" dirty="0"/>
              <a:t> is:</a:t>
            </a:r>
            <a:endParaRPr lang="zh-TW" altLang="en-US" sz="1800" dirty="0"/>
          </a:p>
        </p:txBody>
      </p:sp>
      <p:sp>
        <p:nvSpPr>
          <p:cNvPr id="4" name="投影片編號版面配置區 3"/>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24</a:t>
            </a:fld>
            <a:endParaRPr lang="en"/>
          </a:p>
        </p:txBody>
      </p:sp>
      <p:pic>
        <p:nvPicPr>
          <p:cNvPr id="6" name="圖片 5"/>
          <p:cNvPicPr>
            <a:picLocks noChangeAspect="1"/>
          </p:cNvPicPr>
          <p:nvPr/>
        </p:nvPicPr>
        <p:blipFill>
          <a:blip r:embed="rId3"/>
          <a:stretch>
            <a:fillRect/>
          </a:stretch>
        </p:blipFill>
        <p:spPr>
          <a:xfrm>
            <a:off x="1709906" y="2282931"/>
            <a:ext cx="5449060" cy="1095528"/>
          </a:xfrm>
          <a:prstGeom prst="rect">
            <a:avLst/>
          </a:prstGeom>
        </p:spPr>
      </p:pic>
      <p:sp>
        <p:nvSpPr>
          <p:cNvPr id="7" name="Rectangle 2">
            <a:extLst>
              <a:ext uri="{FF2B5EF4-FFF2-40B4-BE49-F238E27FC236}">
                <a16:creationId xmlns:a16="http://schemas.microsoft.com/office/drawing/2014/main" id="{1DEF27D3-DA65-4BBD-865E-C24C5D407C92}"/>
              </a:ext>
            </a:extLst>
          </p:cNvPr>
          <p:cNvSpPr>
            <a:spLocks noChangeArrowheads="1"/>
          </p:cNvSpPr>
          <p:nvPr/>
        </p:nvSpPr>
        <p:spPr bwMode="auto">
          <a:xfrm>
            <a:off x="1664600" y="3896908"/>
            <a:ext cx="24419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2000" b="0" i="0" u="none" strike="noStrike" cap="none" normalizeH="0" baseline="0" dirty="0">
                <a:ln>
                  <a:noFill/>
                </a:ln>
                <a:solidFill>
                  <a:schemeClr val="accent6"/>
                </a:solidFill>
                <a:effectLst/>
                <a:latin typeface="+mj-ea"/>
                <a:ea typeface="+mj-ea"/>
              </a:rPr>
              <a:t> </a:t>
            </a:r>
            <a:r>
              <a:rPr kumimoji="0" lang="zh-TW" altLang="zh-TW" sz="2400" b="0" i="0" u="none" strike="noStrike" cap="none" normalizeH="0" baseline="0" dirty="0">
                <a:ln>
                  <a:noFill/>
                </a:ln>
                <a:solidFill>
                  <a:schemeClr val="accent6"/>
                </a:solidFill>
                <a:effectLst/>
                <a:latin typeface="+mj-ea"/>
                <a:ea typeface="+mj-ea"/>
              </a:rPr>
              <a:t>α+β+γ=1</a:t>
            </a:r>
            <a:r>
              <a:rPr kumimoji="0" lang="zh-TW" altLang="zh-TW" sz="1050" b="0" i="0" u="none" strike="noStrike" cap="none" normalizeH="0" baseline="0" dirty="0">
                <a:ln>
                  <a:noFill/>
                </a:ln>
                <a:solidFill>
                  <a:schemeClr val="accent6"/>
                </a:solidFill>
                <a:effectLst/>
                <a:latin typeface="+mj-ea"/>
                <a:ea typeface="+mj-ea"/>
              </a:rPr>
              <a:t> </a:t>
            </a:r>
            <a:endParaRPr kumimoji="0" lang="zh-TW" altLang="zh-TW" sz="3600" b="0" i="0" u="none" strike="noStrike" cap="none" normalizeH="0" baseline="0" dirty="0">
              <a:ln>
                <a:noFill/>
              </a:ln>
              <a:solidFill>
                <a:schemeClr val="accent6"/>
              </a:solidFill>
              <a:effectLst/>
              <a:latin typeface="+mj-ea"/>
              <a:ea typeface="+mj-ea"/>
            </a:endParaRPr>
          </a:p>
        </p:txBody>
      </p:sp>
    </p:spTree>
    <p:extLst>
      <p:ext uri="{BB962C8B-B14F-4D97-AF65-F5344CB8AC3E}">
        <p14:creationId xmlns:p14="http://schemas.microsoft.com/office/powerpoint/2010/main" val="10457234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718300" y="639271"/>
            <a:ext cx="6761100" cy="4074779"/>
          </a:xfrm>
        </p:spPr>
        <p:txBody>
          <a:bodyPr/>
          <a:lstStyle/>
          <a:p>
            <a:r>
              <a:rPr lang="en-US" altLang="zh-TW" sz="2000" dirty="0"/>
              <a:t>In the link planning of SAIN, two processes are significant to ensure the stability of data transmission. </a:t>
            </a:r>
          </a:p>
          <a:p>
            <a:r>
              <a:rPr lang="en-US" altLang="zh-TW" sz="2000" dirty="0"/>
              <a:t>One is the selection of ACS and the other is the selection of relay satellite nodes. Before the UAV flight, the data center firstly reads the UAV flight information then makes the BLPS strategy combined with the topological changes of SAIN to employ ISLs</a:t>
            </a:r>
            <a:endParaRPr lang="zh-TW" altLang="en-US" sz="2000" dirty="0"/>
          </a:p>
        </p:txBody>
      </p:sp>
      <p:sp>
        <p:nvSpPr>
          <p:cNvPr id="4" name="投影片編號版面配置區 3"/>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25</a:t>
            </a:fld>
            <a:endParaRPr lang="en"/>
          </a:p>
        </p:txBody>
      </p:sp>
    </p:spTree>
    <p:extLst>
      <p:ext uri="{BB962C8B-B14F-4D97-AF65-F5344CB8AC3E}">
        <p14:creationId xmlns:p14="http://schemas.microsoft.com/office/powerpoint/2010/main" val="34700802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49"/>
        <p:cNvGrpSpPr/>
        <p:nvPr/>
      </p:nvGrpSpPr>
      <p:grpSpPr>
        <a:xfrm>
          <a:off x="0" y="0"/>
          <a:ext cx="0" cy="0"/>
          <a:chOff x="0" y="0"/>
          <a:chExt cx="0" cy="0"/>
        </a:xfrm>
      </p:grpSpPr>
      <p:sp>
        <p:nvSpPr>
          <p:cNvPr id="3850" name="Google Shape;3850;p15"/>
          <p:cNvSpPr txBox="1">
            <a:spLocks noGrp="1"/>
          </p:cNvSpPr>
          <p:nvPr>
            <p:ph type="ctrTitle" idx="4294967295"/>
          </p:nvPr>
        </p:nvSpPr>
        <p:spPr>
          <a:xfrm>
            <a:off x="3339503" y="3014585"/>
            <a:ext cx="3731400" cy="1159800"/>
          </a:xfrm>
          <a:prstGeom prst="rect">
            <a:avLst/>
          </a:prstGeom>
        </p:spPr>
        <p:txBody>
          <a:bodyPr spcFirstLastPara="1" wrap="square" lIns="91425" tIns="91425" rIns="91425" bIns="91425" anchor="b" anchorCtr="0">
            <a:noAutofit/>
          </a:bodyPr>
          <a:lstStyle/>
          <a:p>
            <a:r>
              <a:rPr lang="en-US" altLang="zh-TW" dirty="0"/>
              <a:t>SIMULATION RESULTS AND ANALYSIS</a:t>
            </a:r>
            <a:endParaRPr sz="6000" dirty="0"/>
          </a:p>
        </p:txBody>
      </p:sp>
      <p:pic>
        <p:nvPicPr>
          <p:cNvPr id="3852" name="Google Shape;3852;p15" descr="photo-1434030216411-0b793f4b4173.jpg"/>
          <p:cNvPicPr preferRelativeResize="0"/>
          <p:nvPr/>
        </p:nvPicPr>
        <p:blipFill rotWithShape="1">
          <a:blip r:embed="rId3">
            <a:alphaModFix/>
          </a:blip>
          <a:srcRect l="23367" r="21417"/>
          <a:stretch/>
        </p:blipFill>
        <p:spPr>
          <a:xfrm>
            <a:off x="0" y="0"/>
            <a:ext cx="2840000" cy="5143500"/>
          </a:xfrm>
          <a:prstGeom prst="rect">
            <a:avLst/>
          </a:prstGeom>
          <a:noFill/>
          <a:ln>
            <a:noFill/>
          </a:ln>
        </p:spPr>
      </p:pic>
      <p:sp>
        <p:nvSpPr>
          <p:cNvPr id="3853" name="Google Shape;3853;p15"/>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57"/>
        <p:cNvGrpSpPr/>
        <p:nvPr/>
      </p:nvGrpSpPr>
      <p:grpSpPr>
        <a:xfrm>
          <a:off x="0" y="0"/>
          <a:ext cx="0" cy="0"/>
          <a:chOff x="0" y="0"/>
          <a:chExt cx="0" cy="0"/>
        </a:xfrm>
      </p:grpSpPr>
      <p:sp>
        <p:nvSpPr>
          <p:cNvPr id="4" name="文字版面配置區 3"/>
          <p:cNvSpPr>
            <a:spLocks noGrp="1"/>
          </p:cNvSpPr>
          <p:nvPr>
            <p:ph type="body" idx="1"/>
          </p:nvPr>
        </p:nvSpPr>
        <p:spPr>
          <a:xfrm>
            <a:off x="718300" y="809204"/>
            <a:ext cx="6761100" cy="3904846"/>
          </a:xfrm>
        </p:spPr>
        <p:txBody>
          <a:bodyPr/>
          <a:lstStyle/>
          <a:p>
            <a:r>
              <a:rPr lang="en-US" altLang="zh-TW" dirty="0"/>
              <a:t>In the simulation, we will compare the proposed BLPS scheme with the other three major methods including the </a:t>
            </a:r>
            <a:r>
              <a:rPr lang="en-US" altLang="zh-TW" dirty="0">
                <a:solidFill>
                  <a:schemeClr val="accent1">
                    <a:lumMod val="50000"/>
                  </a:schemeClr>
                </a:solidFill>
              </a:rPr>
              <a:t>shortest path </a:t>
            </a:r>
            <a:r>
              <a:rPr lang="en-US" altLang="zh-TW" dirty="0" err="1">
                <a:solidFill>
                  <a:schemeClr val="accent1">
                    <a:lumMod val="50000"/>
                  </a:schemeClr>
                </a:solidFill>
              </a:rPr>
              <a:t>Dijkstra</a:t>
            </a:r>
            <a:r>
              <a:rPr lang="en-US" altLang="zh-TW" dirty="0">
                <a:solidFill>
                  <a:schemeClr val="accent1">
                    <a:lumMod val="50000"/>
                  </a:schemeClr>
                </a:solidFill>
              </a:rPr>
              <a:t> algorithm</a:t>
            </a:r>
            <a:r>
              <a:rPr lang="en-US" altLang="zh-TW" dirty="0"/>
              <a:t> </a:t>
            </a:r>
            <a:r>
              <a:rPr lang="en-US" altLang="zh-TW" dirty="0">
                <a:solidFill>
                  <a:schemeClr val="accent1">
                    <a:lumMod val="50000"/>
                  </a:schemeClr>
                </a:solidFill>
              </a:rPr>
              <a:t>(SPD), </a:t>
            </a:r>
            <a:r>
              <a:rPr lang="en-US" altLang="zh-TW" dirty="0"/>
              <a:t>the </a:t>
            </a:r>
            <a:r>
              <a:rPr lang="en-US" altLang="zh-TW" dirty="0">
                <a:solidFill>
                  <a:schemeClr val="accent1">
                    <a:lumMod val="50000"/>
                  </a:schemeClr>
                </a:solidFill>
              </a:rPr>
              <a:t>longest connection time </a:t>
            </a:r>
            <a:r>
              <a:rPr lang="en-US" altLang="zh-TW" dirty="0" err="1">
                <a:solidFill>
                  <a:schemeClr val="accent1">
                    <a:lumMod val="50000"/>
                  </a:schemeClr>
                </a:solidFill>
              </a:rPr>
              <a:t>Dijkstra</a:t>
            </a:r>
            <a:r>
              <a:rPr lang="en-US" altLang="zh-TW" dirty="0">
                <a:solidFill>
                  <a:schemeClr val="accent1">
                    <a:lumMod val="50000"/>
                  </a:schemeClr>
                </a:solidFill>
              </a:rPr>
              <a:t> algorithm (LCT) </a:t>
            </a:r>
            <a:r>
              <a:rPr lang="en-US" altLang="zh-TW" dirty="0"/>
              <a:t>and the path finding with </a:t>
            </a:r>
            <a:r>
              <a:rPr lang="en-US" altLang="zh-TW" dirty="0">
                <a:solidFill>
                  <a:schemeClr val="accent1">
                    <a:lumMod val="50000"/>
                  </a:schemeClr>
                </a:solidFill>
              </a:rPr>
              <a:t>traveling salesman algorithm (TSA).</a:t>
            </a:r>
            <a:endParaRPr lang="zh-TW" altLang="en-US" dirty="0">
              <a:solidFill>
                <a:schemeClr val="accent1">
                  <a:lumMod val="50000"/>
                </a:schemeClr>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28</a:t>
            </a:fld>
            <a:endParaRPr lang="en"/>
          </a:p>
        </p:txBody>
      </p:sp>
      <p:pic>
        <p:nvPicPr>
          <p:cNvPr id="6" name="圖片 5"/>
          <p:cNvPicPr>
            <a:picLocks noChangeAspect="1"/>
          </p:cNvPicPr>
          <p:nvPr/>
        </p:nvPicPr>
        <p:blipFill>
          <a:blip r:embed="rId3"/>
          <a:stretch>
            <a:fillRect/>
          </a:stretch>
        </p:blipFill>
        <p:spPr>
          <a:xfrm>
            <a:off x="0" y="687822"/>
            <a:ext cx="4096146" cy="3366287"/>
          </a:xfrm>
          <a:prstGeom prst="rect">
            <a:avLst/>
          </a:prstGeom>
        </p:spPr>
      </p:pic>
      <p:pic>
        <p:nvPicPr>
          <p:cNvPr id="8" name="圖片 7"/>
          <p:cNvPicPr>
            <a:picLocks noChangeAspect="1"/>
          </p:cNvPicPr>
          <p:nvPr/>
        </p:nvPicPr>
        <p:blipFill>
          <a:blip r:embed="rId4"/>
          <a:stretch>
            <a:fillRect/>
          </a:stretch>
        </p:blipFill>
        <p:spPr>
          <a:xfrm>
            <a:off x="4288779" y="731026"/>
            <a:ext cx="4043574" cy="3323083"/>
          </a:xfrm>
          <a:prstGeom prst="rect">
            <a:avLst/>
          </a:prstGeom>
        </p:spPr>
      </p:pic>
    </p:spTree>
    <p:extLst>
      <p:ext uri="{BB962C8B-B14F-4D97-AF65-F5344CB8AC3E}">
        <p14:creationId xmlns:p14="http://schemas.microsoft.com/office/powerpoint/2010/main" val="42380668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29</a:t>
            </a:fld>
            <a:endParaRPr lang="en"/>
          </a:p>
        </p:txBody>
      </p:sp>
      <p:pic>
        <p:nvPicPr>
          <p:cNvPr id="6" name="圖片 5"/>
          <p:cNvPicPr>
            <a:picLocks noChangeAspect="1"/>
          </p:cNvPicPr>
          <p:nvPr/>
        </p:nvPicPr>
        <p:blipFill>
          <a:blip r:embed="rId3"/>
          <a:stretch>
            <a:fillRect/>
          </a:stretch>
        </p:blipFill>
        <p:spPr>
          <a:xfrm>
            <a:off x="1078684" y="223614"/>
            <a:ext cx="5834280" cy="4890187"/>
          </a:xfrm>
          <a:prstGeom prst="rect">
            <a:avLst/>
          </a:prstGeom>
        </p:spPr>
      </p:pic>
    </p:spTree>
    <p:extLst>
      <p:ext uri="{BB962C8B-B14F-4D97-AF65-F5344CB8AC3E}">
        <p14:creationId xmlns:p14="http://schemas.microsoft.com/office/powerpoint/2010/main" val="3023059491"/>
      </p:ext>
    </p:extLst>
  </p:cSld>
  <p:clrMapOvr>
    <a:masterClrMapping/>
  </p:clrMapOvr>
  <p:transition>
    <p:fade thruBlk="1"/>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36"/>
        <p:cNvGrpSpPr/>
        <p:nvPr/>
      </p:nvGrpSpPr>
      <p:grpSpPr>
        <a:xfrm>
          <a:off x="0" y="0"/>
          <a:ext cx="0" cy="0"/>
          <a:chOff x="0" y="0"/>
          <a:chExt cx="0" cy="0"/>
        </a:xfrm>
      </p:grpSpPr>
      <p:sp>
        <p:nvSpPr>
          <p:cNvPr id="3937" name="Google Shape;3937;p25"/>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ltLang="zh-TW" dirty="0"/>
              <a:t>Conclusion</a:t>
            </a:r>
            <a:endParaRPr dirty="0"/>
          </a:p>
        </p:txBody>
      </p:sp>
      <p:sp>
        <p:nvSpPr>
          <p:cNvPr id="2" name="文字版面配置區 1">
            <a:extLst>
              <a:ext uri="{FF2B5EF4-FFF2-40B4-BE49-F238E27FC236}">
                <a16:creationId xmlns:a16="http://schemas.microsoft.com/office/drawing/2014/main" id="{95FF4859-B7F3-4C2F-B234-501CF1A2B395}"/>
              </a:ext>
            </a:extLst>
          </p:cNvPr>
          <p:cNvSpPr>
            <a:spLocks noGrp="1"/>
          </p:cNvSpPr>
          <p:nvPr>
            <p:ph type="body" idx="1"/>
          </p:nvPr>
        </p:nvSpPr>
        <p:spPr>
          <a:xfrm>
            <a:off x="718300" y="1596775"/>
            <a:ext cx="6761100" cy="2980500"/>
          </a:xfrm>
        </p:spPr>
        <p:txBody>
          <a:bodyPr/>
          <a:lstStyle/>
          <a:p>
            <a:r>
              <a:rPr lang="en-US" altLang="zh-TW" sz="1800" dirty="0"/>
              <a:t>This paper proposes a novel path planning scheme in SAIN. Based on the time-varying SAIN model, we propose the BLPS algorithm to guide ISL deployment, which divides ISLs into trunks and branches to improve data transmission efficiency. Simulation results show the BLPS scheme can improve the performance of UAV data transmission. Moreover, the dynamic adjustment ability of BLPS can achieve better reliability and robustness of SAIN.</a:t>
            </a:r>
            <a:endParaRPr lang="zh-TW" altLang="en-US" sz="1800" dirty="0"/>
          </a:p>
        </p:txBody>
      </p:sp>
      <p:sp>
        <p:nvSpPr>
          <p:cNvPr id="3939" name="Google Shape;3939;p25"/>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037"/>
        <p:cNvGrpSpPr/>
        <p:nvPr/>
      </p:nvGrpSpPr>
      <p:grpSpPr>
        <a:xfrm>
          <a:off x="0" y="0"/>
          <a:ext cx="0" cy="0"/>
          <a:chOff x="0" y="0"/>
          <a:chExt cx="0" cy="0"/>
        </a:xfrm>
      </p:grpSpPr>
      <p:sp>
        <p:nvSpPr>
          <p:cNvPr id="4038" name="Google Shape;4038;p36"/>
          <p:cNvSpPr txBox="1">
            <a:spLocks noGrp="1"/>
          </p:cNvSpPr>
          <p:nvPr>
            <p:ph type="ctrTitle" idx="4294967295"/>
          </p:nvPr>
        </p:nvSpPr>
        <p:spPr>
          <a:xfrm>
            <a:off x="685800" y="745150"/>
            <a:ext cx="486390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6000">
                <a:solidFill>
                  <a:srgbClr val="80BFB7"/>
                </a:solidFill>
              </a:rPr>
              <a:t>THANKS!</a:t>
            </a:r>
            <a:endParaRPr sz="6000">
              <a:solidFill>
                <a:srgbClr val="80BFB7"/>
              </a:solidFill>
            </a:endParaRPr>
          </a:p>
        </p:txBody>
      </p:sp>
      <p:sp>
        <p:nvSpPr>
          <p:cNvPr id="4041" name="Google Shape;4041;p36"/>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31</a:t>
            </a:fld>
            <a:endParaRPr/>
          </a:p>
        </p:txBody>
      </p:sp>
    </p:spTree>
  </p:cSld>
  <p:clrMapOvr>
    <a:masterClrMapping/>
  </p:clrMapOvr>
</p:sld>
</file>

<file path=ppt/theme/theme1.xml><?xml version="1.0" encoding="utf-8"?>
<a:theme xmlns:a="http://schemas.openxmlformats.org/drawingml/2006/main" name="Mowbray template">
  <a:themeElements>
    <a:clrScheme name="Custom 347">
      <a:dk1>
        <a:srgbClr val="003B55"/>
      </a:dk1>
      <a:lt1>
        <a:srgbClr val="FFFFFF"/>
      </a:lt1>
      <a:dk2>
        <a:srgbClr val="0B87A1"/>
      </a:dk2>
      <a:lt2>
        <a:srgbClr val="EEF1EE"/>
      </a:lt2>
      <a:accent1>
        <a:srgbClr val="D3EBD5"/>
      </a:accent1>
      <a:accent2>
        <a:srgbClr val="80BFB7"/>
      </a:accent2>
      <a:accent3>
        <a:srgbClr val="0B87A1"/>
      </a:accent3>
      <a:accent4>
        <a:srgbClr val="01597F"/>
      </a:accent4>
      <a:accent5>
        <a:srgbClr val="003B55"/>
      </a:accent5>
      <a:accent6>
        <a:srgbClr val="001120"/>
      </a:accent6>
      <a:hlink>
        <a:srgbClr val="01597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9213</TotalTime>
  <Words>3336</Words>
  <Application>Microsoft Office PowerPoint</Application>
  <PresentationFormat>如螢幕大小 (16:9)</PresentationFormat>
  <Paragraphs>168</Paragraphs>
  <Slides>31</Slides>
  <Notes>31</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31</vt:i4>
      </vt:variant>
    </vt:vector>
  </HeadingPairs>
  <TitlesOfParts>
    <vt:vector size="37" baseType="lpstr">
      <vt:lpstr>Titillium Web Light</vt:lpstr>
      <vt:lpstr>Arial</vt:lpstr>
      <vt:lpstr>新細明體</vt:lpstr>
      <vt:lpstr>Dosis ExtraLight</vt:lpstr>
      <vt:lpstr>Cambria Math</vt:lpstr>
      <vt:lpstr>Mowbray template</vt:lpstr>
      <vt:lpstr>Information-Centric Networking Application to Maritime Satellite Communications</vt:lpstr>
      <vt:lpstr>PowerPoint 簡報</vt:lpstr>
      <vt:lpstr>PowerPoint 簡報</vt:lpstr>
      <vt:lpstr>PowerPoint 簡報</vt:lpstr>
      <vt:lpstr>PowerPoint 簡報</vt:lpstr>
      <vt:lpstr>Branch-based Link Planning for Time-varying Space-air Integrated networks</vt:lpstr>
      <vt:lpstr>Introduction</vt:lpstr>
      <vt:lpstr>Introduction</vt:lpstr>
      <vt:lpstr>Introduction</vt:lpstr>
      <vt:lpstr>Introduction</vt:lpstr>
      <vt:lpstr>Mathematical Model</vt:lpstr>
      <vt:lpstr>Data transmission capacity</vt:lpstr>
      <vt:lpstr>Data transmission capacity</vt:lpstr>
      <vt:lpstr>Signal attenuation</vt:lpstr>
      <vt:lpstr>PowerPoint 簡報</vt:lpstr>
      <vt:lpstr>PowerPoint 簡報</vt:lpstr>
      <vt:lpstr>PowerPoint 簡報</vt:lpstr>
      <vt:lpstr>PowerPoint 簡報</vt:lpstr>
      <vt:lpstr>Inter-satellite Link Deployment</vt:lpstr>
      <vt:lpstr>PowerPoint 簡報</vt:lpstr>
      <vt:lpstr>Inter-satellite Link Deployment</vt:lpstr>
      <vt:lpstr>PowerPoint 簡報</vt:lpstr>
      <vt:lpstr>PowerPoint 簡報</vt:lpstr>
      <vt:lpstr>PowerPoint 簡報</vt:lpstr>
      <vt:lpstr>PowerPoint 簡報</vt:lpstr>
      <vt:lpstr>SIMULATION RESULTS AND ANALYSIS</vt:lpstr>
      <vt:lpstr>PowerPoint 簡報</vt:lpstr>
      <vt:lpstr>PowerPoint 簡報</vt:lpstr>
      <vt:lpstr>PowerPoint 簡報</vt:lpstr>
      <vt:lpstr>Conclusion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Precoded Cluster Hopping in Multi-Beam High Throughput Satellite Systems</dc:title>
  <dc:creator>Albert</dc:creator>
  <cp:lastModifiedBy>Albert</cp:lastModifiedBy>
  <cp:revision>421</cp:revision>
  <dcterms:modified xsi:type="dcterms:W3CDTF">2020-10-06T12:04:55Z</dcterms:modified>
</cp:coreProperties>
</file>