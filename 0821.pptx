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7630" r:id="rId3"/>
    <p:sldId id="763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5317" autoAdjust="0"/>
  </p:normalViewPr>
  <p:slideViewPr>
    <p:cSldViewPr snapToGrid="0">
      <p:cViewPr varScale="1">
        <p:scale>
          <a:sx n="109" d="100"/>
          <a:sy n="109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51325-44B5-4B15-A551-A61A79A305DE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793FC-B9DE-4853-870F-B5DB9A952A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0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313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3882FB3-418F-49F1-A1A6-86E3E52198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9"/>
          <a:stretch/>
        </p:blipFill>
        <p:spPr>
          <a:xfrm>
            <a:off x="0" y="0"/>
            <a:ext cx="4595964" cy="46604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24955D-E53E-4330-81C9-6DE22EF1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11"/>
          <a:stretch/>
        </p:blipFill>
        <p:spPr>
          <a:xfrm>
            <a:off x="7256206" y="1432211"/>
            <a:ext cx="4935794" cy="542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9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48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8">
            <a:extLst>
              <a:ext uri="{FF2B5EF4-FFF2-40B4-BE49-F238E27FC236}">
                <a16:creationId xmlns:a16="http://schemas.microsoft.com/office/drawing/2014/main" id="{DB860821-D42E-4E7F-BF98-4B35814B15FF}"/>
              </a:ext>
            </a:extLst>
          </p:cNvPr>
          <p:cNvSpPr txBox="1"/>
          <p:nvPr userDrawn="1"/>
        </p:nvSpPr>
        <p:spPr>
          <a:xfrm>
            <a:off x="762001" y="199346"/>
            <a:ext cx="2423342" cy="430841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点击添加您的标题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7728734-F8F9-4C88-993B-AD792CD56D89}"/>
              </a:ext>
            </a:extLst>
          </p:cNvPr>
          <p:cNvGrpSpPr/>
          <p:nvPr userDrawn="1"/>
        </p:nvGrpSpPr>
        <p:grpSpPr>
          <a:xfrm>
            <a:off x="295071" y="1902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6DC0884-6A83-48BA-AAF8-3B7EB24F2D4E}"/>
                </a:ext>
              </a:extLst>
            </p:cNvPr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349408B6-9696-4A5B-A103-E1EE4FB46197}"/>
                  </a:ext>
                </a:extLst>
              </p:cNvPr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BC7BAA39-3124-4873-A47F-BED4F34F6883}"/>
                  </a:ext>
                </a:extLst>
              </p:cNvPr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4B5EC67-E582-47F5-AD80-247E1E58B109}"/>
                </a:ext>
              </a:extLst>
            </p:cNvPr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A75435F8-A470-4185-91DA-FD983119D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65"/>
          <a:stretch/>
        </p:blipFill>
        <p:spPr>
          <a:xfrm>
            <a:off x="5372100" y="6019799"/>
            <a:ext cx="6819900" cy="8382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B3CD0BC-D18B-4A9C-ADD3-6443622D574A}"/>
              </a:ext>
            </a:extLst>
          </p:cNvPr>
          <p:cNvSpPr/>
          <p:nvPr userDrawn="1"/>
        </p:nvSpPr>
        <p:spPr>
          <a:xfrm>
            <a:off x="0" y="6429375"/>
            <a:ext cx="5372100" cy="428625"/>
          </a:xfrm>
          <a:prstGeom prst="rect">
            <a:avLst/>
          </a:prstGeom>
          <a:gradFill flip="none" rotWithShape="1">
            <a:gsLst>
              <a:gs pos="58000">
                <a:schemeClr val="accent2"/>
              </a:gs>
              <a:gs pos="58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96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15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76048-F325-4109-B3DC-908E27D4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2F86F7-8C22-416D-8ED2-28A9CCCC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6F985-B676-46F2-8396-DE55C9926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B27FC5-F888-4450-B5B2-31CA552A9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24CD6E-3017-423C-9FEB-45AD5A6A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9D5B3F-3421-4862-8038-8C52E7B0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DA99E4-034B-4F0B-A37F-91C209AA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EA7115-51DC-4959-AE88-9363208F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59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BF6A5-75AF-4AAA-A2FC-0B4833C3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B443D1-B101-45CF-AF6E-4A5C9BAA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D409E1-B06A-4660-AEDD-883782A8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0E05B6-F68E-45E6-8AE5-AA8B1BAF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3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5D386F-A7A2-4C8C-881A-10DE5114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5E45F0-DE0C-49E1-B56B-A5B61AAF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14DD5-6AB3-458C-9FC8-1D681D23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76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1EDC8-5C36-473E-BA25-8C0F31F6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965DAE-DE8C-48E2-9A98-B686C1A06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B3F87D-5DFA-4021-AC4A-4D1CDB925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156E89-33EA-4CF6-B3BB-125F1F86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A5B6A3-F839-4538-AC3B-7BFC72BE9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A69C61-816A-4B15-8A55-01F27080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26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085D0-A353-4302-A999-47B4F1C2D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89D3A3-4803-4DB1-9CD2-CA0F71AC7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38EB02-9C23-489A-9CB0-C0854BC7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FD32C0-D7D6-4A3B-9A8C-F389F4F01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76B48F-3D04-4AA4-B0C4-70A6987C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8A54A2-3717-465A-A914-F15D86A0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78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ABE67-DE70-4442-B239-FAB3EC6D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475379-9BE3-4613-8E41-91EED7DAD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D5AC6B-E067-4E14-A4B4-2193510C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7D95C3-E1B0-402B-BDFE-36C55138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D4AEB-D65F-4B0C-A9F3-DDCF1A17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70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AE0F40-BB64-45F7-8C75-F6533E22C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65C725-2061-4FA9-A95A-F1E183356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44969-89A6-408D-88F5-87FD8E2B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754AEB-A398-4CE7-9732-58CE84EF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0661CE-2423-4CB7-8BB0-6D318269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9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9EC036-0F40-404A-91CD-6654716D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B5B88E-BE68-45BB-8E2F-2271F472F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271B3-C3A3-4135-B184-7C6C6D4B9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CA48-3B93-4A69-AC48-BAC756A5E75A}" type="datetimeFigureOut">
              <a:rPr lang="zh-CN" altLang="en-US" smtClean="0"/>
              <a:t>2019/8/21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2B9E24-DF6F-4F8F-8EA3-1854AC350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54C07-D390-4ACB-AE75-7902AEF99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1B6AD-49DB-4E61-9DE9-99CBFC679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808EFFE6-24F3-422D-BAEF-879F975CC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012" y="1447799"/>
            <a:ext cx="2085975" cy="239191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4E55389B-0E4D-4566-A0F3-592CBE5FE612}"/>
              </a:ext>
            </a:extLst>
          </p:cNvPr>
          <p:cNvSpPr txBox="1"/>
          <p:nvPr/>
        </p:nvSpPr>
        <p:spPr>
          <a:xfrm>
            <a:off x="5053012" y="2228260"/>
            <a:ext cx="208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FMSE</a:t>
            </a:r>
            <a:endParaRPr lang="zh-CN" altLang="en-US" sz="4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8" name="文本框 27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C4575056-F84E-4A45-8200-A3C96F6288AE}"/>
              </a:ext>
            </a:extLst>
          </p:cNvPr>
          <p:cNvSpPr txBox="1"/>
          <p:nvPr/>
        </p:nvSpPr>
        <p:spPr>
          <a:xfrm>
            <a:off x="2640750" y="3962792"/>
            <a:ext cx="691050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defTabSz="914400"/>
            <a:r>
              <a:rPr lang="zh-TW" altLang="en-US" sz="4800" spc="-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程式修改</a:t>
            </a:r>
            <a:endParaRPr lang="zh-CN" altLang="en-US" sz="4800" spc="-15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Open Sans" panose="020B0606030504020204" pitchFamily="34" charset="0"/>
              <a:sym typeface="微软雅黑 Light" panose="020B0502040204020203" pitchFamily="34" charset="-122"/>
            </a:endParaRPr>
          </a:p>
        </p:txBody>
      </p:sp>
      <p:sp>
        <p:nvSpPr>
          <p:cNvPr id="29" name="椭圆 28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232B88C8-B4F8-4684-9BA3-CA98BBF6C531}"/>
              </a:ext>
            </a:extLst>
          </p:cNvPr>
          <p:cNvSpPr/>
          <p:nvPr/>
        </p:nvSpPr>
        <p:spPr>
          <a:xfrm>
            <a:off x="6070795" y="4793789"/>
            <a:ext cx="163773" cy="163773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0" name="任意多边形 12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8F346459-E2CC-4C09-A0A5-EF05A6A742F2}"/>
              </a:ext>
            </a:extLst>
          </p:cNvPr>
          <p:cNvSpPr/>
          <p:nvPr/>
        </p:nvSpPr>
        <p:spPr>
          <a:xfrm>
            <a:off x="6334655" y="4875571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31" name="任意多边形 13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id="{7F054519-C7F0-4EF3-B6DE-D807C6CB753B}"/>
              </a:ext>
            </a:extLst>
          </p:cNvPr>
          <p:cNvSpPr/>
          <p:nvPr/>
        </p:nvSpPr>
        <p:spPr>
          <a:xfrm flipH="1">
            <a:off x="2804143" y="4875571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704655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13796 L 4.16667E-6 4.8148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98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1302 0.00046 L 1.04167E-6 1.1111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51" y="-2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1138 1.11111E-6 L -2.29167E-6 1.11111E-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0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9" grpId="0" animBg="1"/>
      <p:bldP spid="30" grpId="0" animBg="1"/>
      <p:bldP spid="30" grpId="1" animBg="1"/>
      <p:bldP spid="31" grpId="0" animBg="1"/>
      <p:bldP spid="3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28E5D4F-B4E3-40E1-A284-1E7AC0815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26" y="143880"/>
            <a:ext cx="11076038" cy="581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9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38792E7-C526-4486-A8D8-F2F3900F9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" y="130678"/>
            <a:ext cx="10928721" cy="586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47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A7991"/>
      </a:accent1>
      <a:accent2>
        <a:srgbClr val="313846"/>
      </a:accent2>
      <a:accent3>
        <a:srgbClr val="6A7991"/>
      </a:accent3>
      <a:accent4>
        <a:srgbClr val="313846"/>
      </a:accent4>
      <a:accent5>
        <a:srgbClr val="6A7991"/>
      </a:accent5>
      <a:accent6>
        <a:srgbClr val="313846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</Words>
  <Application>Microsoft Office PowerPoint</Application>
  <PresentationFormat>寬螢幕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等线</vt:lpstr>
      <vt:lpstr>等线 Light</vt:lpstr>
      <vt:lpstr>DIN Mittelschrift Std</vt:lpstr>
      <vt:lpstr>微软雅黑</vt:lpstr>
      <vt:lpstr>Open Sans</vt:lpstr>
      <vt:lpstr>微软雅黑 Light</vt:lpstr>
      <vt:lpstr>Arial</vt:lpstr>
      <vt:lpstr>Office 主题​​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Albert</cp:lastModifiedBy>
  <cp:revision>40</cp:revision>
  <dcterms:created xsi:type="dcterms:W3CDTF">2018-06-07T08:55:01Z</dcterms:created>
  <dcterms:modified xsi:type="dcterms:W3CDTF">2019-08-21T05:49:26Z</dcterms:modified>
</cp:coreProperties>
</file>